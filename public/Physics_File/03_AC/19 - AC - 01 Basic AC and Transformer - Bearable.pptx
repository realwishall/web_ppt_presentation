
<file path=[Content_Types].xml><?xml version="1.0" encoding="utf-8"?>
<Types xmlns="http://schemas.openxmlformats.org/package/2006/content-types">
  <Default Extension="glb" ContentType="model/gltf.binary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 bookmarkIdSeed="2">
  <p:sldMasterIdLst>
    <p:sldMasterId id="2147483793" r:id="rId4"/>
    <p:sldMasterId id="2147483805" r:id="rId5"/>
  </p:sldMasterIdLst>
  <p:notesMasterIdLst>
    <p:notesMasterId r:id="rId22"/>
  </p:notesMasterIdLst>
  <p:handoutMasterIdLst>
    <p:handoutMasterId r:id="rId23"/>
  </p:handoutMasterIdLst>
  <p:sldIdLst>
    <p:sldId id="524" r:id="rId6"/>
    <p:sldId id="547" r:id="rId7"/>
    <p:sldId id="1499" r:id="rId8"/>
    <p:sldId id="549" r:id="rId9"/>
    <p:sldId id="1501" r:id="rId10"/>
    <p:sldId id="1502" r:id="rId11"/>
    <p:sldId id="1498" r:id="rId12"/>
    <p:sldId id="1500" r:id="rId13"/>
    <p:sldId id="571" r:id="rId14"/>
    <p:sldId id="602" r:id="rId15"/>
    <p:sldId id="544" r:id="rId16"/>
    <p:sldId id="578" r:id="rId17"/>
    <p:sldId id="580" r:id="rId18"/>
    <p:sldId id="573" r:id="rId19"/>
    <p:sldId id="581" r:id="rId20"/>
    <p:sldId id="582" r:id="rId21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B60382-BD1A-4226-BF5A-3518D9E6CB7A}">
          <p14:sldIdLst>
            <p14:sldId id="524"/>
            <p14:sldId id="547"/>
            <p14:sldId id="1499"/>
            <p14:sldId id="549"/>
            <p14:sldId id="1501"/>
            <p14:sldId id="1502"/>
            <p14:sldId id="1498"/>
            <p14:sldId id="1500"/>
            <p14:sldId id="571"/>
            <p14:sldId id="602"/>
            <p14:sldId id="544"/>
            <p14:sldId id="578"/>
            <p14:sldId id="580"/>
            <p14:sldId id="573"/>
            <p14:sldId id="581"/>
            <p14:sldId id="5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086" autoAdjust="0"/>
    <p:restoredTop sz="94249" autoAdjust="0"/>
  </p:normalViewPr>
  <p:slideViewPr>
    <p:cSldViewPr snapToGrid="0" showGuides="1">
      <p:cViewPr varScale="1">
        <p:scale>
          <a:sx n="78" d="100"/>
          <a:sy n="78" d="100"/>
        </p:scale>
        <p:origin x="461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3254" y="67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C07299BE-0F96-4D8C-8AC3-AFAE1A841C66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454692AC-01A2-4EFF-966B-504F28E82D7A}" type="datetimeFigureOut">
              <a:rPr lang="en-US" noProof="0" smtClean="0"/>
              <a:t>4/22/2026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3" rIns="99031" bIns="49513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31" tIns="49513" rIns="99031" bIns="4951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85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A5DD88-BDEF-4970-BD0A-0155C51EED11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70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C31D62-EE3C-4A56-9B5A-DB21972D1221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10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69B76D-A1B6-42B2-A407-47252CB17B18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83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9AE66-3A89-492F-8C92-E6BA3E69E4D9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40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0D9C8-F614-4B42-855F-CB76B5BB078C}" type="datetime1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4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77122-3B01-4DA4-93E4-A05B11669CF3}" type="datetime1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72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ADC03A-D2FC-47AF-82A4-2E8A65F173D3}" type="datetime1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8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EFA2E-1B39-4B49-A233-E065575EADFD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9E9E9B-5A8A-40E9-A1B5-3D618A7A51BD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1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EDF5C7-870F-4F4A-ABB1-820B833872B7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5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815F53-B842-4A07-8127-4A4A0D298956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956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3883FA-C6DF-4218-AB09-2E70644672B2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28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CFDAAF-E3C8-4E23-BE81-7A83AF94C8B8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69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FDA40A-1D34-49DD-9A37-6A793829BDE4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942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2527C6-7B3F-4FB1-9A4A-0EE135838B3E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503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5829CE-854E-47C2-A2CC-41A6823C89EC}" type="datetime1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319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F69B0A-6955-467F-8E18-EE67F3AF0523}" type="datetime1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14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225483-DF0A-4032-9B54-9FAC1AA70D3E}" type="datetime1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891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EC7E75-194B-42F0-8103-6225C0AE458A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14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D1234C-9373-4455-898B-075084727388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8403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536642-4E43-4ACC-983C-90E8CE254AAB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457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DDD676-01FC-443E-996E-49F7AA0C7DAA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63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4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440.png"/><Relationship Id="rId7" Type="http://schemas.openxmlformats.org/officeDocument/2006/relationships/image" Target="../media/image480.png"/><Relationship Id="rId12" Type="http://schemas.openxmlformats.org/officeDocument/2006/relationships/image" Target="../media/image53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11" Type="http://schemas.openxmlformats.org/officeDocument/2006/relationships/image" Target="../media/image520.png"/><Relationship Id="rId5" Type="http://schemas.openxmlformats.org/officeDocument/2006/relationships/image" Target="../media/image460.png"/><Relationship Id="rId10" Type="http://schemas.openxmlformats.org/officeDocument/2006/relationships/image" Target="../media/image510.png"/><Relationship Id="rId4" Type="http://schemas.openxmlformats.org/officeDocument/2006/relationships/image" Target="../media/image450.png"/><Relationship Id="rId9" Type="http://schemas.openxmlformats.org/officeDocument/2006/relationships/image" Target="../media/image50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6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1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1.png"/><Relationship Id="rId5" Type="http://schemas.openxmlformats.org/officeDocument/2006/relationships/image" Target="../media/image65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7" Type="http://schemas.openxmlformats.org/officeDocument/2006/relationships/image" Target="../media/image66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17/06/relationships/model3d" Target="../media/model3d3.glb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17/06/relationships/model3d" Target="../media/model3d2.glb"/><Relationship Id="rId7" Type="http://schemas.microsoft.com/office/2017/06/relationships/model3d" Target="../media/model3d4.glb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10.png"/><Relationship Id="rId5" Type="http://schemas.microsoft.com/office/2017/06/relationships/model3d" Target="../media/model3d3.glb"/><Relationship Id="rId10" Type="http://schemas.openxmlformats.org/officeDocument/2006/relationships/image" Target="../media/image10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3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74.png"/><Relationship Id="rId15" Type="http://schemas.openxmlformats.org/officeDocument/2006/relationships/image" Target="../media/image740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1.png"/><Relationship Id="rId10" Type="http://schemas.openxmlformats.org/officeDocument/2006/relationships/image" Target="../media/image95.png"/><Relationship Id="rId4" Type="http://schemas.openxmlformats.org/officeDocument/2006/relationships/image" Target="../media/image30.png"/><Relationship Id="rId9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wo women engineers in the laboratory">
            <a:extLst>
              <a:ext uri="{FF2B5EF4-FFF2-40B4-BE49-F238E27FC236}">
                <a16:creationId xmlns:a16="http://schemas.microsoft.com/office/drawing/2014/main" id="{801D26BD-C777-4D54-BB49-2E97776B3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2" y="-24626"/>
            <a:ext cx="12192031" cy="491491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B512D56-3115-4658-A559-1918ADBF37B8}"/>
              </a:ext>
            </a:extLst>
          </p:cNvPr>
          <p:cNvSpPr txBox="1">
            <a:spLocks/>
          </p:cNvSpPr>
          <p:nvPr/>
        </p:nvSpPr>
        <p:spPr>
          <a:xfrm>
            <a:off x="828675" y="5120639"/>
            <a:ext cx="7137263" cy="12801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800" dirty="0">
                <a:solidFill>
                  <a:srgbClr val="FFFFFF"/>
                </a:solidFill>
              </a:rPr>
              <a:t>AC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548BE92-E817-4C9A-B197-64FAE3ED7D63}"/>
              </a:ext>
            </a:extLst>
          </p:cNvPr>
          <p:cNvSpPr txBox="1">
            <a:spLocks/>
          </p:cNvSpPr>
          <p:nvPr/>
        </p:nvSpPr>
        <p:spPr>
          <a:xfrm>
            <a:off x="8289580" y="5166359"/>
            <a:ext cx="3073745" cy="1188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861900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CBC696F-6140-AFFD-B641-A8617D4144E2}"/>
              </a:ext>
            </a:extLst>
          </p:cNvPr>
          <p:cNvSpPr/>
          <p:nvPr/>
        </p:nvSpPr>
        <p:spPr>
          <a:xfrm>
            <a:off x="116716" y="702644"/>
            <a:ext cx="10759831" cy="1800505"/>
          </a:xfrm>
          <a:prstGeom prst="roundRect">
            <a:avLst>
              <a:gd name="adj" fmla="val 13994"/>
            </a:avLst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0791" y="1411562"/>
                <a:ext cx="10620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IN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𝐷𝐶</m:t>
                      </m:r>
                      <m:r>
                        <m:rPr>
                          <m:nor/>
                        </m:rPr>
                        <a:rPr lang="en-IN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lang="en-IN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91" y="1411562"/>
                <a:ext cx="106202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5156" y="3321447"/>
                <a:ext cx="180587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IN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IN" sz="24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56" y="3321447"/>
                <a:ext cx="180587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833114" y="105480"/>
                <a:ext cx="8086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𝐴𝑣𝑔</m:t>
                      </m:r>
                    </m:oMath>
                  </m:oMathPara>
                </a14:m>
                <a:endParaRPr lang="en-IN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114" y="105480"/>
                <a:ext cx="808683" cy="461665"/>
              </a:xfrm>
              <a:prstGeom prst="rect">
                <a:avLst/>
              </a:prstGeom>
              <a:blipFill>
                <a:blip r:embed="rId4"/>
                <a:stretch>
                  <a:fillRect l="-1504" r="-752" b="-171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9737506" y="105480"/>
                <a:ext cx="87998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𝑅𝑀𝑆</m:t>
                      </m:r>
                    </m:oMath>
                  </m:oMathPara>
                </a14:m>
                <a:endParaRPr lang="en-IN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7506" y="105480"/>
                <a:ext cx="87998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185156" y="5215853"/>
                <a:ext cx="18763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𝑇𝑟𝑎𝑖𝑛𝑔𝑙𝑒</m:t>
                      </m:r>
                      <m:r>
                        <m:rPr>
                          <m:nor/>
                        </m:rPr>
                        <a:rPr lang="en-IN" sz="2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lang="en-IN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56" y="5215853"/>
                <a:ext cx="1876347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FEE7F22-DCC6-168B-601B-7E31685023CC}"/>
              </a:ext>
            </a:extLst>
          </p:cNvPr>
          <p:cNvGrpSpPr/>
          <p:nvPr/>
        </p:nvGrpSpPr>
        <p:grpSpPr>
          <a:xfrm>
            <a:off x="2271562" y="712269"/>
            <a:ext cx="4032980" cy="1752939"/>
            <a:chOff x="2271562" y="712269"/>
            <a:chExt cx="4032980" cy="175293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0A32377-DA98-8421-2560-3809F807F560}"/>
                </a:ext>
              </a:extLst>
            </p:cNvPr>
            <p:cNvSpPr/>
            <p:nvPr/>
          </p:nvSpPr>
          <p:spPr>
            <a:xfrm>
              <a:off x="2271562" y="712269"/>
              <a:ext cx="4032980" cy="175293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648899" y="879520"/>
              <a:ext cx="3235569" cy="1380393"/>
              <a:chOff x="316524" y="808892"/>
              <a:chExt cx="3235569" cy="1380393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316524" y="808892"/>
                <a:ext cx="3235569" cy="1380393"/>
                <a:chOff x="316524" y="808892"/>
                <a:chExt cx="3235569" cy="1380393"/>
              </a:xfrm>
            </p:grpSpPr>
            <p:cxnSp>
              <p:nvCxnSpPr>
                <p:cNvPr id="6" name="Straight Connector 5"/>
                <p:cNvCxnSpPr/>
                <p:nvPr/>
              </p:nvCxnSpPr>
              <p:spPr>
                <a:xfrm>
                  <a:off x="571500" y="808892"/>
                  <a:ext cx="0" cy="1380393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>
                  <a:off x="316524" y="1934308"/>
                  <a:ext cx="3235569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" name="Straight Connector 9"/>
              <p:cNvCxnSpPr/>
              <p:nvPr/>
            </p:nvCxnSpPr>
            <p:spPr>
              <a:xfrm>
                <a:off x="571500" y="1292469"/>
                <a:ext cx="2470638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AD116F6-C29B-58B7-E888-132DDA18F057}"/>
                </a:ext>
              </a:extLst>
            </p:cNvPr>
            <p:cNvSpPr txBox="1"/>
            <p:nvPr/>
          </p:nvSpPr>
          <p:spPr>
            <a:xfrm>
              <a:off x="2515355" y="1106027"/>
              <a:ext cx="241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A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3DEEA57-B711-BEA1-CB12-7A209187F7CE}"/>
              </a:ext>
            </a:extLst>
          </p:cNvPr>
          <p:cNvGrpSpPr/>
          <p:nvPr/>
        </p:nvGrpSpPr>
        <p:grpSpPr>
          <a:xfrm>
            <a:off x="2268297" y="2606487"/>
            <a:ext cx="4032980" cy="1755087"/>
            <a:chOff x="2268297" y="2539112"/>
            <a:chExt cx="4032980" cy="175508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92854BD-F203-B198-EA87-7DC606D61830}"/>
                </a:ext>
              </a:extLst>
            </p:cNvPr>
            <p:cNvSpPr/>
            <p:nvPr/>
          </p:nvSpPr>
          <p:spPr>
            <a:xfrm>
              <a:off x="2268297" y="2539112"/>
              <a:ext cx="4032980" cy="175293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2648899" y="2579831"/>
              <a:ext cx="3235569" cy="1714368"/>
              <a:chOff x="353588" y="4577203"/>
              <a:chExt cx="3235569" cy="1714368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353588" y="4577203"/>
                <a:ext cx="3235569" cy="1380393"/>
                <a:chOff x="316524" y="808892"/>
                <a:chExt cx="3235569" cy="1380393"/>
              </a:xfrm>
            </p:grpSpPr>
            <p:cxnSp>
              <p:nvCxnSpPr>
                <p:cNvPr id="14" name="Straight Connector 13"/>
                <p:cNvCxnSpPr/>
                <p:nvPr/>
              </p:nvCxnSpPr>
              <p:spPr>
                <a:xfrm>
                  <a:off x="571500" y="808892"/>
                  <a:ext cx="0" cy="1380393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316524" y="1934308"/>
                  <a:ext cx="3235569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/>
            </p:nvGrpSpPr>
            <p:grpSpPr>
              <a:xfrm>
                <a:off x="608564" y="5139775"/>
                <a:ext cx="1292468" cy="1151795"/>
                <a:chOff x="562708" y="3191605"/>
                <a:chExt cx="1292468" cy="1987066"/>
              </a:xfrm>
            </p:grpSpPr>
            <p:sp>
              <p:nvSpPr>
                <p:cNvPr id="18" name="Freeform 17"/>
                <p:cNvSpPr/>
                <p:nvPr/>
              </p:nvSpPr>
              <p:spPr>
                <a:xfrm>
                  <a:off x="562708" y="3191605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 rot="10800000">
                  <a:off x="1213338" y="4185138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</p:grpSp>
          <p:grpSp>
            <p:nvGrpSpPr>
              <p:cNvPr id="21" name="Group 20"/>
              <p:cNvGrpSpPr/>
              <p:nvPr/>
            </p:nvGrpSpPr>
            <p:grpSpPr>
              <a:xfrm>
                <a:off x="608564" y="5126721"/>
                <a:ext cx="1292468" cy="1151795"/>
                <a:chOff x="562708" y="3191605"/>
                <a:chExt cx="1292468" cy="1987066"/>
              </a:xfrm>
            </p:grpSpPr>
            <p:sp>
              <p:nvSpPr>
                <p:cNvPr id="22" name="Freeform 21"/>
                <p:cNvSpPr/>
                <p:nvPr/>
              </p:nvSpPr>
              <p:spPr>
                <a:xfrm>
                  <a:off x="562708" y="3191605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  <p:sp>
              <p:nvSpPr>
                <p:cNvPr id="23" name="Freeform 22"/>
                <p:cNvSpPr/>
                <p:nvPr/>
              </p:nvSpPr>
              <p:spPr>
                <a:xfrm rot="10800000">
                  <a:off x="1213338" y="4185138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1905426" y="5139776"/>
                <a:ext cx="1292468" cy="1151795"/>
                <a:chOff x="562708" y="3191605"/>
                <a:chExt cx="1292468" cy="1987066"/>
              </a:xfrm>
            </p:grpSpPr>
            <p:sp>
              <p:nvSpPr>
                <p:cNvPr id="25" name="Freeform 24"/>
                <p:cNvSpPr/>
                <p:nvPr/>
              </p:nvSpPr>
              <p:spPr>
                <a:xfrm>
                  <a:off x="562708" y="3191605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  <p:sp>
              <p:nvSpPr>
                <p:cNvPr id="26" name="Freeform 25"/>
                <p:cNvSpPr/>
                <p:nvPr/>
              </p:nvSpPr>
              <p:spPr>
                <a:xfrm rot="10800000">
                  <a:off x="1213338" y="4185138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</p:grp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4E7C3B-9A98-142D-77F3-3B357DD4E452}"/>
                </a:ext>
              </a:extLst>
            </p:cNvPr>
            <p:cNvSpPr txBox="1"/>
            <p:nvPr/>
          </p:nvSpPr>
          <p:spPr>
            <a:xfrm>
              <a:off x="2455646" y="2893077"/>
              <a:ext cx="241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A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CAE881-87B1-9A5C-8D55-6704B4B564DE}"/>
              </a:ext>
            </a:extLst>
          </p:cNvPr>
          <p:cNvGrpSpPr/>
          <p:nvPr/>
        </p:nvGrpSpPr>
        <p:grpSpPr>
          <a:xfrm>
            <a:off x="2268297" y="4578743"/>
            <a:ext cx="4032980" cy="1752939"/>
            <a:chOff x="2268297" y="4405488"/>
            <a:chExt cx="4032980" cy="175293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0F95774-51DF-809F-9AB6-4179699A251F}"/>
                </a:ext>
              </a:extLst>
            </p:cNvPr>
            <p:cNvSpPr/>
            <p:nvPr/>
          </p:nvSpPr>
          <p:spPr>
            <a:xfrm>
              <a:off x="2268297" y="4405488"/>
              <a:ext cx="4032980" cy="175293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2667003" y="4421876"/>
              <a:ext cx="3235569" cy="1380393"/>
              <a:chOff x="316524" y="808892"/>
              <a:chExt cx="3235569" cy="1380393"/>
            </a:xfrm>
          </p:grpSpPr>
          <p:grpSp>
            <p:nvGrpSpPr>
              <p:cNvPr id="53" name="Group 52"/>
              <p:cNvGrpSpPr/>
              <p:nvPr/>
            </p:nvGrpSpPr>
            <p:grpSpPr>
              <a:xfrm>
                <a:off x="316524" y="808892"/>
                <a:ext cx="3235569" cy="1380393"/>
                <a:chOff x="316524" y="808892"/>
                <a:chExt cx="3235569" cy="1380393"/>
              </a:xfrm>
            </p:grpSpPr>
            <p:cxnSp>
              <p:nvCxnSpPr>
                <p:cNvPr id="55" name="Straight Connector 54"/>
                <p:cNvCxnSpPr/>
                <p:nvPr/>
              </p:nvCxnSpPr>
              <p:spPr>
                <a:xfrm>
                  <a:off x="571500" y="808892"/>
                  <a:ext cx="0" cy="1380393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>
                <a:xfrm>
                  <a:off x="316524" y="1934308"/>
                  <a:ext cx="3235569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Straight Connector 53"/>
              <p:cNvCxnSpPr/>
              <p:nvPr/>
            </p:nvCxnSpPr>
            <p:spPr>
              <a:xfrm flipV="1">
                <a:off x="553396" y="973787"/>
                <a:ext cx="1219717" cy="960522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V="1">
                <a:off x="1773113" y="964112"/>
                <a:ext cx="1219717" cy="960522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E190F1-CBB7-F5C6-18DF-F2A9ECFDEE1F}"/>
                </a:ext>
              </a:extLst>
            </p:cNvPr>
            <p:cNvSpPr txBox="1"/>
            <p:nvPr/>
          </p:nvSpPr>
          <p:spPr>
            <a:xfrm>
              <a:off x="2465369" y="4496546"/>
              <a:ext cx="241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F01603-5248-85E2-BCF6-B4C75540088F}"/>
                  </a:ext>
                </a:extLst>
              </p:cNvPr>
              <p:cNvSpPr txBox="1"/>
              <p:nvPr/>
            </p:nvSpPr>
            <p:spPr>
              <a:xfrm>
                <a:off x="6727397" y="1394367"/>
                <a:ext cx="91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F01603-5248-85E2-BCF6-B4C755400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397" y="1394367"/>
                <a:ext cx="9144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84B915-9CBA-61FB-CA3B-919E03511E5E}"/>
                  </a:ext>
                </a:extLst>
              </p:cNvPr>
              <p:cNvSpPr txBox="1"/>
              <p:nvPr/>
            </p:nvSpPr>
            <p:spPr>
              <a:xfrm>
                <a:off x="9659296" y="1394366"/>
                <a:ext cx="91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84B915-9CBA-61FB-CA3B-919E03511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296" y="1394366"/>
                <a:ext cx="9144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09F8D1-39AE-5229-4055-2F1A181A1158}"/>
                  </a:ext>
                </a:extLst>
              </p:cNvPr>
              <p:cNvSpPr txBox="1"/>
              <p:nvPr/>
            </p:nvSpPr>
            <p:spPr>
              <a:xfrm>
                <a:off x="6646979" y="3191284"/>
                <a:ext cx="914400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09F8D1-39AE-5229-4055-2F1A181A1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979" y="3191284"/>
                <a:ext cx="914400" cy="7861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4109EB7-6F17-8D51-E7E0-C6E003B54465}"/>
                  </a:ext>
                </a:extLst>
              </p:cNvPr>
              <p:cNvSpPr txBox="1"/>
              <p:nvPr/>
            </p:nvSpPr>
            <p:spPr>
              <a:xfrm>
                <a:off x="9578878" y="3191283"/>
                <a:ext cx="914400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4109EB7-6F17-8D51-E7E0-C6E003B54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8878" y="3191283"/>
                <a:ext cx="914400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DD7C16-E7DD-49BD-9E62-15C85B1B15BC}"/>
                  </a:ext>
                </a:extLst>
              </p:cNvPr>
              <p:cNvSpPr txBox="1"/>
              <p:nvPr/>
            </p:nvSpPr>
            <p:spPr>
              <a:xfrm>
                <a:off x="6591288" y="5141396"/>
                <a:ext cx="91440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DD7C16-E7DD-49BD-9E62-15C85B1B1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288" y="5141396"/>
                <a:ext cx="914400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104EA7-C79E-1AD7-1A24-1A0C2B6F2FC5}"/>
                  </a:ext>
                </a:extLst>
              </p:cNvPr>
              <p:cNvSpPr txBox="1"/>
              <p:nvPr/>
            </p:nvSpPr>
            <p:spPr>
              <a:xfrm>
                <a:off x="9523187" y="5141395"/>
                <a:ext cx="914400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104EA7-C79E-1AD7-1A24-1A0C2B6F2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187" y="5141395"/>
                <a:ext cx="914400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5706E64-5A46-CBB1-A44A-3B885A01520D}"/>
              </a:ext>
            </a:extLst>
          </p:cNvPr>
          <p:cNvSpPr/>
          <p:nvPr/>
        </p:nvSpPr>
        <p:spPr>
          <a:xfrm>
            <a:off x="116716" y="2568839"/>
            <a:ext cx="10759831" cy="1800505"/>
          </a:xfrm>
          <a:prstGeom prst="roundRect">
            <a:avLst>
              <a:gd name="adj" fmla="val 13994"/>
            </a:avLst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5E87CF9-1441-CF41-8019-2E5FF9190D1E}"/>
              </a:ext>
            </a:extLst>
          </p:cNvPr>
          <p:cNvSpPr/>
          <p:nvPr/>
        </p:nvSpPr>
        <p:spPr>
          <a:xfrm>
            <a:off x="116716" y="4473539"/>
            <a:ext cx="10759831" cy="1800505"/>
          </a:xfrm>
          <a:prstGeom prst="roundRect">
            <a:avLst>
              <a:gd name="adj" fmla="val 13994"/>
            </a:avLst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02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1AC824-A7E0-01CA-68E3-DB41313F6FCC}"/>
              </a:ext>
            </a:extLst>
          </p:cNvPr>
          <p:cNvSpPr txBox="1"/>
          <p:nvPr/>
        </p:nvSpPr>
        <p:spPr>
          <a:xfrm>
            <a:off x="-23872" y="1181405"/>
            <a:ext cx="3983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Direct Current (DC)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706446-3F79-9E89-C0FD-3611CD098C39}"/>
              </a:ext>
            </a:extLst>
          </p:cNvPr>
          <p:cNvGrpSpPr/>
          <p:nvPr/>
        </p:nvGrpSpPr>
        <p:grpSpPr>
          <a:xfrm>
            <a:off x="3512928" y="1307990"/>
            <a:ext cx="2478583" cy="1629722"/>
            <a:chOff x="5563107" y="3187610"/>
            <a:chExt cx="1611880" cy="10598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6B100EF-8ED6-46B8-C71B-FF276EC7CB1F}"/>
                </a:ext>
              </a:extLst>
            </p:cNvPr>
            <p:cNvGrpSpPr/>
            <p:nvPr/>
          </p:nvGrpSpPr>
          <p:grpSpPr>
            <a:xfrm>
              <a:off x="5563107" y="3187610"/>
              <a:ext cx="1611880" cy="713043"/>
              <a:chOff x="5497362" y="3252343"/>
              <a:chExt cx="1797065" cy="794963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A982EFF0-9FEE-7700-083A-3EE3246B2B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8565" y="3761087"/>
                <a:ext cx="395862" cy="0"/>
              </a:xfrm>
              <a:prstGeom prst="line">
                <a:avLst/>
              </a:prstGeom>
              <a:ln w="19050">
                <a:solidFill>
                  <a:srgbClr val="7387A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DFC31141-B90B-0FBA-9874-FE786F87EC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7362" y="3761087"/>
                <a:ext cx="357231" cy="0"/>
              </a:xfrm>
              <a:prstGeom prst="line">
                <a:avLst/>
              </a:prstGeom>
              <a:ln w="19050">
                <a:solidFill>
                  <a:srgbClr val="7387A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7A3AC07-6524-CBFB-D770-7CE762D232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54593" y="3761087"/>
                <a:ext cx="452611" cy="0"/>
              </a:xfrm>
              <a:prstGeom prst="line">
                <a:avLst/>
              </a:prstGeom>
              <a:ln w="19050" cap="sq">
                <a:solidFill>
                  <a:srgbClr val="FFFF00"/>
                </a:solidFill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99E971C-E76C-63F2-834A-6B4EDB6C0E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3553" y="3761087"/>
                <a:ext cx="381504" cy="0"/>
              </a:xfrm>
              <a:prstGeom prst="line">
                <a:avLst/>
              </a:prstGeom>
              <a:ln w="19050" cap="sq">
                <a:solidFill>
                  <a:srgbClr val="FFFF00"/>
                </a:solidFill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C1138A3-7947-57EE-CD50-0C72CAFDCC1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218890" y="3761657"/>
                <a:ext cx="571299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124ACB-D8EA-F733-70C0-59078AD32C6D}"/>
                      </a:ext>
                    </a:extLst>
                  </p:cNvPr>
                  <p:cNvSpPr txBox="1"/>
                  <p:nvPr/>
                </p:nvSpPr>
                <p:spPr>
                  <a:xfrm>
                    <a:off x="6351705" y="3252343"/>
                    <a:ext cx="653325" cy="4652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0" i="1" smtClean="0">
                              <a:solidFill>
                                <a:srgbClr val="F5EEF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IN">
                      <a:solidFill>
                        <a:srgbClr val="F5EEF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124ACB-D8EA-F733-70C0-59078AD32C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1705" y="3252343"/>
                    <a:ext cx="653325" cy="46523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D1AC68D-3EB0-92B4-CA42-EC7DCF606AF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154599" y="3762659"/>
                <a:ext cx="322483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FA6B288-CD47-63AE-C8B3-D479FF675A4B}"/>
                      </a:ext>
                    </a:extLst>
                  </p:cNvPr>
                  <p:cNvSpPr txBox="1"/>
                  <p:nvPr/>
                </p:nvSpPr>
                <p:spPr>
                  <a:xfrm>
                    <a:off x="5788741" y="3383714"/>
                    <a:ext cx="653325" cy="4652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0" i="1" smtClean="0">
                              <a:solidFill>
                                <a:srgbClr val="F5EEF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IN">
                      <a:solidFill>
                        <a:srgbClr val="F5EEF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FA6B288-CD47-63AE-C8B3-D479FF675A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8741" y="3383714"/>
                    <a:ext cx="653325" cy="46523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013777B5-A9F8-8E1C-61C0-667AB1C0F1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5032" y="3760886"/>
                <a:ext cx="75492" cy="458"/>
              </a:xfrm>
              <a:prstGeom prst="straightConnector1">
                <a:avLst/>
              </a:prstGeom>
              <a:ln w="19050">
                <a:solidFill>
                  <a:srgbClr val="FD9D1C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1F0370-9A53-1E81-76C6-74D64A8B0E7C}"/>
                </a:ext>
              </a:extLst>
            </p:cNvPr>
            <p:cNvSpPr txBox="1"/>
            <p:nvPr/>
          </p:nvSpPr>
          <p:spPr>
            <a:xfrm>
              <a:off x="5837534" y="3939678"/>
              <a:ext cx="1337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spc="30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DC</a:t>
              </a:r>
              <a:r>
                <a:rPr lang="en-IN" sz="140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 Source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E2975AF-05FF-CF1C-2D22-C0D5C824456F}"/>
              </a:ext>
            </a:extLst>
          </p:cNvPr>
          <p:cNvSpPr txBox="1"/>
          <p:nvPr/>
        </p:nvSpPr>
        <p:spPr>
          <a:xfrm>
            <a:off x="120482" y="1959390"/>
            <a:ext cx="3604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B03A1"/>
              </a:buClr>
              <a:buSzPct val="150000"/>
            </a:pPr>
            <a:r>
              <a:rPr lang="en-GB" sz="2800" dirty="0">
                <a:solidFill>
                  <a:srgbClr val="FFFF00"/>
                </a:solidFill>
                <a:latin typeface="+mj-lt"/>
              </a:rPr>
              <a:t>A DC current Do not change it’s direction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1C81B6-B105-7439-9B22-6D311ABC1772}"/>
              </a:ext>
            </a:extLst>
          </p:cNvPr>
          <p:cNvSpPr/>
          <p:nvPr/>
        </p:nvSpPr>
        <p:spPr>
          <a:xfrm>
            <a:off x="0" y="0"/>
            <a:ext cx="80135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What is Alternating current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5188A5-5F77-2647-8D45-2E02D2A72748}"/>
              </a:ext>
            </a:extLst>
          </p:cNvPr>
          <p:cNvGrpSpPr/>
          <p:nvPr/>
        </p:nvGrpSpPr>
        <p:grpSpPr>
          <a:xfrm>
            <a:off x="235876" y="3935564"/>
            <a:ext cx="4226560" cy="2048676"/>
            <a:chOff x="235876" y="3935564"/>
            <a:chExt cx="4226560" cy="204867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9D80A1C-979C-EFCC-C980-552FBAF0CA93}"/>
                </a:ext>
              </a:extLst>
            </p:cNvPr>
            <p:cNvGrpSpPr/>
            <p:nvPr/>
          </p:nvGrpSpPr>
          <p:grpSpPr>
            <a:xfrm>
              <a:off x="235876" y="3935564"/>
              <a:ext cx="4226560" cy="2048676"/>
              <a:chOff x="1087120" y="3058160"/>
              <a:chExt cx="4226560" cy="2048676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D902243A-5415-D47C-3E77-ECFF7C37AA86}"/>
                  </a:ext>
                </a:extLst>
              </p:cNvPr>
              <p:cNvCxnSpPr/>
              <p:nvPr/>
            </p:nvCxnSpPr>
            <p:spPr>
              <a:xfrm>
                <a:off x="1087120" y="4155440"/>
                <a:ext cx="4226560" cy="0"/>
              </a:xfrm>
              <a:prstGeom prst="straightConnector1">
                <a:avLst/>
              </a:prstGeom>
              <a:ln w="127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7FC013D5-9C94-1A6B-D3B9-34F8FD23BC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9040" y="3058160"/>
                <a:ext cx="0" cy="2048676"/>
              </a:xfrm>
              <a:prstGeom prst="straightConnector1">
                <a:avLst/>
              </a:prstGeom>
              <a:ln w="127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F50ACFE-37B3-75DA-F9AD-DD959ED2E0B8}"/>
                </a:ext>
              </a:extLst>
            </p:cNvPr>
            <p:cNvCxnSpPr/>
            <p:nvPr/>
          </p:nvCxnSpPr>
          <p:spPr>
            <a:xfrm>
              <a:off x="357796" y="4431594"/>
              <a:ext cx="3557013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74634E3-0FCA-DD94-C83C-3B5E68BE434C}"/>
              </a:ext>
            </a:extLst>
          </p:cNvPr>
          <p:cNvSpPr txBox="1"/>
          <p:nvPr/>
        </p:nvSpPr>
        <p:spPr>
          <a:xfrm>
            <a:off x="5747337" y="1199925"/>
            <a:ext cx="5562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Alternating Current (AC)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70F85D6-FE37-06BA-5862-E0540B679357}"/>
              </a:ext>
            </a:extLst>
          </p:cNvPr>
          <p:cNvGrpSpPr/>
          <p:nvPr/>
        </p:nvGrpSpPr>
        <p:grpSpPr>
          <a:xfrm>
            <a:off x="9929368" y="1666145"/>
            <a:ext cx="2499594" cy="1306830"/>
            <a:chOff x="1496352" y="3402740"/>
            <a:chExt cx="1625545" cy="84986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0B603B4-CEFE-510D-A49F-96F97C2D26B7}"/>
                </a:ext>
              </a:extLst>
            </p:cNvPr>
            <p:cNvSpPr txBox="1"/>
            <p:nvPr/>
          </p:nvSpPr>
          <p:spPr>
            <a:xfrm>
              <a:off x="1496352" y="3944825"/>
              <a:ext cx="16255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spc="30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AC</a:t>
              </a:r>
              <a:r>
                <a:rPr lang="en-IN" sz="140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 Source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2EA84C1-54E8-876C-F50D-4DC007A91397}"/>
                </a:ext>
              </a:extLst>
            </p:cNvPr>
            <p:cNvGrpSpPr/>
            <p:nvPr/>
          </p:nvGrpSpPr>
          <p:grpSpPr>
            <a:xfrm>
              <a:off x="1780453" y="3402740"/>
              <a:ext cx="1070380" cy="452479"/>
              <a:chOff x="1750413" y="3345288"/>
              <a:chExt cx="1480914" cy="591879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DEA1CBD-E3BC-5D39-6AF6-4CB48B354C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9685" y="3641228"/>
                <a:ext cx="391642" cy="0"/>
              </a:xfrm>
              <a:prstGeom prst="line">
                <a:avLst/>
              </a:prstGeom>
              <a:ln w="19050">
                <a:solidFill>
                  <a:srgbClr val="7387A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3924752-E256-C7FB-0DFD-B3A36E543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413" y="3641228"/>
                <a:ext cx="447836" cy="0"/>
              </a:xfrm>
              <a:prstGeom prst="line">
                <a:avLst/>
              </a:prstGeom>
              <a:noFill/>
              <a:ln w="19050" cap="rnd">
                <a:solidFill>
                  <a:srgbClr val="7388A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668A95E-CC56-0939-4FC8-237F497374B4}"/>
                  </a:ext>
                </a:extLst>
              </p:cNvPr>
              <p:cNvGrpSpPr/>
              <p:nvPr/>
            </p:nvGrpSpPr>
            <p:grpSpPr>
              <a:xfrm>
                <a:off x="2193416" y="3345288"/>
                <a:ext cx="646269" cy="591879"/>
                <a:chOff x="8730513" y="2463584"/>
                <a:chExt cx="828060" cy="758371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2AA03F83-5925-95D0-7C14-687AB99C3D4C}"/>
                    </a:ext>
                  </a:extLst>
                </p:cNvPr>
                <p:cNvSpPr/>
                <p:nvPr/>
              </p:nvSpPr>
              <p:spPr>
                <a:xfrm>
                  <a:off x="8730513" y="2463584"/>
                  <a:ext cx="828060" cy="758371"/>
                </a:xfrm>
                <a:prstGeom prst="ellipse">
                  <a:avLst/>
                </a:prstGeom>
                <a:noFill/>
                <a:ln>
                  <a:solidFill>
                    <a:srgbClr val="F5EEF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BA28AD79-7469-A154-CE1E-742F562461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8831029" y="2672632"/>
                  <a:ext cx="627027" cy="340434"/>
                </a:xfrm>
                <a:prstGeom prst="rect">
                  <a:avLst/>
                </a:prstGeom>
                <a:effectLst>
                  <a:glow rad="127000">
                    <a:schemeClr val="bg1">
                      <a:lumMod val="95000"/>
                      <a:alpha val="20000"/>
                    </a:schemeClr>
                  </a:glow>
                </a:effectLst>
              </p:spPr>
            </p:pic>
          </p:grp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5C9AA7C-CF31-BE82-BC29-FEEBCA3F07F0}"/>
              </a:ext>
            </a:extLst>
          </p:cNvPr>
          <p:cNvSpPr txBox="1"/>
          <p:nvPr/>
        </p:nvSpPr>
        <p:spPr>
          <a:xfrm>
            <a:off x="6171819" y="1984043"/>
            <a:ext cx="42091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B03A1"/>
              </a:buClr>
              <a:buSzPct val="150000"/>
            </a:pPr>
            <a:r>
              <a:rPr lang="en-GB" sz="2800" dirty="0">
                <a:solidFill>
                  <a:srgbClr val="FFFF00"/>
                </a:solidFill>
                <a:latin typeface="+mj-lt"/>
              </a:rPr>
              <a:t>Direction of the current changes alternately with time.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3617FD0-5609-80E0-CC7E-1AD6CB0EF645}"/>
              </a:ext>
            </a:extLst>
          </p:cNvPr>
          <p:cNvGrpSpPr/>
          <p:nvPr/>
        </p:nvGrpSpPr>
        <p:grpSpPr>
          <a:xfrm>
            <a:off x="6049898" y="3935564"/>
            <a:ext cx="4226560" cy="2048676"/>
            <a:chOff x="6049898" y="3935564"/>
            <a:chExt cx="4226560" cy="204867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92B65D0-40AC-7C97-5C24-C3DAFA6FCA36}"/>
                </a:ext>
              </a:extLst>
            </p:cNvPr>
            <p:cNvGrpSpPr/>
            <p:nvPr/>
          </p:nvGrpSpPr>
          <p:grpSpPr>
            <a:xfrm>
              <a:off x="6049898" y="3935564"/>
              <a:ext cx="4226560" cy="2048676"/>
              <a:chOff x="1087120" y="3058160"/>
              <a:chExt cx="4226560" cy="2048676"/>
            </a:xfrm>
          </p:grpSpPr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14EBFA1-AE36-81D2-C21E-0F14AF9DDC01}"/>
                  </a:ext>
                </a:extLst>
              </p:cNvPr>
              <p:cNvCxnSpPr/>
              <p:nvPr/>
            </p:nvCxnSpPr>
            <p:spPr>
              <a:xfrm>
                <a:off x="1087120" y="4155440"/>
                <a:ext cx="4226560" cy="0"/>
              </a:xfrm>
              <a:prstGeom prst="straightConnector1">
                <a:avLst/>
              </a:prstGeom>
              <a:ln w="127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5D490D04-6F29-3A7D-1B16-AF8142CF17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9040" y="3058160"/>
                <a:ext cx="0" cy="2048676"/>
              </a:xfrm>
              <a:prstGeom prst="straightConnector1">
                <a:avLst/>
              </a:prstGeom>
              <a:ln w="127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FF1E467-E0A2-D677-F02B-F254CB04F223}"/>
                </a:ext>
              </a:extLst>
            </p:cNvPr>
            <p:cNvGrpSpPr/>
            <p:nvPr/>
          </p:nvGrpSpPr>
          <p:grpSpPr>
            <a:xfrm>
              <a:off x="6197602" y="4431594"/>
              <a:ext cx="4048375" cy="1137895"/>
              <a:chOff x="7503459" y="619143"/>
              <a:chExt cx="4048375" cy="1137895"/>
            </a:xfr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BE8F283-2E7D-5C8D-AFF5-3CC239FA000E}"/>
                  </a:ext>
                </a:extLst>
              </p:cNvPr>
              <p:cNvSpPr/>
              <p:nvPr/>
            </p:nvSpPr>
            <p:spPr>
              <a:xfrm>
                <a:off x="7503459" y="634858"/>
                <a:ext cx="1013012" cy="566055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B3EB3F87-3943-FAFB-FBDE-9A810CE95588}"/>
                  </a:ext>
                </a:extLst>
              </p:cNvPr>
              <p:cNvSpPr/>
              <p:nvPr/>
            </p:nvSpPr>
            <p:spPr>
              <a:xfrm rot="10800000">
                <a:off x="8516471" y="1190983"/>
                <a:ext cx="1013012" cy="566055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14411B30-72B2-E007-9857-D477E5A4C647}"/>
                  </a:ext>
                </a:extLst>
              </p:cNvPr>
              <p:cNvSpPr/>
              <p:nvPr/>
            </p:nvSpPr>
            <p:spPr>
              <a:xfrm>
                <a:off x="9525810" y="619143"/>
                <a:ext cx="1013012" cy="566055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6BD9B5F-9660-E067-D20A-52DB0CEEBE59}"/>
                  </a:ext>
                </a:extLst>
              </p:cNvPr>
              <p:cNvSpPr/>
              <p:nvPr/>
            </p:nvSpPr>
            <p:spPr>
              <a:xfrm rot="10800000">
                <a:off x="10538822" y="1175268"/>
                <a:ext cx="1013012" cy="566055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424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9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795" y="0"/>
            <a:ext cx="36110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Special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66090" y="1458782"/>
                <a:ext cx="514762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sup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90" y="1458782"/>
                <a:ext cx="514762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761878" y="892277"/>
                <a:ext cx="65403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0" i="0" dirty="0">
                    <a:solidFill>
                      <a:srgbClr val="FFFF00"/>
                    </a:solidFill>
                    <a:latin typeface="+mj-lt"/>
                  </a:rPr>
                  <a:t>RMS value :</a:t>
                </a:r>
                <a:r>
                  <a:rPr lang="en-IN" sz="2800" i="0" dirty="0">
                    <a:solidFill>
                      <a:srgbClr val="FFFF00"/>
                    </a:solidFill>
                    <a:latin typeface="+mj-lt"/>
                  </a:rPr>
                  <a:t>AC+D</a:t>
                </a:r>
                <a:r>
                  <a:rPr lang="en-GB" sz="2800" b="0" i="0" dirty="0">
                    <a:solidFill>
                      <a:srgbClr val="FFFF00"/>
                    </a:solidFill>
                    <a:latin typeface="+mj-lt"/>
                  </a:rPr>
                  <a:t>C or AC</a:t>
                </a:r>
                <a:r>
                  <a:rPr lang="en-IN" sz="2800" i="0" dirty="0">
                    <a:solidFill>
                      <a:srgbClr val="FFFF00"/>
                    </a:solidFill>
                    <a:latin typeface="+mj-lt"/>
                  </a:rPr>
                  <a:t>+AC of different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878" y="892277"/>
                <a:ext cx="6540317" cy="523220"/>
              </a:xfrm>
              <a:prstGeom prst="rect">
                <a:avLst/>
              </a:prstGeom>
              <a:blipFill>
                <a:blip r:embed="rId3"/>
                <a:stretch>
                  <a:fillRect l="-1864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55B5457-7A8C-F49F-BAB9-BCBE3614A4C2}"/>
                  </a:ext>
                </a:extLst>
              </p:cNvPr>
              <p:cNvSpPr/>
              <p:nvPr/>
            </p:nvSpPr>
            <p:spPr>
              <a:xfrm>
                <a:off x="137826" y="840204"/>
                <a:ext cx="448789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0" i="0" dirty="0">
                    <a:solidFill>
                      <a:srgbClr val="FFFF00"/>
                    </a:solidFill>
                    <a:latin typeface="+mj-lt"/>
                  </a:rPr>
                  <a:t>RMS value </a:t>
                </a:r>
                <a:r>
                  <a:rPr lang="en-IN" sz="2800" b="0" i="0" dirty="0">
                    <a:solidFill>
                      <a:srgbClr val="FFFF00"/>
                    </a:solidFill>
                    <a:latin typeface="+mj-lt"/>
                  </a:rPr>
                  <a:t>: </a:t>
                </a:r>
                <a:r>
                  <a:rPr lang="en-GB" sz="2800" b="0" i="0" dirty="0">
                    <a:solidFill>
                      <a:srgbClr val="FFFF00"/>
                    </a:solidFill>
                    <a:latin typeface="+mj-lt"/>
                  </a:rPr>
                  <a:t>AC</a:t>
                </a:r>
                <a:r>
                  <a:rPr lang="en-IN" sz="2800" i="0" dirty="0">
                    <a:solidFill>
                      <a:srgbClr val="FFFF00"/>
                    </a:solidFill>
                    <a:latin typeface="+mj-lt"/>
                  </a:rPr>
                  <a:t>+AC of </a:t>
                </a:r>
                <a:r>
                  <a:rPr lang="en-IN" sz="2800" b="0" i="0" dirty="0">
                    <a:solidFill>
                      <a:srgbClr val="FFFF00"/>
                    </a:solidFill>
                    <a:latin typeface="+mj-lt"/>
                  </a:rPr>
                  <a:t>same</a:t>
                </a:r>
                <a:r>
                  <a:rPr lang="en-IN" sz="2800" i="0" dirty="0">
                    <a:solidFill>
                      <a:srgbClr val="FFFF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55B5457-7A8C-F49F-BAB9-BCBE3614A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26" y="840204"/>
                <a:ext cx="4487895" cy="523220"/>
              </a:xfrm>
              <a:prstGeom prst="rect">
                <a:avLst/>
              </a:prstGeom>
              <a:blipFill>
                <a:blip r:embed="rId4"/>
                <a:stretch>
                  <a:fillRect l="-2853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AD80412-CC43-537B-1525-1BDAA41951ED}"/>
                  </a:ext>
                </a:extLst>
              </p:cNvPr>
              <p:cNvSpPr/>
              <p:nvPr/>
            </p:nvSpPr>
            <p:spPr>
              <a:xfrm>
                <a:off x="6190142" y="2112739"/>
                <a:ext cx="534640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sup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AD80412-CC43-537B-1525-1BDAA41951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142" y="2112739"/>
                <a:ext cx="53464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F33F8A4-D110-2CD6-E8E7-602A7C286D30}"/>
                  </a:ext>
                </a:extLst>
              </p:cNvPr>
              <p:cNvSpPr/>
              <p:nvPr/>
            </p:nvSpPr>
            <p:spPr>
              <a:xfrm>
                <a:off x="6190142" y="1589519"/>
                <a:ext cx="29903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F33F8A4-D110-2CD6-E8E7-602A7C286D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142" y="1589519"/>
                <a:ext cx="299030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98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5CC111-474C-EE1A-DA67-661A5662D6C0}"/>
              </a:ext>
            </a:extLst>
          </p:cNvPr>
          <p:cNvSpPr/>
          <p:nvPr/>
        </p:nvSpPr>
        <p:spPr>
          <a:xfrm>
            <a:off x="21518" y="9545"/>
            <a:ext cx="31675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Skin Effect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BF2E3-05E3-8AC5-5B6D-663C8502F473}"/>
              </a:ext>
            </a:extLst>
          </p:cNvPr>
          <p:cNvSpPr txBox="1"/>
          <p:nvPr/>
        </p:nvSpPr>
        <p:spPr>
          <a:xfrm>
            <a:off x="345445" y="932875"/>
            <a:ext cx="54254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0" dirty="0">
                <a:solidFill>
                  <a:schemeClr val="bg1"/>
                </a:solidFill>
                <a:effectLst/>
                <a:latin typeface="+mj-lt"/>
              </a:rPr>
              <a:t>The tendency of an alternating electric current (AC) to flow from surface only is called </a:t>
            </a:r>
            <a:r>
              <a:rPr lang="en-US" sz="2800" b="1" i="0" dirty="0">
                <a:solidFill>
                  <a:srgbClr val="FFFF00"/>
                </a:solidFill>
                <a:effectLst/>
                <a:latin typeface="+mj-lt"/>
              </a:rPr>
              <a:t>Skin effect</a:t>
            </a:r>
            <a:r>
              <a:rPr lang="en-US" sz="2800" b="1" i="0" dirty="0">
                <a:solidFill>
                  <a:schemeClr val="bg1"/>
                </a:solidFill>
                <a:effectLst/>
                <a:latin typeface="+mj-lt"/>
              </a:rPr>
              <a:t>.</a:t>
            </a:r>
            <a:endParaRPr lang="en-IN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429A2D-09E7-214C-978B-222F9F8FC02C}"/>
              </a:ext>
            </a:extLst>
          </p:cNvPr>
          <p:cNvSpPr/>
          <p:nvPr/>
        </p:nvSpPr>
        <p:spPr>
          <a:xfrm>
            <a:off x="314965" y="2904691"/>
            <a:ext cx="1828480" cy="1828480"/>
          </a:xfrm>
          <a:prstGeom prst="ellipse">
            <a:avLst/>
          </a:prstGeom>
          <a:gradFill flip="none" rotWithShape="1">
            <a:gsLst>
              <a:gs pos="40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EE5EA3-B0BB-CC33-C8B5-FDBDE43296B7}"/>
              </a:ext>
            </a:extLst>
          </p:cNvPr>
          <p:cNvSpPr txBox="1"/>
          <p:nvPr/>
        </p:nvSpPr>
        <p:spPr>
          <a:xfrm>
            <a:off x="2235205" y="3199637"/>
            <a:ext cx="28447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rgbClr val="FFFF00"/>
                </a:solidFill>
              </a:rPr>
              <a:t>Most of the Current flow from Surface only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674C6F4-9492-EA0D-594A-837ED9760249}"/>
              </a:ext>
            </a:extLst>
          </p:cNvPr>
          <p:cNvGrpSpPr/>
          <p:nvPr/>
        </p:nvGrpSpPr>
        <p:grpSpPr>
          <a:xfrm>
            <a:off x="5475999" y="3199637"/>
            <a:ext cx="6634721" cy="523220"/>
            <a:chOff x="2915679" y="800832"/>
            <a:chExt cx="6634721" cy="5232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2831A8-EB9A-9B0C-2652-33CFAC6571C4}"/>
                </a:ext>
              </a:extLst>
            </p:cNvPr>
            <p:cNvSpPr txBox="1"/>
            <p:nvPr/>
          </p:nvSpPr>
          <p:spPr>
            <a:xfrm>
              <a:off x="3157453" y="800832"/>
              <a:ext cx="63929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For in case of AC we use hollow conductor 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2771759-B23D-A753-ECE0-756F475A97A7}"/>
                </a:ext>
              </a:extLst>
            </p:cNvPr>
            <p:cNvSpPr/>
            <p:nvPr/>
          </p:nvSpPr>
          <p:spPr>
            <a:xfrm>
              <a:off x="2915679" y="976062"/>
              <a:ext cx="182880" cy="18288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DCD978-CFB8-1EFA-330A-479533CC9BCC}"/>
              </a:ext>
            </a:extLst>
          </p:cNvPr>
          <p:cNvGrpSpPr/>
          <p:nvPr/>
        </p:nvGrpSpPr>
        <p:grpSpPr>
          <a:xfrm>
            <a:off x="5465839" y="3680858"/>
            <a:ext cx="6411196" cy="954107"/>
            <a:chOff x="2915679" y="800832"/>
            <a:chExt cx="6411196" cy="9541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564607-F743-06EB-58D9-A4D99BC0F0F0}"/>
                </a:ext>
              </a:extLst>
            </p:cNvPr>
            <p:cNvSpPr txBox="1"/>
            <p:nvPr/>
          </p:nvSpPr>
          <p:spPr>
            <a:xfrm>
              <a:off x="3157453" y="800832"/>
              <a:ext cx="61694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In order to Keep total area same we use bundle form of wire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1CAA2EF-C5F0-27B2-9577-C47DF0555C3E}"/>
                </a:ext>
              </a:extLst>
            </p:cNvPr>
            <p:cNvSpPr/>
            <p:nvPr/>
          </p:nvSpPr>
          <p:spPr>
            <a:xfrm>
              <a:off x="2915679" y="976062"/>
              <a:ext cx="182880" cy="18288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5686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8958D91-EB18-E73C-DC91-8122D53FAE5C}"/>
              </a:ext>
            </a:extLst>
          </p:cNvPr>
          <p:cNvSpPr/>
          <p:nvPr/>
        </p:nvSpPr>
        <p:spPr>
          <a:xfrm>
            <a:off x="1127760" y="3369975"/>
            <a:ext cx="496266" cy="10618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A15F99-C8D6-F980-F12B-277F55F489F5}"/>
              </a:ext>
            </a:extLst>
          </p:cNvPr>
          <p:cNvGrpSpPr/>
          <p:nvPr/>
        </p:nvGrpSpPr>
        <p:grpSpPr>
          <a:xfrm>
            <a:off x="556142" y="3544468"/>
            <a:ext cx="1003228" cy="756810"/>
            <a:chOff x="4967195" y="3535680"/>
            <a:chExt cx="1003228" cy="756810"/>
          </a:xfrm>
        </p:grpSpPr>
        <p:sp>
          <p:nvSpPr>
            <p:cNvPr id="11" name="Arrow: Curved Up 10">
              <a:extLst>
                <a:ext uri="{FF2B5EF4-FFF2-40B4-BE49-F238E27FC236}">
                  <a16:creationId xmlns:a16="http://schemas.microsoft.com/office/drawing/2014/main" id="{072992B0-7F42-F1B9-F777-1111A1870FD5}"/>
                </a:ext>
              </a:extLst>
            </p:cNvPr>
            <p:cNvSpPr/>
            <p:nvPr/>
          </p:nvSpPr>
          <p:spPr>
            <a:xfrm>
              <a:off x="4967195" y="3535680"/>
              <a:ext cx="1003228" cy="292608"/>
            </a:xfrm>
            <a:prstGeom prst="curvedUpArrow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2" name="Arrow: Curved Up 11">
              <a:extLst>
                <a:ext uri="{FF2B5EF4-FFF2-40B4-BE49-F238E27FC236}">
                  <a16:creationId xmlns:a16="http://schemas.microsoft.com/office/drawing/2014/main" id="{5822CCE9-B8EB-B671-8328-643327FA7296}"/>
                </a:ext>
              </a:extLst>
            </p:cNvPr>
            <p:cNvSpPr/>
            <p:nvPr/>
          </p:nvSpPr>
          <p:spPr>
            <a:xfrm>
              <a:off x="4967195" y="3767781"/>
              <a:ext cx="1003228" cy="292608"/>
            </a:xfrm>
            <a:prstGeom prst="curvedUpArrow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3" name="Arrow: Curved Up 12">
              <a:extLst>
                <a:ext uri="{FF2B5EF4-FFF2-40B4-BE49-F238E27FC236}">
                  <a16:creationId xmlns:a16="http://schemas.microsoft.com/office/drawing/2014/main" id="{EEB2EB85-7554-087D-D3A9-D9A210768315}"/>
                </a:ext>
              </a:extLst>
            </p:cNvPr>
            <p:cNvSpPr/>
            <p:nvPr/>
          </p:nvSpPr>
          <p:spPr>
            <a:xfrm>
              <a:off x="4967195" y="3999882"/>
              <a:ext cx="1003228" cy="292608"/>
            </a:xfrm>
            <a:prstGeom prst="curvedUpArrow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1AA77F8-E870-378C-95F1-5228E9263F11}"/>
              </a:ext>
            </a:extLst>
          </p:cNvPr>
          <p:cNvSpPr/>
          <p:nvPr/>
        </p:nvSpPr>
        <p:spPr>
          <a:xfrm>
            <a:off x="6289628" y="1688258"/>
            <a:ext cx="694481" cy="1964188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BC27DBD-6CEC-C2E8-B8E6-D58942B353AD}"/>
              </a:ext>
            </a:extLst>
          </p:cNvPr>
          <p:cNvSpPr/>
          <p:nvPr/>
        </p:nvSpPr>
        <p:spPr>
          <a:xfrm>
            <a:off x="5439494" y="1695467"/>
            <a:ext cx="694481" cy="1964188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A3FC59-2524-313B-A462-82DA44419F81}"/>
              </a:ext>
            </a:extLst>
          </p:cNvPr>
          <p:cNvSpPr/>
          <p:nvPr/>
        </p:nvSpPr>
        <p:spPr>
          <a:xfrm>
            <a:off x="4461438" y="9545"/>
            <a:ext cx="31675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Skin Effect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A542F4-D6F6-9D9F-0683-13EDA4C2F28D}"/>
              </a:ext>
            </a:extLst>
          </p:cNvPr>
          <p:cNvSpPr/>
          <p:nvPr/>
        </p:nvSpPr>
        <p:spPr>
          <a:xfrm>
            <a:off x="0" y="0"/>
            <a:ext cx="45379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Understanding 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FF26814A-8979-CCC9-4BE0-B9ED637CD56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8394016"/>
                  </p:ext>
                </p:extLst>
              </p:nvPr>
            </p:nvGraphicFramePr>
            <p:xfrm>
              <a:off x="461309" y="1178838"/>
              <a:ext cx="1285624" cy="533638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85624" cy="5336381"/>
                    </a:xfrm>
                    <a:prstGeom prst="rect">
                      <a:avLst/>
                    </a:prstGeom>
                  </am3d:spPr>
                  <am3d:camera>
                    <am3d:pos x="0" y="0" z="4942267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274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70096" ay="1308713" az="29032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FF26814A-8979-CCC9-4BE0-B9ED637CD56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309" y="1178838"/>
                <a:ext cx="1285624" cy="5336381"/>
              </a:xfrm>
              <a:prstGeom prst="rect">
                <a:avLst/>
              </a:prstGeom>
            </p:spPr>
          </p:pic>
        </mc:Fallback>
      </mc:AlternateContent>
      <p:sp>
        <p:nvSpPr>
          <p:cNvPr id="6" name="Arrow: Up 5">
            <a:extLst>
              <a:ext uri="{FF2B5EF4-FFF2-40B4-BE49-F238E27FC236}">
                <a16:creationId xmlns:a16="http://schemas.microsoft.com/office/drawing/2014/main" id="{75CFA849-A598-115C-86E7-3B19D623DF31}"/>
              </a:ext>
            </a:extLst>
          </p:cNvPr>
          <p:cNvSpPr/>
          <p:nvPr/>
        </p:nvSpPr>
        <p:spPr>
          <a:xfrm>
            <a:off x="1221277" y="5772471"/>
            <a:ext cx="122330" cy="246968"/>
          </a:xfrm>
          <a:prstGeom prst="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4B40309B-E0B0-00D8-A365-1C70BA3E2092}"/>
              </a:ext>
            </a:extLst>
          </p:cNvPr>
          <p:cNvSpPr/>
          <p:nvPr/>
        </p:nvSpPr>
        <p:spPr>
          <a:xfrm>
            <a:off x="813096" y="5772471"/>
            <a:ext cx="122330" cy="246968"/>
          </a:xfrm>
          <a:prstGeom prst="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7F07AF26-B2A3-3A43-C31F-4169C3A1A1FA}"/>
              </a:ext>
            </a:extLst>
          </p:cNvPr>
          <p:cNvSpPr/>
          <p:nvPr/>
        </p:nvSpPr>
        <p:spPr>
          <a:xfrm>
            <a:off x="1343607" y="5896877"/>
            <a:ext cx="122330" cy="246968"/>
          </a:xfrm>
          <a:prstGeom prst="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48C479B9-BA98-27AC-0BC5-A6A381E6454F}"/>
              </a:ext>
            </a:extLst>
          </p:cNvPr>
          <p:cNvSpPr/>
          <p:nvPr/>
        </p:nvSpPr>
        <p:spPr>
          <a:xfrm>
            <a:off x="935426" y="5896877"/>
            <a:ext cx="122330" cy="246968"/>
          </a:xfrm>
          <a:prstGeom prst="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C9143C-BC9E-6FB8-1565-BC89B1A71F7B}"/>
              </a:ext>
            </a:extLst>
          </p:cNvPr>
          <p:cNvSpPr txBox="1"/>
          <p:nvPr/>
        </p:nvSpPr>
        <p:spPr>
          <a:xfrm>
            <a:off x="1746933" y="1341875"/>
            <a:ext cx="24073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bg1"/>
                </a:solidFill>
              </a:rPr>
              <a:t>Assuming this current is increasing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D39338-738B-2529-4BC9-DF62CBE10F8B}"/>
              </a:ext>
            </a:extLst>
          </p:cNvPr>
          <p:cNvSpPr/>
          <p:nvPr/>
        </p:nvSpPr>
        <p:spPr>
          <a:xfrm>
            <a:off x="5948011" y="1814474"/>
            <a:ext cx="496266" cy="10618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227ABB-974E-00E9-E8C8-2661D1567769}"/>
                  </a:ext>
                </a:extLst>
              </p:cNvPr>
              <p:cNvSpPr txBox="1"/>
              <p:nvPr/>
            </p:nvSpPr>
            <p:spPr>
              <a:xfrm>
                <a:off x="5734651" y="1172247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227ABB-974E-00E9-E8C8-2661D1567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651" y="1172247"/>
                <a:ext cx="9144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C443BCF4-EB28-51B3-7CFA-E1D7ECEB2FDF}"/>
              </a:ext>
            </a:extLst>
          </p:cNvPr>
          <p:cNvSpPr txBox="1"/>
          <p:nvPr/>
        </p:nvSpPr>
        <p:spPr>
          <a:xfrm>
            <a:off x="6561637" y="1172247"/>
            <a:ext cx="187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Increasing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108E60-B992-E6CE-EF2D-6C212110355F}"/>
              </a:ext>
            </a:extLst>
          </p:cNvPr>
          <p:cNvSpPr txBox="1"/>
          <p:nvPr/>
        </p:nvSpPr>
        <p:spPr>
          <a:xfrm>
            <a:off x="8349321" y="1172247"/>
            <a:ext cx="187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North pole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BD34D1-13BB-1497-4631-A2329153A95E}"/>
              </a:ext>
            </a:extLst>
          </p:cNvPr>
          <p:cNvGrpSpPr/>
          <p:nvPr/>
        </p:nvGrpSpPr>
        <p:grpSpPr>
          <a:xfrm>
            <a:off x="5871540" y="1797916"/>
            <a:ext cx="622488" cy="622488"/>
            <a:chOff x="3915421" y="1196032"/>
            <a:chExt cx="622488" cy="622488"/>
          </a:xfrm>
        </p:grpSpPr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93009EB9-44E6-47B7-5E9C-1E5BA12713CE}"/>
                </a:ext>
              </a:extLst>
            </p:cNvPr>
            <p:cNvSpPr/>
            <p:nvPr/>
          </p:nvSpPr>
          <p:spPr>
            <a:xfrm>
              <a:off x="4041692" y="1322303"/>
              <a:ext cx="369946" cy="369946"/>
            </a:xfrm>
            <a:prstGeom prst="arc">
              <a:avLst>
                <a:gd name="adj1" fmla="val 460080"/>
                <a:gd name="adj2" fmla="val 0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DF5B3C9A-9266-9D6C-96B2-9C2D8411D1AF}"/>
                </a:ext>
              </a:extLst>
            </p:cNvPr>
            <p:cNvSpPr/>
            <p:nvPr/>
          </p:nvSpPr>
          <p:spPr>
            <a:xfrm>
              <a:off x="3915421" y="1196032"/>
              <a:ext cx="622488" cy="622488"/>
            </a:xfrm>
            <a:prstGeom prst="arc">
              <a:avLst>
                <a:gd name="adj1" fmla="val 460080"/>
                <a:gd name="adj2" fmla="val 0"/>
              </a:avLst>
            </a:prstGeom>
            <a:ln>
              <a:noFill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501E686-38C2-4D00-8F1A-1DD40E668777}"/>
              </a:ext>
            </a:extLst>
          </p:cNvPr>
          <p:cNvGrpSpPr/>
          <p:nvPr/>
        </p:nvGrpSpPr>
        <p:grpSpPr>
          <a:xfrm>
            <a:off x="5871540" y="2253803"/>
            <a:ext cx="622488" cy="622488"/>
            <a:chOff x="3915421" y="1196032"/>
            <a:chExt cx="622488" cy="622488"/>
          </a:xfrm>
        </p:grpSpPr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F8F7E0C1-6948-0653-A409-92907FD2BBD9}"/>
                </a:ext>
              </a:extLst>
            </p:cNvPr>
            <p:cNvSpPr/>
            <p:nvPr/>
          </p:nvSpPr>
          <p:spPr>
            <a:xfrm>
              <a:off x="4041692" y="1322303"/>
              <a:ext cx="369946" cy="369946"/>
            </a:xfrm>
            <a:prstGeom prst="arc">
              <a:avLst>
                <a:gd name="adj1" fmla="val 460080"/>
                <a:gd name="adj2" fmla="val 0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02ADBCB4-AFA6-A4DE-CD02-E0FA817AC0C5}"/>
                </a:ext>
              </a:extLst>
            </p:cNvPr>
            <p:cNvSpPr/>
            <p:nvPr/>
          </p:nvSpPr>
          <p:spPr>
            <a:xfrm>
              <a:off x="3915421" y="1196032"/>
              <a:ext cx="622488" cy="622488"/>
            </a:xfrm>
            <a:prstGeom prst="arc">
              <a:avLst>
                <a:gd name="adj1" fmla="val 460080"/>
                <a:gd name="adj2" fmla="val 0"/>
              </a:avLst>
            </a:prstGeom>
            <a:ln>
              <a:noFill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8834B4D-68E3-6A08-B7D9-C09FED1930B4}"/>
              </a:ext>
            </a:extLst>
          </p:cNvPr>
          <p:cNvSpPr txBox="1"/>
          <p:nvPr/>
        </p:nvSpPr>
        <p:spPr>
          <a:xfrm>
            <a:off x="2922579" y="3824224"/>
            <a:ext cx="29489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Zone closer to the centre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A913C5-D26F-6D95-6121-79864B9402F9}"/>
              </a:ext>
            </a:extLst>
          </p:cNvPr>
          <p:cNvSpPr txBox="1"/>
          <p:nvPr/>
        </p:nvSpPr>
        <p:spPr>
          <a:xfrm>
            <a:off x="7244051" y="3824223"/>
            <a:ext cx="3207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Zone away from the centre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E136D34-B578-FD8E-4EA2-7F1EAF47EAF9}"/>
              </a:ext>
            </a:extLst>
          </p:cNvPr>
          <p:cNvCxnSpPr>
            <a:cxnSpLocks/>
            <a:stCxn id="26" idx="1"/>
            <a:endCxn id="28" idx="0"/>
          </p:cNvCxnSpPr>
          <p:nvPr/>
        </p:nvCxnSpPr>
        <p:spPr>
          <a:xfrm rot="10800000" flipV="1">
            <a:off x="4397060" y="2677560"/>
            <a:ext cx="1042434" cy="1146663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315E24C-5A85-9759-BDC7-95A721917DDB}"/>
              </a:ext>
            </a:extLst>
          </p:cNvPr>
          <p:cNvCxnSpPr>
            <a:cxnSpLocks/>
            <a:stCxn id="27" idx="3"/>
            <a:endCxn id="29" idx="0"/>
          </p:cNvCxnSpPr>
          <p:nvPr/>
        </p:nvCxnSpPr>
        <p:spPr>
          <a:xfrm>
            <a:off x="6984109" y="2670352"/>
            <a:ext cx="1863886" cy="1153871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2664511-C326-1E1E-66AA-2737C756F906}"/>
              </a:ext>
            </a:extLst>
          </p:cNvPr>
          <p:cNvSpPr txBox="1"/>
          <p:nvPr/>
        </p:nvSpPr>
        <p:spPr>
          <a:xfrm>
            <a:off x="3307501" y="4799109"/>
            <a:ext cx="37038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bg1"/>
                </a:solidFill>
              </a:rPr>
              <a:t>Induced current is opposing main current nature of increasing.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66D211-05A3-2042-9674-30DAD128D1AD}"/>
              </a:ext>
            </a:extLst>
          </p:cNvPr>
          <p:cNvSpPr txBox="1"/>
          <p:nvPr/>
        </p:nvSpPr>
        <p:spPr>
          <a:xfrm>
            <a:off x="7893934" y="4799108"/>
            <a:ext cx="37038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bg1"/>
                </a:solidFill>
              </a:rPr>
              <a:t>Induced current is supporting main current nature of increasing.</a:t>
            </a:r>
          </a:p>
        </p:txBody>
      </p:sp>
    </p:spTree>
    <p:extLst>
      <p:ext uri="{BB962C8B-B14F-4D97-AF65-F5344CB8AC3E}">
        <p14:creationId xmlns:p14="http://schemas.microsoft.com/office/powerpoint/2010/main" val="627767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path" presetSubtype="0" repeatCount="indefinite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0.00143 -0.64629 " pathEditMode="relative" rAng="0" ptsTypes="AA">
                                      <p:cBhvr>
                                        <p:cTn id="1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32315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22222E-6 L 0.00144 -0.64629 " pathEditMode="relative" rAng="0" ptsTypes="AA">
                                      <p:cBhvr>
                                        <p:cTn id="21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32315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22222E-6 L 0.00144 -0.6463 " pathEditMode="relative" rAng="0" ptsTypes="AA">
                                      <p:cBhvr>
                                        <p:cTn id="2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32315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22222E-6 L 0.00143 -0.6463 " pathEditMode="relative" rAng="0" ptsTypes="AA">
                                      <p:cBhvr>
                                        <p:cTn id="2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3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7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7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7" grpId="0" animBg="1"/>
      <p:bldP spid="26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/>
      <p:bldP spid="16" grpId="0" animBg="1"/>
      <p:bldP spid="17" grpId="0"/>
      <p:bldP spid="18" grpId="0"/>
      <p:bldP spid="28" grpId="0"/>
      <p:bldP spid="29" grpId="0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634E3-0FCA-DD94-C83C-3B5E68BE434C}"/>
              </a:ext>
            </a:extLst>
          </p:cNvPr>
          <p:cNvSpPr txBox="1"/>
          <p:nvPr/>
        </p:nvSpPr>
        <p:spPr>
          <a:xfrm>
            <a:off x="6197602" y="31390"/>
            <a:ext cx="5562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Alternating Current (AC)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AC824-A7E0-01CA-68E3-DB41313F6FCC}"/>
              </a:ext>
            </a:extLst>
          </p:cNvPr>
          <p:cNvSpPr txBox="1"/>
          <p:nvPr/>
        </p:nvSpPr>
        <p:spPr>
          <a:xfrm>
            <a:off x="2470585" y="31391"/>
            <a:ext cx="3983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Direct Current (DC)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706446-3F79-9E89-C0FD-3611CD098C39}"/>
              </a:ext>
            </a:extLst>
          </p:cNvPr>
          <p:cNvGrpSpPr/>
          <p:nvPr/>
        </p:nvGrpSpPr>
        <p:grpSpPr>
          <a:xfrm>
            <a:off x="3283740" y="563004"/>
            <a:ext cx="2478583" cy="1629722"/>
            <a:chOff x="5563107" y="3187610"/>
            <a:chExt cx="1611880" cy="105984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6B100EF-8ED6-46B8-C71B-FF276EC7CB1F}"/>
                </a:ext>
              </a:extLst>
            </p:cNvPr>
            <p:cNvGrpSpPr/>
            <p:nvPr/>
          </p:nvGrpSpPr>
          <p:grpSpPr>
            <a:xfrm>
              <a:off x="5563107" y="3187610"/>
              <a:ext cx="1611880" cy="713043"/>
              <a:chOff x="5497362" y="3252343"/>
              <a:chExt cx="1797065" cy="794963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A982EFF0-9FEE-7700-083A-3EE3246B2B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8565" y="3761087"/>
                <a:ext cx="395862" cy="0"/>
              </a:xfrm>
              <a:prstGeom prst="line">
                <a:avLst/>
              </a:prstGeom>
              <a:ln w="19050">
                <a:solidFill>
                  <a:srgbClr val="7387A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DFC31141-B90B-0FBA-9874-FE786F87EC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7362" y="3761087"/>
                <a:ext cx="357231" cy="0"/>
              </a:xfrm>
              <a:prstGeom prst="line">
                <a:avLst/>
              </a:prstGeom>
              <a:ln w="19050">
                <a:solidFill>
                  <a:srgbClr val="7387A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7A3AC07-6524-CBFB-D770-7CE762D232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54593" y="3761087"/>
                <a:ext cx="452611" cy="0"/>
              </a:xfrm>
              <a:prstGeom prst="line">
                <a:avLst/>
              </a:prstGeom>
              <a:ln w="19050" cap="sq">
                <a:solidFill>
                  <a:srgbClr val="FFFF00"/>
                </a:solidFill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99E971C-E76C-63F2-834A-6B4EDB6C0E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3553" y="3761087"/>
                <a:ext cx="381504" cy="0"/>
              </a:xfrm>
              <a:prstGeom prst="line">
                <a:avLst/>
              </a:prstGeom>
              <a:ln w="19050" cap="sq">
                <a:solidFill>
                  <a:srgbClr val="FFFF00"/>
                </a:solidFill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C1138A3-7947-57EE-CD50-0C72CAFDCC1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218890" y="3761657"/>
                <a:ext cx="571299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124ACB-D8EA-F733-70C0-59078AD32C6D}"/>
                      </a:ext>
                    </a:extLst>
                  </p:cNvPr>
                  <p:cNvSpPr txBox="1"/>
                  <p:nvPr/>
                </p:nvSpPr>
                <p:spPr>
                  <a:xfrm>
                    <a:off x="6351705" y="3252343"/>
                    <a:ext cx="653325" cy="4652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0" i="1" smtClean="0">
                              <a:solidFill>
                                <a:srgbClr val="F5EEF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IN">
                      <a:solidFill>
                        <a:srgbClr val="F5EEF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4825EF7-72E3-4668-A958-C9DD79E5F3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1705" y="3252343"/>
                    <a:ext cx="653325" cy="46523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D1AC68D-3EB0-92B4-CA42-EC7DCF606AF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154599" y="3762659"/>
                <a:ext cx="322483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FA6B288-CD47-63AE-C8B3-D479FF675A4B}"/>
                      </a:ext>
                    </a:extLst>
                  </p:cNvPr>
                  <p:cNvSpPr txBox="1"/>
                  <p:nvPr/>
                </p:nvSpPr>
                <p:spPr>
                  <a:xfrm>
                    <a:off x="5788741" y="3383714"/>
                    <a:ext cx="653325" cy="4652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0" i="1" smtClean="0">
                              <a:solidFill>
                                <a:srgbClr val="F5EEF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IN">
                      <a:solidFill>
                        <a:srgbClr val="F5EEF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2D3F1D9-27AA-4B5C-BD83-1747D65632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8741" y="3383714"/>
                    <a:ext cx="653325" cy="46523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013777B5-A9F8-8E1C-61C0-667AB1C0F1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5032" y="3760886"/>
                <a:ext cx="75492" cy="458"/>
              </a:xfrm>
              <a:prstGeom prst="straightConnector1">
                <a:avLst/>
              </a:prstGeom>
              <a:ln w="19050">
                <a:solidFill>
                  <a:srgbClr val="FD9D1C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1F0370-9A53-1E81-76C6-74D64A8B0E7C}"/>
                </a:ext>
              </a:extLst>
            </p:cNvPr>
            <p:cNvSpPr txBox="1"/>
            <p:nvPr/>
          </p:nvSpPr>
          <p:spPr>
            <a:xfrm>
              <a:off x="5837534" y="3939678"/>
              <a:ext cx="1337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spc="30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DC</a:t>
              </a:r>
              <a:r>
                <a:rPr lang="en-IN" sz="140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 Source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0F85D6-FE37-06BA-5862-E0540B679357}"/>
              </a:ext>
            </a:extLst>
          </p:cNvPr>
          <p:cNvGrpSpPr/>
          <p:nvPr/>
        </p:nvGrpSpPr>
        <p:grpSpPr>
          <a:xfrm>
            <a:off x="7983168" y="938061"/>
            <a:ext cx="2499594" cy="1306830"/>
            <a:chOff x="1496352" y="3402740"/>
            <a:chExt cx="1625545" cy="84986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0B603B4-CEFE-510D-A49F-96F97C2D26B7}"/>
                </a:ext>
              </a:extLst>
            </p:cNvPr>
            <p:cNvSpPr txBox="1"/>
            <p:nvPr/>
          </p:nvSpPr>
          <p:spPr>
            <a:xfrm>
              <a:off x="1496352" y="3944825"/>
              <a:ext cx="16255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spc="30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AC</a:t>
              </a:r>
              <a:r>
                <a:rPr lang="en-IN" sz="1400">
                  <a:solidFill>
                    <a:schemeClr val="bg1">
                      <a:lumMod val="85000"/>
                    </a:schemeClr>
                  </a:solidFill>
                  <a:latin typeface="Montserrat" panose="00000500000000000000" pitchFamily="2" charset="0"/>
                </a:rPr>
                <a:t> Source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2EA84C1-54E8-876C-F50D-4DC007A91397}"/>
                </a:ext>
              </a:extLst>
            </p:cNvPr>
            <p:cNvGrpSpPr/>
            <p:nvPr/>
          </p:nvGrpSpPr>
          <p:grpSpPr>
            <a:xfrm>
              <a:off x="1780453" y="3402740"/>
              <a:ext cx="1070380" cy="452479"/>
              <a:chOff x="1750413" y="3345288"/>
              <a:chExt cx="1480914" cy="591879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DEA1CBD-E3BC-5D39-6AF6-4CB48B354C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9685" y="3641228"/>
                <a:ext cx="391642" cy="0"/>
              </a:xfrm>
              <a:prstGeom prst="line">
                <a:avLst/>
              </a:prstGeom>
              <a:ln w="19050">
                <a:solidFill>
                  <a:srgbClr val="7387A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3924752-E256-C7FB-0DFD-B3A36E543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0413" y="3641228"/>
                <a:ext cx="447836" cy="0"/>
              </a:xfrm>
              <a:prstGeom prst="line">
                <a:avLst/>
              </a:prstGeom>
              <a:noFill/>
              <a:ln w="19050" cap="rnd">
                <a:solidFill>
                  <a:srgbClr val="7388A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668A95E-CC56-0939-4FC8-237F497374B4}"/>
                  </a:ext>
                </a:extLst>
              </p:cNvPr>
              <p:cNvGrpSpPr/>
              <p:nvPr/>
            </p:nvGrpSpPr>
            <p:grpSpPr>
              <a:xfrm>
                <a:off x="2193416" y="3345288"/>
                <a:ext cx="646269" cy="591879"/>
                <a:chOff x="8730513" y="2463584"/>
                <a:chExt cx="828060" cy="75837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AA03F83-5925-95D0-7C14-687AB99C3D4C}"/>
                    </a:ext>
                  </a:extLst>
                </p:cNvPr>
                <p:cNvSpPr/>
                <p:nvPr/>
              </p:nvSpPr>
              <p:spPr>
                <a:xfrm>
                  <a:off x="8730513" y="2463584"/>
                  <a:ext cx="828060" cy="758371"/>
                </a:xfrm>
                <a:prstGeom prst="ellipse">
                  <a:avLst/>
                </a:prstGeom>
                <a:noFill/>
                <a:ln>
                  <a:solidFill>
                    <a:srgbClr val="F5EEF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BA28AD79-7469-A154-CE1E-742F562461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8831029" y="2672632"/>
                  <a:ext cx="627027" cy="340434"/>
                </a:xfrm>
                <a:prstGeom prst="rect">
                  <a:avLst/>
                </a:prstGeom>
                <a:effectLst>
                  <a:glow rad="127000">
                    <a:schemeClr val="bg1">
                      <a:lumMod val="95000"/>
                      <a:alpha val="20000"/>
                    </a:schemeClr>
                  </a:glow>
                </a:effectLst>
              </p:spPr>
            </p:pic>
          </p:grp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617FD0-5609-80E0-CC7E-1AD6CB0EF645}"/>
              </a:ext>
            </a:extLst>
          </p:cNvPr>
          <p:cNvGrpSpPr/>
          <p:nvPr/>
        </p:nvGrpSpPr>
        <p:grpSpPr>
          <a:xfrm>
            <a:off x="7773005" y="2008257"/>
            <a:ext cx="2997050" cy="1452714"/>
            <a:chOff x="6049898" y="3935564"/>
            <a:chExt cx="4226560" cy="2048676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92B65D0-40AC-7C97-5C24-C3DAFA6FCA36}"/>
                </a:ext>
              </a:extLst>
            </p:cNvPr>
            <p:cNvGrpSpPr/>
            <p:nvPr/>
          </p:nvGrpSpPr>
          <p:grpSpPr>
            <a:xfrm>
              <a:off x="6049898" y="3935564"/>
              <a:ext cx="4226560" cy="2048676"/>
              <a:chOff x="1087120" y="3058160"/>
              <a:chExt cx="4226560" cy="2048676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14EBFA1-AE36-81D2-C21E-0F14AF9DDC01}"/>
                  </a:ext>
                </a:extLst>
              </p:cNvPr>
              <p:cNvCxnSpPr/>
              <p:nvPr/>
            </p:nvCxnSpPr>
            <p:spPr>
              <a:xfrm>
                <a:off x="1087120" y="4155440"/>
                <a:ext cx="4226560" cy="0"/>
              </a:xfrm>
              <a:prstGeom prst="straightConnector1">
                <a:avLst/>
              </a:prstGeom>
              <a:ln w="127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5D490D04-6F29-3A7D-1B16-AF8142CF17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9040" y="3058160"/>
                <a:ext cx="0" cy="2048676"/>
              </a:xfrm>
              <a:prstGeom prst="straightConnector1">
                <a:avLst/>
              </a:prstGeom>
              <a:ln w="127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FF1E467-E0A2-D677-F02B-F254CB04F223}"/>
                </a:ext>
              </a:extLst>
            </p:cNvPr>
            <p:cNvGrpSpPr/>
            <p:nvPr/>
          </p:nvGrpSpPr>
          <p:grpSpPr>
            <a:xfrm>
              <a:off x="6197602" y="4431594"/>
              <a:ext cx="4048375" cy="1137895"/>
              <a:chOff x="7503459" y="619143"/>
              <a:chExt cx="4048375" cy="1137895"/>
            </a:xfr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BE8F283-2E7D-5C8D-AFF5-3CC239FA000E}"/>
                  </a:ext>
                </a:extLst>
              </p:cNvPr>
              <p:cNvSpPr/>
              <p:nvPr/>
            </p:nvSpPr>
            <p:spPr>
              <a:xfrm>
                <a:off x="7503459" y="634858"/>
                <a:ext cx="1013012" cy="566055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3EB3F87-3943-FAFB-FBDE-9A810CE95588}"/>
                  </a:ext>
                </a:extLst>
              </p:cNvPr>
              <p:cNvSpPr/>
              <p:nvPr/>
            </p:nvSpPr>
            <p:spPr>
              <a:xfrm rot="10800000">
                <a:off x="8516471" y="1190983"/>
                <a:ext cx="1013012" cy="566055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14411B30-72B2-E007-9857-D477E5A4C647}"/>
                  </a:ext>
                </a:extLst>
              </p:cNvPr>
              <p:cNvSpPr/>
              <p:nvPr/>
            </p:nvSpPr>
            <p:spPr>
              <a:xfrm>
                <a:off x="9525810" y="619143"/>
                <a:ext cx="1013012" cy="566055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6BD9B5F-9660-E067-D20A-52DB0CEEBE59}"/>
                  </a:ext>
                </a:extLst>
              </p:cNvPr>
              <p:cNvSpPr/>
              <p:nvPr/>
            </p:nvSpPr>
            <p:spPr>
              <a:xfrm rot="10800000">
                <a:off x="10538822" y="1175268"/>
                <a:ext cx="1013012" cy="566055"/>
              </a:xfrm>
              <a:custGeom>
                <a:avLst/>
                <a:gdLst>
                  <a:gd name="connsiteX0" fmla="*/ 0 w 1013012"/>
                  <a:gd name="connsiteY0" fmla="*/ 869576 h 869576"/>
                  <a:gd name="connsiteX1" fmla="*/ 510988 w 1013012"/>
                  <a:gd name="connsiteY1" fmla="*/ 0 h 869576"/>
                  <a:gd name="connsiteX2" fmla="*/ 1013012 w 1013012"/>
                  <a:gd name="connsiteY2" fmla="*/ 869576 h 86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012" h="869576">
                    <a:moveTo>
                      <a:pt x="0" y="869576"/>
                    </a:moveTo>
                    <a:cubicBezTo>
                      <a:pt x="171076" y="434788"/>
                      <a:pt x="342153" y="0"/>
                      <a:pt x="510988" y="0"/>
                    </a:cubicBezTo>
                    <a:cubicBezTo>
                      <a:pt x="679823" y="0"/>
                      <a:pt x="846417" y="434788"/>
                      <a:pt x="1013012" y="869576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5188A5-5F77-2647-8D45-2E02D2A72748}"/>
              </a:ext>
            </a:extLst>
          </p:cNvPr>
          <p:cNvGrpSpPr/>
          <p:nvPr/>
        </p:nvGrpSpPr>
        <p:grpSpPr>
          <a:xfrm>
            <a:off x="3195318" y="2113869"/>
            <a:ext cx="2854580" cy="1383658"/>
            <a:chOff x="235876" y="3935564"/>
            <a:chExt cx="4226560" cy="204867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9D80A1C-979C-EFCC-C980-552FBAF0CA93}"/>
                </a:ext>
              </a:extLst>
            </p:cNvPr>
            <p:cNvGrpSpPr/>
            <p:nvPr/>
          </p:nvGrpSpPr>
          <p:grpSpPr>
            <a:xfrm>
              <a:off x="235876" y="3935564"/>
              <a:ext cx="4226560" cy="2048676"/>
              <a:chOff x="1087120" y="3058160"/>
              <a:chExt cx="4226560" cy="2048676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D902243A-5415-D47C-3E77-ECFF7C37AA86}"/>
                  </a:ext>
                </a:extLst>
              </p:cNvPr>
              <p:cNvCxnSpPr/>
              <p:nvPr/>
            </p:nvCxnSpPr>
            <p:spPr>
              <a:xfrm>
                <a:off x="1087120" y="4155440"/>
                <a:ext cx="4226560" cy="0"/>
              </a:xfrm>
              <a:prstGeom prst="straightConnector1">
                <a:avLst/>
              </a:prstGeom>
              <a:ln w="127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7FC013D5-9C94-1A6B-D3B9-34F8FD23BC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9040" y="3058160"/>
                <a:ext cx="0" cy="2048676"/>
              </a:xfrm>
              <a:prstGeom prst="straightConnector1">
                <a:avLst/>
              </a:prstGeom>
              <a:ln w="127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F50ACFE-37B3-75DA-F9AD-DD959ED2E0B8}"/>
                </a:ext>
              </a:extLst>
            </p:cNvPr>
            <p:cNvCxnSpPr/>
            <p:nvPr/>
          </p:nvCxnSpPr>
          <p:spPr>
            <a:xfrm>
              <a:off x="357796" y="4431594"/>
              <a:ext cx="3557013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BF2C2181-0CB4-CCCE-08F8-74285C029A54}"/>
              </a:ext>
            </a:extLst>
          </p:cNvPr>
          <p:cNvSpPr/>
          <p:nvPr/>
        </p:nvSpPr>
        <p:spPr>
          <a:xfrm>
            <a:off x="131354" y="871490"/>
            <a:ext cx="137088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Supply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9E1DBB1-1217-7BE9-8D46-E59763A41B39}"/>
              </a:ext>
            </a:extLst>
          </p:cNvPr>
          <p:cNvSpPr/>
          <p:nvPr/>
        </p:nvSpPr>
        <p:spPr>
          <a:xfrm>
            <a:off x="106735" y="2270187"/>
            <a:ext cx="123463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Signal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0863C76-D316-8519-660E-388E1AFBD46F}"/>
              </a:ext>
            </a:extLst>
          </p:cNvPr>
          <p:cNvSpPr/>
          <p:nvPr/>
        </p:nvSpPr>
        <p:spPr>
          <a:xfrm>
            <a:off x="71120" y="3721047"/>
            <a:ext cx="2712720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Moving Coil Galvanometer</a:t>
            </a:r>
          </a:p>
          <a:p>
            <a:pPr algn="ctr"/>
            <a:r>
              <a:rPr lang="en-US" sz="32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Or</a:t>
            </a:r>
          </a:p>
          <a:p>
            <a:pPr algn="ctr"/>
            <a:r>
              <a:rPr lang="en-US" sz="32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Tangent Galvanometer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DE1D4C-5CE1-A585-907F-5F236AC024CA}"/>
              </a:ext>
            </a:extLst>
          </p:cNvPr>
          <p:cNvSpPr txBox="1"/>
          <p:nvPr/>
        </p:nvSpPr>
        <p:spPr>
          <a:xfrm>
            <a:off x="2789352" y="4290134"/>
            <a:ext cx="1091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MCG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6B97D8D-7F69-B4D7-E5BC-29CACA632310}"/>
                  </a:ext>
                </a:extLst>
              </p:cNvPr>
              <p:cNvSpPr txBox="1"/>
              <p:nvPr/>
            </p:nvSpPr>
            <p:spPr>
              <a:xfrm>
                <a:off x="2854331" y="4780239"/>
                <a:ext cx="120773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6B97D8D-7F69-B4D7-E5BC-29CACA632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331" y="4780239"/>
                <a:ext cx="120773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AA83D50-AC33-CB6D-D62A-3350DFD50D78}"/>
              </a:ext>
            </a:extLst>
          </p:cNvPr>
          <p:cNvGrpSpPr/>
          <p:nvPr/>
        </p:nvGrpSpPr>
        <p:grpSpPr>
          <a:xfrm>
            <a:off x="2941365" y="5381142"/>
            <a:ext cx="954981" cy="963696"/>
            <a:chOff x="2941365" y="5381142"/>
            <a:chExt cx="954981" cy="963696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78B06A15-E916-272A-1D6E-5AED2D8881B2}"/>
                </a:ext>
              </a:extLst>
            </p:cNvPr>
            <p:cNvGrpSpPr/>
            <p:nvPr/>
          </p:nvGrpSpPr>
          <p:grpSpPr>
            <a:xfrm>
              <a:off x="2958588" y="5422306"/>
              <a:ext cx="922532" cy="922532"/>
              <a:chOff x="2958588" y="5422306"/>
              <a:chExt cx="922532" cy="922532"/>
            </a:xfrm>
          </p:grpSpPr>
          <p:sp>
            <p:nvSpPr>
              <p:cNvPr id="69" name="Arc 68">
                <a:extLst>
                  <a:ext uri="{FF2B5EF4-FFF2-40B4-BE49-F238E27FC236}">
                    <a16:creationId xmlns:a16="http://schemas.microsoft.com/office/drawing/2014/main" id="{67FB3C25-B8F1-211B-122D-28BE7603EC5A}"/>
                  </a:ext>
                </a:extLst>
              </p:cNvPr>
              <p:cNvSpPr/>
              <p:nvPr/>
            </p:nvSpPr>
            <p:spPr>
              <a:xfrm>
                <a:off x="2958588" y="5422306"/>
                <a:ext cx="922532" cy="922532"/>
              </a:xfrm>
              <a:prstGeom prst="arc">
                <a:avLst>
                  <a:gd name="adj1" fmla="val 12381190"/>
                  <a:gd name="adj2" fmla="val 19895529"/>
                </a:avLst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82492A5C-787F-F298-ADA8-48F092B2A5BD}"/>
                  </a:ext>
                </a:extLst>
              </p:cNvPr>
              <p:cNvSpPr/>
              <p:nvPr/>
            </p:nvSpPr>
            <p:spPr>
              <a:xfrm>
                <a:off x="3027834" y="5491552"/>
                <a:ext cx="784040" cy="784040"/>
              </a:xfrm>
              <a:prstGeom prst="arc">
                <a:avLst>
                  <a:gd name="adj1" fmla="val 12381190"/>
                  <a:gd name="adj2" fmla="val 19895529"/>
                </a:avLst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5491477-2617-3514-2CC1-BABF5195399E}"/>
                </a:ext>
              </a:extLst>
            </p:cNvPr>
            <p:cNvGrpSpPr/>
            <p:nvPr/>
          </p:nvGrpSpPr>
          <p:grpSpPr>
            <a:xfrm>
              <a:off x="2941365" y="5381142"/>
              <a:ext cx="954981" cy="375768"/>
              <a:chOff x="2941365" y="5381142"/>
              <a:chExt cx="954981" cy="375768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78754C1-10AC-7AF7-DFE4-F0DDEF72B0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41365" y="5637657"/>
                <a:ext cx="203790" cy="119253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7AEB283-76CA-42F1-6893-0DA4EE787D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3371" y="5479274"/>
                <a:ext cx="169058" cy="156891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06E9897C-4ACE-9D03-1EE8-3C09EA8814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02573" y="5381142"/>
                <a:ext cx="64107" cy="195549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D1D33A93-6811-40ED-5C94-FC22670205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96301" y="5381142"/>
                <a:ext cx="50809" cy="20199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D6C2D25E-09F7-D09A-BA8E-9638F206D1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15669" y="5468707"/>
                <a:ext cx="131544" cy="178023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6FDB89FF-2ABC-63AC-9C6D-8F09CCFB44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19890" y="5617919"/>
                <a:ext cx="176456" cy="98057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921AD5E7-6DF4-5BF1-37D2-FC825138D36D}"/>
              </a:ext>
            </a:extLst>
          </p:cNvPr>
          <p:cNvSpPr txBox="1"/>
          <p:nvPr/>
        </p:nvSpPr>
        <p:spPr>
          <a:xfrm>
            <a:off x="4748206" y="4290134"/>
            <a:ext cx="1091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TG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6614D29-7917-1110-FA76-66531CCECA07}"/>
                  </a:ext>
                </a:extLst>
              </p:cNvPr>
              <p:cNvSpPr txBox="1"/>
              <p:nvPr/>
            </p:nvSpPr>
            <p:spPr>
              <a:xfrm>
                <a:off x="4813185" y="4780239"/>
                <a:ext cx="15645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6614D29-7917-1110-FA76-66531CCEC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185" y="4780239"/>
                <a:ext cx="156454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312223B-1102-2AFF-6063-E895934176DB}"/>
              </a:ext>
            </a:extLst>
          </p:cNvPr>
          <p:cNvGrpSpPr/>
          <p:nvPr/>
        </p:nvGrpSpPr>
        <p:grpSpPr>
          <a:xfrm>
            <a:off x="4900219" y="5350832"/>
            <a:ext cx="939755" cy="994006"/>
            <a:chOff x="4900219" y="5350832"/>
            <a:chExt cx="939755" cy="994006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FA1B7F87-7274-05BE-7CC7-03A0509F1CEF}"/>
                </a:ext>
              </a:extLst>
            </p:cNvPr>
            <p:cNvGrpSpPr/>
            <p:nvPr/>
          </p:nvGrpSpPr>
          <p:grpSpPr>
            <a:xfrm>
              <a:off x="4917442" y="5422306"/>
              <a:ext cx="922532" cy="922532"/>
              <a:chOff x="2958588" y="5422306"/>
              <a:chExt cx="922532" cy="922532"/>
            </a:xfrm>
          </p:grpSpPr>
          <p:sp>
            <p:nvSpPr>
              <p:cNvPr id="114" name="Arc 113">
                <a:extLst>
                  <a:ext uri="{FF2B5EF4-FFF2-40B4-BE49-F238E27FC236}">
                    <a16:creationId xmlns:a16="http://schemas.microsoft.com/office/drawing/2014/main" id="{4095E659-75E8-8FCE-1593-B2A3FAE0E12C}"/>
                  </a:ext>
                </a:extLst>
              </p:cNvPr>
              <p:cNvSpPr/>
              <p:nvPr/>
            </p:nvSpPr>
            <p:spPr>
              <a:xfrm>
                <a:off x="2958588" y="5422306"/>
                <a:ext cx="922532" cy="922532"/>
              </a:xfrm>
              <a:prstGeom prst="arc">
                <a:avLst>
                  <a:gd name="adj1" fmla="val 12381190"/>
                  <a:gd name="adj2" fmla="val 19895529"/>
                </a:avLst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5" name="Arc 114">
                <a:extLst>
                  <a:ext uri="{FF2B5EF4-FFF2-40B4-BE49-F238E27FC236}">
                    <a16:creationId xmlns:a16="http://schemas.microsoft.com/office/drawing/2014/main" id="{AAC77618-D0A7-1B66-1AB0-7A24337FE63D}"/>
                  </a:ext>
                </a:extLst>
              </p:cNvPr>
              <p:cNvSpPr/>
              <p:nvPr/>
            </p:nvSpPr>
            <p:spPr>
              <a:xfrm>
                <a:off x="3027834" y="5491552"/>
                <a:ext cx="784040" cy="784040"/>
              </a:xfrm>
              <a:prstGeom prst="arc">
                <a:avLst>
                  <a:gd name="adj1" fmla="val 12381190"/>
                  <a:gd name="adj2" fmla="val 19895529"/>
                </a:avLst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60F81D8-4388-4003-FC0C-FA6ABA1B5B9A}"/>
                </a:ext>
              </a:extLst>
            </p:cNvPr>
            <p:cNvGrpSpPr/>
            <p:nvPr/>
          </p:nvGrpSpPr>
          <p:grpSpPr>
            <a:xfrm>
              <a:off x="4900219" y="5350832"/>
              <a:ext cx="939755" cy="406078"/>
              <a:chOff x="4900219" y="5350832"/>
              <a:chExt cx="939755" cy="406078"/>
            </a:xfrm>
          </p:grpSpPr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72E5E82F-5645-3DFA-7782-DFE5D89916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0219" y="5637657"/>
                <a:ext cx="203790" cy="119253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B03263F9-40B4-F4CD-2486-333A0C92BA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5873" y="5350832"/>
                <a:ext cx="17303" cy="23230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6C217ED9-5C2C-44DF-D7FD-101D3060F9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49054" y="5434306"/>
                <a:ext cx="87739" cy="148826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E5B93E1B-04A5-8BC3-2593-626A1DC7A7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56007" y="5583132"/>
                <a:ext cx="131944" cy="97774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49A78804-6A0C-E120-9536-478E6EBF6D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80036" y="5617919"/>
                <a:ext cx="159938" cy="98057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6E73D92-BEF3-CB63-296A-06D4EED93454}"/>
              </a:ext>
            </a:extLst>
          </p:cNvPr>
          <p:cNvGrpSpPr/>
          <p:nvPr/>
        </p:nvGrpSpPr>
        <p:grpSpPr>
          <a:xfrm>
            <a:off x="6876296" y="3687462"/>
            <a:ext cx="5234417" cy="2801673"/>
            <a:chOff x="6876296" y="3687462"/>
            <a:chExt cx="5234417" cy="2801673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CB15D389-3334-AA83-93C3-9BE10F9BC8C3}"/>
                </a:ext>
              </a:extLst>
            </p:cNvPr>
            <p:cNvGrpSpPr/>
            <p:nvPr/>
          </p:nvGrpSpPr>
          <p:grpSpPr>
            <a:xfrm>
              <a:off x="6876296" y="3687462"/>
              <a:ext cx="5234417" cy="2801673"/>
              <a:chOff x="2729021" y="3721047"/>
              <a:chExt cx="3499053" cy="2801673"/>
            </a:xfrm>
          </p:grpSpPr>
          <p:sp>
            <p:nvSpPr>
              <p:cNvPr id="133" name="Rectangle: Rounded Corners 132">
                <a:extLst>
                  <a:ext uri="{FF2B5EF4-FFF2-40B4-BE49-F238E27FC236}">
                    <a16:creationId xmlns:a16="http://schemas.microsoft.com/office/drawing/2014/main" id="{6C33C200-7C2B-3893-FD36-072DDBDF7209}"/>
                  </a:ext>
                </a:extLst>
              </p:cNvPr>
              <p:cNvSpPr/>
              <p:nvPr/>
            </p:nvSpPr>
            <p:spPr>
              <a:xfrm>
                <a:off x="2729021" y="3721047"/>
                <a:ext cx="3499053" cy="2801673"/>
              </a:xfrm>
              <a:prstGeom prst="roundRect">
                <a:avLst>
                  <a:gd name="adj" fmla="val 8604"/>
                </a:avLst>
              </a:prstGeom>
              <a:noFill/>
              <a:ln>
                <a:solidFill>
                  <a:schemeClr val="bg1"/>
                </a:solidFill>
              </a:ln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25C6798B-0B6D-52AC-42E0-0DCAE67B932E}"/>
                  </a:ext>
                </a:extLst>
              </p:cNvPr>
              <p:cNvCxnSpPr/>
              <p:nvPr/>
            </p:nvCxnSpPr>
            <p:spPr>
              <a:xfrm>
                <a:off x="2729021" y="4267200"/>
                <a:ext cx="349905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F7EE2D9-3F89-13FF-42F0-52839E8BA64D}"/>
                </a:ext>
              </a:extLst>
            </p:cNvPr>
            <p:cNvSpPr txBox="1"/>
            <p:nvPr/>
          </p:nvSpPr>
          <p:spPr>
            <a:xfrm>
              <a:off x="6955168" y="3708808"/>
              <a:ext cx="38409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>
                  <a:solidFill>
                    <a:srgbClr val="FFFF00"/>
                  </a:solidFill>
                </a:rPr>
                <a:t>These will not work</a:t>
              </a:r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D59281E-95C3-C021-80B8-48D8661D58CC}"/>
                </a:ext>
              </a:extLst>
            </p:cNvPr>
            <p:cNvCxnSpPr>
              <a:cxnSpLocks/>
              <a:endCxn id="133" idx="2"/>
            </p:cNvCxnSpPr>
            <p:nvPr/>
          </p:nvCxnSpPr>
          <p:spPr>
            <a:xfrm>
              <a:off x="9462979" y="4267200"/>
              <a:ext cx="30526" cy="222193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DF7563BF-A29F-B5E8-1AAF-797230C7B2D5}"/>
              </a:ext>
            </a:extLst>
          </p:cNvPr>
          <p:cNvSpPr txBox="1"/>
          <p:nvPr/>
        </p:nvSpPr>
        <p:spPr>
          <a:xfrm>
            <a:off x="7002464" y="4405678"/>
            <a:ext cx="23243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bg1"/>
                </a:solidFill>
              </a:rPr>
              <a:t>For lower frequency like 1,2 Hz it will oscillate.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6A5AFFB-8099-76B3-943F-D1FCB014211C}"/>
              </a:ext>
            </a:extLst>
          </p:cNvPr>
          <p:cNvSpPr txBox="1"/>
          <p:nvPr/>
        </p:nvSpPr>
        <p:spPr>
          <a:xfrm>
            <a:off x="9493409" y="4418820"/>
            <a:ext cx="23243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bg1"/>
                </a:solidFill>
              </a:rPr>
              <a:t>For higher frequency like 50 Hz it will not move.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52CBF92-0509-C54F-8F9F-FF903B9CCF1F}"/>
              </a:ext>
            </a:extLst>
          </p:cNvPr>
          <p:cNvGrpSpPr/>
          <p:nvPr/>
        </p:nvGrpSpPr>
        <p:grpSpPr>
          <a:xfrm>
            <a:off x="2729021" y="3721047"/>
            <a:ext cx="3874972" cy="2801673"/>
            <a:chOff x="2729021" y="3721047"/>
            <a:chExt cx="3874972" cy="280167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6C115D5-61B5-210B-66F3-FF982C868C75}"/>
                </a:ext>
              </a:extLst>
            </p:cNvPr>
            <p:cNvGrpSpPr/>
            <p:nvPr/>
          </p:nvGrpSpPr>
          <p:grpSpPr>
            <a:xfrm>
              <a:off x="2729021" y="3721047"/>
              <a:ext cx="3874972" cy="2801673"/>
              <a:chOff x="2729021" y="3721047"/>
              <a:chExt cx="3499053" cy="2801673"/>
            </a:xfrm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AA61005-28C6-A9D7-3A7B-CDED8ADF045A}"/>
                  </a:ext>
                </a:extLst>
              </p:cNvPr>
              <p:cNvSpPr/>
              <p:nvPr/>
            </p:nvSpPr>
            <p:spPr>
              <a:xfrm>
                <a:off x="2729021" y="3721047"/>
                <a:ext cx="3499053" cy="2801673"/>
              </a:xfrm>
              <a:prstGeom prst="roundRect">
                <a:avLst>
                  <a:gd name="adj" fmla="val 8604"/>
                </a:avLst>
              </a:prstGeom>
              <a:noFill/>
              <a:ln>
                <a:solidFill>
                  <a:schemeClr val="bg1"/>
                </a:solidFill>
              </a:ln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59CBD14-A571-5278-18AB-25AFFCAC7366}"/>
                  </a:ext>
                </a:extLst>
              </p:cNvPr>
              <p:cNvCxnSpPr/>
              <p:nvPr/>
            </p:nvCxnSpPr>
            <p:spPr>
              <a:xfrm>
                <a:off x="2729021" y="4267200"/>
                <a:ext cx="349905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EBEB7E5-A75F-40BF-1500-0A0C18FCA05E}"/>
                </a:ext>
              </a:extLst>
            </p:cNvPr>
            <p:cNvSpPr txBox="1"/>
            <p:nvPr/>
          </p:nvSpPr>
          <p:spPr>
            <a:xfrm>
              <a:off x="2763008" y="3721047"/>
              <a:ext cx="38409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>
                  <a:solidFill>
                    <a:srgbClr val="FFFF00"/>
                  </a:solidFill>
                </a:rPr>
                <a:t>These will work normally </a:t>
              </a:r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F649A46-A1C8-CF43-F453-2E1B357E879D}"/>
                </a:ext>
              </a:extLst>
            </p:cNvPr>
            <p:cNvCxnSpPr>
              <a:cxnSpLocks/>
            </p:cNvCxnSpPr>
            <p:nvPr/>
          </p:nvCxnSpPr>
          <p:spPr>
            <a:xfrm>
              <a:off x="4636805" y="4267200"/>
              <a:ext cx="30526" cy="222193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5241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111" grpId="0"/>
      <p:bldP spid="112" grpId="0"/>
      <p:bldP spid="140" grpId="0"/>
      <p:bldP spid="1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634E3-0FCA-DD94-C83C-3B5E68BE434C}"/>
              </a:ext>
            </a:extLst>
          </p:cNvPr>
          <p:cNvSpPr txBox="1"/>
          <p:nvPr/>
        </p:nvSpPr>
        <p:spPr>
          <a:xfrm>
            <a:off x="6197602" y="31390"/>
            <a:ext cx="5562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Alternating Current (AC)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AC824-A7E0-01CA-68E3-DB41313F6FCC}"/>
              </a:ext>
            </a:extLst>
          </p:cNvPr>
          <p:cNvSpPr txBox="1"/>
          <p:nvPr/>
        </p:nvSpPr>
        <p:spPr>
          <a:xfrm>
            <a:off x="2470585" y="31391"/>
            <a:ext cx="3983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Direct Current (DC)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F2C2181-0CB4-CCCE-08F8-74285C029A54}"/>
              </a:ext>
            </a:extLst>
          </p:cNvPr>
          <p:cNvSpPr/>
          <p:nvPr/>
        </p:nvSpPr>
        <p:spPr>
          <a:xfrm>
            <a:off x="15295" y="869963"/>
            <a:ext cx="271920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Hot wire galvanometer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8BEABF9-75DF-4DB4-4F56-6326B117DFDC}"/>
              </a:ext>
            </a:extLst>
          </p:cNvPr>
          <p:cNvSpPr/>
          <p:nvPr/>
        </p:nvSpPr>
        <p:spPr>
          <a:xfrm>
            <a:off x="131517" y="3064521"/>
            <a:ext cx="191930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Wire type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F8DE890-818E-EBC1-B4B4-6A300B7E8740}"/>
              </a:ext>
            </a:extLst>
          </p:cNvPr>
          <p:cNvSpPr/>
          <p:nvPr/>
        </p:nvSpPr>
        <p:spPr>
          <a:xfrm>
            <a:off x="-10159" y="4195434"/>
            <a:ext cx="293624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Which is more dangerous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9D8FBB-2E5A-05E9-91ED-6BECE54C297F}"/>
              </a:ext>
            </a:extLst>
          </p:cNvPr>
          <p:cNvSpPr/>
          <p:nvPr/>
        </p:nvSpPr>
        <p:spPr>
          <a:xfrm>
            <a:off x="2743201" y="677721"/>
            <a:ext cx="8727439" cy="2268679"/>
          </a:xfrm>
          <a:prstGeom prst="roundRect">
            <a:avLst>
              <a:gd name="adj" fmla="val 7831"/>
            </a:avLst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C99608-705D-628C-E1D1-A2E2301B777A}"/>
              </a:ext>
            </a:extLst>
          </p:cNvPr>
          <p:cNvGrpSpPr/>
          <p:nvPr/>
        </p:nvGrpSpPr>
        <p:grpSpPr>
          <a:xfrm>
            <a:off x="2915679" y="800832"/>
            <a:ext cx="4988801" cy="523220"/>
            <a:chOff x="2915679" y="800832"/>
            <a:chExt cx="4988801" cy="52322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A758BC2-8F31-70D2-D9E6-89A26EBEB49F}"/>
                </a:ext>
              </a:extLst>
            </p:cNvPr>
            <p:cNvSpPr txBox="1"/>
            <p:nvPr/>
          </p:nvSpPr>
          <p:spPr>
            <a:xfrm>
              <a:off x="3157453" y="800832"/>
              <a:ext cx="47470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This is based on heating effect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31F52D5-9C78-3C21-F58B-8D618244B48A}"/>
                </a:ext>
              </a:extLst>
            </p:cNvPr>
            <p:cNvSpPr/>
            <p:nvPr/>
          </p:nvSpPr>
          <p:spPr>
            <a:xfrm>
              <a:off x="2915679" y="976062"/>
              <a:ext cx="182880" cy="18288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04D2B2-ECCF-C67F-236B-A10FA3CC5E88}"/>
              </a:ext>
            </a:extLst>
          </p:cNvPr>
          <p:cNvGrpSpPr/>
          <p:nvPr/>
        </p:nvGrpSpPr>
        <p:grpSpPr>
          <a:xfrm>
            <a:off x="2915679" y="1282053"/>
            <a:ext cx="4988801" cy="523220"/>
            <a:chOff x="2915679" y="800832"/>
            <a:chExt cx="4988801" cy="52322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2AF0270-E80D-1C39-AA25-139D314208DE}"/>
                </a:ext>
              </a:extLst>
            </p:cNvPr>
            <p:cNvSpPr txBox="1"/>
            <p:nvPr/>
          </p:nvSpPr>
          <p:spPr>
            <a:xfrm>
              <a:off x="3157453" y="800832"/>
              <a:ext cx="47470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It will show RMS value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5A46538-772E-1AF7-BDEE-5AD11C2E627B}"/>
                </a:ext>
              </a:extLst>
            </p:cNvPr>
            <p:cNvSpPr/>
            <p:nvPr/>
          </p:nvSpPr>
          <p:spPr>
            <a:xfrm>
              <a:off x="2915679" y="976062"/>
              <a:ext cx="182880" cy="18288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7EC647F-71F6-558F-6A00-1533B4252CEB}"/>
              </a:ext>
            </a:extLst>
          </p:cNvPr>
          <p:cNvGrpSpPr/>
          <p:nvPr/>
        </p:nvGrpSpPr>
        <p:grpSpPr>
          <a:xfrm>
            <a:off x="2915679" y="1761774"/>
            <a:ext cx="4988801" cy="523220"/>
            <a:chOff x="2915679" y="800832"/>
            <a:chExt cx="4988801" cy="52322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B8B2B0B-9900-E9EE-87D7-3F792486A5EA}"/>
                </a:ext>
              </a:extLst>
            </p:cNvPr>
            <p:cNvSpPr txBox="1"/>
            <p:nvPr/>
          </p:nvSpPr>
          <p:spPr>
            <a:xfrm>
              <a:off x="3157453" y="800832"/>
              <a:ext cx="47470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It will work for both supply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77D3AD3-44F8-4296-F498-9D651916FE8F}"/>
                </a:ext>
              </a:extLst>
            </p:cNvPr>
            <p:cNvSpPr/>
            <p:nvPr/>
          </p:nvSpPr>
          <p:spPr>
            <a:xfrm>
              <a:off x="2915679" y="976062"/>
              <a:ext cx="182880" cy="18288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FA48EA4-CB2F-22FC-697E-3D9F4C1D1A0F}"/>
                  </a:ext>
                </a:extLst>
              </p:cNvPr>
              <p:cNvSpPr txBox="1"/>
              <p:nvPr/>
            </p:nvSpPr>
            <p:spPr>
              <a:xfrm>
                <a:off x="7599680" y="821153"/>
                <a:ext cx="20878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𝑅𝑡</m:t>
                          </m:r>
                        </m:e>
                      </m:d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FA48EA4-CB2F-22FC-697E-3D9F4C1D1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9680" y="821153"/>
                <a:ext cx="208788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C661130-8E02-6F68-ABB0-6858F9E6A990}"/>
              </a:ext>
            </a:extLst>
          </p:cNvPr>
          <p:cNvGrpSpPr/>
          <p:nvPr/>
        </p:nvGrpSpPr>
        <p:grpSpPr>
          <a:xfrm>
            <a:off x="2905761" y="2197882"/>
            <a:ext cx="4988801" cy="523220"/>
            <a:chOff x="2915679" y="800832"/>
            <a:chExt cx="4988801" cy="52322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0D2000A-CE77-C17A-57F1-FEB6A8C4452F}"/>
                </a:ext>
              </a:extLst>
            </p:cNvPr>
            <p:cNvSpPr txBox="1"/>
            <p:nvPr/>
          </p:nvSpPr>
          <p:spPr>
            <a:xfrm>
              <a:off x="3157453" y="800832"/>
              <a:ext cx="47470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Scale will be non uniform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10D40E4-5CEA-5206-7D48-B8486C420038}"/>
                </a:ext>
              </a:extLst>
            </p:cNvPr>
            <p:cNvSpPr/>
            <p:nvPr/>
          </p:nvSpPr>
          <p:spPr>
            <a:xfrm>
              <a:off x="2915679" y="976062"/>
              <a:ext cx="182880" cy="18288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5ABAF7A-898C-C509-96AB-A519C9828C1B}"/>
              </a:ext>
            </a:extLst>
          </p:cNvPr>
          <p:cNvGrpSpPr/>
          <p:nvPr/>
        </p:nvGrpSpPr>
        <p:grpSpPr>
          <a:xfrm>
            <a:off x="7227423" y="2321809"/>
            <a:ext cx="939755" cy="963696"/>
            <a:chOff x="7227423" y="2321809"/>
            <a:chExt cx="939755" cy="963696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82A9BFD-0B2B-203F-7E06-DB07CE0F46A3}"/>
                </a:ext>
              </a:extLst>
            </p:cNvPr>
            <p:cNvGrpSpPr/>
            <p:nvPr/>
          </p:nvGrpSpPr>
          <p:grpSpPr>
            <a:xfrm>
              <a:off x="7244646" y="2362973"/>
              <a:ext cx="922532" cy="922532"/>
              <a:chOff x="2958588" y="5422306"/>
              <a:chExt cx="922532" cy="922532"/>
            </a:xfrm>
          </p:grpSpPr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4F84C624-3334-E17D-67F5-1C514044A377}"/>
                  </a:ext>
                </a:extLst>
              </p:cNvPr>
              <p:cNvSpPr/>
              <p:nvPr/>
            </p:nvSpPr>
            <p:spPr>
              <a:xfrm>
                <a:off x="2958588" y="5422306"/>
                <a:ext cx="922532" cy="922532"/>
              </a:xfrm>
              <a:prstGeom prst="arc">
                <a:avLst>
                  <a:gd name="adj1" fmla="val 12381190"/>
                  <a:gd name="adj2" fmla="val 19895529"/>
                </a:avLst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72093B28-6526-913F-774D-150AF23E25E2}"/>
                  </a:ext>
                </a:extLst>
              </p:cNvPr>
              <p:cNvSpPr/>
              <p:nvPr/>
            </p:nvSpPr>
            <p:spPr>
              <a:xfrm>
                <a:off x="3027834" y="5491552"/>
                <a:ext cx="784040" cy="784040"/>
              </a:xfrm>
              <a:prstGeom prst="arc">
                <a:avLst>
                  <a:gd name="adj1" fmla="val 12381190"/>
                  <a:gd name="adj2" fmla="val 19895529"/>
                </a:avLst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E2445F3-04FA-C24F-8D75-D6E63F9CB055}"/>
                </a:ext>
              </a:extLst>
            </p:cNvPr>
            <p:cNvGrpSpPr/>
            <p:nvPr/>
          </p:nvGrpSpPr>
          <p:grpSpPr>
            <a:xfrm>
              <a:off x="7227423" y="2321809"/>
              <a:ext cx="939755" cy="375768"/>
              <a:chOff x="7227423" y="2321809"/>
              <a:chExt cx="939755" cy="375768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D202F11-BDA1-D8CB-2543-0BEA6322E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7423" y="2578324"/>
                <a:ext cx="203790" cy="119253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A72000C-8BB7-F654-A79F-8FCBACC5F4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5607" y="2498385"/>
                <a:ext cx="193632" cy="144305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0CB2FB70-9F60-B72F-5C94-EC65061082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1507" y="2364199"/>
                <a:ext cx="126630" cy="181203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DBC737E-C932-634F-A5F4-18CAF9A602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20969" y="2321809"/>
                <a:ext cx="24029" cy="20199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E79B11B-441C-6D25-9366-51A7029E03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07240" y="2558586"/>
                <a:ext cx="159938" cy="98057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4EE79B5D-014C-56AC-4C89-58B19B37E5E0}"/>
              </a:ext>
            </a:extLst>
          </p:cNvPr>
          <p:cNvSpPr txBox="1"/>
          <p:nvPr/>
        </p:nvSpPr>
        <p:spPr>
          <a:xfrm>
            <a:off x="2734502" y="3098469"/>
            <a:ext cx="3983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Any type of wire will work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E82027-0943-306D-00A0-C85286C62EF2}"/>
              </a:ext>
            </a:extLst>
          </p:cNvPr>
          <p:cNvSpPr txBox="1"/>
          <p:nvPr/>
        </p:nvSpPr>
        <p:spPr>
          <a:xfrm>
            <a:off x="7106920" y="3098469"/>
            <a:ext cx="4953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Hollow and Bundel conductor are used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B71B076-8B0B-E011-A0AB-5C85197B426B}"/>
              </a:ext>
            </a:extLst>
          </p:cNvPr>
          <p:cNvSpPr/>
          <p:nvPr/>
        </p:nvSpPr>
        <p:spPr>
          <a:xfrm>
            <a:off x="2743201" y="4102999"/>
            <a:ext cx="8727439" cy="2268679"/>
          </a:xfrm>
          <a:prstGeom prst="roundRect">
            <a:avLst>
              <a:gd name="adj" fmla="val 7831"/>
            </a:avLst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E8A3087-F2A4-EA18-C8E6-E18B87FFFA24}"/>
              </a:ext>
            </a:extLst>
          </p:cNvPr>
          <p:cNvGrpSpPr/>
          <p:nvPr/>
        </p:nvGrpSpPr>
        <p:grpSpPr>
          <a:xfrm>
            <a:off x="2915679" y="4154990"/>
            <a:ext cx="8331441" cy="954107"/>
            <a:chOff x="2915679" y="800832"/>
            <a:chExt cx="8331441" cy="95410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352D502-40E1-F45C-AD34-C7C431F9FC5F}"/>
                </a:ext>
              </a:extLst>
            </p:cNvPr>
            <p:cNvSpPr txBox="1"/>
            <p:nvPr/>
          </p:nvSpPr>
          <p:spPr>
            <a:xfrm>
              <a:off x="3157453" y="800832"/>
              <a:ext cx="808966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2800" dirty="0">
                  <a:solidFill>
                    <a:srgbClr val="FFFF00"/>
                  </a:solidFill>
                </a:rPr>
                <a:t>In general DC is more dangerous as in AC current will take zero value Hundred times in a second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BA9C139-FB64-EF2B-E068-E6834409823D}"/>
                </a:ext>
              </a:extLst>
            </p:cNvPr>
            <p:cNvSpPr/>
            <p:nvPr/>
          </p:nvSpPr>
          <p:spPr>
            <a:xfrm>
              <a:off x="2915679" y="976062"/>
              <a:ext cx="182880" cy="18288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endParaRPr lang="en-IN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0394875-8664-6DEC-91D4-8CDE598C622D}"/>
              </a:ext>
            </a:extLst>
          </p:cNvPr>
          <p:cNvGrpSpPr/>
          <p:nvPr/>
        </p:nvGrpSpPr>
        <p:grpSpPr>
          <a:xfrm>
            <a:off x="2915679" y="5001971"/>
            <a:ext cx="8483841" cy="1384995"/>
            <a:chOff x="2915679" y="800832"/>
            <a:chExt cx="8483841" cy="1384995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8ED7E0B-9702-5CBD-EDF4-614723B39F92}"/>
                </a:ext>
              </a:extLst>
            </p:cNvPr>
            <p:cNvSpPr txBox="1"/>
            <p:nvPr/>
          </p:nvSpPr>
          <p:spPr>
            <a:xfrm>
              <a:off x="3157453" y="800832"/>
              <a:ext cx="824206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2800" dirty="0">
                  <a:solidFill>
                    <a:srgbClr val="FFFF00"/>
                  </a:solidFill>
                </a:rPr>
                <a:t>But in NCERT it is written for same value AC is more dangerous as Peak value of AC is more than written[RMS] value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60B5956-30B2-BE39-75BB-EDFD7650516D}"/>
                </a:ext>
              </a:extLst>
            </p:cNvPr>
            <p:cNvSpPr/>
            <p:nvPr/>
          </p:nvSpPr>
          <p:spPr>
            <a:xfrm>
              <a:off x="2915679" y="976062"/>
              <a:ext cx="182880" cy="18288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907871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6" grpId="0"/>
      <p:bldP spid="67" grpId="0"/>
      <p:bldP spid="6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E0CEC17-43FA-2480-3FC6-F635DA3C61B9}"/>
              </a:ext>
            </a:extLst>
          </p:cNvPr>
          <p:cNvGrpSpPr/>
          <p:nvPr/>
        </p:nvGrpSpPr>
        <p:grpSpPr>
          <a:xfrm>
            <a:off x="1511166" y="2060350"/>
            <a:ext cx="4245822" cy="589200"/>
            <a:chOff x="1511166" y="3301465"/>
            <a:chExt cx="8491882" cy="58920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AC7AEA-8B64-DBC8-C0E6-9BFDFAAEDD81}"/>
                </a:ext>
              </a:extLst>
            </p:cNvPr>
            <p:cNvSpPr/>
            <p:nvPr/>
          </p:nvSpPr>
          <p:spPr>
            <a:xfrm>
              <a:off x="1511166" y="3301465"/>
              <a:ext cx="8491882" cy="510139"/>
            </a:xfrm>
            <a:custGeom>
              <a:avLst/>
              <a:gdLst>
                <a:gd name="connsiteX0" fmla="*/ 0 w 7594333"/>
                <a:gd name="connsiteY0" fmla="*/ 510139 h 510139"/>
                <a:gd name="connsiteX1" fmla="*/ 0 w 7594333"/>
                <a:gd name="connsiteY1" fmla="*/ 510139 h 510139"/>
                <a:gd name="connsiteX2" fmla="*/ 57752 w 7594333"/>
                <a:gd name="connsiteY2" fmla="*/ 423512 h 510139"/>
                <a:gd name="connsiteX3" fmla="*/ 57752 w 7594333"/>
                <a:gd name="connsiteY3" fmla="*/ 423512 h 510139"/>
                <a:gd name="connsiteX4" fmla="*/ 163630 w 7594333"/>
                <a:gd name="connsiteY4" fmla="*/ 462013 h 510139"/>
                <a:gd name="connsiteX5" fmla="*/ 202131 w 7594333"/>
                <a:gd name="connsiteY5" fmla="*/ 471638 h 510139"/>
                <a:gd name="connsiteX6" fmla="*/ 202131 w 7594333"/>
                <a:gd name="connsiteY6" fmla="*/ 471638 h 510139"/>
                <a:gd name="connsiteX7" fmla="*/ 259882 w 7594333"/>
                <a:gd name="connsiteY7" fmla="*/ 327259 h 510139"/>
                <a:gd name="connsiteX8" fmla="*/ 259882 w 7594333"/>
                <a:gd name="connsiteY8" fmla="*/ 327259 h 510139"/>
                <a:gd name="connsiteX9" fmla="*/ 423512 w 7594333"/>
                <a:gd name="connsiteY9" fmla="*/ 385011 h 510139"/>
                <a:gd name="connsiteX10" fmla="*/ 539015 w 7594333"/>
                <a:gd name="connsiteY10" fmla="*/ 154004 h 510139"/>
                <a:gd name="connsiteX11" fmla="*/ 635268 w 7594333"/>
                <a:gd name="connsiteY11" fmla="*/ 182880 h 510139"/>
                <a:gd name="connsiteX12" fmla="*/ 712270 w 7594333"/>
                <a:gd name="connsiteY12" fmla="*/ 86628 h 510139"/>
                <a:gd name="connsiteX13" fmla="*/ 808522 w 7594333"/>
                <a:gd name="connsiteY13" fmla="*/ 173255 h 510139"/>
                <a:gd name="connsiteX14" fmla="*/ 866274 w 7594333"/>
                <a:gd name="connsiteY14" fmla="*/ 96253 h 510139"/>
                <a:gd name="connsiteX15" fmla="*/ 962527 w 7594333"/>
                <a:gd name="connsiteY15" fmla="*/ 96253 h 510139"/>
                <a:gd name="connsiteX16" fmla="*/ 962527 w 7594333"/>
                <a:gd name="connsiteY16" fmla="*/ 96253 h 510139"/>
                <a:gd name="connsiteX17" fmla="*/ 1058779 w 7594333"/>
                <a:gd name="connsiteY17" fmla="*/ 105878 h 510139"/>
                <a:gd name="connsiteX18" fmla="*/ 1058779 w 7594333"/>
                <a:gd name="connsiteY18" fmla="*/ 105878 h 510139"/>
                <a:gd name="connsiteX19" fmla="*/ 1193533 w 7594333"/>
                <a:gd name="connsiteY19" fmla="*/ 77002 h 510139"/>
                <a:gd name="connsiteX20" fmla="*/ 1299411 w 7594333"/>
                <a:gd name="connsiteY20" fmla="*/ 77002 h 510139"/>
                <a:gd name="connsiteX21" fmla="*/ 1463040 w 7594333"/>
                <a:gd name="connsiteY21" fmla="*/ 77002 h 510139"/>
                <a:gd name="connsiteX22" fmla="*/ 1530417 w 7594333"/>
                <a:gd name="connsiteY22" fmla="*/ 86628 h 510139"/>
                <a:gd name="connsiteX23" fmla="*/ 1617045 w 7594333"/>
                <a:gd name="connsiteY23" fmla="*/ 105878 h 510139"/>
                <a:gd name="connsiteX24" fmla="*/ 1617045 w 7594333"/>
                <a:gd name="connsiteY24" fmla="*/ 105878 h 510139"/>
                <a:gd name="connsiteX25" fmla="*/ 1742173 w 7594333"/>
                <a:gd name="connsiteY25" fmla="*/ 57752 h 510139"/>
                <a:gd name="connsiteX26" fmla="*/ 1742173 w 7594333"/>
                <a:gd name="connsiteY26" fmla="*/ 57752 h 510139"/>
                <a:gd name="connsiteX27" fmla="*/ 1876927 w 7594333"/>
                <a:gd name="connsiteY27" fmla="*/ 105878 h 510139"/>
                <a:gd name="connsiteX28" fmla="*/ 1953929 w 7594333"/>
                <a:gd name="connsiteY28" fmla="*/ 67377 h 510139"/>
                <a:gd name="connsiteX29" fmla="*/ 2107933 w 7594333"/>
                <a:gd name="connsiteY29" fmla="*/ 96253 h 510139"/>
                <a:gd name="connsiteX30" fmla="*/ 2107933 w 7594333"/>
                <a:gd name="connsiteY30" fmla="*/ 96253 h 510139"/>
                <a:gd name="connsiteX31" fmla="*/ 2233061 w 7594333"/>
                <a:gd name="connsiteY31" fmla="*/ 48127 h 510139"/>
                <a:gd name="connsiteX32" fmla="*/ 2319689 w 7594333"/>
                <a:gd name="connsiteY32" fmla="*/ 38501 h 510139"/>
                <a:gd name="connsiteX33" fmla="*/ 2358190 w 7594333"/>
                <a:gd name="connsiteY33" fmla="*/ 67377 h 510139"/>
                <a:gd name="connsiteX34" fmla="*/ 2406316 w 7594333"/>
                <a:gd name="connsiteY34" fmla="*/ 96253 h 510139"/>
                <a:gd name="connsiteX35" fmla="*/ 2406316 w 7594333"/>
                <a:gd name="connsiteY35" fmla="*/ 96253 h 510139"/>
                <a:gd name="connsiteX36" fmla="*/ 2550695 w 7594333"/>
                <a:gd name="connsiteY36" fmla="*/ 67377 h 510139"/>
                <a:gd name="connsiteX37" fmla="*/ 2723950 w 7594333"/>
                <a:gd name="connsiteY37" fmla="*/ 96253 h 510139"/>
                <a:gd name="connsiteX38" fmla="*/ 2858703 w 7594333"/>
                <a:gd name="connsiteY38" fmla="*/ 9626 h 510139"/>
                <a:gd name="connsiteX39" fmla="*/ 3012708 w 7594333"/>
                <a:gd name="connsiteY39" fmla="*/ 105878 h 510139"/>
                <a:gd name="connsiteX40" fmla="*/ 3157087 w 7594333"/>
                <a:gd name="connsiteY40" fmla="*/ 67377 h 510139"/>
                <a:gd name="connsiteX41" fmla="*/ 3320716 w 7594333"/>
                <a:gd name="connsiteY41" fmla="*/ 67377 h 510139"/>
                <a:gd name="connsiteX42" fmla="*/ 3609474 w 7594333"/>
                <a:gd name="connsiteY42" fmla="*/ 67377 h 510139"/>
                <a:gd name="connsiteX43" fmla="*/ 3744228 w 7594333"/>
                <a:gd name="connsiteY43" fmla="*/ 163630 h 510139"/>
                <a:gd name="connsiteX44" fmla="*/ 3946358 w 7594333"/>
                <a:gd name="connsiteY44" fmla="*/ 67377 h 510139"/>
                <a:gd name="connsiteX45" fmla="*/ 4129238 w 7594333"/>
                <a:gd name="connsiteY45" fmla="*/ 105878 h 510139"/>
                <a:gd name="connsiteX46" fmla="*/ 4292868 w 7594333"/>
                <a:gd name="connsiteY46" fmla="*/ 38501 h 510139"/>
                <a:gd name="connsiteX47" fmla="*/ 4427621 w 7594333"/>
                <a:gd name="connsiteY47" fmla="*/ 67377 h 510139"/>
                <a:gd name="connsiteX48" fmla="*/ 4572000 w 7594333"/>
                <a:gd name="connsiteY48" fmla="*/ 28876 h 510139"/>
                <a:gd name="connsiteX49" fmla="*/ 4677878 w 7594333"/>
                <a:gd name="connsiteY49" fmla="*/ 28876 h 510139"/>
                <a:gd name="connsiteX50" fmla="*/ 4677878 w 7594333"/>
                <a:gd name="connsiteY50" fmla="*/ 28876 h 510139"/>
                <a:gd name="connsiteX51" fmla="*/ 4793381 w 7594333"/>
                <a:gd name="connsiteY51" fmla="*/ 48127 h 510139"/>
                <a:gd name="connsiteX52" fmla="*/ 4976261 w 7594333"/>
                <a:gd name="connsiteY52" fmla="*/ 77002 h 510139"/>
                <a:gd name="connsiteX53" fmla="*/ 5178392 w 7594333"/>
                <a:gd name="connsiteY53" fmla="*/ 19251 h 510139"/>
                <a:gd name="connsiteX54" fmla="*/ 5226518 w 7594333"/>
                <a:gd name="connsiteY54" fmla="*/ 19251 h 510139"/>
                <a:gd name="connsiteX55" fmla="*/ 5322771 w 7594333"/>
                <a:gd name="connsiteY55" fmla="*/ 48127 h 510139"/>
                <a:gd name="connsiteX56" fmla="*/ 5515276 w 7594333"/>
                <a:gd name="connsiteY56" fmla="*/ 96253 h 510139"/>
                <a:gd name="connsiteX57" fmla="*/ 5601903 w 7594333"/>
                <a:gd name="connsiteY57" fmla="*/ 115503 h 510139"/>
                <a:gd name="connsiteX58" fmla="*/ 5678906 w 7594333"/>
                <a:gd name="connsiteY58" fmla="*/ 105878 h 510139"/>
                <a:gd name="connsiteX59" fmla="*/ 5813659 w 7594333"/>
                <a:gd name="connsiteY59" fmla="*/ 105878 h 510139"/>
                <a:gd name="connsiteX60" fmla="*/ 5900287 w 7594333"/>
                <a:gd name="connsiteY60" fmla="*/ 67377 h 510139"/>
                <a:gd name="connsiteX61" fmla="*/ 6025415 w 7594333"/>
                <a:gd name="connsiteY61" fmla="*/ 86628 h 510139"/>
                <a:gd name="connsiteX62" fmla="*/ 6112042 w 7594333"/>
                <a:gd name="connsiteY62" fmla="*/ 67377 h 510139"/>
                <a:gd name="connsiteX63" fmla="*/ 6217920 w 7594333"/>
                <a:gd name="connsiteY63" fmla="*/ 67377 h 510139"/>
                <a:gd name="connsiteX64" fmla="*/ 6304548 w 7594333"/>
                <a:gd name="connsiteY64" fmla="*/ 86628 h 510139"/>
                <a:gd name="connsiteX65" fmla="*/ 6400800 w 7594333"/>
                <a:gd name="connsiteY65" fmla="*/ 77002 h 510139"/>
                <a:gd name="connsiteX66" fmla="*/ 6400800 w 7594333"/>
                <a:gd name="connsiteY66" fmla="*/ 77002 h 510139"/>
                <a:gd name="connsiteX67" fmla="*/ 6506678 w 7594333"/>
                <a:gd name="connsiteY67" fmla="*/ 96253 h 510139"/>
                <a:gd name="connsiteX68" fmla="*/ 6564430 w 7594333"/>
                <a:gd name="connsiteY68" fmla="*/ 77002 h 510139"/>
                <a:gd name="connsiteX69" fmla="*/ 6728059 w 7594333"/>
                <a:gd name="connsiteY69" fmla="*/ 48127 h 510139"/>
                <a:gd name="connsiteX70" fmla="*/ 6824312 w 7594333"/>
                <a:gd name="connsiteY70" fmla="*/ 48127 h 510139"/>
                <a:gd name="connsiteX71" fmla="*/ 6891689 w 7594333"/>
                <a:gd name="connsiteY71" fmla="*/ 86628 h 510139"/>
                <a:gd name="connsiteX72" fmla="*/ 6959066 w 7594333"/>
                <a:gd name="connsiteY72" fmla="*/ 19251 h 510139"/>
                <a:gd name="connsiteX73" fmla="*/ 7045693 w 7594333"/>
                <a:gd name="connsiteY73" fmla="*/ 67377 h 510139"/>
                <a:gd name="connsiteX74" fmla="*/ 7151571 w 7594333"/>
                <a:gd name="connsiteY74" fmla="*/ 0 h 510139"/>
                <a:gd name="connsiteX75" fmla="*/ 7315200 w 7594333"/>
                <a:gd name="connsiteY75" fmla="*/ 115503 h 510139"/>
                <a:gd name="connsiteX76" fmla="*/ 7382577 w 7594333"/>
                <a:gd name="connsiteY76" fmla="*/ 67377 h 510139"/>
                <a:gd name="connsiteX77" fmla="*/ 7469205 w 7594333"/>
                <a:gd name="connsiteY77" fmla="*/ 154004 h 510139"/>
                <a:gd name="connsiteX78" fmla="*/ 7594333 w 7594333"/>
                <a:gd name="connsiteY78" fmla="*/ 144379 h 510139"/>
                <a:gd name="connsiteX79" fmla="*/ 7594333 w 7594333"/>
                <a:gd name="connsiteY79" fmla="*/ 144379 h 51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594333" h="510139">
                  <a:moveTo>
                    <a:pt x="0" y="510139"/>
                  </a:moveTo>
                  <a:lnTo>
                    <a:pt x="0" y="510139"/>
                  </a:lnTo>
                  <a:lnTo>
                    <a:pt x="57752" y="423512"/>
                  </a:lnTo>
                  <a:lnTo>
                    <a:pt x="57752" y="423512"/>
                  </a:lnTo>
                  <a:cubicBezTo>
                    <a:pt x="65185" y="426300"/>
                    <a:pt x="138013" y="454694"/>
                    <a:pt x="163630" y="462013"/>
                  </a:cubicBezTo>
                  <a:cubicBezTo>
                    <a:pt x="176350" y="465647"/>
                    <a:pt x="202131" y="471638"/>
                    <a:pt x="202131" y="471638"/>
                  </a:cubicBezTo>
                  <a:lnTo>
                    <a:pt x="202131" y="471638"/>
                  </a:lnTo>
                  <a:cubicBezTo>
                    <a:pt x="254159" y="346769"/>
                    <a:pt x="237068" y="395704"/>
                    <a:pt x="259882" y="327259"/>
                  </a:cubicBezTo>
                  <a:lnTo>
                    <a:pt x="259882" y="327259"/>
                  </a:lnTo>
                  <a:lnTo>
                    <a:pt x="423512" y="385011"/>
                  </a:lnTo>
                  <a:lnTo>
                    <a:pt x="539015" y="154004"/>
                  </a:lnTo>
                  <a:lnTo>
                    <a:pt x="635268" y="182880"/>
                  </a:lnTo>
                  <a:lnTo>
                    <a:pt x="712270" y="86628"/>
                  </a:lnTo>
                  <a:lnTo>
                    <a:pt x="808522" y="173255"/>
                  </a:lnTo>
                  <a:lnTo>
                    <a:pt x="866274" y="96253"/>
                  </a:lnTo>
                  <a:lnTo>
                    <a:pt x="962527" y="96253"/>
                  </a:lnTo>
                  <a:lnTo>
                    <a:pt x="962527" y="96253"/>
                  </a:lnTo>
                  <a:lnTo>
                    <a:pt x="1058779" y="105878"/>
                  </a:lnTo>
                  <a:lnTo>
                    <a:pt x="1058779" y="105878"/>
                  </a:lnTo>
                  <a:lnTo>
                    <a:pt x="1193533" y="77002"/>
                  </a:lnTo>
                  <a:lnTo>
                    <a:pt x="1299411" y="77002"/>
                  </a:lnTo>
                  <a:lnTo>
                    <a:pt x="1463040" y="77002"/>
                  </a:lnTo>
                  <a:lnTo>
                    <a:pt x="1530417" y="86628"/>
                  </a:lnTo>
                  <a:lnTo>
                    <a:pt x="1617045" y="105878"/>
                  </a:lnTo>
                  <a:lnTo>
                    <a:pt x="1617045" y="105878"/>
                  </a:lnTo>
                  <a:cubicBezTo>
                    <a:pt x="1724377" y="73678"/>
                    <a:pt x="1685426" y="95582"/>
                    <a:pt x="1742173" y="57752"/>
                  </a:cubicBezTo>
                  <a:lnTo>
                    <a:pt x="1742173" y="57752"/>
                  </a:lnTo>
                  <a:lnTo>
                    <a:pt x="1876927" y="105878"/>
                  </a:lnTo>
                  <a:lnTo>
                    <a:pt x="1953929" y="67377"/>
                  </a:lnTo>
                  <a:cubicBezTo>
                    <a:pt x="2095784" y="87643"/>
                    <a:pt x="2048098" y="66337"/>
                    <a:pt x="2107933" y="96253"/>
                  </a:cubicBezTo>
                  <a:lnTo>
                    <a:pt x="2107933" y="96253"/>
                  </a:lnTo>
                  <a:lnTo>
                    <a:pt x="2233061" y="48127"/>
                  </a:lnTo>
                  <a:cubicBezTo>
                    <a:pt x="2261937" y="44918"/>
                    <a:pt x="2290973" y="34083"/>
                    <a:pt x="2319689" y="38501"/>
                  </a:cubicBezTo>
                  <a:cubicBezTo>
                    <a:pt x="2335545" y="40940"/>
                    <a:pt x="2345136" y="58053"/>
                    <a:pt x="2358190" y="67377"/>
                  </a:cubicBezTo>
                  <a:cubicBezTo>
                    <a:pt x="2385293" y="86736"/>
                    <a:pt x="2381521" y="83855"/>
                    <a:pt x="2406316" y="96253"/>
                  </a:cubicBezTo>
                  <a:lnTo>
                    <a:pt x="2406316" y="96253"/>
                  </a:lnTo>
                  <a:lnTo>
                    <a:pt x="2550695" y="67377"/>
                  </a:lnTo>
                  <a:lnTo>
                    <a:pt x="2723950" y="96253"/>
                  </a:lnTo>
                  <a:lnTo>
                    <a:pt x="2858703" y="9626"/>
                  </a:lnTo>
                  <a:lnTo>
                    <a:pt x="3012708" y="105878"/>
                  </a:lnTo>
                  <a:lnTo>
                    <a:pt x="3157087" y="67377"/>
                  </a:lnTo>
                  <a:lnTo>
                    <a:pt x="3320716" y="67377"/>
                  </a:lnTo>
                  <a:lnTo>
                    <a:pt x="3609474" y="67377"/>
                  </a:lnTo>
                  <a:lnTo>
                    <a:pt x="3744228" y="163630"/>
                  </a:lnTo>
                  <a:lnTo>
                    <a:pt x="3946358" y="67377"/>
                  </a:lnTo>
                  <a:lnTo>
                    <a:pt x="4129238" y="105878"/>
                  </a:lnTo>
                  <a:lnTo>
                    <a:pt x="4292868" y="38501"/>
                  </a:lnTo>
                  <a:lnTo>
                    <a:pt x="4427621" y="67377"/>
                  </a:lnTo>
                  <a:lnTo>
                    <a:pt x="4572000" y="28876"/>
                  </a:lnTo>
                  <a:lnTo>
                    <a:pt x="4677878" y="28876"/>
                  </a:lnTo>
                  <a:lnTo>
                    <a:pt x="4677878" y="28876"/>
                  </a:lnTo>
                  <a:lnTo>
                    <a:pt x="4793381" y="48127"/>
                  </a:lnTo>
                  <a:lnTo>
                    <a:pt x="4976261" y="77002"/>
                  </a:lnTo>
                  <a:lnTo>
                    <a:pt x="5178392" y="19251"/>
                  </a:lnTo>
                  <a:lnTo>
                    <a:pt x="5226518" y="19251"/>
                  </a:lnTo>
                  <a:lnTo>
                    <a:pt x="5322771" y="48127"/>
                  </a:lnTo>
                  <a:lnTo>
                    <a:pt x="5515276" y="96253"/>
                  </a:lnTo>
                  <a:lnTo>
                    <a:pt x="5601903" y="115503"/>
                  </a:lnTo>
                  <a:lnTo>
                    <a:pt x="5678906" y="105878"/>
                  </a:lnTo>
                  <a:lnTo>
                    <a:pt x="5813659" y="105878"/>
                  </a:lnTo>
                  <a:lnTo>
                    <a:pt x="5900287" y="67377"/>
                  </a:lnTo>
                  <a:lnTo>
                    <a:pt x="6025415" y="86628"/>
                  </a:lnTo>
                  <a:lnTo>
                    <a:pt x="6112042" y="67377"/>
                  </a:lnTo>
                  <a:lnTo>
                    <a:pt x="6217920" y="67377"/>
                  </a:lnTo>
                  <a:lnTo>
                    <a:pt x="6304548" y="86628"/>
                  </a:lnTo>
                  <a:lnTo>
                    <a:pt x="6400800" y="77002"/>
                  </a:lnTo>
                  <a:lnTo>
                    <a:pt x="6400800" y="77002"/>
                  </a:lnTo>
                  <a:lnTo>
                    <a:pt x="6506678" y="96253"/>
                  </a:lnTo>
                  <a:lnTo>
                    <a:pt x="6564430" y="77002"/>
                  </a:lnTo>
                  <a:lnTo>
                    <a:pt x="6728059" y="48127"/>
                  </a:lnTo>
                  <a:lnTo>
                    <a:pt x="6824312" y="48127"/>
                  </a:lnTo>
                  <a:lnTo>
                    <a:pt x="6891689" y="86628"/>
                  </a:lnTo>
                  <a:lnTo>
                    <a:pt x="6959066" y="19251"/>
                  </a:lnTo>
                  <a:lnTo>
                    <a:pt x="7045693" y="67377"/>
                  </a:lnTo>
                  <a:lnTo>
                    <a:pt x="7151571" y="0"/>
                  </a:lnTo>
                  <a:lnTo>
                    <a:pt x="7315200" y="115503"/>
                  </a:lnTo>
                  <a:lnTo>
                    <a:pt x="7382577" y="67377"/>
                  </a:lnTo>
                  <a:lnTo>
                    <a:pt x="7469205" y="154004"/>
                  </a:lnTo>
                  <a:lnTo>
                    <a:pt x="7594333" y="144379"/>
                  </a:lnTo>
                  <a:lnTo>
                    <a:pt x="7594333" y="14437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3629FF6-6B78-E5CA-7B08-A5D6B6D68893}"/>
                    </a:ext>
                  </a:extLst>
                </p:cNvPr>
                <p:cNvSpPr txBox="1"/>
                <p:nvPr/>
              </p:nvSpPr>
              <p:spPr>
                <a:xfrm>
                  <a:off x="3620731" y="3429000"/>
                  <a:ext cx="32284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= 10</m:t>
                        </m:r>
                        <m:r>
                          <m:rPr>
                            <m:sty m:val="p"/>
                          </m:rPr>
                          <a:rPr lang="en-IN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IN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IN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3629FF6-6B78-E5CA-7B08-A5D6B6D68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0731" y="3429000"/>
                  <a:ext cx="3228482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Residential House">
                <a:extLst>
                  <a:ext uri="{FF2B5EF4-FFF2-40B4-BE49-F238E27FC236}">
                    <a16:creationId xmlns:a16="http://schemas.microsoft.com/office/drawing/2014/main" id="{9B3F208B-9150-4441-8440-6C9CC9AF0C5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87433578"/>
                  </p:ext>
                </p:extLst>
              </p:nvPr>
            </p:nvGraphicFramePr>
            <p:xfrm>
              <a:off x="5415250" y="2169526"/>
              <a:ext cx="1852904" cy="150906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852904" cy="1509067"/>
                    </a:xfrm>
                    <a:prstGeom prst="rect">
                      <a:avLst/>
                    </a:prstGeom>
                  </am3d:spPr>
                  <am3d:camera>
                    <am3d:pos x="0" y="0" z="7586223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97732" d="1000000"/>
                    <am3d:preTrans dx="0" dy="-1443756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402" ay="4084186" az="83789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2858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Residential House">
                <a:extLst>
                  <a:ext uri="{FF2B5EF4-FFF2-40B4-BE49-F238E27FC236}">
                    <a16:creationId xmlns:a16="http://schemas.microsoft.com/office/drawing/2014/main" id="{9B3F208B-9150-4441-8440-6C9CC9AF0C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15250" y="2169526"/>
                <a:ext cx="1852904" cy="15090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>
                <a:extLst>
                  <a:ext uri="{FF2B5EF4-FFF2-40B4-BE49-F238E27FC236}">
                    <a16:creationId xmlns:a16="http://schemas.microsoft.com/office/drawing/2014/main" id="{74852CAF-88F9-CCB3-811A-33582FF0F3F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78772020"/>
                  </p:ext>
                </p:extLst>
              </p:nvPr>
            </p:nvGraphicFramePr>
            <p:xfrm>
              <a:off x="0" y="2072017"/>
              <a:ext cx="2132555" cy="160657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132555" cy="1606576"/>
                    </a:xfrm>
                    <a:prstGeom prst="rect">
                      <a:avLst/>
                    </a:prstGeom>
                  </am3d:spPr>
                  <am3d:camera>
                    <am3d:pos x="0" y="0" z="696078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721" d="1000000"/>
                    <am3d:preTrans dx="-4848360" dy="-6465720" dz="2635345"/>
                    <am3d:scale>
                      <am3d:sx n="1000000" d="1000000"/>
                      <am3d:sy n="1000000" d="1000000"/>
                      <am3d:sz n="1000000" d="1000000"/>
                    </am3d:scale>
                    <am3d:rot ax="9704036" ay="-1479626" az="-10329531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3327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>
                <a:extLst>
                  <a:ext uri="{FF2B5EF4-FFF2-40B4-BE49-F238E27FC236}">
                    <a16:creationId xmlns:a16="http://schemas.microsoft.com/office/drawing/2014/main" id="{74852CAF-88F9-CCB3-811A-33582FF0F3F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2072017"/>
                <a:ext cx="2132555" cy="160657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5598E83-4790-847C-C5B1-9F9C3F5A11E0}"/>
              </a:ext>
            </a:extLst>
          </p:cNvPr>
          <p:cNvSpPr/>
          <p:nvPr/>
        </p:nvSpPr>
        <p:spPr>
          <a:xfrm>
            <a:off x="5756988" y="1783259"/>
            <a:ext cx="2204186" cy="577515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Want 220V and 10A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46DF6DD9-9D20-E5D1-AFA8-ADACF0E156F5}"/>
              </a:ext>
            </a:extLst>
          </p:cNvPr>
          <p:cNvSpPr/>
          <p:nvPr/>
        </p:nvSpPr>
        <p:spPr>
          <a:xfrm>
            <a:off x="112845" y="1396191"/>
            <a:ext cx="2204186" cy="577515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Create 320V,10A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E0CE1E9-4276-D102-36FC-7CE7B1AC5BEF}"/>
              </a:ext>
            </a:extLst>
          </p:cNvPr>
          <p:cNvGrpSpPr/>
          <p:nvPr/>
        </p:nvGrpSpPr>
        <p:grpSpPr>
          <a:xfrm>
            <a:off x="989045" y="3558294"/>
            <a:ext cx="8537510" cy="1121837"/>
            <a:chOff x="-416428" y="2681009"/>
            <a:chExt cx="17075498" cy="1117687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10546AE-7A8F-EBD9-FFA8-C591DFCFF57A}"/>
                </a:ext>
              </a:extLst>
            </p:cNvPr>
            <p:cNvSpPr/>
            <p:nvPr/>
          </p:nvSpPr>
          <p:spPr>
            <a:xfrm flipV="1">
              <a:off x="-416428" y="2681009"/>
              <a:ext cx="17075498" cy="669223"/>
            </a:xfrm>
            <a:custGeom>
              <a:avLst/>
              <a:gdLst>
                <a:gd name="connsiteX0" fmla="*/ 0 w 7594333"/>
                <a:gd name="connsiteY0" fmla="*/ 510139 h 510139"/>
                <a:gd name="connsiteX1" fmla="*/ 0 w 7594333"/>
                <a:gd name="connsiteY1" fmla="*/ 510139 h 510139"/>
                <a:gd name="connsiteX2" fmla="*/ 57752 w 7594333"/>
                <a:gd name="connsiteY2" fmla="*/ 423512 h 510139"/>
                <a:gd name="connsiteX3" fmla="*/ 57752 w 7594333"/>
                <a:gd name="connsiteY3" fmla="*/ 423512 h 510139"/>
                <a:gd name="connsiteX4" fmla="*/ 163630 w 7594333"/>
                <a:gd name="connsiteY4" fmla="*/ 462013 h 510139"/>
                <a:gd name="connsiteX5" fmla="*/ 202131 w 7594333"/>
                <a:gd name="connsiteY5" fmla="*/ 471638 h 510139"/>
                <a:gd name="connsiteX6" fmla="*/ 202131 w 7594333"/>
                <a:gd name="connsiteY6" fmla="*/ 471638 h 510139"/>
                <a:gd name="connsiteX7" fmla="*/ 259882 w 7594333"/>
                <a:gd name="connsiteY7" fmla="*/ 327259 h 510139"/>
                <a:gd name="connsiteX8" fmla="*/ 259882 w 7594333"/>
                <a:gd name="connsiteY8" fmla="*/ 327259 h 510139"/>
                <a:gd name="connsiteX9" fmla="*/ 423512 w 7594333"/>
                <a:gd name="connsiteY9" fmla="*/ 385011 h 510139"/>
                <a:gd name="connsiteX10" fmla="*/ 539015 w 7594333"/>
                <a:gd name="connsiteY10" fmla="*/ 154004 h 510139"/>
                <a:gd name="connsiteX11" fmla="*/ 635268 w 7594333"/>
                <a:gd name="connsiteY11" fmla="*/ 182880 h 510139"/>
                <a:gd name="connsiteX12" fmla="*/ 712270 w 7594333"/>
                <a:gd name="connsiteY12" fmla="*/ 86628 h 510139"/>
                <a:gd name="connsiteX13" fmla="*/ 808522 w 7594333"/>
                <a:gd name="connsiteY13" fmla="*/ 173255 h 510139"/>
                <a:gd name="connsiteX14" fmla="*/ 866274 w 7594333"/>
                <a:gd name="connsiteY14" fmla="*/ 96253 h 510139"/>
                <a:gd name="connsiteX15" fmla="*/ 962527 w 7594333"/>
                <a:gd name="connsiteY15" fmla="*/ 96253 h 510139"/>
                <a:gd name="connsiteX16" fmla="*/ 962527 w 7594333"/>
                <a:gd name="connsiteY16" fmla="*/ 96253 h 510139"/>
                <a:gd name="connsiteX17" fmla="*/ 1058779 w 7594333"/>
                <a:gd name="connsiteY17" fmla="*/ 105878 h 510139"/>
                <a:gd name="connsiteX18" fmla="*/ 1058779 w 7594333"/>
                <a:gd name="connsiteY18" fmla="*/ 105878 h 510139"/>
                <a:gd name="connsiteX19" fmla="*/ 1193533 w 7594333"/>
                <a:gd name="connsiteY19" fmla="*/ 77002 h 510139"/>
                <a:gd name="connsiteX20" fmla="*/ 1299411 w 7594333"/>
                <a:gd name="connsiteY20" fmla="*/ 77002 h 510139"/>
                <a:gd name="connsiteX21" fmla="*/ 1463040 w 7594333"/>
                <a:gd name="connsiteY21" fmla="*/ 77002 h 510139"/>
                <a:gd name="connsiteX22" fmla="*/ 1530417 w 7594333"/>
                <a:gd name="connsiteY22" fmla="*/ 86628 h 510139"/>
                <a:gd name="connsiteX23" fmla="*/ 1617045 w 7594333"/>
                <a:gd name="connsiteY23" fmla="*/ 105878 h 510139"/>
                <a:gd name="connsiteX24" fmla="*/ 1617045 w 7594333"/>
                <a:gd name="connsiteY24" fmla="*/ 105878 h 510139"/>
                <a:gd name="connsiteX25" fmla="*/ 1742173 w 7594333"/>
                <a:gd name="connsiteY25" fmla="*/ 57752 h 510139"/>
                <a:gd name="connsiteX26" fmla="*/ 1742173 w 7594333"/>
                <a:gd name="connsiteY26" fmla="*/ 57752 h 510139"/>
                <a:gd name="connsiteX27" fmla="*/ 1876927 w 7594333"/>
                <a:gd name="connsiteY27" fmla="*/ 105878 h 510139"/>
                <a:gd name="connsiteX28" fmla="*/ 1953929 w 7594333"/>
                <a:gd name="connsiteY28" fmla="*/ 67377 h 510139"/>
                <a:gd name="connsiteX29" fmla="*/ 2107933 w 7594333"/>
                <a:gd name="connsiteY29" fmla="*/ 96253 h 510139"/>
                <a:gd name="connsiteX30" fmla="*/ 2107933 w 7594333"/>
                <a:gd name="connsiteY30" fmla="*/ 96253 h 510139"/>
                <a:gd name="connsiteX31" fmla="*/ 2233061 w 7594333"/>
                <a:gd name="connsiteY31" fmla="*/ 48127 h 510139"/>
                <a:gd name="connsiteX32" fmla="*/ 2319689 w 7594333"/>
                <a:gd name="connsiteY32" fmla="*/ 38501 h 510139"/>
                <a:gd name="connsiteX33" fmla="*/ 2358190 w 7594333"/>
                <a:gd name="connsiteY33" fmla="*/ 67377 h 510139"/>
                <a:gd name="connsiteX34" fmla="*/ 2406316 w 7594333"/>
                <a:gd name="connsiteY34" fmla="*/ 96253 h 510139"/>
                <a:gd name="connsiteX35" fmla="*/ 2406316 w 7594333"/>
                <a:gd name="connsiteY35" fmla="*/ 96253 h 510139"/>
                <a:gd name="connsiteX36" fmla="*/ 2550695 w 7594333"/>
                <a:gd name="connsiteY36" fmla="*/ 67377 h 510139"/>
                <a:gd name="connsiteX37" fmla="*/ 2723950 w 7594333"/>
                <a:gd name="connsiteY37" fmla="*/ 96253 h 510139"/>
                <a:gd name="connsiteX38" fmla="*/ 2858703 w 7594333"/>
                <a:gd name="connsiteY38" fmla="*/ 9626 h 510139"/>
                <a:gd name="connsiteX39" fmla="*/ 3012708 w 7594333"/>
                <a:gd name="connsiteY39" fmla="*/ 105878 h 510139"/>
                <a:gd name="connsiteX40" fmla="*/ 3157087 w 7594333"/>
                <a:gd name="connsiteY40" fmla="*/ 67377 h 510139"/>
                <a:gd name="connsiteX41" fmla="*/ 3320716 w 7594333"/>
                <a:gd name="connsiteY41" fmla="*/ 67377 h 510139"/>
                <a:gd name="connsiteX42" fmla="*/ 3609474 w 7594333"/>
                <a:gd name="connsiteY42" fmla="*/ 67377 h 510139"/>
                <a:gd name="connsiteX43" fmla="*/ 3744228 w 7594333"/>
                <a:gd name="connsiteY43" fmla="*/ 163630 h 510139"/>
                <a:gd name="connsiteX44" fmla="*/ 3946358 w 7594333"/>
                <a:gd name="connsiteY44" fmla="*/ 67377 h 510139"/>
                <a:gd name="connsiteX45" fmla="*/ 4129238 w 7594333"/>
                <a:gd name="connsiteY45" fmla="*/ 105878 h 510139"/>
                <a:gd name="connsiteX46" fmla="*/ 4292868 w 7594333"/>
                <a:gd name="connsiteY46" fmla="*/ 38501 h 510139"/>
                <a:gd name="connsiteX47" fmla="*/ 4427621 w 7594333"/>
                <a:gd name="connsiteY47" fmla="*/ 67377 h 510139"/>
                <a:gd name="connsiteX48" fmla="*/ 4572000 w 7594333"/>
                <a:gd name="connsiteY48" fmla="*/ 28876 h 510139"/>
                <a:gd name="connsiteX49" fmla="*/ 4677878 w 7594333"/>
                <a:gd name="connsiteY49" fmla="*/ 28876 h 510139"/>
                <a:gd name="connsiteX50" fmla="*/ 4677878 w 7594333"/>
                <a:gd name="connsiteY50" fmla="*/ 28876 h 510139"/>
                <a:gd name="connsiteX51" fmla="*/ 4793381 w 7594333"/>
                <a:gd name="connsiteY51" fmla="*/ 48127 h 510139"/>
                <a:gd name="connsiteX52" fmla="*/ 4976261 w 7594333"/>
                <a:gd name="connsiteY52" fmla="*/ 77002 h 510139"/>
                <a:gd name="connsiteX53" fmla="*/ 5178392 w 7594333"/>
                <a:gd name="connsiteY53" fmla="*/ 19251 h 510139"/>
                <a:gd name="connsiteX54" fmla="*/ 5226518 w 7594333"/>
                <a:gd name="connsiteY54" fmla="*/ 19251 h 510139"/>
                <a:gd name="connsiteX55" fmla="*/ 5322771 w 7594333"/>
                <a:gd name="connsiteY55" fmla="*/ 48127 h 510139"/>
                <a:gd name="connsiteX56" fmla="*/ 5515276 w 7594333"/>
                <a:gd name="connsiteY56" fmla="*/ 96253 h 510139"/>
                <a:gd name="connsiteX57" fmla="*/ 5601903 w 7594333"/>
                <a:gd name="connsiteY57" fmla="*/ 115503 h 510139"/>
                <a:gd name="connsiteX58" fmla="*/ 5678906 w 7594333"/>
                <a:gd name="connsiteY58" fmla="*/ 105878 h 510139"/>
                <a:gd name="connsiteX59" fmla="*/ 5813659 w 7594333"/>
                <a:gd name="connsiteY59" fmla="*/ 105878 h 510139"/>
                <a:gd name="connsiteX60" fmla="*/ 5900287 w 7594333"/>
                <a:gd name="connsiteY60" fmla="*/ 67377 h 510139"/>
                <a:gd name="connsiteX61" fmla="*/ 6025415 w 7594333"/>
                <a:gd name="connsiteY61" fmla="*/ 86628 h 510139"/>
                <a:gd name="connsiteX62" fmla="*/ 6112042 w 7594333"/>
                <a:gd name="connsiteY62" fmla="*/ 67377 h 510139"/>
                <a:gd name="connsiteX63" fmla="*/ 6217920 w 7594333"/>
                <a:gd name="connsiteY63" fmla="*/ 67377 h 510139"/>
                <a:gd name="connsiteX64" fmla="*/ 6304548 w 7594333"/>
                <a:gd name="connsiteY64" fmla="*/ 86628 h 510139"/>
                <a:gd name="connsiteX65" fmla="*/ 6400800 w 7594333"/>
                <a:gd name="connsiteY65" fmla="*/ 77002 h 510139"/>
                <a:gd name="connsiteX66" fmla="*/ 6400800 w 7594333"/>
                <a:gd name="connsiteY66" fmla="*/ 77002 h 510139"/>
                <a:gd name="connsiteX67" fmla="*/ 6506678 w 7594333"/>
                <a:gd name="connsiteY67" fmla="*/ 96253 h 510139"/>
                <a:gd name="connsiteX68" fmla="*/ 6564430 w 7594333"/>
                <a:gd name="connsiteY68" fmla="*/ 77002 h 510139"/>
                <a:gd name="connsiteX69" fmla="*/ 6728059 w 7594333"/>
                <a:gd name="connsiteY69" fmla="*/ 48127 h 510139"/>
                <a:gd name="connsiteX70" fmla="*/ 6824312 w 7594333"/>
                <a:gd name="connsiteY70" fmla="*/ 48127 h 510139"/>
                <a:gd name="connsiteX71" fmla="*/ 6891689 w 7594333"/>
                <a:gd name="connsiteY71" fmla="*/ 86628 h 510139"/>
                <a:gd name="connsiteX72" fmla="*/ 6959066 w 7594333"/>
                <a:gd name="connsiteY72" fmla="*/ 19251 h 510139"/>
                <a:gd name="connsiteX73" fmla="*/ 7045693 w 7594333"/>
                <a:gd name="connsiteY73" fmla="*/ 67377 h 510139"/>
                <a:gd name="connsiteX74" fmla="*/ 7151571 w 7594333"/>
                <a:gd name="connsiteY74" fmla="*/ 0 h 510139"/>
                <a:gd name="connsiteX75" fmla="*/ 7315200 w 7594333"/>
                <a:gd name="connsiteY75" fmla="*/ 115503 h 510139"/>
                <a:gd name="connsiteX76" fmla="*/ 7382577 w 7594333"/>
                <a:gd name="connsiteY76" fmla="*/ 67377 h 510139"/>
                <a:gd name="connsiteX77" fmla="*/ 7469205 w 7594333"/>
                <a:gd name="connsiteY77" fmla="*/ 154004 h 510139"/>
                <a:gd name="connsiteX78" fmla="*/ 7594333 w 7594333"/>
                <a:gd name="connsiteY78" fmla="*/ 144379 h 510139"/>
                <a:gd name="connsiteX79" fmla="*/ 7594333 w 7594333"/>
                <a:gd name="connsiteY79" fmla="*/ 144379 h 51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594333" h="510139">
                  <a:moveTo>
                    <a:pt x="0" y="510139"/>
                  </a:moveTo>
                  <a:lnTo>
                    <a:pt x="0" y="510139"/>
                  </a:lnTo>
                  <a:lnTo>
                    <a:pt x="57752" y="423512"/>
                  </a:lnTo>
                  <a:lnTo>
                    <a:pt x="57752" y="423512"/>
                  </a:lnTo>
                  <a:cubicBezTo>
                    <a:pt x="65185" y="426300"/>
                    <a:pt x="138013" y="454694"/>
                    <a:pt x="163630" y="462013"/>
                  </a:cubicBezTo>
                  <a:cubicBezTo>
                    <a:pt x="176350" y="465647"/>
                    <a:pt x="202131" y="471638"/>
                    <a:pt x="202131" y="471638"/>
                  </a:cubicBezTo>
                  <a:lnTo>
                    <a:pt x="202131" y="471638"/>
                  </a:lnTo>
                  <a:cubicBezTo>
                    <a:pt x="254159" y="346769"/>
                    <a:pt x="237068" y="395704"/>
                    <a:pt x="259882" y="327259"/>
                  </a:cubicBezTo>
                  <a:lnTo>
                    <a:pt x="259882" y="327259"/>
                  </a:lnTo>
                  <a:lnTo>
                    <a:pt x="423512" y="385011"/>
                  </a:lnTo>
                  <a:lnTo>
                    <a:pt x="539015" y="154004"/>
                  </a:lnTo>
                  <a:lnTo>
                    <a:pt x="635268" y="182880"/>
                  </a:lnTo>
                  <a:lnTo>
                    <a:pt x="712270" y="86628"/>
                  </a:lnTo>
                  <a:lnTo>
                    <a:pt x="808522" y="173255"/>
                  </a:lnTo>
                  <a:lnTo>
                    <a:pt x="866274" y="96253"/>
                  </a:lnTo>
                  <a:lnTo>
                    <a:pt x="962527" y="96253"/>
                  </a:lnTo>
                  <a:lnTo>
                    <a:pt x="962527" y="96253"/>
                  </a:lnTo>
                  <a:lnTo>
                    <a:pt x="1058779" y="105878"/>
                  </a:lnTo>
                  <a:lnTo>
                    <a:pt x="1058779" y="105878"/>
                  </a:lnTo>
                  <a:lnTo>
                    <a:pt x="1193533" y="77002"/>
                  </a:lnTo>
                  <a:lnTo>
                    <a:pt x="1299411" y="77002"/>
                  </a:lnTo>
                  <a:lnTo>
                    <a:pt x="1463040" y="77002"/>
                  </a:lnTo>
                  <a:lnTo>
                    <a:pt x="1530417" y="86628"/>
                  </a:lnTo>
                  <a:lnTo>
                    <a:pt x="1617045" y="105878"/>
                  </a:lnTo>
                  <a:lnTo>
                    <a:pt x="1617045" y="105878"/>
                  </a:lnTo>
                  <a:cubicBezTo>
                    <a:pt x="1724377" y="73678"/>
                    <a:pt x="1685426" y="95582"/>
                    <a:pt x="1742173" y="57752"/>
                  </a:cubicBezTo>
                  <a:lnTo>
                    <a:pt x="1742173" y="57752"/>
                  </a:lnTo>
                  <a:lnTo>
                    <a:pt x="1876927" y="105878"/>
                  </a:lnTo>
                  <a:lnTo>
                    <a:pt x="1953929" y="67377"/>
                  </a:lnTo>
                  <a:cubicBezTo>
                    <a:pt x="2095784" y="87643"/>
                    <a:pt x="2048098" y="66337"/>
                    <a:pt x="2107933" y="96253"/>
                  </a:cubicBezTo>
                  <a:lnTo>
                    <a:pt x="2107933" y="96253"/>
                  </a:lnTo>
                  <a:lnTo>
                    <a:pt x="2233061" y="48127"/>
                  </a:lnTo>
                  <a:cubicBezTo>
                    <a:pt x="2261937" y="44918"/>
                    <a:pt x="2290973" y="34083"/>
                    <a:pt x="2319689" y="38501"/>
                  </a:cubicBezTo>
                  <a:cubicBezTo>
                    <a:pt x="2335545" y="40940"/>
                    <a:pt x="2345136" y="58053"/>
                    <a:pt x="2358190" y="67377"/>
                  </a:cubicBezTo>
                  <a:cubicBezTo>
                    <a:pt x="2385293" y="86736"/>
                    <a:pt x="2381521" y="83855"/>
                    <a:pt x="2406316" y="96253"/>
                  </a:cubicBezTo>
                  <a:lnTo>
                    <a:pt x="2406316" y="96253"/>
                  </a:lnTo>
                  <a:lnTo>
                    <a:pt x="2550695" y="67377"/>
                  </a:lnTo>
                  <a:lnTo>
                    <a:pt x="2723950" y="96253"/>
                  </a:lnTo>
                  <a:lnTo>
                    <a:pt x="2858703" y="9626"/>
                  </a:lnTo>
                  <a:lnTo>
                    <a:pt x="3012708" y="105878"/>
                  </a:lnTo>
                  <a:lnTo>
                    <a:pt x="3157087" y="67377"/>
                  </a:lnTo>
                  <a:lnTo>
                    <a:pt x="3320716" y="67377"/>
                  </a:lnTo>
                  <a:lnTo>
                    <a:pt x="3609474" y="67377"/>
                  </a:lnTo>
                  <a:lnTo>
                    <a:pt x="3744228" y="163630"/>
                  </a:lnTo>
                  <a:lnTo>
                    <a:pt x="3946358" y="67377"/>
                  </a:lnTo>
                  <a:lnTo>
                    <a:pt x="4129238" y="105878"/>
                  </a:lnTo>
                  <a:lnTo>
                    <a:pt x="4292868" y="38501"/>
                  </a:lnTo>
                  <a:lnTo>
                    <a:pt x="4427621" y="67377"/>
                  </a:lnTo>
                  <a:lnTo>
                    <a:pt x="4572000" y="28876"/>
                  </a:lnTo>
                  <a:lnTo>
                    <a:pt x="4677878" y="28876"/>
                  </a:lnTo>
                  <a:lnTo>
                    <a:pt x="4677878" y="28876"/>
                  </a:lnTo>
                  <a:lnTo>
                    <a:pt x="4793381" y="48127"/>
                  </a:lnTo>
                  <a:lnTo>
                    <a:pt x="4976261" y="77002"/>
                  </a:lnTo>
                  <a:lnTo>
                    <a:pt x="5178392" y="19251"/>
                  </a:lnTo>
                  <a:lnTo>
                    <a:pt x="5226518" y="19251"/>
                  </a:lnTo>
                  <a:lnTo>
                    <a:pt x="5322771" y="48127"/>
                  </a:lnTo>
                  <a:lnTo>
                    <a:pt x="5515276" y="96253"/>
                  </a:lnTo>
                  <a:lnTo>
                    <a:pt x="5601903" y="115503"/>
                  </a:lnTo>
                  <a:lnTo>
                    <a:pt x="5678906" y="105878"/>
                  </a:lnTo>
                  <a:lnTo>
                    <a:pt x="5813659" y="105878"/>
                  </a:lnTo>
                  <a:lnTo>
                    <a:pt x="5900287" y="67377"/>
                  </a:lnTo>
                  <a:lnTo>
                    <a:pt x="6025415" y="86628"/>
                  </a:lnTo>
                  <a:lnTo>
                    <a:pt x="6112042" y="67377"/>
                  </a:lnTo>
                  <a:lnTo>
                    <a:pt x="6217920" y="67377"/>
                  </a:lnTo>
                  <a:lnTo>
                    <a:pt x="6304548" y="86628"/>
                  </a:lnTo>
                  <a:lnTo>
                    <a:pt x="6400800" y="77002"/>
                  </a:lnTo>
                  <a:lnTo>
                    <a:pt x="6400800" y="77002"/>
                  </a:lnTo>
                  <a:lnTo>
                    <a:pt x="6506678" y="96253"/>
                  </a:lnTo>
                  <a:lnTo>
                    <a:pt x="6564430" y="77002"/>
                  </a:lnTo>
                  <a:lnTo>
                    <a:pt x="6728059" y="48127"/>
                  </a:lnTo>
                  <a:lnTo>
                    <a:pt x="6824312" y="48127"/>
                  </a:lnTo>
                  <a:lnTo>
                    <a:pt x="6891689" y="86628"/>
                  </a:lnTo>
                  <a:lnTo>
                    <a:pt x="6959066" y="19251"/>
                  </a:lnTo>
                  <a:lnTo>
                    <a:pt x="7045693" y="67377"/>
                  </a:lnTo>
                  <a:lnTo>
                    <a:pt x="7151571" y="0"/>
                  </a:lnTo>
                  <a:lnTo>
                    <a:pt x="7315200" y="115503"/>
                  </a:lnTo>
                  <a:lnTo>
                    <a:pt x="7382577" y="67377"/>
                  </a:lnTo>
                  <a:lnTo>
                    <a:pt x="7469205" y="154004"/>
                  </a:lnTo>
                  <a:lnTo>
                    <a:pt x="7594333" y="144379"/>
                  </a:lnTo>
                  <a:lnTo>
                    <a:pt x="7594333" y="14437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F06E76F-AEF8-0476-5B34-CD14801B92F3}"/>
                    </a:ext>
                  </a:extLst>
                </p:cNvPr>
                <p:cNvSpPr txBox="1"/>
                <p:nvPr/>
              </p:nvSpPr>
              <p:spPr>
                <a:xfrm>
                  <a:off x="10034149" y="3338739"/>
                  <a:ext cx="3141394" cy="459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= 20</m:t>
                        </m:r>
                        <m:r>
                          <m:rPr>
                            <m:sty m:val="p"/>
                          </m:rPr>
                          <a:rPr lang="en-IN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IN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IN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F06E76F-AEF8-0476-5B34-CD14801B92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4149" y="3338739"/>
                  <a:ext cx="3141394" cy="45995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Model 12" descr="Residential House">
                <a:extLst>
                  <a:ext uri="{FF2B5EF4-FFF2-40B4-BE49-F238E27FC236}">
                    <a16:creationId xmlns:a16="http://schemas.microsoft.com/office/drawing/2014/main" id="{21831646-6FBB-5D3B-8E24-944075FBD3C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55961596"/>
                  </p:ext>
                </p:extLst>
              </p:nvPr>
            </p:nvGraphicFramePr>
            <p:xfrm>
              <a:off x="8908786" y="2570489"/>
              <a:ext cx="1852904" cy="150906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852904" cy="1509067"/>
                    </a:xfrm>
                    <a:prstGeom prst="rect">
                      <a:avLst/>
                    </a:prstGeom>
                  </am3d:spPr>
                  <am3d:camera>
                    <am3d:pos x="0" y="0" z="7586223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97732" d="1000000"/>
                    <am3d:preTrans dx="0" dy="-1443756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402" ay="4084186" az="83789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2858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Model 12" descr="Residential House">
                <a:extLst>
                  <a:ext uri="{FF2B5EF4-FFF2-40B4-BE49-F238E27FC236}">
                    <a16:creationId xmlns:a16="http://schemas.microsoft.com/office/drawing/2014/main" id="{21831646-6FBB-5D3B-8E24-944075FBD3C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08786" y="2570489"/>
                <a:ext cx="1852904" cy="1509067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53C265C3-D9DD-9950-682A-3662F9F7D571}"/>
              </a:ext>
            </a:extLst>
          </p:cNvPr>
          <p:cNvSpPr/>
          <p:nvPr/>
        </p:nvSpPr>
        <p:spPr>
          <a:xfrm>
            <a:off x="9001968" y="1463997"/>
            <a:ext cx="2204186" cy="577515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Want 220V and 10A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993EE23C-D2F6-36B4-C7A7-0BB62204D69B}"/>
              </a:ext>
            </a:extLst>
          </p:cNvPr>
          <p:cNvSpPr/>
          <p:nvPr/>
        </p:nvSpPr>
        <p:spPr>
          <a:xfrm>
            <a:off x="9001968" y="2112630"/>
            <a:ext cx="2204186" cy="577515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Get 120V only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F17E675-E70B-9837-BBDF-B36526B90F06}"/>
              </a:ext>
            </a:extLst>
          </p:cNvPr>
          <p:cNvSpPr/>
          <p:nvPr/>
        </p:nvSpPr>
        <p:spPr>
          <a:xfrm>
            <a:off x="149291" y="953326"/>
            <a:ext cx="11196734" cy="3806890"/>
          </a:xfrm>
          <a:custGeom>
            <a:avLst/>
            <a:gdLst>
              <a:gd name="connsiteX0" fmla="*/ 0 w 11691257"/>
              <a:gd name="connsiteY0" fmla="*/ 3573625 h 3806890"/>
              <a:gd name="connsiteX1" fmla="*/ 671804 w 11691257"/>
              <a:gd name="connsiteY1" fmla="*/ 130629 h 3806890"/>
              <a:gd name="connsiteX2" fmla="*/ 709126 w 11691257"/>
              <a:gd name="connsiteY2" fmla="*/ 3452327 h 3806890"/>
              <a:gd name="connsiteX3" fmla="*/ 1278294 w 11691257"/>
              <a:gd name="connsiteY3" fmla="*/ 167952 h 3806890"/>
              <a:gd name="connsiteX4" fmla="*/ 1455575 w 11691257"/>
              <a:gd name="connsiteY4" fmla="*/ 3806890 h 3806890"/>
              <a:gd name="connsiteX5" fmla="*/ 2230016 w 11691257"/>
              <a:gd name="connsiteY5" fmla="*/ 550507 h 3806890"/>
              <a:gd name="connsiteX6" fmla="*/ 2220686 w 11691257"/>
              <a:gd name="connsiteY6" fmla="*/ 1539552 h 3806890"/>
              <a:gd name="connsiteX7" fmla="*/ 2883159 w 11691257"/>
              <a:gd name="connsiteY7" fmla="*/ 895739 h 3806890"/>
              <a:gd name="connsiteX8" fmla="*/ 2304661 w 11691257"/>
              <a:gd name="connsiteY8" fmla="*/ 3424335 h 3806890"/>
              <a:gd name="connsiteX9" fmla="*/ 3088432 w 11691257"/>
              <a:gd name="connsiteY9" fmla="*/ 2612572 h 3806890"/>
              <a:gd name="connsiteX10" fmla="*/ 3097763 w 11691257"/>
              <a:gd name="connsiteY10" fmla="*/ 3648270 h 3806890"/>
              <a:gd name="connsiteX11" fmla="*/ 4208106 w 11691257"/>
              <a:gd name="connsiteY11" fmla="*/ 830425 h 3806890"/>
              <a:gd name="connsiteX12" fmla="*/ 4730620 w 11691257"/>
              <a:gd name="connsiteY12" fmla="*/ 3582956 h 3806890"/>
              <a:gd name="connsiteX13" fmla="*/ 5001208 w 11691257"/>
              <a:gd name="connsiteY13" fmla="*/ 2052735 h 3806890"/>
              <a:gd name="connsiteX14" fmla="*/ 5430416 w 11691257"/>
              <a:gd name="connsiteY14" fmla="*/ 3554964 h 3806890"/>
              <a:gd name="connsiteX15" fmla="*/ 5654351 w 11691257"/>
              <a:gd name="connsiteY15" fmla="*/ 2248678 h 3806890"/>
              <a:gd name="connsiteX16" fmla="*/ 5756988 w 11691257"/>
              <a:gd name="connsiteY16" fmla="*/ 1035698 h 3806890"/>
              <a:gd name="connsiteX17" fmla="*/ 5822302 w 11691257"/>
              <a:gd name="connsiteY17" fmla="*/ 363894 h 3806890"/>
              <a:gd name="connsiteX18" fmla="*/ 5980922 w 11691257"/>
              <a:gd name="connsiteY18" fmla="*/ 167952 h 3806890"/>
              <a:gd name="connsiteX19" fmla="*/ 5980922 w 11691257"/>
              <a:gd name="connsiteY19" fmla="*/ 167952 h 3806890"/>
              <a:gd name="connsiteX20" fmla="*/ 6316824 w 11691257"/>
              <a:gd name="connsiteY20" fmla="*/ 3461658 h 3806890"/>
              <a:gd name="connsiteX21" fmla="*/ 6755363 w 11691257"/>
              <a:gd name="connsiteY21" fmla="*/ 2528596 h 3806890"/>
              <a:gd name="connsiteX22" fmla="*/ 7231224 w 11691257"/>
              <a:gd name="connsiteY22" fmla="*/ 802433 h 3806890"/>
              <a:gd name="connsiteX23" fmla="*/ 7445828 w 11691257"/>
              <a:gd name="connsiteY23" fmla="*/ 1950098 h 3806890"/>
              <a:gd name="connsiteX24" fmla="*/ 7529804 w 11691257"/>
              <a:gd name="connsiteY24" fmla="*/ 3564294 h 3806890"/>
              <a:gd name="connsiteX25" fmla="*/ 8173616 w 11691257"/>
              <a:gd name="connsiteY25" fmla="*/ 2519266 h 3806890"/>
              <a:gd name="connsiteX26" fmla="*/ 8761445 w 11691257"/>
              <a:gd name="connsiteY26" fmla="*/ 923731 h 3806890"/>
              <a:gd name="connsiteX27" fmla="*/ 8873412 w 11691257"/>
              <a:gd name="connsiteY27" fmla="*/ 0 h 3806890"/>
              <a:gd name="connsiteX28" fmla="*/ 9339943 w 11691257"/>
              <a:gd name="connsiteY28" fmla="*/ 1278294 h 3806890"/>
              <a:gd name="connsiteX29" fmla="*/ 9293290 w 11691257"/>
              <a:gd name="connsiteY29" fmla="*/ 2957805 h 3806890"/>
              <a:gd name="connsiteX30" fmla="*/ 9563877 w 11691257"/>
              <a:gd name="connsiteY30" fmla="*/ 3601617 h 3806890"/>
              <a:gd name="connsiteX31" fmla="*/ 9666514 w 11691257"/>
              <a:gd name="connsiteY31" fmla="*/ 3051111 h 3806890"/>
              <a:gd name="connsiteX32" fmla="*/ 9834465 w 11691257"/>
              <a:gd name="connsiteY32" fmla="*/ 2369976 h 3806890"/>
              <a:gd name="connsiteX33" fmla="*/ 9834465 w 11691257"/>
              <a:gd name="connsiteY33" fmla="*/ 2369976 h 3806890"/>
              <a:gd name="connsiteX34" fmla="*/ 10095722 w 11691257"/>
              <a:gd name="connsiteY34" fmla="*/ 1017037 h 3806890"/>
              <a:gd name="connsiteX35" fmla="*/ 10356979 w 11691257"/>
              <a:gd name="connsiteY35" fmla="*/ 37323 h 3806890"/>
              <a:gd name="connsiteX36" fmla="*/ 10543592 w 11691257"/>
              <a:gd name="connsiteY36" fmla="*/ 923731 h 3806890"/>
              <a:gd name="connsiteX37" fmla="*/ 10664890 w 11691257"/>
              <a:gd name="connsiteY37" fmla="*/ 1791478 h 3806890"/>
              <a:gd name="connsiteX38" fmla="*/ 10860832 w 11691257"/>
              <a:gd name="connsiteY38" fmla="*/ 2743200 h 3806890"/>
              <a:gd name="connsiteX39" fmla="*/ 10963469 w 11691257"/>
              <a:gd name="connsiteY39" fmla="*/ 3293707 h 3806890"/>
              <a:gd name="connsiteX40" fmla="*/ 11336694 w 11691257"/>
              <a:gd name="connsiteY40" fmla="*/ 2062066 h 3806890"/>
              <a:gd name="connsiteX41" fmla="*/ 11691257 w 11691257"/>
              <a:gd name="connsiteY41" fmla="*/ 681135 h 3806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691257" h="3806890">
                <a:moveTo>
                  <a:pt x="0" y="3573625"/>
                </a:moveTo>
                <a:lnTo>
                  <a:pt x="671804" y="130629"/>
                </a:lnTo>
                <a:lnTo>
                  <a:pt x="709126" y="3452327"/>
                </a:lnTo>
                <a:lnTo>
                  <a:pt x="1278294" y="167952"/>
                </a:lnTo>
                <a:lnTo>
                  <a:pt x="1455575" y="3806890"/>
                </a:lnTo>
                <a:lnTo>
                  <a:pt x="2230016" y="550507"/>
                </a:lnTo>
                <a:lnTo>
                  <a:pt x="2220686" y="1539552"/>
                </a:lnTo>
                <a:lnTo>
                  <a:pt x="2883159" y="895739"/>
                </a:lnTo>
                <a:lnTo>
                  <a:pt x="2304661" y="3424335"/>
                </a:lnTo>
                <a:lnTo>
                  <a:pt x="3088432" y="2612572"/>
                </a:lnTo>
                <a:cubicBezTo>
                  <a:pt x="3091542" y="2957805"/>
                  <a:pt x="3094653" y="3303037"/>
                  <a:pt x="3097763" y="3648270"/>
                </a:cubicBezTo>
                <a:lnTo>
                  <a:pt x="4208106" y="830425"/>
                </a:lnTo>
                <a:lnTo>
                  <a:pt x="4730620" y="3582956"/>
                </a:lnTo>
                <a:lnTo>
                  <a:pt x="5001208" y="2052735"/>
                </a:lnTo>
                <a:lnTo>
                  <a:pt x="5430416" y="3554964"/>
                </a:lnTo>
                <a:cubicBezTo>
                  <a:pt x="5505061" y="3119535"/>
                  <a:pt x="5589017" y="2685601"/>
                  <a:pt x="5654351" y="2248678"/>
                </a:cubicBezTo>
                <a:cubicBezTo>
                  <a:pt x="5760023" y="1541999"/>
                  <a:pt x="5707360" y="1670937"/>
                  <a:pt x="5756988" y="1035698"/>
                </a:cubicBezTo>
                <a:cubicBezTo>
                  <a:pt x="5774512" y="811391"/>
                  <a:pt x="5766082" y="581747"/>
                  <a:pt x="5822302" y="363894"/>
                </a:cubicBezTo>
                <a:cubicBezTo>
                  <a:pt x="5843300" y="282527"/>
                  <a:pt x="5980922" y="167952"/>
                  <a:pt x="5980922" y="167952"/>
                </a:cubicBezTo>
                <a:lnTo>
                  <a:pt x="5980922" y="167952"/>
                </a:lnTo>
                <a:lnTo>
                  <a:pt x="6316824" y="3461658"/>
                </a:lnTo>
                <a:lnTo>
                  <a:pt x="6755363" y="2528596"/>
                </a:lnTo>
                <a:lnTo>
                  <a:pt x="7231224" y="802433"/>
                </a:lnTo>
                <a:lnTo>
                  <a:pt x="7445828" y="1950098"/>
                </a:lnTo>
                <a:lnTo>
                  <a:pt x="7529804" y="3564294"/>
                </a:lnTo>
                <a:lnTo>
                  <a:pt x="8173616" y="2519266"/>
                </a:lnTo>
                <a:lnTo>
                  <a:pt x="8761445" y="923731"/>
                </a:lnTo>
                <a:lnTo>
                  <a:pt x="8873412" y="0"/>
                </a:lnTo>
                <a:lnTo>
                  <a:pt x="9339943" y="1278294"/>
                </a:lnTo>
                <a:lnTo>
                  <a:pt x="9293290" y="2957805"/>
                </a:lnTo>
                <a:lnTo>
                  <a:pt x="9563877" y="3601617"/>
                </a:lnTo>
                <a:cubicBezTo>
                  <a:pt x="9598089" y="3418115"/>
                  <a:pt x="9626460" y="3233427"/>
                  <a:pt x="9666514" y="3051111"/>
                </a:cubicBezTo>
                <a:cubicBezTo>
                  <a:pt x="9716692" y="2822713"/>
                  <a:pt x="9834465" y="2369976"/>
                  <a:pt x="9834465" y="2369976"/>
                </a:cubicBezTo>
                <a:lnTo>
                  <a:pt x="9834465" y="2369976"/>
                </a:lnTo>
                <a:lnTo>
                  <a:pt x="10095722" y="1017037"/>
                </a:lnTo>
                <a:lnTo>
                  <a:pt x="10356979" y="37323"/>
                </a:lnTo>
                <a:lnTo>
                  <a:pt x="10543592" y="923731"/>
                </a:lnTo>
                <a:lnTo>
                  <a:pt x="10664890" y="1791478"/>
                </a:lnTo>
                <a:lnTo>
                  <a:pt x="10860832" y="2743200"/>
                </a:lnTo>
                <a:lnTo>
                  <a:pt x="10963469" y="3293707"/>
                </a:lnTo>
                <a:lnTo>
                  <a:pt x="11336694" y="2062066"/>
                </a:lnTo>
                <a:lnTo>
                  <a:pt x="11691257" y="681135"/>
                </a:lnTo>
              </a:path>
            </a:pathLst>
          </a:cu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564595-43B5-6D8F-929F-77D4B0C49DBA}"/>
              </a:ext>
            </a:extLst>
          </p:cNvPr>
          <p:cNvSpPr txBox="1"/>
          <p:nvPr/>
        </p:nvSpPr>
        <p:spPr>
          <a:xfrm>
            <a:off x="2740353" y="1657082"/>
            <a:ext cx="2204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Loss of 100V</a:t>
            </a:r>
          </a:p>
        </p:txBody>
      </p:sp>
    </p:spTree>
    <p:extLst>
      <p:ext uri="{BB962C8B-B14F-4D97-AF65-F5344CB8AC3E}">
        <p14:creationId xmlns:p14="http://schemas.microsoft.com/office/powerpoint/2010/main" val="32477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6" grpId="0" animBg="1"/>
      <p:bldP spid="17" grpId="0" animBg="1"/>
      <p:bldP spid="27" grpId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E0CEC17-43FA-2480-3FC6-F635DA3C61B9}"/>
              </a:ext>
            </a:extLst>
          </p:cNvPr>
          <p:cNvGrpSpPr/>
          <p:nvPr/>
        </p:nvGrpSpPr>
        <p:grpSpPr>
          <a:xfrm>
            <a:off x="1291247" y="2906803"/>
            <a:ext cx="5005925" cy="522197"/>
            <a:chOff x="1511166" y="3301465"/>
            <a:chExt cx="8491882" cy="522197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AC7AEA-8B64-DBC8-C0E6-9BFDFAAEDD81}"/>
                </a:ext>
              </a:extLst>
            </p:cNvPr>
            <p:cNvSpPr/>
            <p:nvPr/>
          </p:nvSpPr>
          <p:spPr>
            <a:xfrm>
              <a:off x="1511166" y="3301465"/>
              <a:ext cx="8491882" cy="510139"/>
            </a:xfrm>
            <a:custGeom>
              <a:avLst/>
              <a:gdLst>
                <a:gd name="connsiteX0" fmla="*/ 0 w 7594333"/>
                <a:gd name="connsiteY0" fmla="*/ 510139 h 510139"/>
                <a:gd name="connsiteX1" fmla="*/ 0 w 7594333"/>
                <a:gd name="connsiteY1" fmla="*/ 510139 h 510139"/>
                <a:gd name="connsiteX2" fmla="*/ 57752 w 7594333"/>
                <a:gd name="connsiteY2" fmla="*/ 423512 h 510139"/>
                <a:gd name="connsiteX3" fmla="*/ 57752 w 7594333"/>
                <a:gd name="connsiteY3" fmla="*/ 423512 h 510139"/>
                <a:gd name="connsiteX4" fmla="*/ 163630 w 7594333"/>
                <a:gd name="connsiteY4" fmla="*/ 462013 h 510139"/>
                <a:gd name="connsiteX5" fmla="*/ 202131 w 7594333"/>
                <a:gd name="connsiteY5" fmla="*/ 471638 h 510139"/>
                <a:gd name="connsiteX6" fmla="*/ 202131 w 7594333"/>
                <a:gd name="connsiteY6" fmla="*/ 471638 h 510139"/>
                <a:gd name="connsiteX7" fmla="*/ 259882 w 7594333"/>
                <a:gd name="connsiteY7" fmla="*/ 327259 h 510139"/>
                <a:gd name="connsiteX8" fmla="*/ 259882 w 7594333"/>
                <a:gd name="connsiteY8" fmla="*/ 327259 h 510139"/>
                <a:gd name="connsiteX9" fmla="*/ 423512 w 7594333"/>
                <a:gd name="connsiteY9" fmla="*/ 385011 h 510139"/>
                <a:gd name="connsiteX10" fmla="*/ 539015 w 7594333"/>
                <a:gd name="connsiteY10" fmla="*/ 154004 h 510139"/>
                <a:gd name="connsiteX11" fmla="*/ 635268 w 7594333"/>
                <a:gd name="connsiteY11" fmla="*/ 182880 h 510139"/>
                <a:gd name="connsiteX12" fmla="*/ 712270 w 7594333"/>
                <a:gd name="connsiteY12" fmla="*/ 86628 h 510139"/>
                <a:gd name="connsiteX13" fmla="*/ 808522 w 7594333"/>
                <a:gd name="connsiteY13" fmla="*/ 173255 h 510139"/>
                <a:gd name="connsiteX14" fmla="*/ 866274 w 7594333"/>
                <a:gd name="connsiteY14" fmla="*/ 96253 h 510139"/>
                <a:gd name="connsiteX15" fmla="*/ 962527 w 7594333"/>
                <a:gd name="connsiteY15" fmla="*/ 96253 h 510139"/>
                <a:gd name="connsiteX16" fmla="*/ 962527 w 7594333"/>
                <a:gd name="connsiteY16" fmla="*/ 96253 h 510139"/>
                <a:gd name="connsiteX17" fmla="*/ 1058779 w 7594333"/>
                <a:gd name="connsiteY17" fmla="*/ 105878 h 510139"/>
                <a:gd name="connsiteX18" fmla="*/ 1058779 w 7594333"/>
                <a:gd name="connsiteY18" fmla="*/ 105878 h 510139"/>
                <a:gd name="connsiteX19" fmla="*/ 1193533 w 7594333"/>
                <a:gd name="connsiteY19" fmla="*/ 77002 h 510139"/>
                <a:gd name="connsiteX20" fmla="*/ 1299411 w 7594333"/>
                <a:gd name="connsiteY20" fmla="*/ 77002 h 510139"/>
                <a:gd name="connsiteX21" fmla="*/ 1463040 w 7594333"/>
                <a:gd name="connsiteY21" fmla="*/ 77002 h 510139"/>
                <a:gd name="connsiteX22" fmla="*/ 1530417 w 7594333"/>
                <a:gd name="connsiteY22" fmla="*/ 86628 h 510139"/>
                <a:gd name="connsiteX23" fmla="*/ 1617045 w 7594333"/>
                <a:gd name="connsiteY23" fmla="*/ 105878 h 510139"/>
                <a:gd name="connsiteX24" fmla="*/ 1617045 w 7594333"/>
                <a:gd name="connsiteY24" fmla="*/ 105878 h 510139"/>
                <a:gd name="connsiteX25" fmla="*/ 1742173 w 7594333"/>
                <a:gd name="connsiteY25" fmla="*/ 57752 h 510139"/>
                <a:gd name="connsiteX26" fmla="*/ 1742173 w 7594333"/>
                <a:gd name="connsiteY26" fmla="*/ 57752 h 510139"/>
                <a:gd name="connsiteX27" fmla="*/ 1876927 w 7594333"/>
                <a:gd name="connsiteY27" fmla="*/ 105878 h 510139"/>
                <a:gd name="connsiteX28" fmla="*/ 1953929 w 7594333"/>
                <a:gd name="connsiteY28" fmla="*/ 67377 h 510139"/>
                <a:gd name="connsiteX29" fmla="*/ 2107933 w 7594333"/>
                <a:gd name="connsiteY29" fmla="*/ 96253 h 510139"/>
                <a:gd name="connsiteX30" fmla="*/ 2107933 w 7594333"/>
                <a:gd name="connsiteY30" fmla="*/ 96253 h 510139"/>
                <a:gd name="connsiteX31" fmla="*/ 2233061 w 7594333"/>
                <a:gd name="connsiteY31" fmla="*/ 48127 h 510139"/>
                <a:gd name="connsiteX32" fmla="*/ 2319689 w 7594333"/>
                <a:gd name="connsiteY32" fmla="*/ 38501 h 510139"/>
                <a:gd name="connsiteX33" fmla="*/ 2358190 w 7594333"/>
                <a:gd name="connsiteY33" fmla="*/ 67377 h 510139"/>
                <a:gd name="connsiteX34" fmla="*/ 2406316 w 7594333"/>
                <a:gd name="connsiteY34" fmla="*/ 96253 h 510139"/>
                <a:gd name="connsiteX35" fmla="*/ 2406316 w 7594333"/>
                <a:gd name="connsiteY35" fmla="*/ 96253 h 510139"/>
                <a:gd name="connsiteX36" fmla="*/ 2550695 w 7594333"/>
                <a:gd name="connsiteY36" fmla="*/ 67377 h 510139"/>
                <a:gd name="connsiteX37" fmla="*/ 2723950 w 7594333"/>
                <a:gd name="connsiteY37" fmla="*/ 96253 h 510139"/>
                <a:gd name="connsiteX38" fmla="*/ 2858703 w 7594333"/>
                <a:gd name="connsiteY38" fmla="*/ 9626 h 510139"/>
                <a:gd name="connsiteX39" fmla="*/ 3012708 w 7594333"/>
                <a:gd name="connsiteY39" fmla="*/ 105878 h 510139"/>
                <a:gd name="connsiteX40" fmla="*/ 3157087 w 7594333"/>
                <a:gd name="connsiteY40" fmla="*/ 67377 h 510139"/>
                <a:gd name="connsiteX41" fmla="*/ 3320716 w 7594333"/>
                <a:gd name="connsiteY41" fmla="*/ 67377 h 510139"/>
                <a:gd name="connsiteX42" fmla="*/ 3609474 w 7594333"/>
                <a:gd name="connsiteY42" fmla="*/ 67377 h 510139"/>
                <a:gd name="connsiteX43" fmla="*/ 3744228 w 7594333"/>
                <a:gd name="connsiteY43" fmla="*/ 163630 h 510139"/>
                <a:gd name="connsiteX44" fmla="*/ 3946358 w 7594333"/>
                <a:gd name="connsiteY44" fmla="*/ 67377 h 510139"/>
                <a:gd name="connsiteX45" fmla="*/ 4129238 w 7594333"/>
                <a:gd name="connsiteY45" fmla="*/ 105878 h 510139"/>
                <a:gd name="connsiteX46" fmla="*/ 4292868 w 7594333"/>
                <a:gd name="connsiteY46" fmla="*/ 38501 h 510139"/>
                <a:gd name="connsiteX47" fmla="*/ 4427621 w 7594333"/>
                <a:gd name="connsiteY47" fmla="*/ 67377 h 510139"/>
                <a:gd name="connsiteX48" fmla="*/ 4572000 w 7594333"/>
                <a:gd name="connsiteY48" fmla="*/ 28876 h 510139"/>
                <a:gd name="connsiteX49" fmla="*/ 4677878 w 7594333"/>
                <a:gd name="connsiteY49" fmla="*/ 28876 h 510139"/>
                <a:gd name="connsiteX50" fmla="*/ 4677878 w 7594333"/>
                <a:gd name="connsiteY50" fmla="*/ 28876 h 510139"/>
                <a:gd name="connsiteX51" fmla="*/ 4793381 w 7594333"/>
                <a:gd name="connsiteY51" fmla="*/ 48127 h 510139"/>
                <a:gd name="connsiteX52" fmla="*/ 4976261 w 7594333"/>
                <a:gd name="connsiteY52" fmla="*/ 77002 h 510139"/>
                <a:gd name="connsiteX53" fmla="*/ 5178392 w 7594333"/>
                <a:gd name="connsiteY53" fmla="*/ 19251 h 510139"/>
                <a:gd name="connsiteX54" fmla="*/ 5226518 w 7594333"/>
                <a:gd name="connsiteY54" fmla="*/ 19251 h 510139"/>
                <a:gd name="connsiteX55" fmla="*/ 5322771 w 7594333"/>
                <a:gd name="connsiteY55" fmla="*/ 48127 h 510139"/>
                <a:gd name="connsiteX56" fmla="*/ 5515276 w 7594333"/>
                <a:gd name="connsiteY56" fmla="*/ 96253 h 510139"/>
                <a:gd name="connsiteX57" fmla="*/ 5601903 w 7594333"/>
                <a:gd name="connsiteY57" fmla="*/ 115503 h 510139"/>
                <a:gd name="connsiteX58" fmla="*/ 5678906 w 7594333"/>
                <a:gd name="connsiteY58" fmla="*/ 105878 h 510139"/>
                <a:gd name="connsiteX59" fmla="*/ 5813659 w 7594333"/>
                <a:gd name="connsiteY59" fmla="*/ 105878 h 510139"/>
                <a:gd name="connsiteX60" fmla="*/ 5900287 w 7594333"/>
                <a:gd name="connsiteY60" fmla="*/ 67377 h 510139"/>
                <a:gd name="connsiteX61" fmla="*/ 6025415 w 7594333"/>
                <a:gd name="connsiteY61" fmla="*/ 86628 h 510139"/>
                <a:gd name="connsiteX62" fmla="*/ 6112042 w 7594333"/>
                <a:gd name="connsiteY62" fmla="*/ 67377 h 510139"/>
                <a:gd name="connsiteX63" fmla="*/ 6217920 w 7594333"/>
                <a:gd name="connsiteY63" fmla="*/ 67377 h 510139"/>
                <a:gd name="connsiteX64" fmla="*/ 6304548 w 7594333"/>
                <a:gd name="connsiteY64" fmla="*/ 86628 h 510139"/>
                <a:gd name="connsiteX65" fmla="*/ 6400800 w 7594333"/>
                <a:gd name="connsiteY65" fmla="*/ 77002 h 510139"/>
                <a:gd name="connsiteX66" fmla="*/ 6400800 w 7594333"/>
                <a:gd name="connsiteY66" fmla="*/ 77002 h 510139"/>
                <a:gd name="connsiteX67" fmla="*/ 6506678 w 7594333"/>
                <a:gd name="connsiteY67" fmla="*/ 96253 h 510139"/>
                <a:gd name="connsiteX68" fmla="*/ 6564430 w 7594333"/>
                <a:gd name="connsiteY68" fmla="*/ 77002 h 510139"/>
                <a:gd name="connsiteX69" fmla="*/ 6728059 w 7594333"/>
                <a:gd name="connsiteY69" fmla="*/ 48127 h 510139"/>
                <a:gd name="connsiteX70" fmla="*/ 6824312 w 7594333"/>
                <a:gd name="connsiteY70" fmla="*/ 48127 h 510139"/>
                <a:gd name="connsiteX71" fmla="*/ 6891689 w 7594333"/>
                <a:gd name="connsiteY71" fmla="*/ 86628 h 510139"/>
                <a:gd name="connsiteX72" fmla="*/ 6959066 w 7594333"/>
                <a:gd name="connsiteY72" fmla="*/ 19251 h 510139"/>
                <a:gd name="connsiteX73" fmla="*/ 7045693 w 7594333"/>
                <a:gd name="connsiteY73" fmla="*/ 67377 h 510139"/>
                <a:gd name="connsiteX74" fmla="*/ 7151571 w 7594333"/>
                <a:gd name="connsiteY74" fmla="*/ 0 h 510139"/>
                <a:gd name="connsiteX75" fmla="*/ 7315200 w 7594333"/>
                <a:gd name="connsiteY75" fmla="*/ 115503 h 510139"/>
                <a:gd name="connsiteX76" fmla="*/ 7382577 w 7594333"/>
                <a:gd name="connsiteY76" fmla="*/ 67377 h 510139"/>
                <a:gd name="connsiteX77" fmla="*/ 7469205 w 7594333"/>
                <a:gd name="connsiteY77" fmla="*/ 154004 h 510139"/>
                <a:gd name="connsiteX78" fmla="*/ 7594333 w 7594333"/>
                <a:gd name="connsiteY78" fmla="*/ 144379 h 510139"/>
                <a:gd name="connsiteX79" fmla="*/ 7594333 w 7594333"/>
                <a:gd name="connsiteY79" fmla="*/ 144379 h 51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594333" h="510139">
                  <a:moveTo>
                    <a:pt x="0" y="510139"/>
                  </a:moveTo>
                  <a:lnTo>
                    <a:pt x="0" y="510139"/>
                  </a:lnTo>
                  <a:lnTo>
                    <a:pt x="57752" y="423512"/>
                  </a:lnTo>
                  <a:lnTo>
                    <a:pt x="57752" y="423512"/>
                  </a:lnTo>
                  <a:cubicBezTo>
                    <a:pt x="65185" y="426300"/>
                    <a:pt x="138013" y="454694"/>
                    <a:pt x="163630" y="462013"/>
                  </a:cubicBezTo>
                  <a:cubicBezTo>
                    <a:pt x="176350" y="465647"/>
                    <a:pt x="202131" y="471638"/>
                    <a:pt x="202131" y="471638"/>
                  </a:cubicBezTo>
                  <a:lnTo>
                    <a:pt x="202131" y="471638"/>
                  </a:lnTo>
                  <a:cubicBezTo>
                    <a:pt x="254159" y="346769"/>
                    <a:pt x="237068" y="395704"/>
                    <a:pt x="259882" y="327259"/>
                  </a:cubicBezTo>
                  <a:lnTo>
                    <a:pt x="259882" y="327259"/>
                  </a:lnTo>
                  <a:lnTo>
                    <a:pt x="423512" y="385011"/>
                  </a:lnTo>
                  <a:lnTo>
                    <a:pt x="539015" y="154004"/>
                  </a:lnTo>
                  <a:lnTo>
                    <a:pt x="635268" y="182880"/>
                  </a:lnTo>
                  <a:lnTo>
                    <a:pt x="712270" y="86628"/>
                  </a:lnTo>
                  <a:lnTo>
                    <a:pt x="808522" y="173255"/>
                  </a:lnTo>
                  <a:lnTo>
                    <a:pt x="866274" y="96253"/>
                  </a:lnTo>
                  <a:lnTo>
                    <a:pt x="962527" y="96253"/>
                  </a:lnTo>
                  <a:lnTo>
                    <a:pt x="962527" y="96253"/>
                  </a:lnTo>
                  <a:lnTo>
                    <a:pt x="1058779" y="105878"/>
                  </a:lnTo>
                  <a:lnTo>
                    <a:pt x="1058779" y="105878"/>
                  </a:lnTo>
                  <a:lnTo>
                    <a:pt x="1193533" y="77002"/>
                  </a:lnTo>
                  <a:lnTo>
                    <a:pt x="1299411" y="77002"/>
                  </a:lnTo>
                  <a:lnTo>
                    <a:pt x="1463040" y="77002"/>
                  </a:lnTo>
                  <a:lnTo>
                    <a:pt x="1530417" y="86628"/>
                  </a:lnTo>
                  <a:lnTo>
                    <a:pt x="1617045" y="105878"/>
                  </a:lnTo>
                  <a:lnTo>
                    <a:pt x="1617045" y="105878"/>
                  </a:lnTo>
                  <a:cubicBezTo>
                    <a:pt x="1724377" y="73678"/>
                    <a:pt x="1685426" y="95582"/>
                    <a:pt x="1742173" y="57752"/>
                  </a:cubicBezTo>
                  <a:lnTo>
                    <a:pt x="1742173" y="57752"/>
                  </a:lnTo>
                  <a:lnTo>
                    <a:pt x="1876927" y="105878"/>
                  </a:lnTo>
                  <a:lnTo>
                    <a:pt x="1953929" y="67377"/>
                  </a:lnTo>
                  <a:cubicBezTo>
                    <a:pt x="2095784" y="87643"/>
                    <a:pt x="2048098" y="66337"/>
                    <a:pt x="2107933" y="96253"/>
                  </a:cubicBezTo>
                  <a:lnTo>
                    <a:pt x="2107933" y="96253"/>
                  </a:lnTo>
                  <a:lnTo>
                    <a:pt x="2233061" y="48127"/>
                  </a:lnTo>
                  <a:cubicBezTo>
                    <a:pt x="2261937" y="44918"/>
                    <a:pt x="2290973" y="34083"/>
                    <a:pt x="2319689" y="38501"/>
                  </a:cubicBezTo>
                  <a:cubicBezTo>
                    <a:pt x="2335545" y="40940"/>
                    <a:pt x="2345136" y="58053"/>
                    <a:pt x="2358190" y="67377"/>
                  </a:cubicBezTo>
                  <a:cubicBezTo>
                    <a:pt x="2385293" y="86736"/>
                    <a:pt x="2381521" y="83855"/>
                    <a:pt x="2406316" y="96253"/>
                  </a:cubicBezTo>
                  <a:lnTo>
                    <a:pt x="2406316" y="96253"/>
                  </a:lnTo>
                  <a:lnTo>
                    <a:pt x="2550695" y="67377"/>
                  </a:lnTo>
                  <a:lnTo>
                    <a:pt x="2723950" y="96253"/>
                  </a:lnTo>
                  <a:lnTo>
                    <a:pt x="2858703" y="9626"/>
                  </a:lnTo>
                  <a:lnTo>
                    <a:pt x="3012708" y="105878"/>
                  </a:lnTo>
                  <a:lnTo>
                    <a:pt x="3157087" y="67377"/>
                  </a:lnTo>
                  <a:lnTo>
                    <a:pt x="3320716" y="67377"/>
                  </a:lnTo>
                  <a:lnTo>
                    <a:pt x="3609474" y="67377"/>
                  </a:lnTo>
                  <a:lnTo>
                    <a:pt x="3744228" y="163630"/>
                  </a:lnTo>
                  <a:lnTo>
                    <a:pt x="3946358" y="67377"/>
                  </a:lnTo>
                  <a:lnTo>
                    <a:pt x="4129238" y="105878"/>
                  </a:lnTo>
                  <a:lnTo>
                    <a:pt x="4292868" y="38501"/>
                  </a:lnTo>
                  <a:lnTo>
                    <a:pt x="4427621" y="67377"/>
                  </a:lnTo>
                  <a:lnTo>
                    <a:pt x="4572000" y="28876"/>
                  </a:lnTo>
                  <a:lnTo>
                    <a:pt x="4677878" y="28876"/>
                  </a:lnTo>
                  <a:lnTo>
                    <a:pt x="4677878" y="28876"/>
                  </a:lnTo>
                  <a:lnTo>
                    <a:pt x="4793381" y="48127"/>
                  </a:lnTo>
                  <a:lnTo>
                    <a:pt x="4976261" y="77002"/>
                  </a:lnTo>
                  <a:lnTo>
                    <a:pt x="5178392" y="19251"/>
                  </a:lnTo>
                  <a:lnTo>
                    <a:pt x="5226518" y="19251"/>
                  </a:lnTo>
                  <a:lnTo>
                    <a:pt x="5322771" y="48127"/>
                  </a:lnTo>
                  <a:lnTo>
                    <a:pt x="5515276" y="96253"/>
                  </a:lnTo>
                  <a:lnTo>
                    <a:pt x="5601903" y="115503"/>
                  </a:lnTo>
                  <a:lnTo>
                    <a:pt x="5678906" y="105878"/>
                  </a:lnTo>
                  <a:lnTo>
                    <a:pt x="5813659" y="105878"/>
                  </a:lnTo>
                  <a:lnTo>
                    <a:pt x="5900287" y="67377"/>
                  </a:lnTo>
                  <a:lnTo>
                    <a:pt x="6025415" y="86628"/>
                  </a:lnTo>
                  <a:lnTo>
                    <a:pt x="6112042" y="67377"/>
                  </a:lnTo>
                  <a:lnTo>
                    <a:pt x="6217920" y="67377"/>
                  </a:lnTo>
                  <a:lnTo>
                    <a:pt x="6304548" y="86628"/>
                  </a:lnTo>
                  <a:lnTo>
                    <a:pt x="6400800" y="77002"/>
                  </a:lnTo>
                  <a:lnTo>
                    <a:pt x="6400800" y="77002"/>
                  </a:lnTo>
                  <a:lnTo>
                    <a:pt x="6506678" y="96253"/>
                  </a:lnTo>
                  <a:lnTo>
                    <a:pt x="6564430" y="77002"/>
                  </a:lnTo>
                  <a:lnTo>
                    <a:pt x="6728059" y="48127"/>
                  </a:lnTo>
                  <a:lnTo>
                    <a:pt x="6824312" y="48127"/>
                  </a:lnTo>
                  <a:lnTo>
                    <a:pt x="6891689" y="86628"/>
                  </a:lnTo>
                  <a:lnTo>
                    <a:pt x="6959066" y="19251"/>
                  </a:lnTo>
                  <a:lnTo>
                    <a:pt x="7045693" y="67377"/>
                  </a:lnTo>
                  <a:lnTo>
                    <a:pt x="7151571" y="0"/>
                  </a:lnTo>
                  <a:lnTo>
                    <a:pt x="7315200" y="115503"/>
                  </a:lnTo>
                  <a:lnTo>
                    <a:pt x="7382577" y="67377"/>
                  </a:lnTo>
                  <a:lnTo>
                    <a:pt x="7469205" y="154004"/>
                  </a:lnTo>
                  <a:lnTo>
                    <a:pt x="7594333" y="144379"/>
                  </a:lnTo>
                  <a:lnTo>
                    <a:pt x="7594333" y="144379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3629FF6-6B78-E5CA-7B08-A5D6B6D68893}"/>
                    </a:ext>
                  </a:extLst>
                </p:cNvPr>
                <p:cNvSpPr txBox="1"/>
                <p:nvPr/>
              </p:nvSpPr>
              <p:spPr>
                <a:xfrm>
                  <a:off x="4449742" y="3361997"/>
                  <a:ext cx="199761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2400" dirty="0">
                      <a:solidFill>
                        <a:schemeClr val="bg1"/>
                      </a:solidFill>
                    </a:rPr>
                    <a:t>R = 10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a14:m>
                  <a:r>
                    <a:rPr lang="en-IN" sz="2400" dirty="0">
                      <a:solidFill>
                        <a:schemeClr val="bg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3629FF6-6B78-E5CA-7B08-A5D6B6D68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9742" y="3361997"/>
                  <a:ext cx="1997614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8290" t="-10667" b="-30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Rectangle 3"/>
          <p:cNvSpPr/>
          <p:nvPr/>
        </p:nvSpPr>
        <p:spPr>
          <a:xfrm>
            <a:off x="42438" y="27389"/>
            <a:ext cx="72720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Transformer Introduction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Residential House">
                <a:extLst>
                  <a:ext uri="{FF2B5EF4-FFF2-40B4-BE49-F238E27FC236}">
                    <a16:creationId xmlns:a16="http://schemas.microsoft.com/office/drawing/2014/main" id="{9B3F208B-9150-4441-8440-6C9CC9AF0C5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83204345"/>
                  </p:ext>
                </p:extLst>
              </p:nvPr>
            </p:nvGraphicFramePr>
            <p:xfrm>
              <a:off x="5992969" y="2520699"/>
              <a:ext cx="1852904" cy="150906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852904" cy="1509067"/>
                    </a:xfrm>
                    <a:prstGeom prst="rect">
                      <a:avLst/>
                    </a:prstGeom>
                  </am3d:spPr>
                  <am3d:camera>
                    <am3d:pos x="0" y="0" z="7586223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97732" d="1000000"/>
                    <am3d:preTrans dx="0" dy="-1443756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402" ay="4084186" az="83789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2858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Residential House">
                <a:extLst>
                  <a:ext uri="{FF2B5EF4-FFF2-40B4-BE49-F238E27FC236}">
                    <a16:creationId xmlns:a16="http://schemas.microsoft.com/office/drawing/2014/main" id="{9B3F208B-9150-4441-8440-6C9CC9AF0C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92969" y="2520699"/>
                <a:ext cx="1852904" cy="15090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>
                <a:extLst>
                  <a:ext uri="{FF2B5EF4-FFF2-40B4-BE49-F238E27FC236}">
                    <a16:creationId xmlns:a16="http://schemas.microsoft.com/office/drawing/2014/main" id="{74852CAF-88F9-CCB3-811A-33582FF0F3F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58507750"/>
                  </p:ext>
                </p:extLst>
              </p:nvPr>
            </p:nvGraphicFramePr>
            <p:xfrm>
              <a:off x="-219919" y="2926053"/>
              <a:ext cx="2132555" cy="160657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132555" cy="1606576"/>
                    </a:xfrm>
                    <a:prstGeom prst="rect">
                      <a:avLst/>
                    </a:prstGeom>
                  </am3d:spPr>
                  <am3d:camera>
                    <am3d:pos x="0" y="0" z="696078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721" d="1000000"/>
                    <am3d:preTrans dx="-4848360" dy="-6465720" dz="2635345"/>
                    <am3d:scale>
                      <am3d:sx n="1000000" d="1000000"/>
                      <am3d:sy n="1000000" d="1000000"/>
                      <am3d:sz n="1000000" d="1000000"/>
                    </am3d:scale>
                    <am3d:rot ax="9704036" ay="-1479626" az="-10329531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3327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>
                <a:extLst>
                  <a:ext uri="{FF2B5EF4-FFF2-40B4-BE49-F238E27FC236}">
                    <a16:creationId xmlns:a16="http://schemas.microsoft.com/office/drawing/2014/main" id="{74852CAF-88F9-CCB3-811A-33582FF0F3F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19919" y="2926053"/>
                <a:ext cx="2132555" cy="160657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5598E83-4790-847C-C5B1-9F9C3F5A11E0}"/>
              </a:ext>
            </a:extLst>
          </p:cNvPr>
          <p:cNvSpPr/>
          <p:nvPr/>
        </p:nvSpPr>
        <p:spPr>
          <a:xfrm>
            <a:off x="5886153" y="2073121"/>
            <a:ext cx="2204186" cy="577515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Want 220V and 10A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Phantom Future Engine">
                <a:extLst>
                  <a:ext uri="{FF2B5EF4-FFF2-40B4-BE49-F238E27FC236}">
                    <a16:creationId xmlns:a16="http://schemas.microsoft.com/office/drawing/2014/main" id="{B8C03BB2-7568-38EC-2A91-E764BBF1B4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30772569"/>
                  </p:ext>
                </p:extLst>
              </p:nvPr>
            </p:nvGraphicFramePr>
            <p:xfrm>
              <a:off x="1804486" y="2801253"/>
              <a:ext cx="1255794" cy="1147322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255794" cy="1147322"/>
                    </a:xfrm>
                    <a:prstGeom prst="rect">
                      <a:avLst/>
                    </a:prstGeom>
                  </am3d:spPr>
                  <am3d:camera>
                    <am3d:pos x="0" y="0" z="704725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577789" d="1000000"/>
                    <am3d:preTrans dx="0" dy="-8560421" dz="-26046985"/>
                    <am3d:scale>
                      <am3d:sx n="1000000" d="1000000"/>
                      <am3d:sy n="1000000" d="1000000"/>
                      <am3d:sz n="1000000" d="1000000"/>
                    </am3d:scale>
                    <am3d:rot ax="826361" ay="-262020" az="-6415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6525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Phantom Future Engine">
                <a:extLst>
                  <a:ext uri="{FF2B5EF4-FFF2-40B4-BE49-F238E27FC236}">
                    <a16:creationId xmlns:a16="http://schemas.microsoft.com/office/drawing/2014/main" id="{B8C03BB2-7568-38EC-2A91-E764BBF1B48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04486" y="2801253"/>
                <a:ext cx="1255794" cy="11473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3D Model 11" descr="Phantom Future Engine">
                <a:extLst>
                  <a:ext uri="{FF2B5EF4-FFF2-40B4-BE49-F238E27FC236}">
                    <a16:creationId xmlns:a16="http://schemas.microsoft.com/office/drawing/2014/main" id="{3E8A0F71-1175-4BA1-FBE5-D6261ED2115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0485804"/>
                  </p:ext>
                </p:extLst>
              </p:nvPr>
            </p:nvGraphicFramePr>
            <p:xfrm>
              <a:off x="4638871" y="2815472"/>
              <a:ext cx="1315694" cy="1202046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315694" cy="1202046"/>
                    </a:xfrm>
                    <a:prstGeom prst="rect">
                      <a:avLst/>
                    </a:prstGeom>
                  </am3d:spPr>
                  <am3d:camera>
                    <am3d:pos x="0" y="0" z="704725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577789" d="1000000"/>
                    <am3d:preTrans dx="0" dy="-8560421" dz="-26046985"/>
                    <am3d:scale>
                      <am3d:sx n="1000000" d="1000000"/>
                      <am3d:sy n="1000000" d="1000000"/>
                      <am3d:sz n="1000000" d="1000000"/>
                    </am3d:scale>
                    <am3d:rot ax="826361" ay="-262019" az="-64150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17292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3D Model 11" descr="Phantom Future Engine">
                <a:extLst>
                  <a:ext uri="{FF2B5EF4-FFF2-40B4-BE49-F238E27FC236}">
                    <a16:creationId xmlns:a16="http://schemas.microsoft.com/office/drawing/2014/main" id="{3E8A0F71-1175-4BA1-FBE5-D6261ED211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38871" y="2815472"/>
                <a:ext cx="1315694" cy="1202046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46DF6DD9-9D20-E5D1-AFA8-ADACF0E156F5}"/>
              </a:ext>
            </a:extLst>
          </p:cNvPr>
          <p:cNvSpPr/>
          <p:nvPr/>
        </p:nvSpPr>
        <p:spPr>
          <a:xfrm>
            <a:off x="42438" y="2301913"/>
            <a:ext cx="2204186" cy="577515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Create 220V,10A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2FDF3D-235C-7A6F-07D5-94F90752166D}"/>
                  </a:ext>
                </a:extLst>
              </p:cNvPr>
              <p:cNvSpPr txBox="1"/>
              <p:nvPr/>
            </p:nvSpPr>
            <p:spPr>
              <a:xfrm>
                <a:off x="1912636" y="4362328"/>
                <a:ext cx="91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2FDF3D-235C-7A6F-07D5-94F907521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636" y="4362328"/>
                <a:ext cx="914400" cy="461665"/>
              </a:xfrm>
              <a:prstGeom prst="rect">
                <a:avLst/>
              </a:prstGeom>
              <a:blipFill>
                <a:blip r:embed="rId10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8AB92CF-FFBB-2A16-F560-D3EF374DAC8C}"/>
              </a:ext>
            </a:extLst>
          </p:cNvPr>
          <p:cNvSpPr txBox="1"/>
          <p:nvPr/>
        </p:nvSpPr>
        <p:spPr>
          <a:xfrm>
            <a:off x="3062838" y="870211"/>
            <a:ext cx="1540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V=22000V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4F16C5-850B-31E5-B094-E354D8F45C22}"/>
              </a:ext>
            </a:extLst>
          </p:cNvPr>
          <p:cNvSpPr txBox="1"/>
          <p:nvPr/>
        </p:nvSpPr>
        <p:spPr>
          <a:xfrm>
            <a:off x="3108278" y="1375356"/>
            <a:ext cx="1372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I=0.1A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56FE0EB-12AC-61FE-0F02-317EB57BDB93}"/>
              </a:ext>
            </a:extLst>
          </p:cNvPr>
          <p:cNvSpPr/>
          <p:nvPr/>
        </p:nvSpPr>
        <p:spPr>
          <a:xfrm>
            <a:off x="2617006" y="1055397"/>
            <a:ext cx="454689" cy="1933700"/>
          </a:xfrm>
          <a:custGeom>
            <a:avLst/>
            <a:gdLst>
              <a:gd name="connsiteX0" fmla="*/ 82841 w 621856"/>
              <a:gd name="connsiteY0" fmla="*/ 850742 h 850742"/>
              <a:gd name="connsiteX1" fmla="*/ 44340 w 621856"/>
              <a:gd name="connsiteY1" fmla="*/ 128847 h 850742"/>
              <a:gd name="connsiteX2" fmla="*/ 621856 w 621856"/>
              <a:gd name="connsiteY2" fmla="*/ 3719 h 850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1856" h="850742">
                <a:moveTo>
                  <a:pt x="82841" y="850742"/>
                </a:moveTo>
                <a:cubicBezTo>
                  <a:pt x="18672" y="560379"/>
                  <a:pt x="-45496" y="270017"/>
                  <a:pt x="44340" y="128847"/>
                </a:cubicBezTo>
                <a:cubicBezTo>
                  <a:pt x="134176" y="-12323"/>
                  <a:pt x="378016" y="-4302"/>
                  <a:pt x="621856" y="3719"/>
                </a:cubicBezTo>
              </a:path>
            </a:pathLst>
          </a:custGeom>
          <a:noFill/>
          <a:ln w="28575">
            <a:solidFill>
              <a:srgbClr val="FFFF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B51AB6-B597-81B4-B631-D2A0D85AE369}"/>
                  </a:ext>
                </a:extLst>
              </p:cNvPr>
              <p:cNvSpPr txBox="1"/>
              <p:nvPr/>
            </p:nvSpPr>
            <p:spPr>
              <a:xfrm>
                <a:off x="5181600" y="4261977"/>
                <a:ext cx="914400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f>
                        <m:f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B51AB6-B597-81B4-B631-D2A0D85AE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261977"/>
                <a:ext cx="914400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15DDBAAD-D205-DF16-EEC2-7265600C9722}"/>
              </a:ext>
            </a:extLst>
          </p:cNvPr>
          <p:cNvSpPr/>
          <p:nvPr/>
        </p:nvSpPr>
        <p:spPr>
          <a:xfrm>
            <a:off x="659736" y="5313985"/>
            <a:ext cx="3239187" cy="510139"/>
          </a:xfrm>
          <a:prstGeom prst="round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Step up transformer</a:t>
            </a:r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BABEF480-870A-0E9F-8BA2-D4488BA8D0D2}"/>
              </a:ext>
            </a:extLst>
          </p:cNvPr>
          <p:cNvSpPr/>
          <p:nvPr/>
        </p:nvSpPr>
        <p:spPr>
          <a:xfrm>
            <a:off x="4201108" y="5277992"/>
            <a:ext cx="3239187" cy="510139"/>
          </a:xfrm>
          <a:prstGeom prst="round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Step down transformer</a:t>
            </a:r>
          </a:p>
        </p:txBody>
      </p:sp>
    </p:spTree>
    <p:extLst>
      <p:ext uri="{BB962C8B-B14F-4D97-AF65-F5344CB8AC3E}">
        <p14:creationId xmlns:p14="http://schemas.microsoft.com/office/powerpoint/2010/main" val="334673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5" grpId="0"/>
      <p:bldP spid="18" grpId="0"/>
      <p:bldP spid="19" grpId="0"/>
      <p:bldP spid="20" grpId="0" animBg="1"/>
      <p:bldP spid="22" grpId="0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013C17-CEED-7D4D-19B8-FB8C89D39513}"/>
              </a:ext>
            </a:extLst>
          </p:cNvPr>
          <p:cNvSpPr/>
          <p:nvPr/>
        </p:nvSpPr>
        <p:spPr>
          <a:xfrm>
            <a:off x="112295" y="92596"/>
            <a:ext cx="11967410" cy="6643869"/>
          </a:xfrm>
          <a:prstGeom prst="roundRect">
            <a:avLst>
              <a:gd name="adj" fmla="val 514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1957694-4657-F783-C249-78035FD82CE5}"/>
              </a:ext>
            </a:extLst>
          </p:cNvPr>
          <p:cNvGrpSpPr/>
          <p:nvPr/>
        </p:nvGrpSpPr>
        <p:grpSpPr>
          <a:xfrm>
            <a:off x="1440587" y="1961222"/>
            <a:ext cx="462012" cy="1877613"/>
            <a:chOff x="1087655" y="1636295"/>
            <a:chExt cx="904774" cy="1983491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A124AD7-6B39-4B27-B42A-5C5C4A1FD314}"/>
                </a:ext>
              </a:extLst>
            </p:cNvPr>
            <p:cNvSpPr/>
            <p:nvPr/>
          </p:nvSpPr>
          <p:spPr>
            <a:xfrm>
              <a:off x="1087655" y="1636295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F65B214-118D-AD14-E657-24EA3731EAEA}"/>
                </a:ext>
              </a:extLst>
            </p:cNvPr>
            <p:cNvSpPr/>
            <p:nvPr/>
          </p:nvSpPr>
          <p:spPr>
            <a:xfrm>
              <a:off x="1087655" y="1720766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D3D2763-E685-9107-6400-17232D56A864}"/>
                </a:ext>
              </a:extLst>
            </p:cNvPr>
            <p:cNvSpPr/>
            <p:nvPr/>
          </p:nvSpPr>
          <p:spPr>
            <a:xfrm>
              <a:off x="1087655" y="1805237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2C8BCD7-3BE5-2B06-9A6B-D47402F014A3}"/>
                </a:ext>
              </a:extLst>
            </p:cNvPr>
            <p:cNvSpPr/>
            <p:nvPr/>
          </p:nvSpPr>
          <p:spPr>
            <a:xfrm>
              <a:off x="1087655" y="1889708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DBCCB1F6-0DFD-59E3-A64F-A7604FAD38D0}"/>
                </a:ext>
              </a:extLst>
            </p:cNvPr>
            <p:cNvSpPr/>
            <p:nvPr/>
          </p:nvSpPr>
          <p:spPr>
            <a:xfrm>
              <a:off x="1087655" y="1974179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8611051-7AAA-4CC3-33D7-A162190F6E0D}"/>
                </a:ext>
              </a:extLst>
            </p:cNvPr>
            <p:cNvSpPr/>
            <p:nvPr/>
          </p:nvSpPr>
          <p:spPr>
            <a:xfrm>
              <a:off x="1087655" y="2058650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8537610-493D-33AD-1619-516330624348}"/>
                </a:ext>
              </a:extLst>
            </p:cNvPr>
            <p:cNvSpPr/>
            <p:nvPr/>
          </p:nvSpPr>
          <p:spPr>
            <a:xfrm>
              <a:off x="1087655" y="2143121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5487A42-9F7C-543F-AE87-0163159DA20B}"/>
                </a:ext>
              </a:extLst>
            </p:cNvPr>
            <p:cNvSpPr/>
            <p:nvPr/>
          </p:nvSpPr>
          <p:spPr>
            <a:xfrm>
              <a:off x="1087655" y="2227592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9B5FC32-9AA1-6E64-558A-11F37534CE8C}"/>
                </a:ext>
              </a:extLst>
            </p:cNvPr>
            <p:cNvSpPr/>
            <p:nvPr/>
          </p:nvSpPr>
          <p:spPr>
            <a:xfrm>
              <a:off x="1087655" y="2312063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0BE79AC0-BC7E-A745-424E-0F027B485758}"/>
                </a:ext>
              </a:extLst>
            </p:cNvPr>
            <p:cNvSpPr/>
            <p:nvPr/>
          </p:nvSpPr>
          <p:spPr>
            <a:xfrm>
              <a:off x="1087655" y="2396534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EB28ED2-0525-73F8-B443-863284ED0C39}"/>
                </a:ext>
              </a:extLst>
            </p:cNvPr>
            <p:cNvSpPr/>
            <p:nvPr/>
          </p:nvSpPr>
          <p:spPr>
            <a:xfrm>
              <a:off x="1087655" y="2481005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21F31DD-2CB1-99D0-DBFD-660195F38EC0}"/>
                </a:ext>
              </a:extLst>
            </p:cNvPr>
            <p:cNvSpPr/>
            <p:nvPr/>
          </p:nvSpPr>
          <p:spPr>
            <a:xfrm>
              <a:off x="1087655" y="2565476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78B1578-BFEE-124B-A1DF-3DB1A587AC48}"/>
                </a:ext>
              </a:extLst>
            </p:cNvPr>
            <p:cNvSpPr/>
            <p:nvPr/>
          </p:nvSpPr>
          <p:spPr>
            <a:xfrm>
              <a:off x="1087655" y="2649947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17B6E4B-B029-9B8C-D058-85D46753D125}"/>
                </a:ext>
              </a:extLst>
            </p:cNvPr>
            <p:cNvSpPr/>
            <p:nvPr/>
          </p:nvSpPr>
          <p:spPr>
            <a:xfrm>
              <a:off x="1087655" y="2734418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0301B78C-0F8B-A13E-F007-8B430813F782}"/>
                </a:ext>
              </a:extLst>
            </p:cNvPr>
            <p:cNvSpPr/>
            <p:nvPr/>
          </p:nvSpPr>
          <p:spPr>
            <a:xfrm>
              <a:off x="1087655" y="2818889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68B0DF7-5899-6429-14B8-8EDA93649BB6}"/>
                </a:ext>
              </a:extLst>
            </p:cNvPr>
            <p:cNvSpPr/>
            <p:nvPr/>
          </p:nvSpPr>
          <p:spPr>
            <a:xfrm>
              <a:off x="1087655" y="2903360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0A3F082-1C45-9EB9-E4E6-D88E4CAD17AA}"/>
                </a:ext>
              </a:extLst>
            </p:cNvPr>
            <p:cNvSpPr/>
            <p:nvPr/>
          </p:nvSpPr>
          <p:spPr>
            <a:xfrm>
              <a:off x="1087655" y="2987831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DE2AF06-5069-7353-78BB-6F3B8ED0543F}"/>
                </a:ext>
              </a:extLst>
            </p:cNvPr>
            <p:cNvSpPr/>
            <p:nvPr/>
          </p:nvSpPr>
          <p:spPr>
            <a:xfrm>
              <a:off x="1087655" y="3072302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1E9C930-0633-436E-85D9-453963DFBF9C}"/>
                </a:ext>
              </a:extLst>
            </p:cNvPr>
            <p:cNvSpPr/>
            <p:nvPr/>
          </p:nvSpPr>
          <p:spPr>
            <a:xfrm>
              <a:off x="1087655" y="3156773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6182F5D-F390-9D5D-6CCD-F61B38E0A4FB}"/>
                </a:ext>
              </a:extLst>
            </p:cNvPr>
            <p:cNvSpPr/>
            <p:nvPr/>
          </p:nvSpPr>
          <p:spPr>
            <a:xfrm>
              <a:off x="1087655" y="3241244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55E173C-E227-ECB5-1851-BCB7F736EA08}"/>
                </a:ext>
              </a:extLst>
            </p:cNvPr>
            <p:cNvSpPr/>
            <p:nvPr/>
          </p:nvSpPr>
          <p:spPr>
            <a:xfrm>
              <a:off x="1087655" y="3325715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4F38A64-BA04-E7CC-B5D8-8287F8422EB1}"/>
                </a:ext>
              </a:extLst>
            </p:cNvPr>
            <p:cNvSpPr/>
            <p:nvPr/>
          </p:nvSpPr>
          <p:spPr>
            <a:xfrm>
              <a:off x="1087655" y="3410186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768CA3F-D2B0-FE28-F21A-000B6297B8C8}"/>
                </a:ext>
              </a:extLst>
            </p:cNvPr>
            <p:cNvSpPr/>
            <p:nvPr/>
          </p:nvSpPr>
          <p:spPr>
            <a:xfrm>
              <a:off x="1087655" y="3494657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D7B8DD11-5CF1-DE54-007A-A39F6B756EA3}"/>
              </a:ext>
            </a:extLst>
          </p:cNvPr>
          <p:cNvGrpSpPr/>
          <p:nvPr/>
        </p:nvGrpSpPr>
        <p:grpSpPr>
          <a:xfrm>
            <a:off x="392179" y="774332"/>
            <a:ext cx="2351102" cy="4183097"/>
            <a:chOff x="473204" y="1803817"/>
            <a:chExt cx="2351102" cy="4183097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1B0BD4EA-3D2B-D0E7-A91C-00C8C5A10CD8}"/>
                </a:ext>
              </a:extLst>
            </p:cNvPr>
            <p:cNvSpPr/>
            <p:nvPr/>
          </p:nvSpPr>
          <p:spPr>
            <a:xfrm>
              <a:off x="544611" y="2371708"/>
              <a:ext cx="1009087" cy="3157086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8D6446C-1D0A-AC4C-68E2-13FE980353F6}"/>
                </a:ext>
              </a:extLst>
            </p:cNvPr>
            <p:cNvSpPr/>
            <p:nvPr/>
          </p:nvSpPr>
          <p:spPr>
            <a:xfrm>
              <a:off x="473204" y="2560320"/>
              <a:ext cx="1009087" cy="2741360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22349D1-8A3C-0E19-6041-952564ED1247}"/>
                </a:ext>
              </a:extLst>
            </p:cNvPr>
            <p:cNvSpPr/>
            <p:nvPr/>
          </p:nvSpPr>
          <p:spPr>
            <a:xfrm>
              <a:off x="690558" y="1925053"/>
              <a:ext cx="1009087" cy="4061861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37602D3D-2A2E-5D58-53EA-3A632A093113}"/>
                </a:ext>
              </a:extLst>
            </p:cNvPr>
            <p:cNvSpPr/>
            <p:nvPr/>
          </p:nvSpPr>
          <p:spPr>
            <a:xfrm>
              <a:off x="599564" y="2088682"/>
              <a:ext cx="1009087" cy="3724977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D7D12878-169A-CF28-2B9F-40D3FED7052E}"/>
                </a:ext>
              </a:extLst>
            </p:cNvPr>
            <p:cNvCxnSpPr/>
            <p:nvPr/>
          </p:nvCxnSpPr>
          <p:spPr>
            <a:xfrm flipV="1">
              <a:off x="1709200" y="1803817"/>
              <a:ext cx="0" cy="41773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4FE4B8C2-692C-2B76-E970-060A381D91F1}"/>
                </a:ext>
              </a:extLst>
            </p:cNvPr>
            <p:cNvSpPr/>
            <p:nvPr/>
          </p:nvSpPr>
          <p:spPr>
            <a:xfrm flipH="1">
              <a:off x="1757745" y="2371708"/>
              <a:ext cx="983961" cy="3157086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4B1D293-C9E7-3A8B-0032-D243D96F517D}"/>
                </a:ext>
              </a:extLst>
            </p:cNvPr>
            <p:cNvSpPr/>
            <p:nvPr/>
          </p:nvSpPr>
          <p:spPr>
            <a:xfrm flipH="1">
              <a:off x="1840345" y="2560320"/>
              <a:ext cx="983961" cy="2741360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EA242C7-05E0-FAA1-786A-8AA751E46345}"/>
                </a:ext>
              </a:extLst>
            </p:cNvPr>
            <p:cNvSpPr/>
            <p:nvPr/>
          </p:nvSpPr>
          <p:spPr>
            <a:xfrm flipH="1">
              <a:off x="1677189" y="1919320"/>
              <a:ext cx="983961" cy="4061861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B57F484D-437B-1731-1657-7F4AA2C7EDB3}"/>
                </a:ext>
              </a:extLst>
            </p:cNvPr>
            <p:cNvSpPr/>
            <p:nvPr/>
          </p:nvSpPr>
          <p:spPr>
            <a:xfrm flipH="1">
              <a:off x="1716447" y="2088682"/>
              <a:ext cx="983961" cy="3724977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11E9E89-1CE9-E478-0E4E-57480F26D7B6}"/>
              </a:ext>
            </a:extLst>
          </p:cNvPr>
          <p:cNvGrpSpPr/>
          <p:nvPr/>
        </p:nvGrpSpPr>
        <p:grpSpPr>
          <a:xfrm>
            <a:off x="4148788" y="1530835"/>
            <a:ext cx="2591667" cy="2599512"/>
            <a:chOff x="1289420" y="1450180"/>
            <a:chExt cx="3469413" cy="3422806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8D6CD511-2EF2-64C9-1F48-4D12BD6AE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70169" y="1626358"/>
              <a:ext cx="407965" cy="7010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1686F76A-CF02-5F33-D0B0-9F45AF1AA2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26729" y="1674198"/>
              <a:ext cx="407965" cy="70100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65DF9A1A-CDAB-BE4C-605E-77ED293A5B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77574" y="1714418"/>
              <a:ext cx="407965" cy="70100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AB7197D9-4E59-B663-46FD-7BA78AA8C6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36039" y="1760353"/>
              <a:ext cx="407965" cy="60088"/>
            </a:xfrm>
            <a:prstGeom prst="rect">
              <a:avLst/>
            </a:prstGeom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07D2741F-F4C8-B406-9251-95A0E8EA8F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1289420" y="1801956"/>
              <a:ext cx="407965" cy="60088"/>
            </a:xfrm>
            <a:prstGeom prst="rect">
              <a:avLst/>
            </a:prstGeom>
          </p:spPr>
        </p:pic>
        <p:sp>
          <p:nvSpPr>
            <p:cNvPr id="120" name="Freeform: Shape 36">
              <a:extLst>
                <a:ext uri="{FF2B5EF4-FFF2-40B4-BE49-F238E27FC236}">
                  <a16:creationId xmlns:a16="http://schemas.microsoft.com/office/drawing/2014/main" id="{50FA3229-BC8E-E93C-5D09-4C7250B9AAF4}"/>
                </a:ext>
              </a:extLst>
            </p:cNvPr>
            <p:cNvSpPr/>
            <p:nvPr/>
          </p:nvSpPr>
          <p:spPr>
            <a:xfrm>
              <a:off x="1574824" y="145018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29CB8023-6B24-2354-28B4-D5196DB95B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50868" y="4451581"/>
              <a:ext cx="407965" cy="70100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3F7A354A-6578-1C44-81CA-0B62F67267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512335" y="1585927"/>
              <a:ext cx="407965" cy="70100"/>
            </a:xfrm>
            <a:prstGeom prst="rect">
              <a:avLst/>
            </a:prstGeom>
          </p:spPr>
        </p:pic>
        <p:sp>
          <p:nvSpPr>
            <p:cNvPr id="123" name="Freeform: Shape 39">
              <a:extLst>
                <a:ext uri="{FF2B5EF4-FFF2-40B4-BE49-F238E27FC236}">
                  <a16:creationId xmlns:a16="http://schemas.microsoft.com/office/drawing/2014/main" id="{713E2793-CA8F-C876-B30C-2027BB1E2DA5}"/>
                </a:ext>
              </a:extLst>
            </p:cNvPr>
            <p:cNvSpPr/>
            <p:nvPr/>
          </p:nvSpPr>
          <p:spPr>
            <a:xfrm>
              <a:off x="1530727" y="149407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8EFDB1CF-6772-AFE8-197D-76D6AD85FE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08702" y="4492012"/>
              <a:ext cx="407965" cy="70100"/>
            </a:xfrm>
            <a:prstGeom prst="rect">
              <a:avLst/>
            </a:prstGeom>
          </p:spPr>
        </p:pic>
        <p:sp>
          <p:nvSpPr>
            <p:cNvPr id="125" name="Freeform: Shape 41">
              <a:extLst>
                <a:ext uri="{FF2B5EF4-FFF2-40B4-BE49-F238E27FC236}">
                  <a16:creationId xmlns:a16="http://schemas.microsoft.com/office/drawing/2014/main" id="{F6DFA523-EE6E-67AC-5AE2-2BCDB71E3E98}"/>
                </a:ext>
              </a:extLst>
            </p:cNvPr>
            <p:cNvSpPr/>
            <p:nvPr/>
          </p:nvSpPr>
          <p:spPr>
            <a:xfrm>
              <a:off x="1486630" y="1537579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EF013DAB-30FF-6160-6C91-707A2758DB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65262" y="4539852"/>
              <a:ext cx="407965" cy="70100"/>
            </a:xfrm>
            <a:prstGeom prst="rect">
              <a:avLst/>
            </a:prstGeom>
          </p:spPr>
        </p:pic>
        <p:sp>
          <p:nvSpPr>
            <p:cNvPr id="127" name="Freeform: Shape 43">
              <a:extLst>
                <a:ext uri="{FF2B5EF4-FFF2-40B4-BE49-F238E27FC236}">
                  <a16:creationId xmlns:a16="http://schemas.microsoft.com/office/drawing/2014/main" id="{ACD5EA66-17B4-C428-590E-C3633676BAB9}"/>
                </a:ext>
              </a:extLst>
            </p:cNvPr>
            <p:cNvSpPr/>
            <p:nvPr/>
          </p:nvSpPr>
          <p:spPr>
            <a:xfrm>
              <a:off x="1439129" y="158108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B7AD91F6-E29D-4DC7-976D-FE87A6DE1C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16107" y="4580072"/>
              <a:ext cx="407965" cy="70100"/>
            </a:xfrm>
            <a:prstGeom prst="rect">
              <a:avLst/>
            </a:prstGeom>
          </p:spPr>
        </p:pic>
        <p:sp>
          <p:nvSpPr>
            <p:cNvPr id="129" name="Freeform: Shape 45">
              <a:extLst>
                <a:ext uri="{FF2B5EF4-FFF2-40B4-BE49-F238E27FC236}">
                  <a16:creationId xmlns:a16="http://schemas.microsoft.com/office/drawing/2014/main" id="{DBAF22DF-83CC-0EAD-B629-5B26DBF2DEA1}"/>
                </a:ext>
              </a:extLst>
            </p:cNvPr>
            <p:cNvSpPr/>
            <p:nvPr/>
          </p:nvSpPr>
          <p:spPr>
            <a:xfrm>
              <a:off x="1392568" y="162497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65193D10-BF6D-29A9-DB09-73DC17ABA2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174572" y="4626007"/>
              <a:ext cx="407965" cy="60088"/>
            </a:xfrm>
            <a:prstGeom prst="rect">
              <a:avLst/>
            </a:prstGeom>
          </p:spPr>
        </p:pic>
        <p:sp>
          <p:nvSpPr>
            <p:cNvPr id="131" name="Freeform: Shape 47">
              <a:extLst>
                <a:ext uri="{FF2B5EF4-FFF2-40B4-BE49-F238E27FC236}">
                  <a16:creationId xmlns:a16="http://schemas.microsoft.com/office/drawing/2014/main" id="{C9EDBBEC-7E51-0C20-8284-93CB9387D5EC}"/>
                </a:ext>
              </a:extLst>
            </p:cNvPr>
            <p:cNvSpPr/>
            <p:nvPr/>
          </p:nvSpPr>
          <p:spPr>
            <a:xfrm>
              <a:off x="1350807" y="1674202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E9F028BC-0C65-AC13-60B4-9C54BC679C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4127953" y="4667610"/>
              <a:ext cx="407965" cy="60088"/>
            </a:xfrm>
            <a:prstGeom prst="rect">
              <a:avLst/>
            </a:prstGeom>
          </p:spPr>
        </p:pic>
        <p:sp>
          <p:nvSpPr>
            <p:cNvPr id="133" name="Freeform: Shape 49">
              <a:extLst>
                <a:ext uri="{FF2B5EF4-FFF2-40B4-BE49-F238E27FC236}">
                  <a16:creationId xmlns:a16="http://schemas.microsoft.com/office/drawing/2014/main" id="{65E23FC5-0A52-22CC-18C4-4A29EBBE9881}"/>
                </a:ext>
              </a:extLst>
            </p:cNvPr>
            <p:cNvSpPr/>
            <p:nvPr/>
          </p:nvSpPr>
          <p:spPr>
            <a:xfrm>
              <a:off x="1306710" y="171733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D717F168-0874-51CB-A6EA-E9DEFBDED219}"/>
              </a:ext>
            </a:extLst>
          </p:cNvPr>
          <p:cNvGrpSpPr/>
          <p:nvPr/>
        </p:nvGrpSpPr>
        <p:grpSpPr>
          <a:xfrm>
            <a:off x="4239251" y="1685585"/>
            <a:ext cx="2258398" cy="2321893"/>
            <a:chOff x="5707898" y="2790590"/>
            <a:chExt cx="2258398" cy="2321893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8A316C81-F666-C0B0-773C-E8607503EB45}"/>
                </a:ext>
              </a:extLst>
            </p:cNvPr>
            <p:cNvSpPr/>
            <p:nvPr/>
          </p:nvSpPr>
          <p:spPr>
            <a:xfrm>
              <a:off x="5870501" y="2938257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48C8EF1D-0325-8DC8-26A6-1B03A348DA7C}"/>
                </a:ext>
              </a:extLst>
            </p:cNvPr>
            <p:cNvSpPr/>
            <p:nvPr/>
          </p:nvSpPr>
          <p:spPr>
            <a:xfrm>
              <a:off x="5806423" y="2879158"/>
              <a:ext cx="2066538" cy="2151278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6" name="Rectangle: Rounded Corners 135">
              <a:extLst>
                <a:ext uri="{FF2B5EF4-FFF2-40B4-BE49-F238E27FC236}">
                  <a16:creationId xmlns:a16="http://schemas.microsoft.com/office/drawing/2014/main" id="{3B828C37-03F6-49A4-A82F-EAFE7B2ED47F}"/>
                </a:ext>
              </a:extLst>
            </p:cNvPr>
            <p:cNvSpPr/>
            <p:nvPr/>
          </p:nvSpPr>
          <p:spPr>
            <a:xfrm>
              <a:off x="5741072" y="2836991"/>
              <a:ext cx="2194320" cy="2262794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7" name="Rectangle: Rounded Corners 136">
              <a:extLst>
                <a:ext uri="{FF2B5EF4-FFF2-40B4-BE49-F238E27FC236}">
                  <a16:creationId xmlns:a16="http://schemas.microsoft.com/office/drawing/2014/main" id="{9CAE32A2-B8F9-EA77-8BED-C16D287F0CBD}"/>
                </a:ext>
              </a:extLst>
            </p:cNvPr>
            <p:cNvSpPr/>
            <p:nvPr/>
          </p:nvSpPr>
          <p:spPr>
            <a:xfrm>
              <a:off x="5707898" y="2790590"/>
              <a:ext cx="2258398" cy="2321893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DEF3C71F-B94A-5884-08AB-B6B07E700B24}"/>
                </a:ext>
              </a:extLst>
            </p:cNvPr>
            <p:cNvSpPr/>
            <p:nvPr/>
          </p:nvSpPr>
          <p:spPr>
            <a:xfrm>
              <a:off x="5859270" y="2917401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8FEC026-C4C4-16A0-1095-5C2328FA89C3}"/>
              </a:ext>
            </a:extLst>
          </p:cNvPr>
          <p:cNvGrpSpPr/>
          <p:nvPr/>
        </p:nvGrpSpPr>
        <p:grpSpPr>
          <a:xfrm>
            <a:off x="3124531" y="2198505"/>
            <a:ext cx="1949761" cy="1273444"/>
            <a:chOff x="4593791" y="3294133"/>
            <a:chExt cx="1949761" cy="1273444"/>
          </a:xfrm>
        </p:grpSpPr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DBC56335-AF2E-4313-5736-2C26684E9A4D}"/>
                </a:ext>
              </a:extLst>
            </p:cNvPr>
            <p:cNvSpPr/>
            <p:nvPr/>
          </p:nvSpPr>
          <p:spPr>
            <a:xfrm>
              <a:off x="4593791" y="4283243"/>
              <a:ext cx="1949761" cy="284334"/>
            </a:xfrm>
            <a:custGeom>
              <a:avLst/>
              <a:gdLst>
                <a:gd name="connsiteX0" fmla="*/ 0 w 1949761"/>
                <a:gd name="connsiteY0" fmla="*/ 202130 h 386896"/>
                <a:gd name="connsiteX1" fmla="*/ 1174282 w 1949761"/>
                <a:gd name="connsiteY1" fmla="*/ 385010 h 386896"/>
                <a:gd name="connsiteX2" fmla="*/ 1934678 w 1949761"/>
                <a:gd name="connsiteY2" fmla="*/ 279133 h 386896"/>
                <a:gd name="connsiteX3" fmla="*/ 1607419 w 1949761"/>
                <a:gd name="connsiteY3" fmla="*/ 0 h 3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761" h="386896">
                  <a:moveTo>
                    <a:pt x="0" y="202130"/>
                  </a:moveTo>
                  <a:cubicBezTo>
                    <a:pt x="425918" y="287153"/>
                    <a:pt x="851836" y="372176"/>
                    <a:pt x="1174282" y="385010"/>
                  </a:cubicBezTo>
                  <a:cubicBezTo>
                    <a:pt x="1496728" y="397844"/>
                    <a:pt x="1862489" y="343301"/>
                    <a:pt x="1934678" y="279133"/>
                  </a:cubicBezTo>
                  <a:cubicBezTo>
                    <a:pt x="2006867" y="214965"/>
                    <a:pt x="1807143" y="107482"/>
                    <a:pt x="1607419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20F09DD-4F72-5CA9-08D2-CB5207899B4F}"/>
                </a:ext>
              </a:extLst>
            </p:cNvPr>
            <p:cNvSpPr/>
            <p:nvPr/>
          </p:nvSpPr>
          <p:spPr>
            <a:xfrm>
              <a:off x="5397500" y="4215865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62EDE2E-6C1E-8844-CF60-EB3CCE2C69A6}"/>
                </a:ext>
              </a:extLst>
            </p:cNvPr>
            <p:cNvSpPr/>
            <p:nvPr/>
          </p:nvSpPr>
          <p:spPr>
            <a:xfrm>
              <a:off x="5397500" y="4139054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58B1CBC8-0E3D-01DC-49E7-491E088DA64D}"/>
                </a:ext>
              </a:extLst>
            </p:cNvPr>
            <p:cNvSpPr/>
            <p:nvPr/>
          </p:nvSpPr>
          <p:spPr>
            <a:xfrm>
              <a:off x="5397500" y="4062243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87F2AC4-2447-E9B4-2604-856EB98B0654}"/>
                </a:ext>
              </a:extLst>
            </p:cNvPr>
            <p:cNvSpPr/>
            <p:nvPr/>
          </p:nvSpPr>
          <p:spPr>
            <a:xfrm>
              <a:off x="5397500" y="3985432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565A1A-151E-F2C3-A3C6-640FB2C9F7D1}"/>
                </a:ext>
              </a:extLst>
            </p:cNvPr>
            <p:cNvSpPr/>
            <p:nvPr/>
          </p:nvSpPr>
          <p:spPr>
            <a:xfrm>
              <a:off x="5397500" y="3908621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2579331-4B4E-1285-C3D7-C534487AF231}"/>
                </a:ext>
              </a:extLst>
            </p:cNvPr>
            <p:cNvSpPr/>
            <p:nvPr/>
          </p:nvSpPr>
          <p:spPr>
            <a:xfrm>
              <a:off x="5397500" y="3831810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4009D989-B626-72DB-E5B3-F98AF185D68A}"/>
                </a:ext>
              </a:extLst>
            </p:cNvPr>
            <p:cNvSpPr/>
            <p:nvPr/>
          </p:nvSpPr>
          <p:spPr>
            <a:xfrm>
              <a:off x="5397500" y="3754999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38E2B0A-1D67-A8DE-08CA-F41C87E42276}"/>
                </a:ext>
              </a:extLst>
            </p:cNvPr>
            <p:cNvSpPr/>
            <p:nvPr/>
          </p:nvSpPr>
          <p:spPr>
            <a:xfrm>
              <a:off x="5397500" y="3678188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B657EA8F-DE1D-A816-F2F8-AD21A85065D5}"/>
                </a:ext>
              </a:extLst>
            </p:cNvPr>
            <p:cNvSpPr/>
            <p:nvPr/>
          </p:nvSpPr>
          <p:spPr>
            <a:xfrm>
              <a:off x="5397500" y="3601377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5EFC0C4E-5236-C8A7-7334-3C8A905435FE}"/>
                </a:ext>
              </a:extLst>
            </p:cNvPr>
            <p:cNvSpPr/>
            <p:nvPr/>
          </p:nvSpPr>
          <p:spPr>
            <a:xfrm>
              <a:off x="5397500" y="3524566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B6393A1A-4EBF-213A-8979-352FE3581085}"/>
                </a:ext>
              </a:extLst>
            </p:cNvPr>
            <p:cNvSpPr/>
            <p:nvPr/>
          </p:nvSpPr>
          <p:spPr>
            <a:xfrm>
              <a:off x="5397500" y="3447755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4C941DD-B3C6-AA48-B897-9B4E12FE38EA}"/>
                </a:ext>
              </a:extLst>
            </p:cNvPr>
            <p:cNvSpPr/>
            <p:nvPr/>
          </p:nvSpPr>
          <p:spPr>
            <a:xfrm>
              <a:off x="5397500" y="3370944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0F31163C-FF3C-09B5-7A48-D5D2DC6822DF}"/>
                </a:ext>
              </a:extLst>
            </p:cNvPr>
            <p:cNvSpPr/>
            <p:nvPr/>
          </p:nvSpPr>
          <p:spPr>
            <a:xfrm>
              <a:off x="5397500" y="3294133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4EE4D33-CD9D-B0FA-A559-6D7ACD467735}"/>
                </a:ext>
              </a:extLst>
            </p:cNvPr>
            <p:cNvCxnSpPr/>
            <p:nvPr/>
          </p:nvCxnSpPr>
          <p:spPr>
            <a:xfrm flipH="1">
              <a:off x="4619381" y="3331807"/>
              <a:ext cx="996909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3B7E809D-698F-9AE9-D33A-3B3000FA9BEE}"/>
              </a:ext>
            </a:extLst>
          </p:cNvPr>
          <p:cNvGrpSpPr/>
          <p:nvPr/>
        </p:nvGrpSpPr>
        <p:grpSpPr>
          <a:xfrm>
            <a:off x="5910206" y="2340041"/>
            <a:ext cx="1806073" cy="995519"/>
            <a:chOff x="7379466" y="3435669"/>
            <a:chExt cx="1806073" cy="995519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327357CC-B210-32C4-AFAD-1D8201B486DA}"/>
                </a:ext>
              </a:extLst>
            </p:cNvPr>
            <p:cNvSpPr/>
            <p:nvPr/>
          </p:nvSpPr>
          <p:spPr>
            <a:xfrm flipH="1">
              <a:off x="7385268" y="4264119"/>
              <a:ext cx="1800271" cy="167069"/>
            </a:xfrm>
            <a:custGeom>
              <a:avLst/>
              <a:gdLst>
                <a:gd name="connsiteX0" fmla="*/ 0 w 1949761"/>
                <a:gd name="connsiteY0" fmla="*/ 202130 h 386896"/>
                <a:gd name="connsiteX1" fmla="*/ 1174282 w 1949761"/>
                <a:gd name="connsiteY1" fmla="*/ 385010 h 386896"/>
                <a:gd name="connsiteX2" fmla="*/ 1934678 w 1949761"/>
                <a:gd name="connsiteY2" fmla="*/ 279133 h 386896"/>
                <a:gd name="connsiteX3" fmla="*/ 1607419 w 1949761"/>
                <a:gd name="connsiteY3" fmla="*/ 0 h 3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761" h="386896">
                  <a:moveTo>
                    <a:pt x="0" y="202130"/>
                  </a:moveTo>
                  <a:cubicBezTo>
                    <a:pt x="425918" y="287153"/>
                    <a:pt x="851836" y="372176"/>
                    <a:pt x="1174282" y="385010"/>
                  </a:cubicBezTo>
                  <a:cubicBezTo>
                    <a:pt x="1496728" y="397844"/>
                    <a:pt x="1862489" y="343301"/>
                    <a:pt x="1934678" y="279133"/>
                  </a:cubicBezTo>
                  <a:cubicBezTo>
                    <a:pt x="2006867" y="214965"/>
                    <a:pt x="1807143" y="107482"/>
                    <a:pt x="1607419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4C54B26-0741-F0EE-D80F-FF40EB6836E7}"/>
                </a:ext>
              </a:extLst>
            </p:cNvPr>
            <p:cNvSpPr/>
            <p:nvPr/>
          </p:nvSpPr>
          <p:spPr>
            <a:xfrm flipH="1">
              <a:off x="7379466" y="4050157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E2D8E220-E112-2756-6E6F-78FB1C30ED9C}"/>
                </a:ext>
              </a:extLst>
            </p:cNvPr>
            <p:cNvSpPr/>
            <p:nvPr/>
          </p:nvSpPr>
          <p:spPr>
            <a:xfrm flipH="1">
              <a:off x="7379466" y="3973346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8EC9E704-85D4-09F3-086A-9241FAFF6A7A}"/>
                </a:ext>
              </a:extLst>
            </p:cNvPr>
            <p:cNvSpPr/>
            <p:nvPr/>
          </p:nvSpPr>
          <p:spPr>
            <a:xfrm flipH="1">
              <a:off x="7379466" y="3896535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11C626FF-F735-A55D-5E70-A627E89A1E2D}"/>
                </a:ext>
              </a:extLst>
            </p:cNvPr>
            <p:cNvSpPr/>
            <p:nvPr/>
          </p:nvSpPr>
          <p:spPr>
            <a:xfrm flipH="1">
              <a:off x="7379466" y="3819724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E324A5D-4C71-A3B9-8412-485605864819}"/>
                </a:ext>
              </a:extLst>
            </p:cNvPr>
            <p:cNvSpPr/>
            <p:nvPr/>
          </p:nvSpPr>
          <p:spPr>
            <a:xfrm flipH="1">
              <a:off x="7379466" y="3742913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8873D94-5BE6-1EEC-259E-FC8187836EB0}"/>
                </a:ext>
              </a:extLst>
            </p:cNvPr>
            <p:cNvSpPr/>
            <p:nvPr/>
          </p:nvSpPr>
          <p:spPr>
            <a:xfrm flipH="1">
              <a:off x="7379466" y="3666102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061880A-ADD6-049C-C90D-D939897CFD39}"/>
                </a:ext>
              </a:extLst>
            </p:cNvPr>
            <p:cNvSpPr/>
            <p:nvPr/>
          </p:nvSpPr>
          <p:spPr>
            <a:xfrm flipH="1">
              <a:off x="7379466" y="3589291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18B93E1B-23D2-8908-73CB-ED52CAADCE69}"/>
                </a:ext>
              </a:extLst>
            </p:cNvPr>
            <p:cNvSpPr/>
            <p:nvPr/>
          </p:nvSpPr>
          <p:spPr>
            <a:xfrm flipH="1">
              <a:off x="7379466" y="3512480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776AD40-9FBC-749D-65F7-3279644F96C0}"/>
                </a:ext>
              </a:extLst>
            </p:cNvPr>
            <p:cNvSpPr/>
            <p:nvPr/>
          </p:nvSpPr>
          <p:spPr>
            <a:xfrm flipH="1">
              <a:off x="7379466" y="3435669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14A14B0-7E74-14AF-F93F-013A6C1F2491}"/>
                </a:ext>
              </a:extLst>
            </p:cNvPr>
            <p:cNvCxnSpPr/>
            <p:nvPr/>
          </p:nvCxnSpPr>
          <p:spPr>
            <a:xfrm flipH="1">
              <a:off x="8188630" y="3531340"/>
              <a:ext cx="996909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BC350F3-9279-6404-6C89-DBECB20DC6A3}"/>
              </a:ext>
            </a:extLst>
          </p:cNvPr>
          <p:cNvSpPr txBox="1"/>
          <p:nvPr/>
        </p:nvSpPr>
        <p:spPr>
          <a:xfrm>
            <a:off x="7774439" y="339048"/>
            <a:ext cx="3419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Primary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5EB81-05F2-B16D-E9ED-913EFD1E33F9}"/>
              </a:ext>
            </a:extLst>
          </p:cNvPr>
          <p:cNvSpPr txBox="1"/>
          <p:nvPr/>
        </p:nvSpPr>
        <p:spPr>
          <a:xfrm>
            <a:off x="8728167" y="1900547"/>
            <a:ext cx="23822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Secondary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8D77B-D448-B953-EF8A-51B6E6701FCD}"/>
              </a:ext>
            </a:extLst>
          </p:cNvPr>
          <p:cNvSpPr txBox="1"/>
          <p:nvPr/>
        </p:nvSpPr>
        <p:spPr>
          <a:xfrm>
            <a:off x="7774437" y="3403457"/>
            <a:ext cx="3419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Transformer ratio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2D2DAA-1EBA-111B-B465-BAAA7A655E07}"/>
              </a:ext>
            </a:extLst>
          </p:cNvPr>
          <p:cNvSpPr/>
          <p:nvPr/>
        </p:nvSpPr>
        <p:spPr>
          <a:xfrm>
            <a:off x="3647768" y="1042220"/>
            <a:ext cx="1769806" cy="353961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B89262BC-5EA6-A93E-3F73-3A440B6F8F31}"/>
              </a:ext>
            </a:extLst>
          </p:cNvPr>
          <p:cNvCxnSpPr>
            <a:endCxn id="3" idx="1"/>
          </p:cNvCxnSpPr>
          <p:nvPr/>
        </p:nvCxnSpPr>
        <p:spPr>
          <a:xfrm flipV="1">
            <a:off x="4532671" y="600658"/>
            <a:ext cx="3241768" cy="412065"/>
          </a:xfrm>
          <a:prstGeom prst="bentConnector3">
            <a:avLst>
              <a:gd name="adj1" fmla="val -44"/>
            </a:avLst>
          </a:prstGeom>
          <a:ln w="19050">
            <a:solidFill>
              <a:schemeClr val="tx1"/>
            </a:solidFill>
            <a:tailEnd type="triangle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AC6EFD-88C2-547B-670E-91600E418AD6}"/>
              </a:ext>
            </a:extLst>
          </p:cNvPr>
          <p:cNvSpPr/>
          <p:nvPr/>
        </p:nvSpPr>
        <p:spPr>
          <a:xfrm>
            <a:off x="5717458" y="1007807"/>
            <a:ext cx="1769806" cy="353961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EF19A48-2E02-8503-637E-B5405A2D54D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556090" y="978310"/>
            <a:ext cx="2363220" cy="92223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46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F7E7CAE-F9CF-E2C9-315E-222C49228BFA}"/>
              </a:ext>
            </a:extLst>
          </p:cNvPr>
          <p:cNvSpPr/>
          <p:nvPr/>
        </p:nvSpPr>
        <p:spPr>
          <a:xfrm>
            <a:off x="112295" y="147065"/>
            <a:ext cx="11967410" cy="6563870"/>
          </a:xfrm>
          <a:prstGeom prst="roundRect">
            <a:avLst>
              <a:gd name="adj" fmla="val 514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1957694-4657-F783-C249-78035FD82CE5}"/>
              </a:ext>
            </a:extLst>
          </p:cNvPr>
          <p:cNvGrpSpPr/>
          <p:nvPr/>
        </p:nvGrpSpPr>
        <p:grpSpPr>
          <a:xfrm>
            <a:off x="-1541737" y="1995027"/>
            <a:ext cx="462012" cy="1877613"/>
            <a:chOff x="1087655" y="1636295"/>
            <a:chExt cx="904774" cy="1983491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A124AD7-6B39-4B27-B42A-5C5C4A1FD314}"/>
                </a:ext>
              </a:extLst>
            </p:cNvPr>
            <p:cNvSpPr/>
            <p:nvPr/>
          </p:nvSpPr>
          <p:spPr>
            <a:xfrm>
              <a:off x="1087655" y="1636295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F65B214-118D-AD14-E657-24EA3731EAEA}"/>
                </a:ext>
              </a:extLst>
            </p:cNvPr>
            <p:cNvSpPr/>
            <p:nvPr/>
          </p:nvSpPr>
          <p:spPr>
            <a:xfrm>
              <a:off x="1087655" y="1720766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D3D2763-E685-9107-6400-17232D56A864}"/>
                </a:ext>
              </a:extLst>
            </p:cNvPr>
            <p:cNvSpPr/>
            <p:nvPr/>
          </p:nvSpPr>
          <p:spPr>
            <a:xfrm>
              <a:off x="1087655" y="1805237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2C8BCD7-3BE5-2B06-9A6B-D47402F014A3}"/>
                </a:ext>
              </a:extLst>
            </p:cNvPr>
            <p:cNvSpPr/>
            <p:nvPr/>
          </p:nvSpPr>
          <p:spPr>
            <a:xfrm>
              <a:off x="1087655" y="1889708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DBCCB1F6-0DFD-59E3-A64F-A7604FAD38D0}"/>
                </a:ext>
              </a:extLst>
            </p:cNvPr>
            <p:cNvSpPr/>
            <p:nvPr/>
          </p:nvSpPr>
          <p:spPr>
            <a:xfrm>
              <a:off x="1087655" y="1974179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8611051-7AAA-4CC3-33D7-A162190F6E0D}"/>
                </a:ext>
              </a:extLst>
            </p:cNvPr>
            <p:cNvSpPr/>
            <p:nvPr/>
          </p:nvSpPr>
          <p:spPr>
            <a:xfrm>
              <a:off x="1087655" y="2058650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8537610-493D-33AD-1619-516330624348}"/>
                </a:ext>
              </a:extLst>
            </p:cNvPr>
            <p:cNvSpPr/>
            <p:nvPr/>
          </p:nvSpPr>
          <p:spPr>
            <a:xfrm>
              <a:off x="1087655" y="2143121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5487A42-9F7C-543F-AE87-0163159DA20B}"/>
                </a:ext>
              </a:extLst>
            </p:cNvPr>
            <p:cNvSpPr/>
            <p:nvPr/>
          </p:nvSpPr>
          <p:spPr>
            <a:xfrm>
              <a:off x="1087655" y="2227592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9B5FC32-9AA1-6E64-558A-11F37534CE8C}"/>
                </a:ext>
              </a:extLst>
            </p:cNvPr>
            <p:cNvSpPr/>
            <p:nvPr/>
          </p:nvSpPr>
          <p:spPr>
            <a:xfrm>
              <a:off x="1087655" y="2312063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0BE79AC0-BC7E-A745-424E-0F027B485758}"/>
                </a:ext>
              </a:extLst>
            </p:cNvPr>
            <p:cNvSpPr/>
            <p:nvPr/>
          </p:nvSpPr>
          <p:spPr>
            <a:xfrm>
              <a:off x="1087655" y="2396534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EB28ED2-0525-73F8-B443-863284ED0C39}"/>
                </a:ext>
              </a:extLst>
            </p:cNvPr>
            <p:cNvSpPr/>
            <p:nvPr/>
          </p:nvSpPr>
          <p:spPr>
            <a:xfrm>
              <a:off x="1087655" y="2481005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21F31DD-2CB1-99D0-DBFD-660195F38EC0}"/>
                </a:ext>
              </a:extLst>
            </p:cNvPr>
            <p:cNvSpPr/>
            <p:nvPr/>
          </p:nvSpPr>
          <p:spPr>
            <a:xfrm>
              <a:off x="1087655" y="2565476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78B1578-BFEE-124B-A1DF-3DB1A587AC48}"/>
                </a:ext>
              </a:extLst>
            </p:cNvPr>
            <p:cNvSpPr/>
            <p:nvPr/>
          </p:nvSpPr>
          <p:spPr>
            <a:xfrm>
              <a:off x="1087655" y="2649947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17B6E4B-B029-9B8C-D058-85D46753D125}"/>
                </a:ext>
              </a:extLst>
            </p:cNvPr>
            <p:cNvSpPr/>
            <p:nvPr/>
          </p:nvSpPr>
          <p:spPr>
            <a:xfrm>
              <a:off x="1087655" y="2734418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0301B78C-0F8B-A13E-F007-8B430813F782}"/>
                </a:ext>
              </a:extLst>
            </p:cNvPr>
            <p:cNvSpPr/>
            <p:nvPr/>
          </p:nvSpPr>
          <p:spPr>
            <a:xfrm>
              <a:off x="1087655" y="2818889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68B0DF7-5899-6429-14B8-8EDA93649BB6}"/>
                </a:ext>
              </a:extLst>
            </p:cNvPr>
            <p:cNvSpPr/>
            <p:nvPr/>
          </p:nvSpPr>
          <p:spPr>
            <a:xfrm>
              <a:off x="1087655" y="2903360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0A3F082-1C45-9EB9-E4E6-D88E4CAD17AA}"/>
                </a:ext>
              </a:extLst>
            </p:cNvPr>
            <p:cNvSpPr/>
            <p:nvPr/>
          </p:nvSpPr>
          <p:spPr>
            <a:xfrm>
              <a:off x="1087655" y="2987831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DE2AF06-5069-7353-78BB-6F3B8ED0543F}"/>
                </a:ext>
              </a:extLst>
            </p:cNvPr>
            <p:cNvSpPr/>
            <p:nvPr/>
          </p:nvSpPr>
          <p:spPr>
            <a:xfrm>
              <a:off x="1087655" y="3072302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1E9C930-0633-436E-85D9-453963DFBF9C}"/>
                </a:ext>
              </a:extLst>
            </p:cNvPr>
            <p:cNvSpPr/>
            <p:nvPr/>
          </p:nvSpPr>
          <p:spPr>
            <a:xfrm>
              <a:off x="1087655" y="3156773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6182F5D-F390-9D5D-6CCD-F61B38E0A4FB}"/>
                </a:ext>
              </a:extLst>
            </p:cNvPr>
            <p:cNvSpPr/>
            <p:nvPr/>
          </p:nvSpPr>
          <p:spPr>
            <a:xfrm>
              <a:off x="1087655" y="3241244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55E173C-E227-ECB5-1851-BCB7F736EA08}"/>
                </a:ext>
              </a:extLst>
            </p:cNvPr>
            <p:cNvSpPr/>
            <p:nvPr/>
          </p:nvSpPr>
          <p:spPr>
            <a:xfrm>
              <a:off x="1087655" y="3325715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4F38A64-BA04-E7CC-B5D8-8287F8422EB1}"/>
                </a:ext>
              </a:extLst>
            </p:cNvPr>
            <p:cNvSpPr/>
            <p:nvPr/>
          </p:nvSpPr>
          <p:spPr>
            <a:xfrm>
              <a:off x="1087655" y="3410186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768CA3F-D2B0-FE28-F21A-000B6297B8C8}"/>
                </a:ext>
              </a:extLst>
            </p:cNvPr>
            <p:cNvSpPr/>
            <p:nvPr/>
          </p:nvSpPr>
          <p:spPr>
            <a:xfrm>
              <a:off x="1087655" y="3494657"/>
              <a:ext cx="904774" cy="1251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D7B8DD11-5CF1-DE54-007A-A39F6B756EA3}"/>
              </a:ext>
            </a:extLst>
          </p:cNvPr>
          <p:cNvGrpSpPr/>
          <p:nvPr/>
        </p:nvGrpSpPr>
        <p:grpSpPr>
          <a:xfrm>
            <a:off x="-2590145" y="808137"/>
            <a:ext cx="2351102" cy="4183097"/>
            <a:chOff x="473204" y="1803817"/>
            <a:chExt cx="2351102" cy="4183097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1B0BD4EA-3D2B-D0E7-A91C-00C8C5A10CD8}"/>
                </a:ext>
              </a:extLst>
            </p:cNvPr>
            <p:cNvSpPr/>
            <p:nvPr/>
          </p:nvSpPr>
          <p:spPr>
            <a:xfrm>
              <a:off x="544611" y="2371708"/>
              <a:ext cx="1009087" cy="3157086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8D6446C-1D0A-AC4C-68E2-13FE980353F6}"/>
                </a:ext>
              </a:extLst>
            </p:cNvPr>
            <p:cNvSpPr/>
            <p:nvPr/>
          </p:nvSpPr>
          <p:spPr>
            <a:xfrm>
              <a:off x="473204" y="2560320"/>
              <a:ext cx="1009087" cy="2741360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22349D1-8A3C-0E19-6041-952564ED1247}"/>
                </a:ext>
              </a:extLst>
            </p:cNvPr>
            <p:cNvSpPr/>
            <p:nvPr/>
          </p:nvSpPr>
          <p:spPr>
            <a:xfrm>
              <a:off x="690558" y="1925053"/>
              <a:ext cx="1009087" cy="4061861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37602D3D-2A2E-5D58-53EA-3A632A093113}"/>
                </a:ext>
              </a:extLst>
            </p:cNvPr>
            <p:cNvSpPr/>
            <p:nvPr/>
          </p:nvSpPr>
          <p:spPr>
            <a:xfrm>
              <a:off x="599564" y="2088682"/>
              <a:ext cx="1009087" cy="3724977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D7D12878-169A-CF28-2B9F-40D3FED7052E}"/>
                </a:ext>
              </a:extLst>
            </p:cNvPr>
            <p:cNvCxnSpPr/>
            <p:nvPr/>
          </p:nvCxnSpPr>
          <p:spPr>
            <a:xfrm flipV="1">
              <a:off x="1709200" y="1803817"/>
              <a:ext cx="0" cy="41773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4FE4B8C2-692C-2B76-E970-060A381D91F1}"/>
                </a:ext>
              </a:extLst>
            </p:cNvPr>
            <p:cNvSpPr/>
            <p:nvPr/>
          </p:nvSpPr>
          <p:spPr>
            <a:xfrm flipH="1">
              <a:off x="1757745" y="2371708"/>
              <a:ext cx="983961" cy="3157086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4B1D293-C9E7-3A8B-0032-D243D96F517D}"/>
                </a:ext>
              </a:extLst>
            </p:cNvPr>
            <p:cNvSpPr/>
            <p:nvPr/>
          </p:nvSpPr>
          <p:spPr>
            <a:xfrm flipH="1">
              <a:off x="1840345" y="2560320"/>
              <a:ext cx="983961" cy="2741360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EA242C7-05E0-FAA1-786A-8AA751E46345}"/>
                </a:ext>
              </a:extLst>
            </p:cNvPr>
            <p:cNvSpPr/>
            <p:nvPr/>
          </p:nvSpPr>
          <p:spPr>
            <a:xfrm flipH="1">
              <a:off x="1677189" y="1919320"/>
              <a:ext cx="983961" cy="4061861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B57F484D-437B-1731-1657-7F4AA2C7EDB3}"/>
                </a:ext>
              </a:extLst>
            </p:cNvPr>
            <p:cNvSpPr/>
            <p:nvPr/>
          </p:nvSpPr>
          <p:spPr>
            <a:xfrm flipH="1">
              <a:off x="1716447" y="2088682"/>
              <a:ext cx="983961" cy="3724977"/>
            </a:xfrm>
            <a:custGeom>
              <a:avLst/>
              <a:gdLst>
                <a:gd name="connsiteX0" fmla="*/ 57751 w 1009087"/>
                <a:gd name="connsiteY0" fmla="*/ 3157086 h 3157086"/>
                <a:gd name="connsiteX1" fmla="*/ 895149 w 1009087"/>
                <a:gd name="connsiteY1" fmla="*/ 2107932 h 3157086"/>
                <a:gd name="connsiteX2" fmla="*/ 904775 w 1009087"/>
                <a:gd name="connsiteY2" fmla="*/ 1049153 h 3157086"/>
                <a:gd name="connsiteX3" fmla="*/ 0 w 1009087"/>
                <a:gd name="connsiteY3" fmla="*/ 0 h 315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087" h="3157086">
                  <a:moveTo>
                    <a:pt x="57751" y="3157086"/>
                  </a:moveTo>
                  <a:cubicBezTo>
                    <a:pt x="405864" y="2808170"/>
                    <a:pt x="753978" y="2459254"/>
                    <a:pt x="895149" y="2107932"/>
                  </a:cubicBezTo>
                  <a:cubicBezTo>
                    <a:pt x="1036320" y="1756610"/>
                    <a:pt x="1053967" y="1400475"/>
                    <a:pt x="904775" y="1049153"/>
                  </a:cubicBezTo>
                  <a:cubicBezTo>
                    <a:pt x="755584" y="697831"/>
                    <a:pt x="377792" y="348915"/>
                    <a:pt x="0" y="0"/>
                  </a:cubicBezTo>
                </a:path>
              </a:pathLst>
            </a:custGeom>
            <a:noFill/>
            <a:ln w="19050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11E9E89-1CE9-E478-0E4E-57480F26D7B6}"/>
              </a:ext>
            </a:extLst>
          </p:cNvPr>
          <p:cNvGrpSpPr/>
          <p:nvPr/>
        </p:nvGrpSpPr>
        <p:grpSpPr>
          <a:xfrm>
            <a:off x="1225447" y="347115"/>
            <a:ext cx="2591667" cy="2599512"/>
            <a:chOff x="1289420" y="1450180"/>
            <a:chExt cx="3469413" cy="3422806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8D6CD511-2EF2-64C9-1F48-4D12BD6AE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70169" y="1626358"/>
              <a:ext cx="407965" cy="7010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1686F76A-CF02-5F33-D0B0-9F45AF1AA2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26729" y="1674198"/>
              <a:ext cx="407965" cy="70100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65DF9A1A-CDAB-BE4C-605E-77ED293A5B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77574" y="1714418"/>
              <a:ext cx="407965" cy="70100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AB7197D9-4E59-B663-46FD-7BA78AA8C6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36039" y="1760353"/>
              <a:ext cx="407965" cy="60088"/>
            </a:xfrm>
            <a:prstGeom prst="rect">
              <a:avLst/>
            </a:prstGeom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07D2741F-F4C8-B406-9251-95A0E8EA8F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1289420" y="1801956"/>
              <a:ext cx="407965" cy="60088"/>
            </a:xfrm>
            <a:prstGeom prst="rect">
              <a:avLst/>
            </a:prstGeom>
          </p:spPr>
        </p:pic>
        <p:sp>
          <p:nvSpPr>
            <p:cNvPr id="120" name="Freeform: Shape 36">
              <a:extLst>
                <a:ext uri="{FF2B5EF4-FFF2-40B4-BE49-F238E27FC236}">
                  <a16:creationId xmlns:a16="http://schemas.microsoft.com/office/drawing/2014/main" id="{50FA3229-BC8E-E93C-5D09-4C7250B9AAF4}"/>
                </a:ext>
              </a:extLst>
            </p:cNvPr>
            <p:cNvSpPr/>
            <p:nvPr/>
          </p:nvSpPr>
          <p:spPr>
            <a:xfrm>
              <a:off x="1574824" y="145018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29CB8023-6B24-2354-28B4-D5196DB95B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50868" y="4451581"/>
              <a:ext cx="407965" cy="70100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3F7A354A-6578-1C44-81CA-0B62F67267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512335" y="1585927"/>
              <a:ext cx="407965" cy="70100"/>
            </a:xfrm>
            <a:prstGeom prst="rect">
              <a:avLst/>
            </a:prstGeom>
          </p:spPr>
        </p:pic>
        <p:sp>
          <p:nvSpPr>
            <p:cNvPr id="123" name="Freeform: Shape 39">
              <a:extLst>
                <a:ext uri="{FF2B5EF4-FFF2-40B4-BE49-F238E27FC236}">
                  <a16:creationId xmlns:a16="http://schemas.microsoft.com/office/drawing/2014/main" id="{713E2793-CA8F-C876-B30C-2027BB1E2DA5}"/>
                </a:ext>
              </a:extLst>
            </p:cNvPr>
            <p:cNvSpPr/>
            <p:nvPr/>
          </p:nvSpPr>
          <p:spPr>
            <a:xfrm>
              <a:off x="1530727" y="149407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8EFDB1CF-6772-AFE8-197D-76D6AD85FE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08702" y="4492012"/>
              <a:ext cx="407965" cy="70100"/>
            </a:xfrm>
            <a:prstGeom prst="rect">
              <a:avLst/>
            </a:prstGeom>
          </p:spPr>
        </p:pic>
        <p:sp>
          <p:nvSpPr>
            <p:cNvPr id="125" name="Freeform: Shape 41">
              <a:extLst>
                <a:ext uri="{FF2B5EF4-FFF2-40B4-BE49-F238E27FC236}">
                  <a16:creationId xmlns:a16="http://schemas.microsoft.com/office/drawing/2014/main" id="{F6DFA523-EE6E-67AC-5AE2-2BCDB71E3E98}"/>
                </a:ext>
              </a:extLst>
            </p:cNvPr>
            <p:cNvSpPr/>
            <p:nvPr/>
          </p:nvSpPr>
          <p:spPr>
            <a:xfrm>
              <a:off x="1486630" y="1537579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EF013DAB-30FF-6160-6C91-707A2758DB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65262" y="4539852"/>
              <a:ext cx="407965" cy="70100"/>
            </a:xfrm>
            <a:prstGeom prst="rect">
              <a:avLst/>
            </a:prstGeom>
          </p:spPr>
        </p:pic>
        <p:sp>
          <p:nvSpPr>
            <p:cNvPr id="127" name="Freeform: Shape 43">
              <a:extLst>
                <a:ext uri="{FF2B5EF4-FFF2-40B4-BE49-F238E27FC236}">
                  <a16:creationId xmlns:a16="http://schemas.microsoft.com/office/drawing/2014/main" id="{ACD5EA66-17B4-C428-590E-C3633676BAB9}"/>
                </a:ext>
              </a:extLst>
            </p:cNvPr>
            <p:cNvSpPr/>
            <p:nvPr/>
          </p:nvSpPr>
          <p:spPr>
            <a:xfrm>
              <a:off x="1439129" y="158108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B7AD91F6-E29D-4DC7-976D-FE87A6DE1C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16107" y="4580072"/>
              <a:ext cx="407965" cy="70100"/>
            </a:xfrm>
            <a:prstGeom prst="rect">
              <a:avLst/>
            </a:prstGeom>
          </p:spPr>
        </p:pic>
        <p:sp>
          <p:nvSpPr>
            <p:cNvPr id="129" name="Freeform: Shape 45">
              <a:extLst>
                <a:ext uri="{FF2B5EF4-FFF2-40B4-BE49-F238E27FC236}">
                  <a16:creationId xmlns:a16="http://schemas.microsoft.com/office/drawing/2014/main" id="{DBAF22DF-83CC-0EAD-B629-5B26DBF2DEA1}"/>
                </a:ext>
              </a:extLst>
            </p:cNvPr>
            <p:cNvSpPr/>
            <p:nvPr/>
          </p:nvSpPr>
          <p:spPr>
            <a:xfrm>
              <a:off x="1392568" y="162497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65193D10-BF6D-29A9-DB09-73DC17ABA2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174572" y="4626007"/>
              <a:ext cx="407965" cy="60088"/>
            </a:xfrm>
            <a:prstGeom prst="rect">
              <a:avLst/>
            </a:prstGeom>
          </p:spPr>
        </p:pic>
        <p:sp>
          <p:nvSpPr>
            <p:cNvPr id="131" name="Freeform: Shape 47">
              <a:extLst>
                <a:ext uri="{FF2B5EF4-FFF2-40B4-BE49-F238E27FC236}">
                  <a16:creationId xmlns:a16="http://schemas.microsoft.com/office/drawing/2014/main" id="{C9EDBBEC-7E51-0C20-8284-93CB9387D5EC}"/>
                </a:ext>
              </a:extLst>
            </p:cNvPr>
            <p:cNvSpPr/>
            <p:nvPr/>
          </p:nvSpPr>
          <p:spPr>
            <a:xfrm>
              <a:off x="1350807" y="1674202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E9F028BC-0C65-AC13-60B4-9C54BC679C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4127953" y="4667610"/>
              <a:ext cx="407965" cy="60088"/>
            </a:xfrm>
            <a:prstGeom prst="rect">
              <a:avLst/>
            </a:prstGeom>
          </p:spPr>
        </p:pic>
        <p:sp>
          <p:nvSpPr>
            <p:cNvPr id="133" name="Freeform: Shape 49">
              <a:extLst>
                <a:ext uri="{FF2B5EF4-FFF2-40B4-BE49-F238E27FC236}">
                  <a16:creationId xmlns:a16="http://schemas.microsoft.com/office/drawing/2014/main" id="{65E23FC5-0A52-22CC-18C4-4A29EBBE9881}"/>
                </a:ext>
              </a:extLst>
            </p:cNvPr>
            <p:cNvSpPr/>
            <p:nvPr/>
          </p:nvSpPr>
          <p:spPr>
            <a:xfrm>
              <a:off x="1306710" y="171733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D717F168-0874-51CB-A6EA-E9DEFBDED219}"/>
              </a:ext>
            </a:extLst>
          </p:cNvPr>
          <p:cNvGrpSpPr/>
          <p:nvPr/>
        </p:nvGrpSpPr>
        <p:grpSpPr>
          <a:xfrm>
            <a:off x="1315910" y="501865"/>
            <a:ext cx="2258398" cy="2321893"/>
            <a:chOff x="5707898" y="2790590"/>
            <a:chExt cx="2258398" cy="2321893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8A316C81-F666-C0B0-773C-E8607503EB45}"/>
                </a:ext>
              </a:extLst>
            </p:cNvPr>
            <p:cNvSpPr/>
            <p:nvPr/>
          </p:nvSpPr>
          <p:spPr>
            <a:xfrm>
              <a:off x="5870501" y="2938257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48C8EF1D-0325-8DC8-26A6-1B03A348DA7C}"/>
                </a:ext>
              </a:extLst>
            </p:cNvPr>
            <p:cNvSpPr/>
            <p:nvPr/>
          </p:nvSpPr>
          <p:spPr>
            <a:xfrm>
              <a:off x="5806423" y="2879158"/>
              <a:ext cx="2066538" cy="2151278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6" name="Rectangle: Rounded Corners 135">
              <a:extLst>
                <a:ext uri="{FF2B5EF4-FFF2-40B4-BE49-F238E27FC236}">
                  <a16:creationId xmlns:a16="http://schemas.microsoft.com/office/drawing/2014/main" id="{3B828C37-03F6-49A4-A82F-EAFE7B2ED47F}"/>
                </a:ext>
              </a:extLst>
            </p:cNvPr>
            <p:cNvSpPr/>
            <p:nvPr/>
          </p:nvSpPr>
          <p:spPr>
            <a:xfrm>
              <a:off x="5741072" y="2836991"/>
              <a:ext cx="2194320" cy="2262794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7" name="Rectangle: Rounded Corners 136">
              <a:extLst>
                <a:ext uri="{FF2B5EF4-FFF2-40B4-BE49-F238E27FC236}">
                  <a16:creationId xmlns:a16="http://schemas.microsoft.com/office/drawing/2014/main" id="{9CAE32A2-B8F9-EA77-8BED-C16D287F0CBD}"/>
                </a:ext>
              </a:extLst>
            </p:cNvPr>
            <p:cNvSpPr/>
            <p:nvPr/>
          </p:nvSpPr>
          <p:spPr>
            <a:xfrm>
              <a:off x="5707898" y="2790590"/>
              <a:ext cx="2258398" cy="2321893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DEF3C71F-B94A-5884-08AB-B6B07E700B24}"/>
                </a:ext>
              </a:extLst>
            </p:cNvPr>
            <p:cNvSpPr/>
            <p:nvPr/>
          </p:nvSpPr>
          <p:spPr>
            <a:xfrm>
              <a:off x="5859270" y="2917401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8FEC026-C4C4-16A0-1095-5C2328FA89C3}"/>
              </a:ext>
            </a:extLst>
          </p:cNvPr>
          <p:cNvGrpSpPr/>
          <p:nvPr/>
        </p:nvGrpSpPr>
        <p:grpSpPr>
          <a:xfrm>
            <a:off x="201190" y="1014785"/>
            <a:ext cx="1949761" cy="1273444"/>
            <a:chOff x="4593791" y="3294133"/>
            <a:chExt cx="1949761" cy="1273444"/>
          </a:xfrm>
        </p:grpSpPr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DBC56335-AF2E-4313-5736-2C26684E9A4D}"/>
                </a:ext>
              </a:extLst>
            </p:cNvPr>
            <p:cNvSpPr/>
            <p:nvPr/>
          </p:nvSpPr>
          <p:spPr>
            <a:xfrm>
              <a:off x="4593791" y="4283243"/>
              <a:ext cx="1949761" cy="284334"/>
            </a:xfrm>
            <a:custGeom>
              <a:avLst/>
              <a:gdLst>
                <a:gd name="connsiteX0" fmla="*/ 0 w 1949761"/>
                <a:gd name="connsiteY0" fmla="*/ 202130 h 386896"/>
                <a:gd name="connsiteX1" fmla="*/ 1174282 w 1949761"/>
                <a:gd name="connsiteY1" fmla="*/ 385010 h 386896"/>
                <a:gd name="connsiteX2" fmla="*/ 1934678 w 1949761"/>
                <a:gd name="connsiteY2" fmla="*/ 279133 h 386896"/>
                <a:gd name="connsiteX3" fmla="*/ 1607419 w 1949761"/>
                <a:gd name="connsiteY3" fmla="*/ 0 h 3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761" h="386896">
                  <a:moveTo>
                    <a:pt x="0" y="202130"/>
                  </a:moveTo>
                  <a:cubicBezTo>
                    <a:pt x="425918" y="287153"/>
                    <a:pt x="851836" y="372176"/>
                    <a:pt x="1174282" y="385010"/>
                  </a:cubicBezTo>
                  <a:cubicBezTo>
                    <a:pt x="1496728" y="397844"/>
                    <a:pt x="1862489" y="343301"/>
                    <a:pt x="1934678" y="279133"/>
                  </a:cubicBezTo>
                  <a:cubicBezTo>
                    <a:pt x="2006867" y="214965"/>
                    <a:pt x="1807143" y="107482"/>
                    <a:pt x="1607419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20F09DD-4F72-5CA9-08D2-CB5207899B4F}"/>
                </a:ext>
              </a:extLst>
            </p:cNvPr>
            <p:cNvSpPr/>
            <p:nvPr/>
          </p:nvSpPr>
          <p:spPr>
            <a:xfrm>
              <a:off x="5397500" y="4215865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62EDE2E-6C1E-8844-CF60-EB3CCE2C69A6}"/>
                </a:ext>
              </a:extLst>
            </p:cNvPr>
            <p:cNvSpPr/>
            <p:nvPr/>
          </p:nvSpPr>
          <p:spPr>
            <a:xfrm>
              <a:off x="5397500" y="4139054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58B1CBC8-0E3D-01DC-49E7-491E088DA64D}"/>
                </a:ext>
              </a:extLst>
            </p:cNvPr>
            <p:cNvSpPr/>
            <p:nvPr/>
          </p:nvSpPr>
          <p:spPr>
            <a:xfrm>
              <a:off x="5397500" y="4062243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87F2AC4-2447-E9B4-2604-856EB98B0654}"/>
                </a:ext>
              </a:extLst>
            </p:cNvPr>
            <p:cNvSpPr/>
            <p:nvPr/>
          </p:nvSpPr>
          <p:spPr>
            <a:xfrm>
              <a:off x="5397500" y="3985432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565A1A-151E-F2C3-A3C6-640FB2C9F7D1}"/>
                </a:ext>
              </a:extLst>
            </p:cNvPr>
            <p:cNvSpPr/>
            <p:nvPr/>
          </p:nvSpPr>
          <p:spPr>
            <a:xfrm>
              <a:off x="5397500" y="3908621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2579331-4B4E-1285-C3D7-C534487AF231}"/>
                </a:ext>
              </a:extLst>
            </p:cNvPr>
            <p:cNvSpPr/>
            <p:nvPr/>
          </p:nvSpPr>
          <p:spPr>
            <a:xfrm>
              <a:off x="5397500" y="3831810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4009D989-B626-72DB-E5B3-F98AF185D68A}"/>
                </a:ext>
              </a:extLst>
            </p:cNvPr>
            <p:cNvSpPr/>
            <p:nvPr/>
          </p:nvSpPr>
          <p:spPr>
            <a:xfrm>
              <a:off x="5397500" y="3754999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38E2B0A-1D67-A8DE-08CA-F41C87E42276}"/>
                </a:ext>
              </a:extLst>
            </p:cNvPr>
            <p:cNvSpPr/>
            <p:nvPr/>
          </p:nvSpPr>
          <p:spPr>
            <a:xfrm>
              <a:off x="5397500" y="3678188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B657EA8F-DE1D-A816-F2F8-AD21A85065D5}"/>
                </a:ext>
              </a:extLst>
            </p:cNvPr>
            <p:cNvSpPr/>
            <p:nvPr/>
          </p:nvSpPr>
          <p:spPr>
            <a:xfrm>
              <a:off x="5397500" y="3601377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5EFC0C4E-5236-C8A7-7334-3C8A905435FE}"/>
                </a:ext>
              </a:extLst>
            </p:cNvPr>
            <p:cNvSpPr/>
            <p:nvPr/>
          </p:nvSpPr>
          <p:spPr>
            <a:xfrm>
              <a:off x="5397500" y="3524566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B6393A1A-4EBF-213A-8979-352FE3581085}"/>
                </a:ext>
              </a:extLst>
            </p:cNvPr>
            <p:cNvSpPr/>
            <p:nvPr/>
          </p:nvSpPr>
          <p:spPr>
            <a:xfrm>
              <a:off x="5397500" y="3447755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4C941DD-B3C6-AA48-B897-9B4E12FE38EA}"/>
                </a:ext>
              </a:extLst>
            </p:cNvPr>
            <p:cNvSpPr/>
            <p:nvPr/>
          </p:nvSpPr>
          <p:spPr>
            <a:xfrm>
              <a:off x="5397500" y="3370944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0F31163C-FF3C-09B5-7A48-D5D2DC6822DF}"/>
                </a:ext>
              </a:extLst>
            </p:cNvPr>
            <p:cNvSpPr/>
            <p:nvPr/>
          </p:nvSpPr>
          <p:spPr>
            <a:xfrm>
              <a:off x="5397500" y="3294133"/>
              <a:ext cx="1075267" cy="269508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4EE4D33-CD9D-B0FA-A559-6D7ACD467735}"/>
                </a:ext>
              </a:extLst>
            </p:cNvPr>
            <p:cNvCxnSpPr/>
            <p:nvPr/>
          </p:nvCxnSpPr>
          <p:spPr>
            <a:xfrm flipH="1">
              <a:off x="4619381" y="3331807"/>
              <a:ext cx="996909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3B7E809D-698F-9AE9-D33A-3B3000FA9BEE}"/>
              </a:ext>
            </a:extLst>
          </p:cNvPr>
          <p:cNvGrpSpPr/>
          <p:nvPr/>
        </p:nvGrpSpPr>
        <p:grpSpPr>
          <a:xfrm>
            <a:off x="2986865" y="1156321"/>
            <a:ext cx="1806073" cy="995519"/>
            <a:chOff x="7379466" y="3435669"/>
            <a:chExt cx="1806073" cy="995519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327357CC-B210-32C4-AFAD-1D8201B486DA}"/>
                </a:ext>
              </a:extLst>
            </p:cNvPr>
            <p:cNvSpPr/>
            <p:nvPr/>
          </p:nvSpPr>
          <p:spPr>
            <a:xfrm flipH="1">
              <a:off x="7385268" y="4264119"/>
              <a:ext cx="1800271" cy="167069"/>
            </a:xfrm>
            <a:custGeom>
              <a:avLst/>
              <a:gdLst>
                <a:gd name="connsiteX0" fmla="*/ 0 w 1949761"/>
                <a:gd name="connsiteY0" fmla="*/ 202130 h 386896"/>
                <a:gd name="connsiteX1" fmla="*/ 1174282 w 1949761"/>
                <a:gd name="connsiteY1" fmla="*/ 385010 h 386896"/>
                <a:gd name="connsiteX2" fmla="*/ 1934678 w 1949761"/>
                <a:gd name="connsiteY2" fmla="*/ 279133 h 386896"/>
                <a:gd name="connsiteX3" fmla="*/ 1607419 w 1949761"/>
                <a:gd name="connsiteY3" fmla="*/ 0 h 3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761" h="386896">
                  <a:moveTo>
                    <a:pt x="0" y="202130"/>
                  </a:moveTo>
                  <a:cubicBezTo>
                    <a:pt x="425918" y="287153"/>
                    <a:pt x="851836" y="372176"/>
                    <a:pt x="1174282" y="385010"/>
                  </a:cubicBezTo>
                  <a:cubicBezTo>
                    <a:pt x="1496728" y="397844"/>
                    <a:pt x="1862489" y="343301"/>
                    <a:pt x="1934678" y="279133"/>
                  </a:cubicBezTo>
                  <a:cubicBezTo>
                    <a:pt x="2006867" y="214965"/>
                    <a:pt x="1807143" y="107482"/>
                    <a:pt x="1607419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4C54B26-0741-F0EE-D80F-FF40EB6836E7}"/>
                </a:ext>
              </a:extLst>
            </p:cNvPr>
            <p:cNvSpPr/>
            <p:nvPr/>
          </p:nvSpPr>
          <p:spPr>
            <a:xfrm flipH="1">
              <a:off x="7379466" y="4050157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E2D8E220-E112-2756-6E6F-78FB1C30ED9C}"/>
                </a:ext>
              </a:extLst>
            </p:cNvPr>
            <p:cNvSpPr/>
            <p:nvPr/>
          </p:nvSpPr>
          <p:spPr>
            <a:xfrm flipH="1">
              <a:off x="7379466" y="3973346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8EC9E704-85D4-09F3-086A-9241FAFF6A7A}"/>
                </a:ext>
              </a:extLst>
            </p:cNvPr>
            <p:cNvSpPr/>
            <p:nvPr/>
          </p:nvSpPr>
          <p:spPr>
            <a:xfrm flipH="1">
              <a:off x="7379466" y="3896535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11C626FF-F735-A55D-5E70-A627E89A1E2D}"/>
                </a:ext>
              </a:extLst>
            </p:cNvPr>
            <p:cNvSpPr/>
            <p:nvPr/>
          </p:nvSpPr>
          <p:spPr>
            <a:xfrm flipH="1">
              <a:off x="7379466" y="3819724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E324A5D-4C71-A3B9-8412-485605864819}"/>
                </a:ext>
              </a:extLst>
            </p:cNvPr>
            <p:cNvSpPr/>
            <p:nvPr/>
          </p:nvSpPr>
          <p:spPr>
            <a:xfrm flipH="1">
              <a:off x="7379466" y="3742913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8873D94-5BE6-1EEC-259E-FC8187836EB0}"/>
                </a:ext>
              </a:extLst>
            </p:cNvPr>
            <p:cNvSpPr/>
            <p:nvPr/>
          </p:nvSpPr>
          <p:spPr>
            <a:xfrm flipH="1">
              <a:off x="7379466" y="3666102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061880A-ADD6-049C-C90D-D939897CFD39}"/>
                </a:ext>
              </a:extLst>
            </p:cNvPr>
            <p:cNvSpPr/>
            <p:nvPr/>
          </p:nvSpPr>
          <p:spPr>
            <a:xfrm flipH="1">
              <a:off x="7379466" y="3589291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18B93E1B-23D2-8908-73CB-ED52CAADCE69}"/>
                </a:ext>
              </a:extLst>
            </p:cNvPr>
            <p:cNvSpPr/>
            <p:nvPr/>
          </p:nvSpPr>
          <p:spPr>
            <a:xfrm flipH="1">
              <a:off x="7379466" y="3512480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776AD40-9FBC-749D-65F7-3279644F96C0}"/>
                </a:ext>
              </a:extLst>
            </p:cNvPr>
            <p:cNvSpPr/>
            <p:nvPr/>
          </p:nvSpPr>
          <p:spPr>
            <a:xfrm flipH="1">
              <a:off x="7379466" y="3435669"/>
              <a:ext cx="998300" cy="322765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14A14B0-7E74-14AF-F93F-013A6C1F2491}"/>
                </a:ext>
              </a:extLst>
            </p:cNvPr>
            <p:cNvCxnSpPr/>
            <p:nvPr/>
          </p:nvCxnSpPr>
          <p:spPr>
            <a:xfrm flipH="1">
              <a:off x="8188630" y="3531340"/>
              <a:ext cx="996909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1" name="TextBox 200">
            <a:extLst>
              <a:ext uri="{FF2B5EF4-FFF2-40B4-BE49-F238E27FC236}">
                <a16:creationId xmlns:a16="http://schemas.microsoft.com/office/drawing/2014/main" id="{2E661CAB-D182-E704-A6F1-CCEFA2D610B0}"/>
              </a:ext>
            </a:extLst>
          </p:cNvPr>
          <p:cNvSpPr txBox="1"/>
          <p:nvPr/>
        </p:nvSpPr>
        <p:spPr>
          <a:xfrm>
            <a:off x="448598" y="3054914"/>
            <a:ext cx="445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/>
              <a:t>Flux for each loop is same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972ED56-8FE5-085D-A9F4-1E0EF5EE676B}"/>
                  </a:ext>
                </a:extLst>
              </p:cNvPr>
              <p:cNvSpPr txBox="1"/>
              <p:nvPr/>
            </p:nvSpPr>
            <p:spPr>
              <a:xfrm>
                <a:off x="448598" y="3466612"/>
                <a:ext cx="387630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2800" b="0" dirty="0"/>
                  <a:t>Total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972ED56-8FE5-085D-A9F4-1E0EF5EE6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98" y="3466612"/>
                <a:ext cx="3876307" cy="523220"/>
              </a:xfrm>
              <a:prstGeom prst="rect">
                <a:avLst/>
              </a:prstGeom>
              <a:blipFill>
                <a:blip r:embed="rId3"/>
                <a:stretch>
                  <a:fillRect l="-2835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B3DC9C8-0C5C-3955-E587-9933AF25731B}"/>
                  </a:ext>
                </a:extLst>
              </p:cNvPr>
              <p:cNvSpPr txBox="1"/>
              <p:nvPr/>
            </p:nvSpPr>
            <p:spPr>
              <a:xfrm>
                <a:off x="1843178" y="4010445"/>
                <a:ext cx="7226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latin typeface="Cambria Math" panose="02040503050406030204" pitchFamily="18" charset="0"/>
                        </a:rPr>
                        <m:t>&amp;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B3DC9C8-0C5C-3955-E587-9933AF257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178" y="4010445"/>
                <a:ext cx="7226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12668587-DB4B-250A-14BD-D88F90F48828}"/>
              </a:ext>
            </a:extLst>
          </p:cNvPr>
          <p:cNvGrpSpPr/>
          <p:nvPr/>
        </p:nvGrpSpPr>
        <p:grpSpPr>
          <a:xfrm>
            <a:off x="464589" y="4710266"/>
            <a:ext cx="1350657" cy="900759"/>
            <a:chOff x="5312278" y="5070683"/>
            <a:chExt cx="1350657" cy="9007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AE85A2F4-F4E5-5E30-EE48-BDBFA9D19D5F}"/>
                    </a:ext>
                  </a:extLst>
                </p:cNvPr>
                <p:cNvSpPr txBox="1"/>
                <p:nvPr/>
              </p:nvSpPr>
              <p:spPr>
                <a:xfrm>
                  <a:off x="5425005" y="5070683"/>
                  <a:ext cx="1237930" cy="9007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IN" sz="28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I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IN" sz="28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I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AE85A2F4-F4E5-5E30-EE48-BDBFA9D19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5005" y="5070683"/>
                  <a:ext cx="1237930" cy="9007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7C05D763-3526-8EC4-E3CE-5F454FECD008}"/>
                </a:ext>
              </a:extLst>
            </p:cNvPr>
            <p:cNvSpPr txBox="1"/>
            <p:nvPr/>
          </p:nvSpPr>
          <p:spPr>
            <a:xfrm>
              <a:off x="5312278" y="5236128"/>
              <a:ext cx="5608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IN" sz="2800" dirty="0"/>
                <a:t>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FFC8DF-821A-9DC7-2847-9EEF6D8F3BA0}"/>
                  </a:ext>
                </a:extLst>
              </p:cNvPr>
              <p:cNvSpPr txBox="1"/>
              <p:nvPr/>
            </p:nvSpPr>
            <p:spPr>
              <a:xfrm>
                <a:off x="449948" y="3893631"/>
                <a:ext cx="1624078" cy="77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dirty="0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IN" sz="2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 dirty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IN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FFC8DF-821A-9DC7-2847-9EEF6D8F3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48" y="3893631"/>
                <a:ext cx="1624078" cy="7743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9ED6D0-59BA-74F2-7102-2BAA26CF281D}"/>
                  </a:ext>
                </a:extLst>
              </p:cNvPr>
              <p:cNvSpPr txBox="1"/>
              <p:nvPr/>
            </p:nvSpPr>
            <p:spPr>
              <a:xfrm>
                <a:off x="1455173" y="4695964"/>
                <a:ext cx="890334" cy="96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9ED6D0-59BA-74F2-7102-2BAA26CF2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173" y="4695964"/>
                <a:ext cx="890334" cy="969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BBC441-8B05-DA4E-FEB6-E53CE9B72036}"/>
                  </a:ext>
                </a:extLst>
              </p:cNvPr>
              <p:cNvSpPr txBox="1"/>
              <p:nvPr/>
            </p:nvSpPr>
            <p:spPr>
              <a:xfrm>
                <a:off x="2394719" y="3762744"/>
                <a:ext cx="1334760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IN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8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IN" sz="2800" i="1" dirty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BBC441-8B05-DA4E-FEB6-E53CE9B72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719" y="3762744"/>
                <a:ext cx="1334760" cy="9103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4EB211-3A3B-1967-F56C-D218A476C960}"/>
                  </a:ext>
                </a:extLst>
              </p:cNvPr>
              <p:cNvSpPr txBox="1"/>
              <p:nvPr/>
            </p:nvSpPr>
            <p:spPr>
              <a:xfrm>
                <a:off x="2160453" y="3476478"/>
                <a:ext cx="6505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b="0" dirty="0"/>
                  <a:t>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4EB211-3A3B-1967-F56C-D218A476C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453" y="3476478"/>
                <a:ext cx="65059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47D057B-F817-1A31-D7CF-D6DD70C03BFA}"/>
              </a:ext>
            </a:extLst>
          </p:cNvPr>
          <p:cNvSpPr txBox="1"/>
          <p:nvPr/>
        </p:nvSpPr>
        <p:spPr>
          <a:xfrm>
            <a:off x="5200207" y="268596"/>
            <a:ext cx="4578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 If we assume no loss of energy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5675AE-D48F-4B1F-620F-B5837198C80E}"/>
                  </a:ext>
                </a:extLst>
              </p:cNvPr>
              <p:cNvSpPr txBox="1"/>
              <p:nvPr/>
            </p:nvSpPr>
            <p:spPr>
              <a:xfrm>
                <a:off x="5637887" y="719877"/>
                <a:ext cx="2019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5675AE-D48F-4B1F-620F-B5837198C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887" y="719877"/>
                <a:ext cx="2019640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790427-80E3-A752-7011-9A4F49915D17}"/>
                  </a:ext>
                </a:extLst>
              </p:cNvPr>
              <p:cNvSpPr txBox="1"/>
              <p:nvPr/>
            </p:nvSpPr>
            <p:spPr>
              <a:xfrm>
                <a:off x="7128844" y="698717"/>
                <a:ext cx="10039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790427-80E3-A752-7011-9A4F49915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844" y="698717"/>
                <a:ext cx="1003919" cy="461665"/>
              </a:xfrm>
              <a:prstGeom prst="rect">
                <a:avLst/>
              </a:prstGeom>
              <a:blipFill>
                <a:blip r:embed="rId11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5C9F1D1-D3FC-85B7-AA50-4B1CA2AEB7D1}"/>
              </a:ext>
            </a:extLst>
          </p:cNvPr>
          <p:cNvSpPr txBox="1"/>
          <p:nvPr/>
        </p:nvSpPr>
        <p:spPr>
          <a:xfrm>
            <a:off x="5236077" y="4196281"/>
            <a:ext cx="306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If efficiency is given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DD7367-8218-AB77-86B4-81DD37CB7E4E}"/>
                  </a:ext>
                </a:extLst>
              </p:cNvPr>
              <p:cNvSpPr txBox="1"/>
              <p:nvPr/>
            </p:nvSpPr>
            <p:spPr>
              <a:xfrm>
                <a:off x="8132763" y="4381414"/>
                <a:ext cx="2357288" cy="84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DD7367-8218-AB77-86B4-81DD37CB7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763" y="4381414"/>
                <a:ext cx="2357288" cy="8461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13EF97-35BB-DF25-EC51-87937F36E24E}"/>
                  </a:ext>
                </a:extLst>
              </p:cNvPr>
              <p:cNvSpPr txBox="1"/>
              <p:nvPr/>
            </p:nvSpPr>
            <p:spPr>
              <a:xfrm>
                <a:off x="5691630" y="1219298"/>
                <a:ext cx="2019640" cy="844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13EF97-35BB-DF25-EC51-87937F36E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630" y="1219298"/>
                <a:ext cx="2019640" cy="8442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019E719-BD04-21DD-EC26-9BD69F8D4C0C}"/>
                  </a:ext>
                </a:extLst>
              </p:cNvPr>
              <p:cNvSpPr txBox="1"/>
              <p:nvPr/>
            </p:nvSpPr>
            <p:spPr>
              <a:xfrm>
                <a:off x="6905092" y="1230611"/>
                <a:ext cx="1700817" cy="851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019E719-BD04-21DD-EC26-9BD69F8D4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092" y="1230611"/>
                <a:ext cx="1700817" cy="8515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4A2959F2-F9FB-FFE5-D3ED-24724D3D23E2}"/>
              </a:ext>
            </a:extLst>
          </p:cNvPr>
          <p:cNvSpPr/>
          <p:nvPr/>
        </p:nvSpPr>
        <p:spPr>
          <a:xfrm>
            <a:off x="5207406" y="2131584"/>
            <a:ext cx="19341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NOTE: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E69542-902E-DFB9-FC06-F4B8DADECD01}"/>
              </a:ext>
            </a:extLst>
          </p:cNvPr>
          <p:cNvGrpSpPr/>
          <p:nvPr/>
        </p:nvGrpSpPr>
        <p:grpSpPr>
          <a:xfrm>
            <a:off x="7033822" y="2233952"/>
            <a:ext cx="1816614" cy="851580"/>
            <a:chOff x="5312278" y="5074208"/>
            <a:chExt cx="1816614" cy="851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2C96700-0F99-16E0-06C4-6E4340424A19}"/>
                    </a:ext>
                  </a:extLst>
                </p:cNvPr>
                <p:cNvSpPr txBox="1"/>
                <p:nvPr/>
              </p:nvSpPr>
              <p:spPr>
                <a:xfrm>
                  <a:off x="5428075" y="5074208"/>
                  <a:ext cx="1700817" cy="851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I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I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IN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I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IN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AE85A2F4-F4E5-5E30-EE48-BDBFA9D19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8075" y="5074208"/>
                  <a:ext cx="1700817" cy="85158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907EE5-0C04-DF9E-4DF0-E69F95300B36}"/>
                </a:ext>
              </a:extLst>
            </p:cNvPr>
            <p:cNvSpPr txBox="1"/>
            <p:nvPr/>
          </p:nvSpPr>
          <p:spPr>
            <a:xfrm>
              <a:off x="5312278" y="5236128"/>
              <a:ext cx="5608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IN" sz="2400" dirty="0"/>
                <a:t> 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EA7C43E-AB9D-D75C-99BF-0D04E1AD84AA}"/>
              </a:ext>
            </a:extLst>
          </p:cNvPr>
          <p:cNvSpPr txBox="1"/>
          <p:nvPr/>
        </p:nvSpPr>
        <p:spPr>
          <a:xfrm>
            <a:off x="8669419" y="2219614"/>
            <a:ext cx="3410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/>
              <a:t>Valid even if efficiency is not 100%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D990B5D-382A-6FF5-CAE5-28B2CBE39F02}"/>
              </a:ext>
            </a:extLst>
          </p:cNvPr>
          <p:cNvGrpSpPr/>
          <p:nvPr/>
        </p:nvGrpSpPr>
        <p:grpSpPr>
          <a:xfrm>
            <a:off x="7043572" y="3088232"/>
            <a:ext cx="1816614" cy="851580"/>
            <a:chOff x="5312278" y="5074208"/>
            <a:chExt cx="1816614" cy="851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84F498F-F71E-9770-950E-4CD1B6139FC3}"/>
                    </a:ext>
                  </a:extLst>
                </p:cNvPr>
                <p:cNvSpPr txBox="1"/>
                <p:nvPr/>
              </p:nvSpPr>
              <p:spPr>
                <a:xfrm>
                  <a:off x="5428075" y="5074208"/>
                  <a:ext cx="1700817" cy="851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I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I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I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84F498F-F71E-9770-950E-4CD1B6139F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8075" y="5074208"/>
                  <a:ext cx="1700817" cy="85158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BBCCC04-E0DF-1D06-49CB-4A61D71E062B}"/>
                </a:ext>
              </a:extLst>
            </p:cNvPr>
            <p:cNvSpPr txBox="1"/>
            <p:nvPr/>
          </p:nvSpPr>
          <p:spPr>
            <a:xfrm>
              <a:off x="5312278" y="5236128"/>
              <a:ext cx="5608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IN" sz="2400" dirty="0"/>
                <a:t> 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012504D-A35C-9407-D025-9DB187A877AC}"/>
              </a:ext>
            </a:extLst>
          </p:cNvPr>
          <p:cNvSpPr txBox="1"/>
          <p:nvPr/>
        </p:nvSpPr>
        <p:spPr>
          <a:xfrm>
            <a:off x="8638725" y="3103032"/>
            <a:ext cx="3410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/>
              <a:t>Valid only if efficiency is 100%</a:t>
            </a:r>
          </a:p>
        </p:txBody>
      </p:sp>
    </p:spTree>
    <p:extLst>
      <p:ext uri="{BB962C8B-B14F-4D97-AF65-F5344CB8AC3E}">
        <p14:creationId xmlns:p14="http://schemas.microsoft.com/office/powerpoint/2010/main" val="1225761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/>
      <p:bldP spid="202" grpId="0"/>
      <p:bldP spid="203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4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33DE10B-C89B-DF3F-9555-A727F49EDAA1}"/>
              </a:ext>
            </a:extLst>
          </p:cNvPr>
          <p:cNvGrpSpPr/>
          <p:nvPr/>
        </p:nvGrpSpPr>
        <p:grpSpPr>
          <a:xfrm>
            <a:off x="78656" y="1213233"/>
            <a:ext cx="4009206" cy="2273411"/>
            <a:chOff x="5049313" y="4172738"/>
            <a:chExt cx="4009206" cy="227341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5C0950F-CD7F-D32C-53EF-9056B8C92E77}"/>
                </a:ext>
              </a:extLst>
            </p:cNvPr>
            <p:cNvSpPr/>
            <p:nvPr/>
          </p:nvSpPr>
          <p:spPr>
            <a:xfrm>
              <a:off x="5049313" y="4172738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E8F3C6D-1223-B29C-4271-286BE0A0A2E2}"/>
                </a:ext>
              </a:extLst>
            </p:cNvPr>
            <p:cNvSpPr/>
            <p:nvPr/>
          </p:nvSpPr>
          <p:spPr>
            <a:xfrm>
              <a:off x="5114890" y="5922929"/>
              <a:ext cx="1425390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Solution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ACDC4EB-21F5-A0C2-4F89-6A5B12E6AE41}"/>
                </a:ext>
              </a:extLst>
            </p:cNvPr>
            <p:cNvGrpSpPr/>
            <p:nvPr/>
          </p:nvGrpSpPr>
          <p:grpSpPr>
            <a:xfrm>
              <a:off x="5247285" y="5234150"/>
              <a:ext cx="3711035" cy="769441"/>
              <a:chOff x="8374270" y="675200"/>
              <a:chExt cx="3711035" cy="769441"/>
            </a:xfrm>
          </p:grpSpPr>
          <p:sp>
            <p:nvSpPr>
              <p:cNvPr id="18" name="Freeform 62">
                <a:extLst>
                  <a:ext uri="{FF2B5EF4-FFF2-40B4-BE49-F238E27FC236}">
                    <a16:creationId xmlns:a16="http://schemas.microsoft.com/office/drawing/2014/main" id="{4E1EA8E7-3DCC-3723-351C-5E39ED2093E2}"/>
                  </a:ext>
                </a:extLst>
              </p:cNvPr>
              <p:cNvSpPr>
                <a:spLocks noEditPoints="1"/>
              </p:cNvSpPr>
              <p:nvPr/>
            </p:nvSpPr>
            <p:spPr bwMode="invGray">
              <a:xfrm>
                <a:off x="8702932" y="1015940"/>
                <a:ext cx="2934322" cy="59863"/>
              </a:xfrm>
              <a:custGeom>
                <a:avLst/>
                <a:gdLst>
                  <a:gd name="T0" fmla="*/ 9555 w 10030"/>
                  <a:gd name="T1" fmla="*/ 25 h 75"/>
                  <a:gd name="T2" fmla="*/ 9488 w 10030"/>
                  <a:gd name="T3" fmla="*/ 23 h 75"/>
                  <a:gd name="T4" fmla="*/ 5258 w 10030"/>
                  <a:gd name="T5" fmla="*/ 60 h 75"/>
                  <a:gd name="T6" fmla="*/ 4572 w 10030"/>
                  <a:gd name="T7" fmla="*/ 65 h 75"/>
                  <a:gd name="T8" fmla="*/ 4884 w 10030"/>
                  <a:gd name="T9" fmla="*/ 61 h 75"/>
                  <a:gd name="T10" fmla="*/ 5092 w 10030"/>
                  <a:gd name="T11" fmla="*/ 56 h 75"/>
                  <a:gd name="T12" fmla="*/ 5260 w 10030"/>
                  <a:gd name="T13" fmla="*/ 60 h 75"/>
                  <a:gd name="T14" fmla="*/ 5560 w 10030"/>
                  <a:gd name="T15" fmla="*/ 62 h 75"/>
                  <a:gd name="T16" fmla="*/ 6006 w 10030"/>
                  <a:gd name="T17" fmla="*/ 56 h 75"/>
                  <a:gd name="T18" fmla="*/ 6308 w 10030"/>
                  <a:gd name="T19" fmla="*/ 32 h 75"/>
                  <a:gd name="T20" fmla="*/ 6269 w 10030"/>
                  <a:gd name="T21" fmla="*/ 52 h 75"/>
                  <a:gd name="T22" fmla="*/ 6665 w 10030"/>
                  <a:gd name="T23" fmla="*/ 41 h 75"/>
                  <a:gd name="T24" fmla="*/ 6806 w 10030"/>
                  <a:gd name="T25" fmla="*/ 53 h 75"/>
                  <a:gd name="T26" fmla="*/ 7204 w 10030"/>
                  <a:gd name="T27" fmla="*/ 50 h 75"/>
                  <a:gd name="T28" fmla="*/ 7485 w 10030"/>
                  <a:gd name="T29" fmla="*/ 62 h 75"/>
                  <a:gd name="T30" fmla="*/ 7667 w 10030"/>
                  <a:gd name="T31" fmla="*/ 61 h 75"/>
                  <a:gd name="T32" fmla="*/ 7919 w 10030"/>
                  <a:gd name="T33" fmla="*/ 63 h 75"/>
                  <a:gd name="T34" fmla="*/ 8179 w 10030"/>
                  <a:gd name="T35" fmla="*/ 51 h 75"/>
                  <a:gd name="T36" fmla="*/ 8401 w 10030"/>
                  <a:gd name="T37" fmla="*/ 31 h 75"/>
                  <a:gd name="T38" fmla="*/ 8692 w 10030"/>
                  <a:gd name="T39" fmla="*/ 58 h 75"/>
                  <a:gd name="T40" fmla="*/ 9084 w 10030"/>
                  <a:gd name="T41" fmla="*/ 61 h 75"/>
                  <a:gd name="T42" fmla="*/ 9498 w 10030"/>
                  <a:gd name="T43" fmla="*/ 44 h 75"/>
                  <a:gd name="T44" fmla="*/ 9670 w 10030"/>
                  <a:gd name="T45" fmla="*/ 45 h 75"/>
                  <a:gd name="T46" fmla="*/ 9877 w 10030"/>
                  <a:gd name="T47" fmla="*/ 32 h 75"/>
                  <a:gd name="T48" fmla="*/ 9735 w 10030"/>
                  <a:gd name="T49" fmla="*/ 21 h 75"/>
                  <a:gd name="T50" fmla="*/ 9636 w 10030"/>
                  <a:gd name="T51" fmla="*/ 27 h 75"/>
                  <a:gd name="T52" fmla="*/ 9290 w 10030"/>
                  <a:gd name="T53" fmla="*/ 22 h 75"/>
                  <a:gd name="T54" fmla="*/ 8498 w 10030"/>
                  <a:gd name="T55" fmla="*/ 12 h 75"/>
                  <a:gd name="T56" fmla="*/ 7899 w 10030"/>
                  <a:gd name="T57" fmla="*/ 21 h 75"/>
                  <a:gd name="T58" fmla="*/ 7774 w 10030"/>
                  <a:gd name="T59" fmla="*/ 22 h 75"/>
                  <a:gd name="T60" fmla="*/ 7493 w 10030"/>
                  <a:gd name="T61" fmla="*/ 32 h 75"/>
                  <a:gd name="T62" fmla="*/ 7190 w 10030"/>
                  <a:gd name="T63" fmla="*/ 31 h 75"/>
                  <a:gd name="T64" fmla="*/ 6418 w 10030"/>
                  <a:gd name="T65" fmla="*/ 20 h 75"/>
                  <a:gd name="T66" fmla="*/ 6248 w 10030"/>
                  <a:gd name="T67" fmla="*/ 24 h 75"/>
                  <a:gd name="T68" fmla="*/ 5823 w 10030"/>
                  <a:gd name="T69" fmla="*/ 28 h 75"/>
                  <a:gd name="T70" fmla="*/ 5422 w 10030"/>
                  <a:gd name="T71" fmla="*/ 11 h 75"/>
                  <a:gd name="T72" fmla="*/ 4925 w 10030"/>
                  <a:gd name="T73" fmla="*/ 16 h 75"/>
                  <a:gd name="T74" fmla="*/ 4310 w 10030"/>
                  <a:gd name="T75" fmla="*/ 18 h 75"/>
                  <a:gd name="T76" fmla="*/ 3439 w 10030"/>
                  <a:gd name="T77" fmla="*/ 21 h 75"/>
                  <a:gd name="T78" fmla="*/ 2740 w 10030"/>
                  <a:gd name="T79" fmla="*/ 18 h 75"/>
                  <a:gd name="T80" fmla="*/ 2597 w 10030"/>
                  <a:gd name="T81" fmla="*/ 9 h 75"/>
                  <a:gd name="T82" fmla="*/ 2367 w 10030"/>
                  <a:gd name="T83" fmla="*/ 21 h 75"/>
                  <a:gd name="T84" fmla="*/ 1566 w 10030"/>
                  <a:gd name="T85" fmla="*/ 11 h 75"/>
                  <a:gd name="T86" fmla="*/ 262 w 10030"/>
                  <a:gd name="T87" fmla="*/ 7 h 75"/>
                  <a:gd name="T88" fmla="*/ 104 w 10030"/>
                  <a:gd name="T89" fmla="*/ 42 h 75"/>
                  <a:gd name="T90" fmla="*/ 742 w 10030"/>
                  <a:gd name="T91" fmla="*/ 47 h 75"/>
                  <a:gd name="T92" fmla="*/ 1060 w 10030"/>
                  <a:gd name="T93" fmla="*/ 47 h 75"/>
                  <a:gd name="T94" fmla="*/ 1593 w 10030"/>
                  <a:gd name="T95" fmla="*/ 46 h 75"/>
                  <a:gd name="T96" fmla="*/ 2022 w 10030"/>
                  <a:gd name="T97" fmla="*/ 45 h 75"/>
                  <a:gd name="T98" fmla="*/ 2481 w 10030"/>
                  <a:gd name="T99" fmla="*/ 51 h 75"/>
                  <a:gd name="T100" fmla="*/ 2677 w 10030"/>
                  <a:gd name="T101" fmla="*/ 45 h 75"/>
                  <a:gd name="T102" fmla="*/ 2863 w 10030"/>
                  <a:gd name="T103" fmla="*/ 52 h 75"/>
                  <a:gd name="T104" fmla="*/ 3163 w 10030"/>
                  <a:gd name="T105" fmla="*/ 62 h 75"/>
                  <a:gd name="T106" fmla="*/ 3411 w 10030"/>
                  <a:gd name="T107" fmla="*/ 54 h 75"/>
                  <a:gd name="T108" fmla="*/ 3550 w 10030"/>
                  <a:gd name="T109" fmla="*/ 60 h 75"/>
                  <a:gd name="T110" fmla="*/ 3740 w 10030"/>
                  <a:gd name="T111" fmla="*/ 65 h 75"/>
                  <a:gd name="T112" fmla="*/ 4329 w 10030"/>
                  <a:gd name="T113" fmla="*/ 6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030" h="75">
                    <a:moveTo>
                      <a:pt x="2469" y="12"/>
                    </a:moveTo>
                    <a:lnTo>
                      <a:pt x="2469" y="12"/>
                    </a:lnTo>
                    <a:lnTo>
                      <a:pt x="2482" y="13"/>
                    </a:lnTo>
                    <a:cubicBezTo>
                      <a:pt x="2453" y="15"/>
                      <a:pt x="2461" y="13"/>
                      <a:pt x="2469" y="12"/>
                    </a:cubicBezTo>
                    <a:close/>
                    <a:moveTo>
                      <a:pt x="9555" y="25"/>
                    </a:moveTo>
                    <a:lnTo>
                      <a:pt x="9555" y="25"/>
                    </a:lnTo>
                    <a:cubicBezTo>
                      <a:pt x="9562" y="24"/>
                      <a:pt x="9561" y="23"/>
                      <a:pt x="9559" y="23"/>
                    </a:cubicBezTo>
                    <a:cubicBezTo>
                      <a:pt x="9554" y="24"/>
                      <a:pt x="9539" y="24"/>
                      <a:pt x="9522" y="24"/>
                    </a:cubicBezTo>
                    <a:cubicBezTo>
                      <a:pt x="9527" y="25"/>
                      <a:pt x="9536" y="26"/>
                      <a:pt x="9555" y="25"/>
                    </a:cubicBezTo>
                    <a:close/>
                    <a:moveTo>
                      <a:pt x="9489" y="23"/>
                    </a:moveTo>
                    <a:lnTo>
                      <a:pt x="9489" y="23"/>
                    </a:lnTo>
                    <a:lnTo>
                      <a:pt x="9488" y="23"/>
                    </a:lnTo>
                    <a:cubicBezTo>
                      <a:pt x="9456" y="21"/>
                      <a:pt x="9467" y="22"/>
                      <a:pt x="9489" y="23"/>
                    </a:cubicBezTo>
                    <a:close/>
                    <a:moveTo>
                      <a:pt x="6376" y="50"/>
                    </a:moveTo>
                    <a:lnTo>
                      <a:pt x="6376" y="50"/>
                    </a:lnTo>
                    <a:cubicBezTo>
                      <a:pt x="6365" y="52"/>
                      <a:pt x="6349" y="51"/>
                      <a:pt x="6330" y="49"/>
                    </a:cubicBezTo>
                    <a:cubicBezTo>
                      <a:pt x="6344" y="49"/>
                      <a:pt x="6359" y="49"/>
                      <a:pt x="6376" y="50"/>
                    </a:cubicBezTo>
                    <a:close/>
                    <a:moveTo>
                      <a:pt x="5258" y="60"/>
                    </a:moveTo>
                    <a:lnTo>
                      <a:pt x="5258" y="60"/>
                    </a:lnTo>
                    <a:cubicBezTo>
                      <a:pt x="5244" y="61"/>
                      <a:pt x="5216" y="64"/>
                      <a:pt x="5205" y="61"/>
                    </a:cubicBezTo>
                    <a:cubicBezTo>
                      <a:pt x="5222" y="55"/>
                      <a:pt x="5234" y="58"/>
                      <a:pt x="5258" y="60"/>
                    </a:cubicBezTo>
                    <a:close/>
                    <a:moveTo>
                      <a:pt x="4523" y="61"/>
                    </a:moveTo>
                    <a:lnTo>
                      <a:pt x="4523" y="61"/>
                    </a:lnTo>
                    <a:lnTo>
                      <a:pt x="4572" y="65"/>
                    </a:lnTo>
                    <a:cubicBezTo>
                      <a:pt x="4513" y="71"/>
                      <a:pt x="4470" y="69"/>
                      <a:pt x="4516" y="75"/>
                    </a:cubicBezTo>
                    <a:cubicBezTo>
                      <a:pt x="4523" y="61"/>
                      <a:pt x="4707" y="74"/>
                      <a:pt x="4714" y="60"/>
                    </a:cubicBezTo>
                    <a:lnTo>
                      <a:pt x="4747" y="63"/>
                    </a:lnTo>
                    <a:cubicBezTo>
                      <a:pt x="4737" y="63"/>
                      <a:pt x="4736" y="64"/>
                      <a:pt x="4727" y="64"/>
                    </a:cubicBezTo>
                    <a:cubicBezTo>
                      <a:pt x="4790" y="70"/>
                      <a:pt x="4774" y="54"/>
                      <a:pt x="4855" y="56"/>
                    </a:cubicBezTo>
                    <a:cubicBezTo>
                      <a:pt x="4883" y="57"/>
                      <a:pt x="4903" y="59"/>
                      <a:pt x="4884" y="61"/>
                    </a:cubicBezTo>
                    <a:lnTo>
                      <a:pt x="4947" y="57"/>
                    </a:lnTo>
                    <a:cubicBezTo>
                      <a:pt x="4965" y="58"/>
                      <a:pt x="4961" y="60"/>
                      <a:pt x="4942" y="60"/>
                    </a:cubicBezTo>
                    <a:lnTo>
                      <a:pt x="5039" y="59"/>
                    </a:lnTo>
                    <a:lnTo>
                      <a:pt x="5038" y="59"/>
                    </a:lnTo>
                    <a:cubicBezTo>
                      <a:pt x="5052" y="57"/>
                      <a:pt x="5083" y="54"/>
                      <a:pt x="5098" y="52"/>
                    </a:cubicBezTo>
                    <a:cubicBezTo>
                      <a:pt x="5122" y="54"/>
                      <a:pt x="5086" y="54"/>
                      <a:pt x="5092" y="56"/>
                    </a:cubicBezTo>
                    <a:lnTo>
                      <a:pt x="5145" y="52"/>
                    </a:lnTo>
                    <a:cubicBezTo>
                      <a:pt x="5167" y="56"/>
                      <a:pt x="5123" y="59"/>
                      <a:pt x="5086" y="59"/>
                    </a:cubicBezTo>
                    <a:cubicBezTo>
                      <a:pt x="5136" y="73"/>
                      <a:pt x="5130" y="55"/>
                      <a:pt x="5238" y="64"/>
                    </a:cubicBezTo>
                    <a:lnTo>
                      <a:pt x="5187" y="65"/>
                    </a:lnTo>
                    <a:cubicBezTo>
                      <a:pt x="5220" y="73"/>
                      <a:pt x="5259" y="70"/>
                      <a:pt x="5316" y="75"/>
                    </a:cubicBezTo>
                    <a:cubicBezTo>
                      <a:pt x="5302" y="73"/>
                      <a:pt x="5202" y="63"/>
                      <a:pt x="5260" y="60"/>
                    </a:cubicBezTo>
                    <a:cubicBezTo>
                      <a:pt x="5276" y="61"/>
                      <a:pt x="5298" y="61"/>
                      <a:pt x="5329" y="59"/>
                    </a:cubicBezTo>
                    <a:cubicBezTo>
                      <a:pt x="5329" y="63"/>
                      <a:pt x="5359" y="62"/>
                      <a:pt x="5398" y="62"/>
                    </a:cubicBezTo>
                    <a:lnTo>
                      <a:pt x="5395" y="69"/>
                    </a:lnTo>
                    <a:cubicBezTo>
                      <a:pt x="5436" y="67"/>
                      <a:pt x="5433" y="64"/>
                      <a:pt x="5457" y="61"/>
                    </a:cubicBezTo>
                    <a:cubicBezTo>
                      <a:pt x="5503" y="61"/>
                      <a:pt x="5513" y="66"/>
                      <a:pt x="5523" y="71"/>
                    </a:cubicBezTo>
                    <a:cubicBezTo>
                      <a:pt x="5597" y="72"/>
                      <a:pt x="5473" y="63"/>
                      <a:pt x="5560" y="62"/>
                    </a:cubicBezTo>
                    <a:cubicBezTo>
                      <a:pt x="5621" y="64"/>
                      <a:pt x="5664" y="62"/>
                      <a:pt x="5737" y="58"/>
                    </a:cubicBezTo>
                    <a:cubicBezTo>
                      <a:pt x="5780" y="60"/>
                      <a:pt x="5730" y="62"/>
                      <a:pt x="5745" y="64"/>
                    </a:cubicBezTo>
                    <a:lnTo>
                      <a:pt x="5783" y="59"/>
                    </a:lnTo>
                    <a:cubicBezTo>
                      <a:pt x="5792" y="59"/>
                      <a:pt x="5789" y="60"/>
                      <a:pt x="5788" y="61"/>
                    </a:cubicBezTo>
                    <a:cubicBezTo>
                      <a:pt x="5820" y="59"/>
                      <a:pt x="5790" y="55"/>
                      <a:pt x="5841" y="53"/>
                    </a:cubicBezTo>
                    <a:cubicBezTo>
                      <a:pt x="5854" y="46"/>
                      <a:pt x="5944" y="64"/>
                      <a:pt x="6006" y="56"/>
                    </a:cubicBezTo>
                    <a:cubicBezTo>
                      <a:pt x="6021" y="58"/>
                      <a:pt x="5999" y="60"/>
                      <a:pt x="6003" y="62"/>
                    </a:cubicBezTo>
                    <a:cubicBezTo>
                      <a:pt x="6089" y="57"/>
                      <a:pt x="6077" y="59"/>
                      <a:pt x="6147" y="52"/>
                    </a:cubicBezTo>
                    <a:lnTo>
                      <a:pt x="6206" y="56"/>
                    </a:lnTo>
                    <a:cubicBezTo>
                      <a:pt x="6163" y="51"/>
                      <a:pt x="6219" y="45"/>
                      <a:pt x="6268" y="41"/>
                    </a:cubicBezTo>
                    <a:cubicBezTo>
                      <a:pt x="6252" y="38"/>
                      <a:pt x="6239" y="36"/>
                      <a:pt x="6230" y="35"/>
                    </a:cubicBezTo>
                    <a:lnTo>
                      <a:pt x="6308" y="32"/>
                    </a:lnTo>
                    <a:cubicBezTo>
                      <a:pt x="6318" y="33"/>
                      <a:pt x="6310" y="35"/>
                      <a:pt x="6297" y="38"/>
                    </a:cubicBezTo>
                    <a:lnTo>
                      <a:pt x="6311" y="36"/>
                    </a:lnTo>
                    <a:cubicBezTo>
                      <a:pt x="6339" y="39"/>
                      <a:pt x="6325" y="43"/>
                      <a:pt x="6305" y="46"/>
                    </a:cubicBezTo>
                    <a:lnTo>
                      <a:pt x="6277" y="42"/>
                    </a:lnTo>
                    <a:cubicBezTo>
                      <a:pt x="6257" y="46"/>
                      <a:pt x="6239" y="50"/>
                      <a:pt x="6243" y="54"/>
                    </a:cubicBezTo>
                    <a:cubicBezTo>
                      <a:pt x="6248" y="53"/>
                      <a:pt x="6258" y="53"/>
                      <a:pt x="6269" y="52"/>
                    </a:cubicBezTo>
                    <a:cubicBezTo>
                      <a:pt x="6264" y="53"/>
                      <a:pt x="6261" y="54"/>
                      <a:pt x="6263" y="55"/>
                    </a:cubicBezTo>
                    <a:cubicBezTo>
                      <a:pt x="6266" y="56"/>
                      <a:pt x="6274" y="54"/>
                      <a:pt x="6287" y="53"/>
                    </a:cubicBezTo>
                    <a:lnTo>
                      <a:pt x="6304" y="60"/>
                    </a:lnTo>
                    <a:lnTo>
                      <a:pt x="6309" y="57"/>
                    </a:lnTo>
                    <a:lnTo>
                      <a:pt x="6411" y="62"/>
                    </a:lnTo>
                    <a:cubicBezTo>
                      <a:pt x="6485" y="55"/>
                      <a:pt x="6548" y="44"/>
                      <a:pt x="6665" y="41"/>
                    </a:cubicBezTo>
                    <a:cubicBezTo>
                      <a:pt x="6636" y="47"/>
                      <a:pt x="6659" y="50"/>
                      <a:pt x="6657" y="56"/>
                    </a:cubicBezTo>
                    <a:cubicBezTo>
                      <a:pt x="6625" y="50"/>
                      <a:pt x="6567" y="59"/>
                      <a:pt x="6507" y="58"/>
                    </a:cubicBezTo>
                    <a:cubicBezTo>
                      <a:pt x="6538" y="58"/>
                      <a:pt x="6531" y="61"/>
                      <a:pt x="6523" y="62"/>
                    </a:cubicBezTo>
                    <a:lnTo>
                      <a:pt x="6631" y="57"/>
                    </a:lnTo>
                    <a:cubicBezTo>
                      <a:pt x="6628" y="62"/>
                      <a:pt x="6654" y="60"/>
                      <a:pt x="6682" y="63"/>
                    </a:cubicBezTo>
                    <a:cubicBezTo>
                      <a:pt x="6660" y="52"/>
                      <a:pt x="6762" y="56"/>
                      <a:pt x="6806" y="53"/>
                    </a:cubicBezTo>
                    <a:cubicBezTo>
                      <a:pt x="6808" y="56"/>
                      <a:pt x="6798" y="60"/>
                      <a:pt x="6744" y="59"/>
                    </a:cubicBezTo>
                    <a:cubicBezTo>
                      <a:pt x="6803" y="67"/>
                      <a:pt x="6821" y="47"/>
                      <a:pt x="6879" y="54"/>
                    </a:cubicBezTo>
                    <a:cubicBezTo>
                      <a:pt x="6865" y="54"/>
                      <a:pt x="6858" y="53"/>
                      <a:pt x="6853" y="55"/>
                    </a:cubicBezTo>
                    <a:cubicBezTo>
                      <a:pt x="6884" y="52"/>
                      <a:pt x="6958" y="55"/>
                      <a:pt x="6941" y="58"/>
                    </a:cubicBezTo>
                    <a:lnTo>
                      <a:pt x="6928" y="58"/>
                    </a:lnTo>
                    <a:cubicBezTo>
                      <a:pt x="7014" y="59"/>
                      <a:pt x="7191" y="58"/>
                      <a:pt x="7204" y="50"/>
                    </a:cubicBezTo>
                    <a:cubicBezTo>
                      <a:pt x="7205" y="51"/>
                      <a:pt x="7193" y="60"/>
                      <a:pt x="7188" y="62"/>
                    </a:cubicBezTo>
                    <a:lnTo>
                      <a:pt x="7342" y="33"/>
                    </a:lnTo>
                    <a:cubicBezTo>
                      <a:pt x="7329" y="41"/>
                      <a:pt x="7381" y="58"/>
                      <a:pt x="7309" y="62"/>
                    </a:cubicBezTo>
                    <a:cubicBezTo>
                      <a:pt x="7330" y="63"/>
                      <a:pt x="7355" y="65"/>
                      <a:pt x="7399" y="62"/>
                    </a:cubicBezTo>
                    <a:cubicBezTo>
                      <a:pt x="7385" y="61"/>
                      <a:pt x="7364" y="51"/>
                      <a:pt x="7383" y="51"/>
                    </a:cubicBezTo>
                    <a:cubicBezTo>
                      <a:pt x="7436" y="59"/>
                      <a:pt x="7420" y="55"/>
                      <a:pt x="7485" y="62"/>
                    </a:cubicBezTo>
                    <a:cubicBezTo>
                      <a:pt x="7463" y="61"/>
                      <a:pt x="7487" y="49"/>
                      <a:pt x="7520" y="50"/>
                    </a:cubicBezTo>
                    <a:cubicBezTo>
                      <a:pt x="7515" y="51"/>
                      <a:pt x="7523" y="61"/>
                      <a:pt x="7511" y="62"/>
                    </a:cubicBezTo>
                    <a:lnTo>
                      <a:pt x="7594" y="51"/>
                    </a:lnTo>
                    <a:cubicBezTo>
                      <a:pt x="7573" y="53"/>
                      <a:pt x="7590" y="61"/>
                      <a:pt x="7609" y="64"/>
                    </a:cubicBezTo>
                    <a:cubicBezTo>
                      <a:pt x="7600" y="62"/>
                      <a:pt x="7680" y="64"/>
                      <a:pt x="7702" y="63"/>
                    </a:cubicBezTo>
                    <a:lnTo>
                      <a:pt x="7667" y="61"/>
                    </a:lnTo>
                    <a:cubicBezTo>
                      <a:pt x="7761" y="63"/>
                      <a:pt x="7760" y="45"/>
                      <a:pt x="7853" y="46"/>
                    </a:cubicBezTo>
                    <a:cubicBezTo>
                      <a:pt x="7842" y="48"/>
                      <a:pt x="7825" y="60"/>
                      <a:pt x="7872" y="62"/>
                    </a:cubicBezTo>
                    <a:cubicBezTo>
                      <a:pt x="7894" y="56"/>
                      <a:pt x="7968" y="34"/>
                      <a:pt x="8050" y="29"/>
                    </a:cubicBezTo>
                    <a:lnTo>
                      <a:pt x="8066" y="33"/>
                    </a:lnTo>
                    <a:lnTo>
                      <a:pt x="8129" y="29"/>
                    </a:lnTo>
                    <a:cubicBezTo>
                      <a:pt x="8090" y="38"/>
                      <a:pt x="7980" y="56"/>
                      <a:pt x="7919" y="63"/>
                    </a:cubicBezTo>
                    <a:cubicBezTo>
                      <a:pt x="7954" y="66"/>
                      <a:pt x="7929" y="67"/>
                      <a:pt x="7982" y="67"/>
                    </a:cubicBezTo>
                    <a:cubicBezTo>
                      <a:pt x="8000" y="70"/>
                      <a:pt x="7953" y="72"/>
                      <a:pt x="7938" y="72"/>
                    </a:cubicBezTo>
                    <a:lnTo>
                      <a:pt x="8060" y="74"/>
                    </a:lnTo>
                    <a:cubicBezTo>
                      <a:pt x="8054" y="67"/>
                      <a:pt x="8153" y="67"/>
                      <a:pt x="8149" y="62"/>
                    </a:cubicBezTo>
                    <a:lnTo>
                      <a:pt x="8016" y="68"/>
                    </a:lnTo>
                    <a:cubicBezTo>
                      <a:pt x="8011" y="62"/>
                      <a:pt x="8093" y="49"/>
                      <a:pt x="8179" y="51"/>
                    </a:cubicBezTo>
                    <a:cubicBezTo>
                      <a:pt x="8201" y="53"/>
                      <a:pt x="8163" y="63"/>
                      <a:pt x="8165" y="65"/>
                    </a:cubicBezTo>
                    <a:cubicBezTo>
                      <a:pt x="8176" y="63"/>
                      <a:pt x="8247" y="61"/>
                      <a:pt x="8255" y="62"/>
                    </a:cubicBezTo>
                    <a:lnTo>
                      <a:pt x="8218" y="66"/>
                    </a:lnTo>
                    <a:cubicBezTo>
                      <a:pt x="8266" y="69"/>
                      <a:pt x="8297" y="57"/>
                      <a:pt x="8355" y="64"/>
                    </a:cubicBezTo>
                    <a:cubicBezTo>
                      <a:pt x="8375" y="64"/>
                      <a:pt x="8414" y="73"/>
                      <a:pt x="8418" y="69"/>
                    </a:cubicBezTo>
                    <a:cubicBezTo>
                      <a:pt x="8385" y="61"/>
                      <a:pt x="8379" y="37"/>
                      <a:pt x="8401" y="31"/>
                    </a:cubicBezTo>
                    <a:cubicBezTo>
                      <a:pt x="8408" y="31"/>
                      <a:pt x="8505" y="38"/>
                      <a:pt x="8528" y="42"/>
                    </a:cubicBezTo>
                    <a:cubicBezTo>
                      <a:pt x="8561" y="48"/>
                      <a:pt x="8479" y="57"/>
                      <a:pt x="8507" y="62"/>
                    </a:cubicBezTo>
                    <a:cubicBezTo>
                      <a:pt x="8508" y="60"/>
                      <a:pt x="8526" y="58"/>
                      <a:pt x="8534" y="57"/>
                    </a:cubicBezTo>
                    <a:cubicBezTo>
                      <a:pt x="8555" y="59"/>
                      <a:pt x="8525" y="63"/>
                      <a:pt x="8571" y="62"/>
                    </a:cubicBezTo>
                    <a:cubicBezTo>
                      <a:pt x="8578" y="55"/>
                      <a:pt x="8664" y="63"/>
                      <a:pt x="8592" y="56"/>
                    </a:cubicBezTo>
                    <a:cubicBezTo>
                      <a:pt x="8637" y="55"/>
                      <a:pt x="8640" y="58"/>
                      <a:pt x="8692" y="58"/>
                    </a:cubicBezTo>
                    <a:cubicBezTo>
                      <a:pt x="8675" y="53"/>
                      <a:pt x="8739" y="43"/>
                      <a:pt x="8784" y="41"/>
                    </a:cubicBezTo>
                    <a:cubicBezTo>
                      <a:pt x="8781" y="42"/>
                      <a:pt x="8791" y="45"/>
                      <a:pt x="8796" y="46"/>
                    </a:cubicBezTo>
                    <a:cubicBezTo>
                      <a:pt x="8888" y="47"/>
                      <a:pt x="8937" y="50"/>
                      <a:pt x="9022" y="50"/>
                    </a:cubicBezTo>
                    <a:cubicBezTo>
                      <a:pt x="9030" y="52"/>
                      <a:pt x="9071" y="54"/>
                      <a:pt x="9054" y="57"/>
                    </a:cubicBezTo>
                    <a:cubicBezTo>
                      <a:pt x="9066" y="56"/>
                      <a:pt x="9077" y="53"/>
                      <a:pt x="9103" y="53"/>
                    </a:cubicBezTo>
                    <a:cubicBezTo>
                      <a:pt x="9154" y="59"/>
                      <a:pt x="9045" y="54"/>
                      <a:pt x="9084" y="61"/>
                    </a:cubicBezTo>
                    <a:cubicBezTo>
                      <a:pt x="9087" y="57"/>
                      <a:pt x="9152" y="56"/>
                      <a:pt x="9189" y="53"/>
                    </a:cubicBezTo>
                    <a:cubicBezTo>
                      <a:pt x="9178" y="47"/>
                      <a:pt x="9103" y="52"/>
                      <a:pt x="9065" y="54"/>
                    </a:cubicBezTo>
                    <a:cubicBezTo>
                      <a:pt x="9065" y="46"/>
                      <a:pt x="9130" y="37"/>
                      <a:pt x="9219" y="33"/>
                    </a:cubicBezTo>
                    <a:cubicBezTo>
                      <a:pt x="9290" y="31"/>
                      <a:pt x="9250" y="39"/>
                      <a:pt x="9262" y="38"/>
                    </a:cubicBezTo>
                    <a:cubicBezTo>
                      <a:pt x="9395" y="39"/>
                      <a:pt x="9376" y="23"/>
                      <a:pt x="9486" y="29"/>
                    </a:cubicBezTo>
                    <a:cubicBezTo>
                      <a:pt x="9530" y="35"/>
                      <a:pt x="9488" y="40"/>
                      <a:pt x="9498" y="44"/>
                    </a:cubicBezTo>
                    <a:cubicBezTo>
                      <a:pt x="9440" y="46"/>
                      <a:pt x="9409" y="40"/>
                      <a:pt x="9370" y="40"/>
                    </a:cubicBezTo>
                    <a:lnTo>
                      <a:pt x="9418" y="43"/>
                    </a:lnTo>
                    <a:cubicBezTo>
                      <a:pt x="9400" y="45"/>
                      <a:pt x="9361" y="46"/>
                      <a:pt x="9340" y="45"/>
                    </a:cubicBezTo>
                    <a:cubicBezTo>
                      <a:pt x="9377" y="50"/>
                      <a:pt x="9565" y="46"/>
                      <a:pt x="9668" y="51"/>
                    </a:cubicBezTo>
                    <a:cubicBezTo>
                      <a:pt x="9686" y="49"/>
                      <a:pt x="9718" y="47"/>
                      <a:pt x="9703" y="45"/>
                    </a:cubicBezTo>
                    <a:lnTo>
                      <a:pt x="9670" y="45"/>
                    </a:lnTo>
                    <a:cubicBezTo>
                      <a:pt x="9640" y="41"/>
                      <a:pt x="9732" y="39"/>
                      <a:pt x="9690" y="37"/>
                    </a:cubicBezTo>
                    <a:cubicBezTo>
                      <a:pt x="9734" y="34"/>
                      <a:pt x="9783" y="29"/>
                      <a:pt x="9844" y="32"/>
                    </a:cubicBezTo>
                    <a:lnTo>
                      <a:pt x="9856" y="38"/>
                    </a:lnTo>
                    <a:cubicBezTo>
                      <a:pt x="9854" y="36"/>
                      <a:pt x="9816" y="35"/>
                      <a:pt x="9798" y="36"/>
                    </a:cubicBezTo>
                    <a:cubicBezTo>
                      <a:pt x="9824" y="34"/>
                      <a:pt x="9892" y="45"/>
                      <a:pt x="9920" y="37"/>
                    </a:cubicBezTo>
                    <a:lnTo>
                      <a:pt x="9877" y="32"/>
                    </a:lnTo>
                    <a:cubicBezTo>
                      <a:pt x="9921" y="29"/>
                      <a:pt x="9975" y="23"/>
                      <a:pt x="10030" y="25"/>
                    </a:cubicBezTo>
                    <a:cubicBezTo>
                      <a:pt x="10005" y="19"/>
                      <a:pt x="10017" y="26"/>
                      <a:pt x="9979" y="18"/>
                    </a:cubicBezTo>
                    <a:cubicBezTo>
                      <a:pt x="10012" y="27"/>
                      <a:pt x="9839" y="18"/>
                      <a:pt x="9893" y="27"/>
                    </a:cubicBezTo>
                    <a:cubicBezTo>
                      <a:pt x="9854" y="19"/>
                      <a:pt x="9825" y="24"/>
                      <a:pt x="9773" y="16"/>
                    </a:cubicBezTo>
                    <a:cubicBezTo>
                      <a:pt x="9774" y="18"/>
                      <a:pt x="9791" y="20"/>
                      <a:pt x="9746" y="19"/>
                    </a:cubicBezTo>
                    <a:cubicBezTo>
                      <a:pt x="9743" y="20"/>
                      <a:pt x="9739" y="21"/>
                      <a:pt x="9735" y="21"/>
                    </a:cubicBezTo>
                    <a:lnTo>
                      <a:pt x="9732" y="21"/>
                    </a:lnTo>
                    <a:lnTo>
                      <a:pt x="9735" y="21"/>
                    </a:lnTo>
                    <a:cubicBezTo>
                      <a:pt x="9733" y="21"/>
                      <a:pt x="9733" y="22"/>
                      <a:pt x="9736" y="21"/>
                    </a:cubicBezTo>
                    <a:cubicBezTo>
                      <a:pt x="9747" y="22"/>
                      <a:pt x="9756" y="23"/>
                      <a:pt x="9759" y="24"/>
                    </a:cubicBezTo>
                    <a:cubicBezTo>
                      <a:pt x="9736" y="29"/>
                      <a:pt x="9664" y="29"/>
                      <a:pt x="9639" y="31"/>
                    </a:cubicBezTo>
                    <a:cubicBezTo>
                      <a:pt x="9612" y="30"/>
                      <a:pt x="9651" y="29"/>
                      <a:pt x="9636" y="27"/>
                    </a:cubicBezTo>
                    <a:lnTo>
                      <a:pt x="9599" y="30"/>
                    </a:lnTo>
                    <a:cubicBezTo>
                      <a:pt x="9596" y="26"/>
                      <a:pt x="9527" y="23"/>
                      <a:pt x="9591" y="20"/>
                    </a:cubicBezTo>
                    <a:lnTo>
                      <a:pt x="9534" y="20"/>
                    </a:lnTo>
                    <a:cubicBezTo>
                      <a:pt x="9500" y="17"/>
                      <a:pt x="9453" y="16"/>
                      <a:pt x="9425" y="18"/>
                    </a:cubicBezTo>
                    <a:cubicBezTo>
                      <a:pt x="9398" y="17"/>
                      <a:pt x="9356" y="23"/>
                      <a:pt x="9380" y="19"/>
                    </a:cubicBezTo>
                    <a:lnTo>
                      <a:pt x="9290" y="22"/>
                    </a:lnTo>
                    <a:lnTo>
                      <a:pt x="9289" y="21"/>
                    </a:lnTo>
                    <a:cubicBezTo>
                      <a:pt x="9200" y="20"/>
                      <a:pt x="9106" y="28"/>
                      <a:pt x="9004" y="20"/>
                    </a:cubicBezTo>
                    <a:cubicBezTo>
                      <a:pt x="8974" y="21"/>
                      <a:pt x="8944" y="22"/>
                      <a:pt x="8893" y="21"/>
                    </a:cubicBezTo>
                    <a:lnTo>
                      <a:pt x="8884" y="17"/>
                    </a:lnTo>
                    <a:cubicBezTo>
                      <a:pt x="8845" y="18"/>
                      <a:pt x="8768" y="13"/>
                      <a:pt x="8752" y="17"/>
                    </a:cubicBezTo>
                    <a:cubicBezTo>
                      <a:pt x="8710" y="7"/>
                      <a:pt x="8565" y="14"/>
                      <a:pt x="8498" y="12"/>
                    </a:cubicBezTo>
                    <a:lnTo>
                      <a:pt x="8495" y="17"/>
                    </a:lnTo>
                    <a:cubicBezTo>
                      <a:pt x="8449" y="17"/>
                      <a:pt x="8404" y="18"/>
                      <a:pt x="8346" y="20"/>
                    </a:cubicBezTo>
                    <a:lnTo>
                      <a:pt x="8350" y="25"/>
                    </a:lnTo>
                    <a:cubicBezTo>
                      <a:pt x="8300" y="28"/>
                      <a:pt x="8222" y="21"/>
                      <a:pt x="8143" y="22"/>
                    </a:cubicBezTo>
                    <a:cubicBezTo>
                      <a:pt x="8149" y="20"/>
                      <a:pt x="8169" y="20"/>
                      <a:pt x="8183" y="21"/>
                    </a:cubicBezTo>
                    <a:cubicBezTo>
                      <a:pt x="8089" y="11"/>
                      <a:pt x="7984" y="28"/>
                      <a:pt x="7899" y="21"/>
                    </a:cubicBezTo>
                    <a:cubicBezTo>
                      <a:pt x="7878" y="22"/>
                      <a:pt x="7862" y="22"/>
                      <a:pt x="7848" y="21"/>
                    </a:cubicBezTo>
                    <a:cubicBezTo>
                      <a:pt x="7850" y="21"/>
                      <a:pt x="7851" y="21"/>
                      <a:pt x="7853" y="20"/>
                    </a:cubicBezTo>
                    <a:lnTo>
                      <a:pt x="7844" y="20"/>
                    </a:lnTo>
                    <a:lnTo>
                      <a:pt x="7815" y="18"/>
                    </a:lnTo>
                    <a:cubicBezTo>
                      <a:pt x="7823" y="19"/>
                      <a:pt x="7832" y="20"/>
                      <a:pt x="7839" y="20"/>
                    </a:cubicBezTo>
                    <a:cubicBezTo>
                      <a:pt x="7823" y="20"/>
                      <a:pt x="7798" y="21"/>
                      <a:pt x="7774" y="22"/>
                    </a:cubicBezTo>
                    <a:lnTo>
                      <a:pt x="7763" y="17"/>
                    </a:lnTo>
                    <a:lnTo>
                      <a:pt x="7758" y="17"/>
                    </a:lnTo>
                    <a:cubicBezTo>
                      <a:pt x="7734" y="15"/>
                      <a:pt x="7739" y="19"/>
                      <a:pt x="7751" y="23"/>
                    </a:cubicBezTo>
                    <a:cubicBezTo>
                      <a:pt x="7739" y="24"/>
                      <a:pt x="7728" y="25"/>
                      <a:pt x="7719" y="26"/>
                    </a:cubicBezTo>
                    <a:cubicBezTo>
                      <a:pt x="7700" y="18"/>
                      <a:pt x="7655" y="29"/>
                      <a:pt x="7629" y="20"/>
                    </a:cubicBezTo>
                    <a:cubicBezTo>
                      <a:pt x="7612" y="24"/>
                      <a:pt x="7506" y="23"/>
                      <a:pt x="7493" y="32"/>
                    </a:cubicBezTo>
                    <a:cubicBezTo>
                      <a:pt x="7492" y="30"/>
                      <a:pt x="7485" y="30"/>
                      <a:pt x="7498" y="30"/>
                    </a:cubicBezTo>
                    <a:cubicBezTo>
                      <a:pt x="7471" y="29"/>
                      <a:pt x="7444" y="28"/>
                      <a:pt x="7420" y="30"/>
                    </a:cubicBezTo>
                    <a:lnTo>
                      <a:pt x="7408" y="24"/>
                    </a:lnTo>
                    <a:lnTo>
                      <a:pt x="7349" y="32"/>
                    </a:lnTo>
                    <a:cubicBezTo>
                      <a:pt x="7313" y="28"/>
                      <a:pt x="7298" y="26"/>
                      <a:pt x="7334" y="21"/>
                    </a:cubicBezTo>
                    <a:cubicBezTo>
                      <a:pt x="7247" y="28"/>
                      <a:pt x="7263" y="24"/>
                      <a:pt x="7190" y="31"/>
                    </a:cubicBezTo>
                    <a:lnTo>
                      <a:pt x="7194" y="27"/>
                    </a:lnTo>
                    <a:cubicBezTo>
                      <a:pt x="7167" y="27"/>
                      <a:pt x="7125" y="32"/>
                      <a:pt x="7109" y="29"/>
                    </a:cubicBezTo>
                    <a:cubicBezTo>
                      <a:pt x="7051" y="21"/>
                      <a:pt x="6819" y="27"/>
                      <a:pt x="6668" y="20"/>
                    </a:cubicBezTo>
                    <a:cubicBezTo>
                      <a:pt x="6697" y="32"/>
                      <a:pt x="6598" y="14"/>
                      <a:pt x="6592" y="24"/>
                    </a:cubicBezTo>
                    <a:cubicBezTo>
                      <a:pt x="6583" y="21"/>
                      <a:pt x="6562" y="19"/>
                      <a:pt x="6586" y="17"/>
                    </a:cubicBezTo>
                    <a:cubicBezTo>
                      <a:pt x="6509" y="19"/>
                      <a:pt x="6471" y="12"/>
                      <a:pt x="6418" y="20"/>
                    </a:cubicBezTo>
                    <a:cubicBezTo>
                      <a:pt x="6409" y="17"/>
                      <a:pt x="6434" y="16"/>
                      <a:pt x="6426" y="14"/>
                    </a:cubicBezTo>
                    <a:cubicBezTo>
                      <a:pt x="6420" y="14"/>
                      <a:pt x="6402" y="16"/>
                      <a:pt x="6394" y="15"/>
                    </a:cubicBezTo>
                    <a:cubicBezTo>
                      <a:pt x="6386" y="13"/>
                      <a:pt x="6405" y="12"/>
                      <a:pt x="6417" y="11"/>
                    </a:cubicBezTo>
                    <a:cubicBezTo>
                      <a:pt x="6339" y="11"/>
                      <a:pt x="6331" y="20"/>
                      <a:pt x="6325" y="28"/>
                    </a:cubicBezTo>
                    <a:cubicBezTo>
                      <a:pt x="6285" y="24"/>
                      <a:pt x="6265" y="25"/>
                      <a:pt x="6236" y="30"/>
                    </a:cubicBezTo>
                    <a:cubicBezTo>
                      <a:pt x="6223" y="27"/>
                      <a:pt x="6199" y="24"/>
                      <a:pt x="6248" y="24"/>
                    </a:cubicBezTo>
                    <a:cubicBezTo>
                      <a:pt x="6221" y="23"/>
                      <a:pt x="6080" y="19"/>
                      <a:pt x="6078" y="26"/>
                    </a:cubicBezTo>
                    <a:cubicBezTo>
                      <a:pt x="6069" y="24"/>
                      <a:pt x="6039" y="25"/>
                      <a:pt x="6032" y="26"/>
                    </a:cubicBezTo>
                    <a:cubicBezTo>
                      <a:pt x="5970" y="25"/>
                      <a:pt x="5965" y="25"/>
                      <a:pt x="5904" y="25"/>
                    </a:cubicBezTo>
                    <a:lnTo>
                      <a:pt x="5921" y="26"/>
                    </a:lnTo>
                    <a:cubicBezTo>
                      <a:pt x="5897" y="34"/>
                      <a:pt x="5871" y="28"/>
                      <a:pt x="5822" y="29"/>
                    </a:cubicBezTo>
                    <a:lnTo>
                      <a:pt x="5823" y="28"/>
                    </a:lnTo>
                    <a:cubicBezTo>
                      <a:pt x="5711" y="22"/>
                      <a:pt x="5775" y="31"/>
                      <a:pt x="5665" y="24"/>
                    </a:cubicBezTo>
                    <a:lnTo>
                      <a:pt x="5671" y="29"/>
                    </a:lnTo>
                    <a:cubicBezTo>
                      <a:pt x="5660" y="39"/>
                      <a:pt x="5573" y="22"/>
                      <a:pt x="5509" y="26"/>
                    </a:cubicBezTo>
                    <a:lnTo>
                      <a:pt x="5532" y="29"/>
                    </a:lnTo>
                    <a:cubicBezTo>
                      <a:pt x="5497" y="33"/>
                      <a:pt x="5434" y="15"/>
                      <a:pt x="5399" y="13"/>
                    </a:cubicBezTo>
                    <a:cubicBezTo>
                      <a:pt x="5391" y="12"/>
                      <a:pt x="5411" y="12"/>
                      <a:pt x="5422" y="11"/>
                    </a:cubicBezTo>
                    <a:cubicBezTo>
                      <a:pt x="5330" y="6"/>
                      <a:pt x="5410" y="17"/>
                      <a:pt x="5341" y="19"/>
                    </a:cubicBezTo>
                    <a:cubicBezTo>
                      <a:pt x="5328" y="15"/>
                      <a:pt x="5357" y="10"/>
                      <a:pt x="5311" y="9"/>
                    </a:cubicBezTo>
                    <a:cubicBezTo>
                      <a:pt x="5288" y="7"/>
                      <a:pt x="5177" y="20"/>
                      <a:pt x="5114" y="13"/>
                    </a:cubicBezTo>
                    <a:cubicBezTo>
                      <a:pt x="5128" y="16"/>
                      <a:pt x="5142" y="19"/>
                      <a:pt x="5110" y="21"/>
                    </a:cubicBezTo>
                    <a:cubicBezTo>
                      <a:pt x="5061" y="21"/>
                      <a:pt x="4978" y="10"/>
                      <a:pt x="4934" y="19"/>
                    </a:cubicBezTo>
                    <a:cubicBezTo>
                      <a:pt x="4928" y="18"/>
                      <a:pt x="4925" y="17"/>
                      <a:pt x="4925" y="16"/>
                    </a:cubicBezTo>
                    <a:cubicBezTo>
                      <a:pt x="4888" y="19"/>
                      <a:pt x="4804" y="20"/>
                      <a:pt x="4781" y="24"/>
                    </a:cubicBezTo>
                    <a:cubicBezTo>
                      <a:pt x="4747" y="8"/>
                      <a:pt x="4549" y="32"/>
                      <a:pt x="4550" y="16"/>
                    </a:cubicBezTo>
                    <a:lnTo>
                      <a:pt x="4435" y="17"/>
                    </a:lnTo>
                    <a:lnTo>
                      <a:pt x="4438" y="15"/>
                    </a:lnTo>
                    <a:cubicBezTo>
                      <a:pt x="4365" y="14"/>
                      <a:pt x="4339" y="18"/>
                      <a:pt x="4313" y="22"/>
                    </a:cubicBezTo>
                    <a:cubicBezTo>
                      <a:pt x="4296" y="20"/>
                      <a:pt x="4309" y="19"/>
                      <a:pt x="4310" y="18"/>
                    </a:cubicBezTo>
                    <a:cubicBezTo>
                      <a:pt x="4203" y="15"/>
                      <a:pt x="4192" y="15"/>
                      <a:pt x="4102" y="23"/>
                    </a:cubicBezTo>
                    <a:lnTo>
                      <a:pt x="4093" y="18"/>
                    </a:lnTo>
                    <a:cubicBezTo>
                      <a:pt x="4068" y="21"/>
                      <a:pt x="3938" y="10"/>
                      <a:pt x="3833" y="15"/>
                    </a:cubicBezTo>
                    <a:cubicBezTo>
                      <a:pt x="3834" y="15"/>
                      <a:pt x="3836" y="14"/>
                      <a:pt x="3844" y="13"/>
                    </a:cubicBezTo>
                    <a:cubicBezTo>
                      <a:pt x="3726" y="19"/>
                      <a:pt x="3561" y="0"/>
                      <a:pt x="3518" y="17"/>
                    </a:cubicBezTo>
                    <a:lnTo>
                      <a:pt x="3439" y="21"/>
                    </a:lnTo>
                    <a:cubicBezTo>
                      <a:pt x="3540" y="23"/>
                      <a:pt x="3424" y="29"/>
                      <a:pt x="3466" y="32"/>
                    </a:cubicBezTo>
                    <a:cubicBezTo>
                      <a:pt x="3426" y="33"/>
                      <a:pt x="3363" y="27"/>
                      <a:pt x="3412" y="26"/>
                    </a:cubicBezTo>
                    <a:lnTo>
                      <a:pt x="3420" y="27"/>
                    </a:lnTo>
                    <a:cubicBezTo>
                      <a:pt x="3438" y="17"/>
                      <a:pt x="3294" y="23"/>
                      <a:pt x="3297" y="16"/>
                    </a:cubicBezTo>
                    <a:cubicBezTo>
                      <a:pt x="3098" y="17"/>
                      <a:pt x="2904" y="11"/>
                      <a:pt x="2718" y="10"/>
                    </a:cubicBezTo>
                    <a:lnTo>
                      <a:pt x="2740" y="18"/>
                    </a:lnTo>
                    <a:lnTo>
                      <a:pt x="2675" y="17"/>
                    </a:lnTo>
                    <a:cubicBezTo>
                      <a:pt x="2658" y="15"/>
                      <a:pt x="2652" y="11"/>
                      <a:pt x="2698" y="12"/>
                    </a:cubicBezTo>
                    <a:cubicBezTo>
                      <a:pt x="2674" y="8"/>
                      <a:pt x="2620" y="15"/>
                      <a:pt x="2619" y="17"/>
                    </a:cubicBezTo>
                    <a:cubicBezTo>
                      <a:pt x="2528" y="14"/>
                      <a:pt x="2655" y="9"/>
                      <a:pt x="2627" y="9"/>
                    </a:cubicBezTo>
                    <a:lnTo>
                      <a:pt x="2589" y="9"/>
                    </a:lnTo>
                    <a:lnTo>
                      <a:pt x="2597" y="9"/>
                    </a:lnTo>
                    <a:cubicBezTo>
                      <a:pt x="2567" y="12"/>
                      <a:pt x="2564" y="15"/>
                      <a:pt x="2508" y="15"/>
                    </a:cubicBezTo>
                    <a:cubicBezTo>
                      <a:pt x="2473" y="13"/>
                      <a:pt x="2490" y="10"/>
                      <a:pt x="2476" y="10"/>
                    </a:cubicBezTo>
                    <a:cubicBezTo>
                      <a:pt x="2477" y="10"/>
                      <a:pt x="2472" y="9"/>
                      <a:pt x="2455" y="10"/>
                    </a:cubicBezTo>
                    <a:lnTo>
                      <a:pt x="2373" y="9"/>
                    </a:lnTo>
                    <a:lnTo>
                      <a:pt x="2406" y="15"/>
                    </a:lnTo>
                    <a:cubicBezTo>
                      <a:pt x="2370" y="18"/>
                      <a:pt x="2329" y="15"/>
                      <a:pt x="2367" y="21"/>
                    </a:cubicBezTo>
                    <a:cubicBezTo>
                      <a:pt x="2311" y="11"/>
                      <a:pt x="2062" y="17"/>
                      <a:pt x="2028" y="14"/>
                    </a:cubicBezTo>
                    <a:cubicBezTo>
                      <a:pt x="1977" y="18"/>
                      <a:pt x="1927" y="18"/>
                      <a:pt x="1864" y="17"/>
                    </a:cubicBezTo>
                    <a:cubicBezTo>
                      <a:pt x="1880" y="19"/>
                      <a:pt x="1889" y="25"/>
                      <a:pt x="1836" y="24"/>
                    </a:cubicBezTo>
                    <a:cubicBezTo>
                      <a:pt x="1855" y="11"/>
                      <a:pt x="1737" y="18"/>
                      <a:pt x="1694" y="9"/>
                    </a:cubicBezTo>
                    <a:cubicBezTo>
                      <a:pt x="1733" y="15"/>
                      <a:pt x="1542" y="10"/>
                      <a:pt x="1603" y="19"/>
                    </a:cubicBezTo>
                    <a:cubicBezTo>
                      <a:pt x="1558" y="18"/>
                      <a:pt x="1600" y="14"/>
                      <a:pt x="1566" y="11"/>
                    </a:cubicBezTo>
                    <a:cubicBezTo>
                      <a:pt x="1460" y="16"/>
                      <a:pt x="1331" y="8"/>
                      <a:pt x="1200" y="9"/>
                    </a:cubicBezTo>
                    <a:cubicBezTo>
                      <a:pt x="1198" y="11"/>
                      <a:pt x="1220" y="13"/>
                      <a:pt x="1192" y="16"/>
                    </a:cubicBezTo>
                    <a:lnTo>
                      <a:pt x="1122" y="8"/>
                    </a:lnTo>
                    <a:cubicBezTo>
                      <a:pt x="1096" y="9"/>
                      <a:pt x="1098" y="17"/>
                      <a:pt x="1051" y="11"/>
                    </a:cubicBezTo>
                    <a:cubicBezTo>
                      <a:pt x="1058" y="13"/>
                      <a:pt x="1068" y="15"/>
                      <a:pt x="1050" y="15"/>
                    </a:cubicBezTo>
                    <a:cubicBezTo>
                      <a:pt x="792" y="7"/>
                      <a:pt x="524" y="22"/>
                      <a:pt x="262" y="7"/>
                    </a:cubicBezTo>
                    <a:cubicBezTo>
                      <a:pt x="297" y="9"/>
                      <a:pt x="274" y="10"/>
                      <a:pt x="247" y="10"/>
                    </a:cubicBezTo>
                    <a:cubicBezTo>
                      <a:pt x="264" y="11"/>
                      <a:pt x="246" y="14"/>
                      <a:pt x="250" y="17"/>
                    </a:cubicBezTo>
                    <a:lnTo>
                      <a:pt x="140" y="10"/>
                    </a:lnTo>
                    <a:cubicBezTo>
                      <a:pt x="120" y="17"/>
                      <a:pt x="23" y="10"/>
                      <a:pt x="11" y="17"/>
                    </a:cubicBezTo>
                    <a:lnTo>
                      <a:pt x="46" y="15"/>
                    </a:lnTo>
                    <a:cubicBezTo>
                      <a:pt x="0" y="23"/>
                      <a:pt x="111" y="32"/>
                      <a:pt x="104" y="42"/>
                    </a:cubicBezTo>
                    <a:cubicBezTo>
                      <a:pt x="156" y="33"/>
                      <a:pt x="240" y="55"/>
                      <a:pt x="325" y="43"/>
                    </a:cubicBezTo>
                    <a:cubicBezTo>
                      <a:pt x="344" y="45"/>
                      <a:pt x="309" y="46"/>
                      <a:pt x="319" y="48"/>
                    </a:cubicBezTo>
                    <a:cubicBezTo>
                      <a:pt x="340" y="44"/>
                      <a:pt x="366" y="43"/>
                      <a:pt x="414" y="45"/>
                    </a:cubicBezTo>
                    <a:lnTo>
                      <a:pt x="409" y="46"/>
                    </a:lnTo>
                    <a:cubicBezTo>
                      <a:pt x="544" y="45"/>
                      <a:pt x="602" y="49"/>
                      <a:pt x="754" y="52"/>
                    </a:cubicBezTo>
                    <a:lnTo>
                      <a:pt x="742" y="47"/>
                    </a:lnTo>
                    <a:cubicBezTo>
                      <a:pt x="775" y="48"/>
                      <a:pt x="782" y="49"/>
                      <a:pt x="797" y="50"/>
                    </a:cubicBezTo>
                    <a:cubicBezTo>
                      <a:pt x="835" y="43"/>
                      <a:pt x="706" y="50"/>
                      <a:pt x="740" y="42"/>
                    </a:cubicBezTo>
                    <a:cubicBezTo>
                      <a:pt x="783" y="52"/>
                      <a:pt x="970" y="42"/>
                      <a:pt x="999" y="53"/>
                    </a:cubicBezTo>
                    <a:cubicBezTo>
                      <a:pt x="1049" y="54"/>
                      <a:pt x="984" y="48"/>
                      <a:pt x="1034" y="48"/>
                    </a:cubicBezTo>
                    <a:lnTo>
                      <a:pt x="1048" y="51"/>
                    </a:lnTo>
                    <a:lnTo>
                      <a:pt x="1060" y="47"/>
                    </a:lnTo>
                    <a:cubicBezTo>
                      <a:pt x="1093" y="48"/>
                      <a:pt x="1110" y="52"/>
                      <a:pt x="1111" y="54"/>
                    </a:cubicBezTo>
                    <a:cubicBezTo>
                      <a:pt x="1103" y="54"/>
                      <a:pt x="1088" y="55"/>
                      <a:pt x="1080" y="55"/>
                    </a:cubicBezTo>
                    <a:cubicBezTo>
                      <a:pt x="1122" y="59"/>
                      <a:pt x="1200" y="54"/>
                      <a:pt x="1215" y="55"/>
                    </a:cubicBezTo>
                    <a:lnTo>
                      <a:pt x="1166" y="53"/>
                    </a:lnTo>
                    <a:cubicBezTo>
                      <a:pt x="1303" y="50"/>
                      <a:pt x="1470" y="55"/>
                      <a:pt x="1603" y="49"/>
                    </a:cubicBezTo>
                    <a:lnTo>
                      <a:pt x="1593" y="46"/>
                    </a:lnTo>
                    <a:cubicBezTo>
                      <a:pt x="1694" y="42"/>
                      <a:pt x="1674" y="49"/>
                      <a:pt x="1784" y="47"/>
                    </a:cubicBezTo>
                    <a:lnTo>
                      <a:pt x="1780" y="48"/>
                    </a:lnTo>
                    <a:cubicBezTo>
                      <a:pt x="1803" y="45"/>
                      <a:pt x="1832" y="44"/>
                      <a:pt x="1863" y="45"/>
                    </a:cubicBezTo>
                    <a:cubicBezTo>
                      <a:pt x="1835" y="47"/>
                      <a:pt x="1915" y="50"/>
                      <a:pt x="1879" y="53"/>
                    </a:cubicBezTo>
                    <a:cubicBezTo>
                      <a:pt x="1988" y="48"/>
                      <a:pt x="1933" y="49"/>
                      <a:pt x="2005" y="41"/>
                    </a:cubicBezTo>
                    <a:lnTo>
                      <a:pt x="2022" y="45"/>
                    </a:lnTo>
                    <a:cubicBezTo>
                      <a:pt x="2046" y="41"/>
                      <a:pt x="2048" y="40"/>
                      <a:pt x="2104" y="39"/>
                    </a:cubicBezTo>
                    <a:cubicBezTo>
                      <a:pt x="2058" y="42"/>
                      <a:pt x="2139" y="44"/>
                      <a:pt x="2088" y="49"/>
                    </a:cubicBezTo>
                    <a:cubicBezTo>
                      <a:pt x="2205" y="57"/>
                      <a:pt x="2261" y="41"/>
                      <a:pt x="2314" y="53"/>
                    </a:cubicBezTo>
                    <a:cubicBezTo>
                      <a:pt x="2368" y="42"/>
                      <a:pt x="2214" y="47"/>
                      <a:pt x="2244" y="45"/>
                    </a:cubicBezTo>
                    <a:cubicBezTo>
                      <a:pt x="2219" y="41"/>
                      <a:pt x="2288" y="37"/>
                      <a:pt x="2324" y="38"/>
                    </a:cubicBezTo>
                    <a:cubicBezTo>
                      <a:pt x="2361" y="38"/>
                      <a:pt x="2387" y="51"/>
                      <a:pt x="2481" y="51"/>
                    </a:cubicBezTo>
                    <a:cubicBezTo>
                      <a:pt x="2471" y="51"/>
                      <a:pt x="2471" y="52"/>
                      <a:pt x="2461" y="52"/>
                    </a:cubicBezTo>
                    <a:cubicBezTo>
                      <a:pt x="2496" y="55"/>
                      <a:pt x="2530" y="48"/>
                      <a:pt x="2573" y="53"/>
                    </a:cubicBezTo>
                    <a:cubicBezTo>
                      <a:pt x="2597" y="47"/>
                      <a:pt x="2628" y="53"/>
                      <a:pt x="2635" y="45"/>
                    </a:cubicBezTo>
                    <a:lnTo>
                      <a:pt x="2550" y="47"/>
                    </a:lnTo>
                    <a:cubicBezTo>
                      <a:pt x="2598" y="45"/>
                      <a:pt x="2644" y="36"/>
                      <a:pt x="2724" y="40"/>
                    </a:cubicBezTo>
                    <a:cubicBezTo>
                      <a:pt x="2718" y="42"/>
                      <a:pt x="2694" y="44"/>
                      <a:pt x="2677" y="45"/>
                    </a:cubicBezTo>
                    <a:cubicBezTo>
                      <a:pt x="2701" y="48"/>
                      <a:pt x="2722" y="44"/>
                      <a:pt x="2747" y="46"/>
                    </a:cubicBezTo>
                    <a:cubicBezTo>
                      <a:pt x="2740" y="54"/>
                      <a:pt x="2643" y="48"/>
                      <a:pt x="2591" y="54"/>
                    </a:cubicBezTo>
                    <a:cubicBezTo>
                      <a:pt x="2616" y="57"/>
                      <a:pt x="2689" y="48"/>
                      <a:pt x="2663" y="57"/>
                    </a:cubicBezTo>
                    <a:cubicBezTo>
                      <a:pt x="2700" y="46"/>
                      <a:pt x="2755" y="58"/>
                      <a:pt x="2818" y="50"/>
                    </a:cubicBezTo>
                    <a:lnTo>
                      <a:pt x="2814" y="55"/>
                    </a:lnTo>
                    <a:cubicBezTo>
                      <a:pt x="2824" y="54"/>
                      <a:pt x="2845" y="52"/>
                      <a:pt x="2863" y="52"/>
                    </a:cubicBezTo>
                    <a:lnTo>
                      <a:pt x="2830" y="58"/>
                    </a:lnTo>
                    <a:cubicBezTo>
                      <a:pt x="2881" y="53"/>
                      <a:pt x="2928" y="63"/>
                      <a:pt x="2977" y="60"/>
                    </a:cubicBezTo>
                    <a:cubicBezTo>
                      <a:pt x="2875" y="60"/>
                      <a:pt x="2954" y="54"/>
                      <a:pt x="2911" y="51"/>
                    </a:cubicBezTo>
                    <a:cubicBezTo>
                      <a:pt x="3038" y="45"/>
                      <a:pt x="2984" y="64"/>
                      <a:pt x="3126" y="62"/>
                    </a:cubicBezTo>
                    <a:cubicBezTo>
                      <a:pt x="3107" y="62"/>
                      <a:pt x="3054" y="58"/>
                      <a:pt x="3084" y="56"/>
                    </a:cubicBezTo>
                    <a:cubicBezTo>
                      <a:pt x="3111" y="57"/>
                      <a:pt x="3146" y="59"/>
                      <a:pt x="3163" y="62"/>
                    </a:cubicBezTo>
                    <a:cubicBezTo>
                      <a:pt x="3257" y="61"/>
                      <a:pt x="3149" y="57"/>
                      <a:pt x="3189" y="54"/>
                    </a:cubicBezTo>
                    <a:cubicBezTo>
                      <a:pt x="3221" y="60"/>
                      <a:pt x="3235" y="52"/>
                      <a:pt x="3276" y="50"/>
                    </a:cubicBezTo>
                    <a:lnTo>
                      <a:pt x="3276" y="55"/>
                    </a:lnTo>
                    <a:cubicBezTo>
                      <a:pt x="3384" y="58"/>
                      <a:pt x="3305" y="45"/>
                      <a:pt x="3401" y="49"/>
                    </a:cubicBezTo>
                    <a:lnTo>
                      <a:pt x="3361" y="55"/>
                    </a:lnTo>
                    <a:lnTo>
                      <a:pt x="3411" y="54"/>
                    </a:lnTo>
                    <a:lnTo>
                      <a:pt x="3400" y="59"/>
                    </a:lnTo>
                    <a:cubicBezTo>
                      <a:pt x="3455" y="55"/>
                      <a:pt x="3472" y="56"/>
                      <a:pt x="3526" y="58"/>
                    </a:cubicBezTo>
                    <a:cubicBezTo>
                      <a:pt x="3513" y="54"/>
                      <a:pt x="3533" y="49"/>
                      <a:pt x="3580" y="49"/>
                    </a:cubicBezTo>
                    <a:cubicBezTo>
                      <a:pt x="3613" y="52"/>
                      <a:pt x="3562" y="54"/>
                      <a:pt x="3630" y="53"/>
                    </a:cubicBezTo>
                    <a:cubicBezTo>
                      <a:pt x="3614" y="56"/>
                      <a:pt x="3598" y="60"/>
                      <a:pt x="3568" y="55"/>
                    </a:cubicBezTo>
                    <a:cubicBezTo>
                      <a:pt x="3565" y="57"/>
                      <a:pt x="3553" y="58"/>
                      <a:pt x="3550" y="60"/>
                    </a:cubicBezTo>
                    <a:cubicBezTo>
                      <a:pt x="3585" y="63"/>
                      <a:pt x="3638" y="61"/>
                      <a:pt x="3662" y="61"/>
                    </a:cubicBezTo>
                    <a:cubicBezTo>
                      <a:pt x="3653" y="61"/>
                      <a:pt x="3642" y="60"/>
                      <a:pt x="3636" y="60"/>
                    </a:cubicBezTo>
                    <a:lnTo>
                      <a:pt x="3734" y="53"/>
                    </a:lnTo>
                    <a:cubicBezTo>
                      <a:pt x="3749" y="55"/>
                      <a:pt x="3737" y="56"/>
                      <a:pt x="3725" y="58"/>
                    </a:cubicBezTo>
                    <a:cubicBezTo>
                      <a:pt x="3744" y="57"/>
                      <a:pt x="3758" y="55"/>
                      <a:pt x="3787" y="55"/>
                    </a:cubicBezTo>
                    <a:cubicBezTo>
                      <a:pt x="3780" y="59"/>
                      <a:pt x="3781" y="63"/>
                      <a:pt x="3740" y="65"/>
                    </a:cubicBezTo>
                    <a:lnTo>
                      <a:pt x="3833" y="60"/>
                    </a:lnTo>
                    <a:cubicBezTo>
                      <a:pt x="3839" y="62"/>
                      <a:pt x="3881" y="65"/>
                      <a:pt x="3869" y="67"/>
                    </a:cubicBezTo>
                    <a:cubicBezTo>
                      <a:pt x="3920" y="69"/>
                      <a:pt x="3995" y="59"/>
                      <a:pt x="4064" y="62"/>
                    </a:cubicBezTo>
                    <a:cubicBezTo>
                      <a:pt x="4067" y="62"/>
                      <a:pt x="4074" y="61"/>
                      <a:pt x="4089" y="60"/>
                    </a:cubicBezTo>
                    <a:cubicBezTo>
                      <a:pt x="4153" y="62"/>
                      <a:pt x="4210" y="67"/>
                      <a:pt x="4286" y="61"/>
                    </a:cubicBezTo>
                    <a:lnTo>
                      <a:pt x="4329" y="68"/>
                    </a:lnTo>
                    <a:cubicBezTo>
                      <a:pt x="4389" y="67"/>
                      <a:pt x="4271" y="59"/>
                      <a:pt x="4370" y="57"/>
                    </a:cubicBezTo>
                    <a:cubicBezTo>
                      <a:pt x="4440" y="55"/>
                      <a:pt x="4396" y="63"/>
                      <a:pt x="4421" y="65"/>
                    </a:cubicBezTo>
                    <a:cubicBezTo>
                      <a:pt x="4456" y="62"/>
                      <a:pt x="4517" y="54"/>
                      <a:pt x="4581" y="60"/>
                    </a:cubicBezTo>
                    <a:cubicBezTo>
                      <a:pt x="4560" y="62"/>
                      <a:pt x="4543" y="60"/>
                      <a:pt x="4523" y="61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 dirty="0">
                  <a:ln>
                    <a:noFill/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EDF6CE-1730-95A8-0B5D-C61FB36FF494}"/>
                  </a:ext>
                </a:extLst>
              </p:cNvPr>
              <p:cNvSpPr txBox="1"/>
              <p:nvPr/>
            </p:nvSpPr>
            <p:spPr>
              <a:xfrm>
                <a:off x="11605687" y="675200"/>
                <a:ext cx="47961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>
                    <a:solidFill>
                      <a:schemeClr val="bg1"/>
                    </a:solidFill>
                    <a:latin typeface="Chalkduster" panose="03050602040202020205" pitchFamily="66" charset="77"/>
                  </a:rPr>
                  <a:t>?</a:t>
                </a:r>
              </a:p>
            </p:txBody>
          </p:sp>
          <p:pic>
            <p:nvPicPr>
              <p:cNvPr id="20" name="Graphic 19" descr="Atom with solid fill">
                <a:extLst>
                  <a:ext uri="{FF2B5EF4-FFF2-40B4-BE49-F238E27FC236}">
                    <a16:creationId xmlns:a16="http://schemas.microsoft.com/office/drawing/2014/main" id="{97CC9843-E472-905D-24FE-1A96D30C46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374270" y="800235"/>
                <a:ext cx="613462" cy="613462"/>
              </a:xfrm>
              <a:prstGeom prst="rect">
                <a:avLst/>
              </a:prstGeom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B81103-C12D-1718-817C-9E87CA67C6C5}"/>
                </a:ext>
              </a:extLst>
            </p:cNvPr>
            <p:cNvSpPr txBox="1"/>
            <p:nvPr/>
          </p:nvSpPr>
          <p:spPr>
            <a:xfrm>
              <a:off x="5133670" y="4614442"/>
              <a:ext cx="39248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rgbClr val="FFFF00"/>
                  </a:solidFill>
                </a:rPr>
                <a:t>If frequency of input is f what will be output frequency.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DAD944-0605-8D9C-A718-B5BADCC6D9BC}"/>
                  </a:ext>
                </a:extLst>
              </p:cNvPr>
              <p:cNvSpPr txBox="1"/>
              <p:nvPr/>
            </p:nvSpPr>
            <p:spPr>
              <a:xfrm>
                <a:off x="78656" y="3525143"/>
                <a:ext cx="43947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chemeClr val="bg1"/>
                    </a:solidFill>
                  </a:rPr>
                  <a:t>Output Frequency will be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DAD944-0605-8D9C-A718-B5BADCC6D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6" y="3525143"/>
                <a:ext cx="4394774" cy="461665"/>
              </a:xfrm>
              <a:prstGeom prst="rect">
                <a:avLst/>
              </a:prstGeom>
              <a:blipFill>
                <a:blip r:embed="rId3"/>
                <a:stretch>
                  <a:fillRect l="-221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C7376B1-44B1-9BD9-4612-DA9722120229}"/>
              </a:ext>
            </a:extLst>
          </p:cNvPr>
          <p:cNvGrpSpPr/>
          <p:nvPr/>
        </p:nvGrpSpPr>
        <p:grpSpPr>
          <a:xfrm>
            <a:off x="4067214" y="1245135"/>
            <a:ext cx="3883639" cy="2401002"/>
            <a:chOff x="5049313" y="4045147"/>
            <a:chExt cx="3883639" cy="240100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E41A77-4E63-6D22-D03B-92580F33AABB}"/>
                </a:ext>
              </a:extLst>
            </p:cNvPr>
            <p:cNvSpPr/>
            <p:nvPr/>
          </p:nvSpPr>
          <p:spPr>
            <a:xfrm>
              <a:off x="5049313" y="4045147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24A90AC-BD97-19A7-3D03-AD94BB7A32E0}"/>
                </a:ext>
              </a:extLst>
            </p:cNvPr>
            <p:cNvSpPr/>
            <p:nvPr/>
          </p:nvSpPr>
          <p:spPr>
            <a:xfrm>
              <a:off x="5114890" y="5922929"/>
              <a:ext cx="1425390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Solution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F8E8769-E0AD-1529-241E-31392AA9A56E}"/>
                </a:ext>
              </a:extLst>
            </p:cNvPr>
            <p:cNvGrpSpPr/>
            <p:nvPr/>
          </p:nvGrpSpPr>
          <p:grpSpPr>
            <a:xfrm>
              <a:off x="5247285" y="5270468"/>
              <a:ext cx="3572913" cy="769441"/>
              <a:chOff x="8374270" y="711518"/>
              <a:chExt cx="3572913" cy="769441"/>
            </a:xfrm>
          </p:grpSpPr>
          <p:sp>
            <p:nvSpPr>
              <p:cNvPr id="27" name="Freeform 62">
                <a:extLst>
                  <a:ext uri="{FF2B5EF4-FFF2-40B4-BE49-F238E27FC236}">
                    <a16:creationId xmlns:a16="http://schemas.microsoft.com/office/drawing/2014/main" id="{39C6D330-FA94-E1E2-A54D-479EC11F4535}"/>
                  </a:ext>
                </a:extLst>
              </p:cNvPr>
              <p:cNvSpPr>
                <a:spLocks noEditPoints="1"/>
              </p:cNvSpPr>
              <p:nvPr/>
            </p:nvSpPr>
            <p:spPr bwMode="invGray">
              <a:xfrm flipV="1">
                <a:off x="8702932" y="1062923"/>
                <a:ext cx="3193300" cy="61428"/>
              </a:xfrm>
              <a:custGeom>
                <a:avLst/>
                <a:gdLst>
                  <a:gd name="T0" fmla="*/ 9555 w 10030"/>
                  <a:gd name="T1" fmla="*/ 25 h 75"/>
                  <a:gd name="T2" fmla="*/ 9488 w 10030"/>
                  <a:gd name="T3" fmla="*/ 23 h 75"/>
                  <a:gd name="T4" fmla="*/ 5258 w 10030"/>
                  <a:gd name="T5" fmla="*/ 60 h 75"/>
                  <a:gd name="T6" fmla="*/ 4572 w 10030"/>
                  <a:gd name="T7" fmla="*/ 65 h 75"/>
                  <a:gd name="T8" fmla="*/ 4884 w 10030"/>
                  <a:gd name="T9" fmla="*/ 61 h 75"/>
                  <a:gd name="T10" fmla="*/ 5092 w 10030"/>
                  <a:gd name="T11" fmla="*/ 56 h 75"/>
                  <a:gd name="T12" fmla="*/ 5260 w 10030"/>
                  <a:gd name="T13" fmla="*/ 60 h 75"/>
                  <a:gd name="T14" fmla="*/ 5560 w 10030"/>
                  <a:gd name="T15" fmla="*/ 62 h 75"/>
                  <a:gd name="T16" fmla="*/ 6006 w 10030"/>
                  <a:gd name="T17" fmla="*/ 56 h 75"/>
                  <a:gd name="T18" fmla="*/ 6308 w 10030"/>
                  <a:gd name="T19" fmla="*/ 32 h 75"/>
                  <a:gd name="T20" fmla="*/ 6269 w 10030"/>
                  <a:gd name="T21" fmla="*/ 52 h 75"/>
                  <a:gd name="T22" fmla="*/ 6665 w 10030"/>
                  <a:gd name="T23" fmla="*/ 41 h 75"/>
                  <a:gd name="T24" fmla="*/ 6806 w 10030"/>
                  <a:gd name="T25" fmla="*/ 53 h 75"/>
                  <a:gd name="T26" fmla="*/ 7204 w 10030"/>
                  <a:gd name="T27" fmla="*/ 50 h 75"/>
                  <a:gd name="T28" fmla="*/ 7485 w 10030"/>
                  <a:gd name="T29" fmla="*/ 62 h 75"/>
                  <a:gd name="T30" fmla="*/ 7667 w 10030"/>
                  <a:gd name="T31" fmla="*/ 61 h 75"/>
                  <a:gd name="T32" fmla="*/ 7919 w 10030"/>
                  <a:gd name="T33" fmla="*/ 63 h 75"/>
                  <a:gd name="T34" fmla="*/ 8179 w 10030"/>
                  <a:gd name="T35" fmla="*/ 51 h 75"/>
                  <a:gd name="T36" fmla="*/ 8401 w 10030"/>
                  <a:gd name="T37" fmla="*/ 31 h 75"/>
                  <a:gd name="T38" fmla="*/ 8692 w 10030"/>
                  <a:gd name="T39" fmla="*/ 58 h 75"/>
                  <a:gd name="T40" fmla="*/ 9084 w 10030"/>
                  <a:gd name="T41" fmla="*/ 61 h 75"/>
                  <a:gd name="T42" fmla="*/ 9498 w 10030"/>
                  <a:gd name="T43" fmla="*/ 44 h 75"/>
                  <a:gd name="T44" fmla="*/ 9670 w 10030"/>
                  <a:gd name="T45" fmla="*/ 45 h 75"/>
                  <a:gd name="T46" fmla="*/ 9877 w 10030"/>
                  <a:gd name="T47" fmla="*/ 32 h 75"/>
                  <a:gd name="T48" fmla="*/ 9735 w 10030"/>
                  <a:gd name="T49" fmla="*/ 21 h 75"/>
                  <a:gd name="T50" fmla="*/ 9636 w 10030"/>
                  <a:gd name="T51" fmla="*/ 27 h 75"/>
                  <a:gd name="T52" fmla="*/ 9290 w 10030"/>
                  <a:gd name="T53" fmla="*/ 22 h 75"/>
                  <a:gd name="T54" fmla="*/ 8498 w 10030"/>
                  <a:gd name="T55" fmla="*/ 12 h 75"/>
                  <a:gd name="T56" fmla="*/ 7899 w 10030"/>
                  <a:gd name="T57" fmla="*/ 21 h 75"/>
                  <a:gd name="T58" fmla="*/ 7774 w 10030"/>
                  <a:gd name="T59" fmla="*/ 22 h 75"/>
                  <a:gd name="T60" fmla="*/ 7493 w 10030"/>
                  <a:gd name="T61" fmla="*/ 32 h 75"/>
                  <a:gd name="T62" fmla="*/ 7190 w 10030"/>
                  <a:gd name="T63" fmla="*/ 31 h 75"/>
                  <a:gd name="T64" fmla="*/ 6418 w 10030"/>
                  <a:gd name="T65" fmla="*/ 20 h 75"/>
                  <a:gd name="T66" fmla="*/ 6248 w 10030"/>
                  <a:gd name="T67" fmla="*/ 24 h 75"/>
                  <a:gd name="T68" fmla="*/ 5823 w 10030"/>
                  <a:gd name="T69" fmla="*/ 28 h 75"/>
                  <a:gd name="T70" fmla="*/ 5422 w 10030"/>
                  <a:gd name="T71" fmla="*/ 11 h 75"/>
                  <a:gd name="T72" fmla="*/ 4925 w 10030"/>
                  <a:gd name="T73" fmla="*/ 16 h 75"/>
                  <a:gd name="T74" fmla="*/ 4310 w 10030"/>
                  <a:gd name="T75" fmla="*/ 18 h 75"/>
                  <a:gd name="T76" fmla="*/ 3439 w 10030"/>
                  <a:gd name="T77" fmla="*/ 21 h 75"/>
                  <a:gd name="T78" fmla="*/ 2740 w 10030"/>
                  <a:gd name="T79" fmla="*/ 18 h 75"/>
                  <a:gd name="T80" fmla="*/ 2597 w 10030"/>
                  <a:gd name="T81" fmla="*/ 9 h 75"/>
                  <a:gd name="T82" fmla="*/ 2367 w 10030"/>
                  <a:gd name="T83" fmla="*/ 21 h 75"/>
                  <a:gd name="T84" fmla="*/ 1566 w 10030"/>
                  <a:gd name="T85" fmla="*/ 11 h 75"/>
                  <a:gd name="T86" fmla="*/ 262 w 10030"/>
                  <a:gd name="T87" fmla="*/ 7 h 75"/>
                  <a:gd name="T88" fmla="*/ 104 w 10030"/>
                  <a:gd name="T89" fmla="*/ 42 h 75"/>
                  <a:gd name="T90" fmla="*/ 742 w 10030"/>
                  <a:gd name="T91" fmla="*/ 47 h 75"/>
                  <a:gd name="T92" fmla="*/ 1060 w 10030"/>
                  <a:gd name="T93" fmla="*/ 47 h 75"/>
                  <a:gd name="T94" fmla="*/ 1593 w 10030"/>
                  <a:gd name="T95" fmla="*/ 46 h 75"/>
                  <a:gd name="T96" fmla="*/ 2022 w 10030"/>
                  <a:gd name="T97" fmla="*/ 45 h 75"/>
                  <a:gd name="T98" fmla="*/ 2481 w 10030"/>
                  <a:gd name="T99" fmla="*/ 51 h 75"/>
                  <a:gd name="T100" fmla="*/ 2677 w 10030"/>
                  <a:gd name="T101" fmla="*/ 45 h 75"/>
                  <a:gd name="T102" fmla="*/ 2863 w 10030"/>
                  <a:gd name="T103" fmla="*/ 52 h 75"/>
                  <a:gd name="T104" fmla="*/ 3163 w 10030"/>
                  <a:gd name="T105" fmla="*/ 62 h 75"/>
                  <a:gd name="T106" fmla="*/ 3411 w 10030"/>
                  <a:gd name="T107" fmla="*/ 54 h 75"/>
                  <a:gd name="T108" fmla="*/ 3550 w 10030"/>
                  <a:gd name="T109" fmla="*/ 60 h 75"/>
                  <a:gd name="T110" fmla="*/ 3740 w 10030"/>
                  <a:gd name="T111" fmla="*/ 65 h 75"/>
                  <a:gd name="T112" fmla="*/ 4329 w 10030"/>
                  <a:gd name="T113" fmla="*/ 6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030" h="75">
                    <a:moveTo>
                      <a:pt x="2469" y="12"/>
                    </a:moveTo>
                    <a:lnTo>
                      <a:pt x="2469" y="12"/>
                    </a:lnTo>
                    <a:lnTo>
                      <a:pt x="2482" y="13"/>
                    </a:lnTo>
                    <a:cubicBezTo>
                      <a:pt x="2453" y="15"/>
                      <a:pt x="2461" y="13"/>
                      <a:pt x="2469" y="12"/>
                    </a:cubicBezTo>
                    <a:close/>
                    <a:moveTo>
                      <a:pt x="9555" y="25"/>
                    </a:moveTo>
                    <a:lnTo>
                      <a:pt x="9555" y="25"/>
                    </a:lnTo>
                    <a:cubicBezTo>
                      <a:pt x="9562" y="24"/>
                      <a:pt x="9561" y="23"/>
                      <a:pt x="9559" y="23"/>
                    </a:cubicBezTo>
                    <a:cubicBezTo>
                      <a:pt x="9554" y="24"/>
                      <a:pt x="9539" y="24"/>
                      <a:pt x="9522" y="24"/>
                    </a:cubicBezTo>
                    <a:cubicBezTo>
                      <a:pt x="9527" y="25"/>
                      <a:pt x="9536" y="26"/>
                      <a:pt x="9555" y="25"/>
                    </a:cubicBezTo>
                    <a:close/>
                    <a:moveTo>
                      <a:pt x="9489" y="23"/>
                    </a:moveTo>
                    <a:lnTo>
                      <a:pt x="9489" y="23"/>
                    </a:lnTo>
                    <a:lnTo>
                      <a:pt x="9488" y="23"/>
                    </a:lnTo>
                    <a:cubicBezTo>
                      <a:pt x="9456" y="21"/>
                      <a:pt x="9467" y="22"/>
                      <a:pt x="9489" y="23"/>
                    </a:cubicBezTo>
                    <a:close/>
                    <a:moveTo>
                      <a:pt x="6376" y="50"/>
                    </a:moveTo>
                    <a:lnTo>
                      <a:pt x="6376" y="50"/>
                    </a:lnTo>
                    <a:cubicBezTo>
                      <a:pt x="6365" y="52"/>
                      <a:pt x="6349" y="51"/>
                      <a:pt x="6330" y="49"/>
                    </a:cubicBezTo>
                    <a:cubicBezTo>
                      <a:pt x="6344" y="49"/>
                      <a:pt x="6359" y="49"/>
                      <a:pt x="6376" y="50"/>
                    </a:cubicBezTo>
                    <a:close/>
                    <a:moveTo>
                      <a:pt x="5258" y="60"/>
                    </a:moveTo>
                    <a:lnTo>
                      <a:pt x="5258" y="60"/>
                    </a:lnTo>
                    <a:cubicBezTo>
                      <a:pt x="5244" y="61"/>
                      <a:pt x="5216" y="64"/>
                      <a:pt x="5205" y="61"/>
                    </a:cubicBezTo>
                    <a:cubicBezTo>
                      <a:pt x="5222" y="55"/>
                      <a:pt x="5234" y="58"/>
                      <a:pt x="5258" y="60"/>
                    </a:cubicBezTo>
                    <a:close/>
                    <a:moveTo>
                      <a:pt x="4523" y="61"/>
                    </a:moveTo>
                    <a:lnTo>
                      <a:pt x="4523" y="61"/>
                    </a:lnTo>
                    <a:lnTo>
                      <a:pt x="4572" y="65"/>
                    </a:lnTo>
                    <a:cubicBezTo>
                      <a:pt x="4513" y="71"/>
                      <a:pt x="4470" y="69"/>
                      <a:pt x="4516" y="75"/>
                    </a:cubicBezTo>
                    <a:cubicBezTo>
                      <a:pt x="4523" y="61"/>
                      <a:pt x="4707" y="74"/>
                      <a:pt x="4714" y="60"/>
                    </a:cubicBezTo>
                    <a:lnTo>
                      <a:pt x="4747" y="63"/>
                    </a:lnTo>
                    <a:cubicBezTo>
                      <a:pt x="4737" y="63"/>
                      <a:pt x="4736" y="64"/>
                      <a:pt x="4727" y="64"/>
                    </a:cubicBezTo>
                    <a:cubicBezTo>
                      <a:pt x="4790" y="70"/>
                      <a:pt x="4774" y="54"/>
                      <a:pt x="4855" y="56"/>
                    </a:cubicBezTo>
                    <a:cubicBezTo>
                      <a:pt x="4883" y="57"/>
                      <a:pt x="4903" y="59"/>
                      <a:pt x="4884" y="61"/>
                    </a:cubicBezTo>
                    <a:lnTo>
                      <a:pt x="4947" y="57"/>
                    </a:lnTo>
                    <a:cubicBezTo>
                      <a:pt x="4965" y="58"/>
                      <a:pt x="4961" y="60"/>
                      <a:pt x="4942" y="60"/>
                    </a:cubicBezTo>
                    <a:lnTo>
                      <a:pt x="5039" y="59"/>
                    </a:lnTo>
                    <a:lnTo>
                      <a:pt x="5038" y="59"/>
                    </a:lnTo>
                    <a:cubicBezTo>
                      <a:pt x="5052" y="57"/>
                      <a:pt x="5083" y="54"/>
                      <a:pt x="5098" y="52"/>
                    </a:cubicBezTo>
                    <a:cubicBezTo>
                      <a:pt x="5122" y="54"/>
                      <a:pt x="5086" y="54"/>
                      <a:pt x="5092" y="56"/>
                    </a:cubicBezTo>
                    <a:lnTo>
                      <a:pt x="5145" y="52"/>
                    </a:lnTo>
                    <a:cubicBezTo>
                      <a:pt x="5167" y="56"/>
                      <a:pt x="5123" y="59"/>
                      <a:pt x="5086" y="59"/>
                    </a:cubicBezTo>
                    <a:cubicBezTo>
                      <a:pt x="5136" y="73"/>
                      <a:pt x="5130" y="55"/>
                      <a:pt x="5238" y="64"/>
                    </a:cubicBezTo>
                    <a:lnTo>
                      <a:pt x="5187" y="65"/>
                    </a:lnTo>
                    <a:cubicBezTo>
                      <a:pt x="5220" y="73"/>
                      <a:pt x="5259" y="70"/>
                      <a:pt x="5316" y="75"/>
                    </a:cubicBezTo>
                    <a:cubicBezTo>
                      <a:pt x="5302" y="73"/>
                      <a:pt x="5202" y="63"/>
                      <a:pt x="5260" y="60"/>
                    </a:cubicBezTo>
                    <a:cubicBezTo>
                      <a:pt x="5276" y="61"/>
                      <a:pt x="5298" y="61"/>
                      <a:pt x="5329" y="59"/>
                    </a:cubicBezTo>
                    <a:cubicBezTo>
                      <a:pt x="5329" y="63"/>
                      <a:pt x="5359" y="62"/>
                      <a:pt x="5398" y="62"/>
                    </a:cubicBezTo>
                    <a:lnTo>
                      <a:pt x="5395" y="69"/>
                    </a:lnTo>
                    <a:cubicBezTo>
                      <a:pt x="5436" y="67"/>
                      <a:pt x="5433" y="64"/>
                      <a:pt x="5457" y="61"/>
                    </a:cubicBezTo>
                    <a:cubicBezTo>
                      <a:pt x="5503" y="61"/>
                      <a:pt x="5513" y="66"/>
                      <a:pt x="5523" y="71"/>
                    </a:cubicBezTo>
                    <a:cubicBezTo>
                      <a:pt x="5597" y="72"/>
                      <a:pt x="5473" y="63"/>
                      <a:pt x="5560" y="62"/>
                    </a:cubicBezTo>
                    <a:cubicBezTo>
                      <a:pt x="5621" y="64"/>
                      <a:pt x="5664" y="62"/>
                      <a:pt x="5737" y="58"/>
                    </a:cubicBezTo>
                    <a:cubicBezTo>
                      <a:pt x="5780" y="60"/>
                      <a:pt x="5730" y="62"/>
                      <a:pt x="5745" y="64"/>
                    </a:cubicBezTo>
                    <a:lnTo>
                      <a:pt x="5783" y="59"/>
                    </a:lnTo>
                    <a:cubicBezTo>
                      <a:pt x="5792" y="59"/>
                      <a:pt x="5789" y="60"/>
                      <a:pt x="5788" y="61"/>
                    </a:cubicBezTo>
                    <a:cubicBezTo>
                      <a:pt x="5820" y="59"/>
                      <a:pt x="5790" y="55"/>
                      <a:pt x="5841" y="53"/>
                    </a:cubicBezTo>
                    <a:cubicBezTo>
                      <a:pt x="5854" y="46"/>
                      <a:pt x="5944" y="64"/>
                      <a:pt x="6006" y="56"/>
                    </a:cubicBezTo>
                    <a:cubicBezTo>
                      <a:pt x="6021" y="58"/>
                      <a:pt x="5999" y="60"/>
                      <a:pt x="6003" y="62"/>
                    </a:cubicBezTo>
                    <a:cubicBezTo>
                      <a:pt x="6089" y="57"/>
                      <a:pt x="6077" y="59"/>
                      <a:pt x="6147" y="52"/>
                    </a:cubicBezTo>
                    <a:lnTo>
                      <a:pt x="6206" y="56"/>
                    </a:lnTo>
                    <a:cubicBezTo>
                      <a:pt x="6163" y="51"/>
                      <a:pt x="6219" y="45"/>
                      <a:pt x="6268" y="41"/>
                    </a:cubicBezTo>
                    <a:cubicBezTo>
                      <a:pt x="6252" y="38"/>
                      <a:pt x="6239" y="36"/>
                      <a:pt x="6230" y="35"/>
                    </a:cubicBezTo>
                    <a:lnTo>
                      <a:pt x="6308" y="32"/>
                    </a:lnTo>
                    <a:cubicBezTo>
                      <a:pt x="6318" y="33"/>
                      <a:pt x="6310" y="35"/>
                      <a:pt x="6297" y="38"/>
                    </a:cubicBezTo>
                    <a:lnTo>
                      <a:pt x="6311" y="36"/>
                    </a:lnTo>
                    <a:cubicBezTo>
                      <a:pt x="6339" y="39"/>
                      <a:pt x="6325" y="43"/>
                      <a:pt x="6305" y="46"/>
                    </a:cubicBezTo>
                    <a:lnTo>
                      <a:pt x="6277" y="42"/>
                    </a:lnTo>
                    <a:cubicBezTo>
                      <a:pt x="6257" y="46"/>
                      <a:pt x="6239" y="50"/>
                      <a:pt x="6243" y="54"/>
                    </a:cubicBezTo>
                    <a:cubicBezTo>
                      <a:pt x="6248" y="53"/>
                      <a:pt x="6258" y="53"/>
                      <a:pt x="6269" y="52"/>
                    </a:cubicBezTo>
                    <a:cubicBezTo>
                      <a:pt x="6264" y="53"/>
                      <a:pt x="6261" y="54"/>
                      <a:pt x="6263" y="55"/>
                    </a:cubicBezTo>
                    <a:cubicBezTo>
                      <a:pt x="6266" y="56"/>
                      <a:pt x="6274" y="54"/>
                      <a:pt x="6287" y="53"/>
                    </a:cubicBezTo>
                    <a:lnTo>
                      <a:pt x="6304" y="60"/>
                    </a:lnTo>
                    <a:lnTo>
                      <a:pt x="6309" y="57"/>
                    </a:lnTo>
                    <a:lnTo>
                      <a:pt x="6411" y="62"/>
                    </a:lnTo>
                    <a:cubicBezTo>
                      <a:pt x="6485" y="55"/>
                      <a:pt x="6548" y="44"/>
                      <a:pt x="6665" y="41"/>
                    </a:cubicBezTo>
                    <a:cubicBezTo>
                      <a:pt x="6636" y="47"/>
                      <a:pt x="6659" y="50"/>
                      <a:pt x="6657" y="56"/>
                    </a:cubicBezTo>
                    <a:cubicBezTo>
                      <a:pt x="6625" y="50"/>
                      <a:pt x="6567" y="59"/>
                      <a:pt x="6507" y="58"/>
                    </a:cubicBezTo>
                    <a:cubicBezTo>
                      <a:pt x="6538" y="58"/>
                      <a:pt x="6531" y="61"/>
                      <a:pt x="6523" y="62"/>
                    </a:cubicBezTo>
                    <a:lnTo>
                      <a:pt x="6631" y="57"/>
                    </a:lnTo>
                    <a:cubicBezTo>
                      <a:pt x="6628" y="62"/>
                      <a:pt x="6654" y="60"/>
                      <a:pt x="6682" y="63"/>
                    </a:cubicBezTo>
                    <a:cubicBezTo>
                      <a:pt x="6660" y="52"/>
                      <a:pt x="6762" y="56"/>
                      <a:pt x="6806" y="53"/>
                    </a:cubicBezTo>
                    <a:cubicBezTo>
                      <a:pt x="6808" y="56"/>
                      <a:pt x="6798" y="60"/>
                      <a:pt x="6744" y="59"/>
                    </a:cubicBezTo>
                    <a:cubicBezTo>
                      <a:pt x="6803" y="67"/>
                      <a:pt x="6821" y="47"/>
                      <a:pt x="6879" y="54"/>
                    </a:cubicBezTo>
                    <a:cubicBezTo>
                      <a:pt x="6865" y="54"/>
                      <a:pt x="6858" y="53"/>
                      <a:pt x="6853" y="55"/>
                    </a:cubicBezTo>
                    <a:cubicBezTo>
                      <a:pt x="6884" y="52"/>
                      <a:pt x="6958" y="55"/>
                      <a:pt x="6941" y="58"/>
                    </a:cubicBezTo>
                    <a:lnTo>
                      <a:pt x="6928" y="58"/>
                    </a:lnTo>
                    <a:cubicBezTo>
                      <a:pt x="7014" y="59"/>
                      <a:pt x="7191" y="58"/>
                      <a:pt x="7204" y="50"/>
                    </a:cubicBezTo>
                    <a:cubicBezTo>
                      <a:pt x="7205" y="51"/>
                      <a:pt x="7193" y="60"/>
                      <a:pt x="7188" y="62"/>
                    </a:cubicBezTo>
                    <a:lnTo>
                      <a:pt x="7342" y="33"/>
                    </a:lnTo>
                    <a:cubicBezTo>
                      <a:pt x="7329" y="41"/>
                      <a:pt x="7381" y="58"/>
                      <a:pt x="7309" y="62"/>
                    </a:cubicBezTo>
                    <a:cubicBezTo>
                      <a:pt x="7330" y="63"/>
                      <a:pt x="7355" y="65"/>
                      <a:pt x="7399" y="62"/>
                    </a:cubicBezTo>
                    <a:cubicBezTo>
                      <a:pt x="7385" y="61"/>
                      <a:pt x="7364" y="51"/>
                      <a:pt x="7383" y="51"/>
                    </a:cubicBezTo>
                    <a:cubicBezTo>
                      <a:pt x="7436" y="59"/>
                      <a:pt x="7420" y="55"/>
                      <a:pt x="7485" y="62"/>
                    </a:cubicBezTo>
                    <a:cubicBezTo>
                      <a:pt x="7463" y="61"/>
                      <a:pt x="7487" y="49"/>
                      <a:pt x="7520" y="50"/>
                    </a:cubicBezTo>
                    <a:cubicBezTo>
                      <a:pt x="7515" y="51"/>
                      <a:pt x="7523" y="61"/>
                      <a:pt x="7511" y="62"/>
                    </a:cubicBezTo>
                    <a:lnTo>
                      <a:pt x="7594" y="51"/>
                    </a:lnTo>
                    <a:cubicBezTo>
                      <a:pt x="7573" y="53"/>
                      <a:pt x="7590" y="61"/>
                      <a:pt x="7609" y="64"/>
                    </a:cubicBezTo>
                    <a:cubicBezTo>
                      <a:pt x="7600" y="62"/>
                      <a:pt x="7680" y="64"/>
                      <a:pt x="7702" y="63"/>
                    </a:cubicBezTo>
                    <a:lnTo>
                      <a:pt x="7667" y="61"/>
                    </a:lnTo>
                    <a:cubicBezTo>
                      <a:pt x="7761" y="63"/>
                      <a:pt x="7760" y="45"/>
                      <a:pt x="7853" y="46"/>
                    </a:cubicBezTo>
                    <a:cubicBezTo>
                      <a:pt x="7842" y="48"/>
                      <a:pt x="7825" y="60"/>
                      <a:pt x="7872" y="62"/>
                    </a:cubicBezTo>
                    <a:cubicBezTo>
                      <a:pt x="7894" y="56"/>
                      <a:pt x="7968" y="34"/>
                      <a:pt x="8050" y="29"/>
                    </a:cubicBezTo>
                    <a:lnTo>
                      <a:pt x="8066" y="33"/>
                    </a:lnTo>
                    <a:lnTo>
                      <a:pt x="8129" y="29"/>
                    </a:lnTo>
                    <a:cubicBezTo>
                      <a:pt x="8090" y="38"/>
                      <a:pt x="7980" y="56"/>
                      <a:pt x="7919" y="63"/>
                    </a:cubicBezTo>
                    <a:cubicBezTo>
                      <a:pt x="7954" y="66"/>
                      <a:pt x="7929" y="67"/>
                      <a:pt x="7982" y="67"/>
                    </a:cubicBezTo>
                    <a:cubicBezTo>
                      <a:pt x="8000" y="70"/>
                      <a:pt x="7953" y="72"/>
                      <a:pt x="7938" y="72"/>
                    </a:cubicBezTo>
                    <a:lnTo>
                      <a:pt x="8060" y="74"/>
                    </a:lnTo>
                    <a:cubicBezTo>
                      <a:pt x="8054" y="67"/>
                      <a:pt x="8153" y="67"/>
                      <a:pt x="8149" y="62"/>
                    </a:cubicBezTo>
                    <a:lnTo>
                      <a:pt x="8016" y="68"/>
                    </a:lnTo>
                    <a:cubicBezTo>
                      <a:pt x="8011" y="62"/>
                      <a:pt x="8093" y="49"/>
                      <a:pt x="8179" y="51"/>
                    </a:cubicBezTo>
                    <a:cubicBezTo>
                      <a:pt x="8201" y="53"/>
                      <a:pt x="8163" y="63"/>
                      <a:pt x="8165" y="65"/>
                    </a:cubicBezTo>
                    <a:cubicBezTo>
                      <a:pt x="8176" y="63"/>
                      <a:pt x="8247" y="61"/>
                      <a:pt x="8255" y="62"/>
                    </a:cubicBezTo>
                    <a:lnTo>
                      <a:pt x="8218" y="66"/>
                    </a:lnTo>
                    <a:cubicBezTo>
                      <a:pt x="8266" y="69"/>
                      <a:pt x="8297" y="57"/>
                      <a:pt x="8355" y="64"/>
                    </a:cubicBezTo>
                    <a:cubicBezTo>
                      <a:pt x="8375" y="64"/>
                      <a:pt x="8414" y="73"/>
                      <a:pt x="8418" y="69"/>
                    </a:cubicBezTo>
                    <a:cubicBezTo>
                      <a:pt x="8385" y="61"/>
                      <a:pt x="8379" y="37"/>
                      <a:pt x="8401" y="31"/>
                    </a:cubicBezTo>
                    <a:cubicBezTo>
                      <a:pt x="8408" y="31"/>
                      <a:pt x="8505" y="38"/>
                      <a:pt x="8528" y="42"/>
                    </a:cubicBezTo>
                    <a:cubicBezTo>
                      <a:pt x="8561" y="48"/>
                      <a:pt x="8479" y="57"/>
                      <a:pt x="8507" y="62"/>
                    </a:cubicBezTo>
                    <a:cubicBezTo>
                      <a:pt x="8508" y="60"/>
                      <a:pt x="8526" y="58"/>
                      <a:pt x="8534" y="57"/>
                    </a:cubicBezTo>
                    <a:cubicBezTo>
                      <a:pt x="8555" y="59"/>
                      <a:pt x="8525" y="63"/>
                      <a:pt x="8571" y="62"/>
                    </a:cubicBezTo>
                    <a:cubicBezTo>
                      <a:pt x="8578" y="55"/>
                      <a:pt x="8664" y="63"/>
                      <a:pt x="8592" y="56"/>
                    </a:cubicBezTo>
                    <a:cubicBezTo>
                      <a:pt x="8637" y="55"/>
                      <a:pt x="8640" y="58"/>
                      <a:pt x="8692" y="58"/>
                    </a:cubicBezTo>
                    <a:cubicBezTo>
                      <a:pt x="8675" y="53"/>
                      <a:pt x="8739" y="43"/>
                      <a:pt x="8784" y="41"/>
                    </a:cubicBezTo>
                    <a:cubicBezTo>
                      <a:pt x="8781" y="42"/>
                      <a:pt x="8791" y="45"/>
                      <a:pt x="8796" y="46"/>
                    </a:cubicBezTo>
                    <a:cubicBezTo>
                      <a:pt x="8888" y="47"/>
                      <a:pt x="8937" y="50"/>
                      <a:pt x="9022" y="50"/>
                    </a:cubicBezTo>
                    <a:cubicBezTo>
                      <a:pt x="9030" y="52"/>
                      <a:pt x="9071" y="54"/>
                      <a:pt x="9054" y="57"/>
                    </a:cubicBezTo>
                    <a:cubicBezTo>
                      <a:pt x="9066" y="56"/>
                      <a:pt x="9077" y="53"/>
                      <a:pt x="9103" y="53"/>
                    </a:cubicBezTo>
                    <a:cubicBezTo>
                      <a:pt x="9154" y="59"/>
                      <a:pt x="9045" y="54"/>
                      <a:pt x="9084" y="61"/>
                    </a:cubicBezTo>
                    <a:cubicBezTo>
                      <a:pt x="9087" y="57"/>
                      <a:pt x="9152" y="56"/>
                      <a:pt x="9189" y="53"/>
                    </a:cubicBezTo>
                    <a:cubicBezTo>
                      <a:pt x="9178" y="47"/>
                      <a:pt x="9103" y="52"/>
                      <a:pt x="9065" y="54"/>
                    </a:cubicBezTo>
                    <a:cubicBezTo>
                      <a:pt x="9065" y="46"/>
                      <a:pt x="9130" y="37"/>
                      <a:pt x="9219" y="33"/>
                    </a:cubicBezTo>
                    <a:cubicBezTo>
                      <a:pt x="9290" y="31"/>
                      <a:pt x="9250" y="39"/>
                      <a:pt x="9262" y="38"/>
                    </a:cubicBezTo>
                    <a:cubicBezTo>
                      <a:pt x="9395" y="39"/>
                      <a:pt x="9376" y="23"/>
                      <a:pt x="9486" y="29"/>
                    </a:cubicBezTo>
                    <a:cubicBezTo>
                      <a:pt x="9530" y="35"/>
                      <a:pt x="9488" y="40"/>
                      <a:pt x="9498" y="44"/>
                    </a:cubicBezTo>
                    <a:cubicBezTo>
                      <a:pt x="9440" y="46"/>
                      <a:pt x="9409" y="40"/>
                      <a:pt x="9370" y="40"/>
                    </a:cubicBezTo>
                    <a:lnTo>
                      <a:pt x="9418" y="43"/>
                    </a:lnTo>
                    <a:cubicBezTo>
                      <a:pt x="9400" y="45"/>
                      <a:pt x="9361" y="46"/>
                      <a:pt x="9340" y="45"/>
                    </a:cubicBezTo>
                    <a:cubicBezTo>
                      <a:pt x="9377" y="50"/>
                      <a:pt x="9565" y="46"/>
                      <a:pt x="9668" y="51"/>
                    </a:cubicBezTo>
                    <a:cubicBezTo>
                      <a:pt x="9686" y="49"/>
                      <a:pt x="9718" y="47"/>
                      <a:pt x="9703" y="45"/>
                    </a:cubicBezTo>
                    <a:lnTo>
                      <a:pt x="9670" y="45"/>
                    </a:lnTo>
                    <a:cubicBezTo>
                      <a:pt x="9640" y="41"/>
                      <a:pt x="9732" y="39"/>
                      <a:pt x="9690" y="37"/>
                    </a:cubicBezTo>
                    <a:cubicBezTo>
                      <a:pt x="9734" y="34"/>
                      <a:pt x="9783" y="29"/>
                      <a:pt x="9844" y="32"/>
                    </a:cubicBezTo>
                    <a:lnTo>
                      <a:pt x="9856" y="38"/>
                    </a:lnTo>
                    <a:cubicBezTo>
                      <a:pt x="9854" y="36"/>
                      <a:pt x="9816" y="35"/>
                      <a:pt x="9798" y="36"/>
                    </a:cubicBezTo>
                    <a:cubicBezTo>
                      <a:pt x="9824" y="34"/>
                      <a:pt x="9892" y="45"/>
                      <a:pt x="9920" y="37"/>
                    </a:cubicBezTo>
                    <a:lnTo>
                      <a:pt x="9877" y="32"/>
                    </a:lnTo>
                    <a:cubicBezTo>
                      <a:pt x="9921" y="29"/>
                      <a:pt x="9975" y="23"/>
                      <a:pt x="10030" y="25"/>
                    </a:cubicBezTo>
                    <a:cubicBezTo>
                      <a:pt x="10005" y="19"/>
                      <a:pt x="10017" y="26"/>
                      <a:pt x="9979" y="18"/>
                    </a:cubicBezTo>
                    <a:cubicBezTo>
                      <a:pt x="10012" y="27"/>
                      <a:pt x="9839" y="18"/>
                      <a:pt x="9893" y="27"/>
                    </a:cubicBezTo>
                    <a:cubicBezTo>
                      <a:pt x="9854" y="19"/>
                      <a:pt x="9825" y="24"/>
                      <a:pt x="9773" y="16"/>
                    </a:cubicBezTo>
                    <a:cubicBezTo>
                      <a:pt x="9774" y="18"/>
                      <a:pt x="9791" y="20"/>
                      <a:pt x="9746" y="19"/>
                    </a:cubicBezTo>
                    <a:cubicBezTo>
                      <a:pt x="9743" y="20"/>
                      <a:pt x="9739" y="21"/>
                      <a:pt x="9735" y="21"/>
                    </a:cubicBezTo>
                    <a:lnTo>
                      <a:pt x="9732" y="21"/>
                    </a:lnTo>
                    <a:lnTo>
                      <a:pt x="9735" y="21"/>
                    </a:lnTo>
                    <a:cubicBezTo>
                      <a:pt x="9733" y="21"/>
                      <a:pt x="9733" y="22"/>
                      <a:pt x="9736" y="21"/>
                    </a:cubicBezTo>
                    <a:cubicBezTo>
                      <a:pt x="9747" y="22"/>
                      <a:pt x="9756" y="23"/>
                      <a:pt x="9759" y="24"/>
                    </a:cubicBezTo>
                    <a:cubicBezTo>
                      <a:pt x="9736" y="29"/>
                      <a:pt x="9664" y="29"/>
                      <a:pt x="9639" y="31"/>
                    </a:cubicBezTo>
                    <a:cubicBezTo>
                      <a:pt x="9612" y="30"/>
                      <a:pt x="9651" y="29"/>
                      <a:pt x="9636" y="27"/>
                    </a:cubicBezTo>
                    <a:lnTo>
                      <a:pt x="9599" y="30"/>
                    </a:lnTo>
                    <a:cubicBezTo>
                      <a:pt x="9596" y="26"/>
                      <a:pt x="9527" y="23"/>
                      <a:pt x="9591" y="20"/>
                    </a:cubicBezTo>
                    <a:lnTo>
                      <a:pt x="9534" y="20"/>
                    </a:lnTo>
                    <a:cubicBezTo>
                      <a:pt x="9500" y="17"/>
                      <a:pt x="9453" y="16"/>
                      <a:pt x="9425" y="18"/>
                    </a:cubicBezTo>
                    <a:cubicBezTo>
                      <a:pt x="9398" y="17"/>
                      <a:pt x="9356" y="23"/>
                      <a:pt x="9380" y="19"/>
                    </a:cubicBezTo>
                    <a:lnTo>
                      <a:pt x="9290" y="22"/>
                    </a:lnTo>
                    <a:lnTo>
                      <a:pt x="9289" y="21"/>
                    </a:lnTo>
                    <a:cubicBezTo>
                      <a:pt x="9200" y="20"/>
                      <a:pt x="9106" y="28"/>
                      <a:pt x="9004" y="20"/>
                    </a:cubicBezTo>
                    <a:cubicBezTo>
                      <a:pt x="8974" y="21"/>
                      <a:pt x="8944" y="22"/>
                      <a:pt x="8893" y="21"/>
                    </a:cubicBezTo>
                    <a:lnTo>
                      <a:pt x="8884" y="17"/>
                    </a:lnTo>
                    <a:cubicBezTo>
                      <a:pt x="8845" y="18"/>
                      <a:pt x="8768" y="13"/>
                      <a:pt x="8752" y="17"/>
                    </a:cubicBezTo>
                    <a:cubicBezTo>
                      <a:pt x="8710" y="7"/>
                      <a:pt x="8565" y="14"/>
                      <a:pt x="8498" y="12"/>
                    </a:cubicBezTo>
                    <a:lnTo>
                      <a:pt x="8495" y="17"/>
                    </a:lnTo>
                    <a:cubicBezTo>
                      <a:pt x="8449" y="17"/>
                      <a:pt x="8404" y="18"/>
                      <a:pt x="8346" y="20"/>
                    </a:cubicBezTo>
                    <a:lnTo>
                      <a:pt x="8350" y="25"/>
                    </a:lnTo>
                    <a:cubicBezTo>
                      <a:pt x="8300" y="28"/>
                      <a:pt x="8222" y="21"/>
                      <a:pt x="8143" y="22"/>
                    </a:cubicBezTo>
                    <a:cubicBezTo>
                      <a:pt x="8149" y="20"/>
                      <a:pt x="8169" y="20"/>
                      <a:pt x="8183" y="21"/>
                    </a:cubicBezTo>
                    <a:cubicBezTo>
                      <a:pt x="8089" y="11"/>
                      <a:pt x="7984" y="28"/>
                      <a:pt x="7899" y="21"/>
                    </a:cubicBezTo>
                    <a:cubicBezTo>
                      <a:pt x="7878" y="22"/>
                      <a:pt x="7862" y="22"/>
                      <a:pt x="7848" y="21"/>
                    </a:cubicBezTo>
                    <a:cubicBezTo>
                      <a:pt x="7850" y="21"/>
                      <a:pt x="7851" y="21"/>
                      <a:pt x="7853" y="20"/>
                    </a:cubicBezTo>
                    <a:lnTo>
                      <a:pt x="7844" y="20"/>
                    </a:lnTo>
                    <a:lnTo>
                      <a:pt x="7815" y="18"/>
                    </a:lnTo>
                    <a:cubicBezTo>
                      <a:pt x="7823" y="19"/>
                      <a:pt x="7832" y="20"/>
                      <a:pt x="7839" y="20"/>
                    </a:cubicBezTo>
                    <a:cubicBezTo>
                      <a:pt x="7823" y="20"/>
                      <a:pt x="7798" y="21"/>
                      <a:pt x="7774" y="22"/>
                    </a:cubicBezTo>
                    <a:lnTo>
                      <a:pt x="7763" y="17"/>
                    </a:lnTo>
                    <a:lnTo>
                      <a:pt x="7758" y="17"/>
                    </a:lnTo>
                    <a:cubicBezTo>
                      <a:pt x="7734" y="15"/>
                      <a:pt x="7739" y="19"/>
                      <a:pt x="7751" y="23"/>
                    </a:cubicBezTo>
                    <a:cubicBezTo>
                      <a:pt x="7739" y="24"/>
                      <a:pt x="7728" y="25"/>
                      <a:pt x="7719" y="26"/>
                    </a:cubicBezTo>
                    <a:cubicBezTo>
                      <a:pt x="7700" y="18"/>
                      <a:pt x="7655" y="29"/>
                      <a:pt x="7629" y="20"/>
                    </a:cubicBezTo>
                    <a:cubicBezTo>
                      <a:pt x="7612" y="24"/>
                      <a:pt x="7506" y="23"/>
                      <a:pt x="7493" y="32"/>
                    </a:cubicBezTo>
                    <a:cubicBezTo>
                      <a:pt x="7492" y="30"/>
                      <a:pt x="7485" y="30"/>
                      <a:pt x="7498" y="30"/>
                    </a:cubicBezTo>
                    <a:cubicBezTo>
                      <a:pt x="7471" y="29"/>
                      <a:pt x="7444" y="28"/>
                      <a:pt x="7420" y="30"/>
                    </a:cubicBezTo>
                    <a:lnTo>
                      <a:pt x="7408" y="24"/>
                    </a:lnTo>
                    <a:lnTo>
                      <a:pt x="7349" y="32"/>
                    </a:lnTo>
                    <a:cubicBezTo>
                      <a:pt x="7313" y="28"/>
                      <a:pt x="7298" y="26"/>
                      <a:pt x="7334" y="21"/>
                    </a:cubicBezTo>
                    <a:cubicBezTo>
                      <a:pt x="7247" y="28"/>
                      <a:pt x="7263" y="24"/>
                      <a:pt x="7190" y="31"/>
                    </a:cubicBezTo>
                    <a:lnTo>
                      <a:pt x="7194" y="27"/>
                    </a:lnTo>
                    <a:cubicBezTo>
                      <a:pt x="7167" y="27"/>
                      <a:pt x="7125" y="32"/>
                      <a:pt x="7109" y="29"/>
                    </a:cubicBezTo>
                    <a:cubicBezTo>
                      <a:pt x="7051" y="21"/>
                      <a:pt x="6819" y="27"/>
                      <a:pt x="6668" y="20"/>
                    </a:cubicBezTo>
                    <a:cubicBezTo>
                      <a:pt x="6697" y="32"/>
                      <a:pt x="6598" y="14"/>
                      <a:pt x="6592" y="24"/>
                    </a:cubicBezTo>
                    <a:cubicBezTo>
                      <a:pt x="6583" y="21"/>
                      <a:pt x="6562" y="19"/>
                      <a:pt x="6586" y="17"/>
                    </a:cubicBezTo>
                    <a:cubicBezTo>
                      <a:pt x="6509" y="19"/>
                      <a:pt x="6471" y="12"/>
                      <a:pt x="6418" y="20"/>
                    </a:cubicBezTo>
                    <a:cubicBezTo>
                      <a:pt x="6409" y="17"/>
                      <a:pt x="6434" y="16"/>
                      <a:pt x="6426" y="14"/>
                    </a:cubicBezTo>
                    <a:cubicBezTo>
                      <a:pt x="6420" y="14"/>
                      <a:pt x="6402" y="16"/>
                      <a:pt x="6394" y="15"/>
                    </a:cubicBezTo>
                    <a:cubicBezTo>
                      <a:pt x="6386" y="13"/>
                      <a:pt x="6405" y="12"/>
                      <a:pt x="6417" y="11"/>
                    </a:cubicBezTo>
                    <a:cubicBezTo>
                      <a:pt x="6339" y="11"/>
                      <a:pt x="6331" y="20"/>
                      <a:pt x="6325" y="28"/>
                    </a:cubicBezTo>
                    <a:cubicBezTo>
                      <a:pt x="6285" y="24"/>
                      <a:pt x="6265" y="25"/>
                      <a:pt x="6236" y="30"/>
                    </a:cubicBezTo>
                    <a:cubicBezTo>
                      <a:pt x="6223" y="27"/>
                      <a:pt x="6199" y="24"/>
                      <a:pt x="6248" y="24"/>
                    </a:cubicBezTo>
                    <a:cubicBezTo>
                      <a:pt x="6221" y="23"/>
                      <a:pt x="6080" y="19"/>
                      <a:pt x="6078" y="26"/>
                    </a:cubicBezTo>
                    <a:cubicBezTo>
                      <a:pt x="6069" y="24"/>
                      <a:pt x="6039" y="25"/>
                      <a:pt x="6032" y="26"/>
                    </a:cubicBezTo>
                    <a:cubicBezTo>
                      <a:pt x="5970" y="25"/>
                      <a:pt x="5965" y="25"/>
                      <a:pt x="5904" y="25"/>
                    </a:cubicBezTo>
                    <a:lnTo>
                      <a:pt x="5921" y="26"/>
                    </a:lnTo>
                    <a:cubicBezTo>
                      <a:pt x="5897" y="34"/>
                      <a:pt x="5871" y="28"/>
                      <a:pt x="5822" y="29"/>
                    </a:cubicBezTo>
                    <a:lnTo>
                      <a:pt x="5823" y="28"/>
                    </a:lnTo>
                    <a:cubicBezTo>
                      <a:pt x="5711" y="22"/>
                      <a:pt x="5775" y="31"/>
                      <a:pt x="5665" y="24"/>
                    </a:cubicBezTo>
                    <a:lnTo>
                      <a:pt x="5671" y="29"/>
                    </a:lnTo>
                    <a:cubicBezTo>
                      <a:pt x="5660" y="39"/>
                      <a:pt x="5573" y="22"/>
                      <a:pt x="5509" y="26"/>
                    </a:cubicBezTo>
                    <a:lnTo>
                      <a:pt x="5532" y="29"/>
                    </a:lnTo>
                    <a:cubicBezTo>
                      <a:pt x="5497" y="33"/>
                      <a:pt x="5434" y="15"/>
                      <a:pt x="5399" y="13"/>
                    </a:cubicBezTo>
                    <a:cubicBezTo>
                      <a:pt x="5391" y="12"/>
                      <a:pt x="5411" y="12"/>
                      <a:pt x="5422" y="11"/>
                    </a:cubicBezTo>
                    <a:cubicBezTo>
                      <a:pt x="5330" y="6"/>
                      <a:pt x="5410" y="17"/>
                      <a:pt x="5341" y="19"/>
                    </a:cubicBezTo>
                    <a:cubicBezTo>
                      <a:pt x="5328" y="15"/>
                      <a:pt x="5357" y="10"/>
                      <a:pt x="5311" y="9"/>
                    </a:cubicBezTo>
                    <a:cubicBezTo>
                      <a:pt x="5288" y="7"/>
                      <a:pt x="5177" y="20"/>
                      <a:pt x="5114" y="13"/>
                    </a:cubicBezTo>
                    <a:cubicBezTo>
                      <a:pt x="5128" y="16"/>
                      <a:pt x="5142" y="19"/>
                      <a:pt x="5110" y="21"/>
                    </a:cubicBezTo>
                    <a:cubicBezTo>
                      <a:pt x="5061" y="21"/>
                      <a:pt x="4978" y="10"/>
                      <a:pt x="4934" y="19"/>
                    </a:cubicBezTo>
                    <a:cubicBezTo>
                      <a:pt x="4928" y="18"/>
                      <a:pt x="4925" y="17"/>
                      <a:pt x="4925" y="16"/>
                    </a:cubicBezTo>
                    <a:cubicBezTo>
                      <a:pt x="4888" y="19"/>
                      <a:pt x="4804" y="20"/>
                      <a:pt x="4781" y="24"/>
                    </a:cubicBezTo>
                    <a:cubicBezTo>
                      <a:pt x="4747" y="8"/>
                      <a:pt x="4549" y="32"/>
                      <a:pt x="4550" y="16"/>
                    </a:cubicBezTo>
                    <a:lnTo>
                      <a:pt x="4435" y="17"/>
                    </a:lnTo>
                    <a:lnTo>
                      <a:pt x="4438" y="15"/>
                    </a:lnTo>
                    <a:cubicBezTo>
                      <a:pt x="4365" y="14"/>
                      <a:pt x="4339" y="18"/>
                      <a:pt x="4313" y="22"/>
                    </a:cubicBezTo>
                    <a:cubicBezTo>
                      <a:pt x="4296" y="20"/>
                      <a:pt x="4309" y="19"/>
                      <a:pt x="4310" y="18"/>
                    </a:cubicBezTo>
                    <a:cubicBezTo>
                      <a:pt x="4203" y="15"/>
                      <a:pt x="4192" y="15"/>
                      <a:pt x="4102" y="23"/>
                    </a:cubicBezTo>
                    <a:lnTo>
                      <a:pt x="4093" y="18"/>
                    </a:lnTo>
                    <a:cubicBezTo>
                      <a:pt x="4068" y="21"/>
                      <a:pt x="3938" y="10"/>
                      <a:pt x="3833" y="15"/>
                    </a:cubicBezTo>
                    <a:cubicBezTo>
                      <a:pt x="3834" y="15"/>
                      <a:pt x="3836" y="14"/>
                      <a:pt x="3844" y="13"/>
                    </a:cubicBezTo>
                    <a:cubicBezTo>
                      <a:pt x="3726" y="19"/>
                      <a:pt x="3561" y="0"/>
                      <a:pt x="3518" y="17"/>
                    </a:cubicBezTo>
                    <a:lnTo>
                      <a:pt x="3439" y="21"/>
                    </a:lnTo>
                    <a:cubicBezTo>
                      <a:pt x="3540" y="23"/>
                      <a:pt x="3424" y="29"/>
                      <a:pt x="3466" y="32"/>
                    </a:cubicBezTo>
                    <a:cubicBezTo>
                      <a:pt x="3426" y="33"/>
                      <a:pt x="3363" y="27"/>
                      <a:pt x="3412" y="26"/>
                    </a:cubicBezTo>
                    <a:lnTo>
                      <a:pt x="3420" y="27"/>
                    </a:lnTo>
                    <a:cubicBezTo>
                      <a:pt x="3438" y="17"/>
                      <a:pt x="3294" y="23"/>
                      <a:pt x="3297" y="16"/>
                    </a:cubicBezTo>
                    <a:cubicBezTo>
                      <a:pt x="3098" y="17"/>
                      <a:pt x="2904" y="11"/>
                      <a:pt x="2718" y="10"/>
                    </a:cubicBezTo>
                    <a:lnTo>
                      <a:pt x="2740" y="18"/>
                    </a:lnTo>
                    <a:lnTo>
                      <a:pt x="2675" y="17"/>
                    </a:lnTo>
                    <a:cubicBezTo>
                      <a:pt x="2658" y="15"/>
                      <a:pt x="2652" y="11"/>
                      <a:pt x="2698" y="12"/>
                    </a:cubicBezTo>
                    <a:cubicBezTo>
                      <a:pt x="2674" y="8"/>
                      <a:pt x="2620" y="15"/>
                      <a:pt x="2619" y="17"/>
                    </a:cubicBezTo>
                    <a:cubicBezTo>
                      <a:pt x="2528" y="14"/>
                      <a:pt x="2655" y="9"/>
                      <a:pt x="2627" y="9"/>
                    </a:cubicBezTo>
                    <a:lnTo>
                      <a:pt x="2589" y="9"/>
                    </a:lnTo>
                    <a:lnTo>
                      <a:pt x="2597" y="9"/>
                    </a:lnTo>
                    <a:cubicBezTo>
                      <a:pt x="2567" y="12"/>
                      <a:pt x="2564" y="15"/>
                      <a:pt x="2508" y="15"/>
                    </a:cubicBezTo>
                    <a:cubicBezTo>
                      <a:pt x="2473" y="13"/>
                      <a:pt x="2490" y="10"/>
                      <a:pt x="2476" y="10"/>
                    </a:cubicBezTo>
                    <a:cubicBezTo>
                      <a:pt x="2477" y="10"/>
                      <a:pt x="2472" y="9"/>
                      <a:pt x="2455" y="10"/>
                    </a:cubicBezTo>
                    <a:lnTo>
                      <a:pt x="2373" y="9"/>
                    </a:lnTo>
                    <a:lnTo>
                      <a:pt x="2406" y="15"/>
                    </a:lnTo>
                    <a:cubicBezTo>
                      <a:pt x="2370" y="18"/>
                      <a:pt x="2329" y="15"/>
                      <a:pt x="2367" y="21"/>
                    </a:cubicBezTo>
                    <a:cubicBezTo>
                      <a:pt x="2311" y="11"/>
                      <a:pt x="2062" y="17"/>
                      <a:pt x="2028" y="14"/>
                    </a:cubicBezTo>
                    <a:cubicBezTo>
                      <a:pt x="1977" y="18"/>
                      <a:pt x="1927" y="18"/>
                      <a:pt x="1864" y="17"/>
                    </a:cubicBezTo>
                    <a:cubicBezTo>
                      <a:pt x="1880" y="19"/>
                      <a:pt x="1889" y="25"/>
                      <a:pt x="1836" y="24"/>
                    </a:cubicBezTo>
                    <a:cubicBezTo>
                      <a:pt x="1855" y="11"/>
                      <a:pt x="1737" y="18"/>
                      <a:pt x="1694" y="9"/>
                    </a:cubicBezTo>
                    <a:cubicBezTo>
                      <a:pt x="1733" y="15"/>
                      <a:pt x="1542" y="10"/>
                      <a:pt x="1603" y="19"/>
                    </a:cubicBezTo>
                    <a:cubicBezTo>
                      <a:pt x="1558" y="18"/>
                      <a:pt x="1600" y="14"/>
                      <a:pt x="1566" y="11"/>
                    </a:cubicBezTo>
                    <a:cubicBezTo>
                      <a:pt x="1460" y="16"/>
                      <a:pt x="1331" y="8"/>
                      <a:pt x="1200" y="9"/>
                    </a:cubicBezTo>
                    <a:cubicBezTo>
                      <a:pt x="1198" y="11"/>
                      <a:pt x="1220" y="13"/>
                      <a:pt x="1192" y="16"/>
                    </a:cubicBezTo>
                    <a:lnTo>
                      <a:pt x="1122" y="8"/>
                    </a:lnTo>
                    <a:cubicBezTo>
                      <a:pt x="1096" y="9"/>
                      <a:pt x="1098" y="17"/>
                      <a:pt x="1051" y="11"/>
                    </a:cubicBezTo>
                    <a:cubicBezTo>
                      <a:pt x="1058" y="13"/>
                      <a:pt x="1068" y="15"/>
                      <a:pt x="1050" y="15"/>
                    </a:cubicBezTo>
                    <a:cubicBezTo>
                      <a:pt x="792" y="7"/>
                      <a:pt x="524" y="22"/>
                      <a:pt x="262" y="7"/>
                    </a:cubicBezTo>
                    <a:cubicBezTo>
                      <a:pt x="297" y="9"/>
                      <a:pt x="274" y="10"/>
                      <a:pt x="247" y="10"/>
                    </a:cubicBezTo>
                    <a:cubicBezTo>
                      <a:pt x="264" y="11"/>
                      <a:pt x="246" y="14"/>
                      <a:pt x="250" y="17"/>
                    </a:cubicBezTo>
                    <a:lnTo>
                      <a:pt x="140" y="10"/>
                    </a:lnTo>
                    <a:cubicBezTo>
                      <a:pt x="120" y="17"/>
                      <a:pt x="23" y="10"/>
                      <a:pt x="11" y="17"/>
                    </a:cubicBezTo>
                    <a:lnTo>
                      <a:pt x="46" y="15"/>
                    </a:lnTo>
                    <a:cubicBezTo>
                      <a:pt x="0" y="23"/>
                      <a:pt x="111" y="32"/>
                      <a:pt x="104" y="42"/>
                    </a:cubicBezTo>
                    <a:cubicBezTo>
                      <a:pt x="156" y="33"/>
                      <a:pt x="240" y="55"/>
                      <a:pt x="325" y="43"/>
                    </a:cubicBezTo>
                    <a:cubicBezTo>
                      <a:pt x="344" y="45"/>
                      <a:pt x="309" y="46"/>
                      <a:pt x="319" y="48"/>
                    </a:cubicBezTo>
                    <a:cubicBezTo>
                      <a:pt x="340" y="44"/>
                      <a:pt x="366" y="43"/>
                      <a:pt x="414" y="45"/>
                    </a:cubicBezTo>
                    <a:lnTo>
                      <a:pt x="409" y="46"/>
                    </a:lnTo>
                    <a:cubicBezTo>
                      <a:pt x="544" y="45"/>
                      <a:pt x="602" y="49"/>
                      <a:pt x="754" y="52"/>
                    </a:cubicBezTo>
                    <a:lnTo>
                      <a:pt x="742" y="47"/>
                    </a:lnTo>
                    <a:cubicBezTo>
                      <a:pt x="775" y="48"/>
                      <a:pt x="782" y="49"/>
                      <a:pt x="797" y="50"/>
                    </a:cubicBezTo>
                    <a:cubicBezTo>
                      <a:pt x="835" y="43"/>
                      <a:pt x="706" y="50"/>
                      <a:pt x="740" y="42"/>
                    </a:cubicBezTo>
                    <a:cubicBezTo>
                      <a:pt x="783" y="52"/>
                      <a:pt x="970" y="42"/>
                      <a:pt x="999" y="53"/>
                    </a:cubicBezTo>
                    <a:cubicBezTo>
                      <a:pt x="1049" y="54"/>
                      <a:pt x="984" y="48"/>
                      <a:pt x="1034" y="48"/>
                    </a:cubicBezTo>
                    <a:lnTo>
                      <a:pt x="1048" y="51"/>
                    </a:lnTo>
                    <a:lnTo>
                      <a:pt x="1060" y="47"/>
                    </a:lnTo>
                    <a:cubicBezTo>
                      <a:pt x="1093" y="48"/>
                      <a:pt x="1110" y="52"/>
                      <a:pt x="1111" y="54"/>
                    </a:cubicBezTo>
                    <a:cubicBezTo>
                      <a:pt x="1103" y="54"/>
                      <a:pt x="1088" y="55"/>
                      <a:pt x="1080" y="55"/>
                    </a:cubicBezTo>
                    <a:cubicBezTo>
                      <a:pt x="1122" y="59"/>
                      <a:pt x="1200" y="54"/>
                      <a:pt x="1215" y="55"/>
                    </a:cubicBezTo>
                    <a:lnTo>
                      <a:pt x="1166" y="53"/>
                    </a:lnTo>
                    <a:cubicBezTo>
                      <a:pt x="1303" y="50"/>
                      <a:pt x="1470" y="55"/>
                      <a:pt x="1603" y="49"/>
                    </a:cubicBezTo>
                    <a:lnTo>
                      <a:pt x="1593" y="46"/>
                    </a:lnTo>
                    <a:cubicBezTo>
                      <a:pt x="1694" y="42"/>
                      <a:pt x="1674" y="49"/>
                      <a:pt x="1784" y="47"/>
                    </a:cubicBezTo>
                    <a:lnTo>
                      <a:pt x="1780" y="48"/>
                    </a:lnTo>
                    <a:cubicBezTo>
                      <a:pt x="1803" y="45"/>
                      <a:pt x="1832" y="44"/>
                      <a:pt x="1863" y="45"/>
                    </a:cubicBezTo>
                    <a:cubicBezTo>
                      <a:pt x="1835" y="47"/>
                      <a:pt x="1915" y="50"/>
                      <a:pt x="1879" y="53"/>
                    </a:cubicBezTo>
                    <a:cubicBezTo>
                      <a:pt x="1988" y="48"/>
                      <a:pt x="1933" y="49"/>
                      <a:pt x="2005" y="41"/>
                    </a:cubicBezTo>
                    <a:lnTo>
                      <a:pt x="2022" y="45"/>
                    </a:lnTo>
                    <a:cubicBezTo>
                      <a:pt x="2046" y="41"/>
                      <a:pt x="2048" y="40"/>
                      <a:pt x="2104" y="39"/>
                    </a:cubicBezTo>
                    <a:cubicBezTo>
                      <a:pt x="2058" y="42"/>
                      <a:pt x="2139" y="44"/>
                      <a:pt x="2088" y="49"/>
                    </a:cubicBezTo>
                    <a:cubicBezTo>
                      <a:pt x="2205" y="57"/>
                      <a:pt x="2261" y="41"/>
                      <a:pt x="2314" y="53"/>
                    </a:cubicBezTo>
                    <a:cubicBezTo>
                      <a:pt x="2368" y="42"/>
                      <a:pt x="2214" y="47"/>
                      <a:pt x="2244" y="45"/>
                    </a:cubicBezTo>
                    <a:cubicBezTo>
                      <a:pt x="2219" y="41"/>
                      <a:pt x="2288" y="37"/>
                      <a:pt x="2324" y="38"/>
                    </a:cubicBezTo>
                    <a:cubicBezTo>
                      <a:pt x="2361" y="38"/>
                      <a:pt x="2387" y="51"/>
                      <a:pt x="2481" y="51"/>
                    </a:cubicBezTo>
                    <a:cubicBezTo>
                      <a:pt x="2471" y="51"/>
                      <a:pt x="2471" y="52"/>
                      <a:pt x="2461" y="52"/>
                    </a:cubicBezTo>
                    <a:cubicBezTo>
                      <a:pt x="2496" y="55"/>
                      <a:pt x="2530" y="48"/>
                      <a:pt x="2573" y="53"/>
                    </a:cubicBezTo>
                    <a:cubicBezTo>
                      <a:pt x="2597" y="47"/>
                      <a:pt x="2628" y="53"/>
                      <a:pt x="2635" y="45"/>
                    </a:cubicBezTo>
                    <a:lnTo>
                      <a:pt x="2550" y="47"/>
                    </a:lnTo>
                    <a:cubicBezTo>
                      <a:pt x="2598" y="45"/>
                      <a:pt x="2644" y="36"/>
                      <a:pt x="2724" y="40"/>
                    </a:cubicBezTo>
                    <a:cubicBezTo>
                      <a:pt x="2718" y="42"/>
                      <a:pt x="2694" y="44"/>
                      <a:pt x="2677" y="45"/>
                    </a:cubicBezTo>
                    <a:cubicBezTo>
                      <a:pt x="2701" y="48"/>
                      <a:pt x="2722" y="44"/>
                      <a:pt x="2747" y="46"/>
                    </a:cubicBezTo>
                    <a:cubicBezTo>
                      <a:pt x="2740" y="54"/>
                      <a:pt x="2643" y="48"/>
                      <a:pt x="2591" y="54"/>
                    </a:cubicBezTo>
                    <a:cubicBezTo>
                      <a:pt x="2616" y="57"/>
                      <a:pt x="2689" y="48"/>
                      <a:pt x="2663" y="57"/>
                    </a:cubicBezTo>
                    <a:cubicBezTo>
                      <a:pt x="2700" y="46"/>
                      <a:pt x="2755" y="58"/>
                      <a:pt x="2818" y="50"/>
                    </a:cubicBezTo>
                    <a:lnTo>
                      <a:pt x="2814" y="55"/>
                    </a:lnTo>
                    <a:cubicBezTo>
                      <a:pt x="2824" y="54"/>
                      <a:pt x="2845" y="52"/>
                      <a:pt x="2863" y="52"/>
                    </a:cubicBezTo>
                    <a:lnTo>
                      <a:pt x="2830" y="58"/>
                    </a:lnTo>
                    <a:cubicBezTo>
                      <a:pt x="2881" y="53"/>
                      <a:pt x="2928" y="63"/>
                      <a:pt x="2977" y="60"/>
                    </a:cubicBezTo>
                    <a:cubicBezTo>
                      <a:pt x="2875" y="60"/>
                      <a:pt x="2954" y="54"/>
                      <a:pt x="2911" y="51"/>
                    </a:cubicBezTo>
                    <a:cubicBezTo>
                      <a:pt x="3038" y="45"/>
                      <a:pt x="2984" y="64"/>
                      <a:pt x="3126" y="62"/>
                    </a:cubicBezTo>
                    <a:cubicBezTo>
                      <a:pt x="3107" y="62"/>
                      <a:pt x="3054" y="58"/>
                      <a:pt x="3084" y="56"/>
                    </a:cubicBezTo>
                    <a:cubicBezTo>
                      <a:pt x="3111" y="57"/>
                      <a:pt x="3146" y="59"/>
                      <a:pt x="3163" y="62"/>
                    </a:cubicBezTo>
                    <a:cubicBezTo>
                      <a:pt x="3257" y="61"/>
                      <a:pt x="3149" y="57"/>
                      <a:pt x="3189" y="54"/>
                    </a:cubicBezTo>
                    <a:cubicBezTo>
                      <a:pt x="3221" y="60"/>
                      <a:pt x="3235" y="52"/>
                      <a:pt x="3276" y="50"/>
                    </a:cubicBezTo>
                    <a:lnTo>
                      <a:pt x="3276" y="55"/>
                    </a:lnTo>
                    <a:cubicBezTo>
                      <a:pt x="3384" y="58"/>
                      <a:pt x="3305" y="45"/>
                      <a:pt x="3401" y="49"/>
                    </a:cubicBezTo>
                    <a:lnTo>
                      <a:pt x="3361" y="55"/>
                    </a:lnTo>
                    <a:lnTo>
                      <a:pt x="3411" y="54"/>
                    </a:lnTo>
                    <a:lnTo>
                      <a:pt x="3400" y="59"/>
                    </a:lnTo>
                    <a:cubicBezTo>
                      <a:pt x="3455" y="55"/>
                      <a:pt x="3472" y="56"/>
                      <a:pt x="3526" y="58"/>
                    </a:cubicBezTo>
                    <a:cubicBezTo>
                      <a:pt x="3513" y="54"/>
                      <a:pt x="3533" y="49"/>
                      <a:pt x="3580" y="49"/>
                    </a:cubicBezTo>
                    <a:cubicBezTo>
                      <a:pt x="3613" y="52"/>
                      <a:pt x="3562" y="54"/>
                      <a:pt x="3630" y="53"/>
                    </a:cubicBezTo>
                    <a:cubicBezTo>
                      <a:pt x="3614" y="56"/>
                      <a:pt x="3598" y="60"/>
                      <a:pt x="3568" y="55"/>
                    </a:cubicBezTo>
                    <a:cubicBezTo>
                      <a:pt x="3565" y="57"/>
                      <a:pt x="3553" y="58"/>
                      <a:pt x="3550" y="60"/>
                    </a:cubicBezTo>
                    <a:cubicBezTo>
                      <a:pt x="3585" y="63"/>
                      <a:pt x="3638" y="61"/>
                      <a:pt x="3662" y="61"/>
                    </a:cubicBezTo>
                    <a:cubicBezTo>
                      <a:pt x="3653" y="61"/>
                      <a:pt x="3642" y="60"/>
                      <a:pt x="3636" y="60"/>
                    </a:cubicBezTo>
                    <a:lnTo>
                      <a:pt x="3734" y="53"/>
                    </a:lnTo>
                    <a:cubicBezTo>
                      <a:pt x="3749" y="55"/>
                      <a:pt x="3737" y="56"/>
                      <a:pt x="3725" y="58"/>
                    </a:cubicBezTo>
                    <a:cubicBezTo>
                      <a:pt x="3744" y="57"/>
                      <a:pt x="3758" y="55"/>
                      <a:pt x="3787" y="55"/>
                    </a:cubicBezTo>
                    <a:cubicBezTo>
                      <a:pt x="3780" y="59"/>
                      <a:pt x="3781" y="63"/>
                      <a:pt x="3740" y="65"/>
                    </a:cubicBezTo>
                    <a:lnTo>
                      <a:pt x="3833" y="60"/>
                    </a:lnTo>
                    <a:cubicBezTo>
                      <a:pt x="3839" y="62"/>
                      <a:pt x="3881" y="65"/>
                      <a:pt x="3869" y="67"/>
                    </a:cubicBezTo>
                    <a:cubicBezTo>
                      <a:pt x="3920" y="69"/>
                      <a:pt x="3995" y="59"/>
                      <a:pt x="4064" y="62"/>
                    </a:cubicBezTo>
                    <a:cubicBezTo>
                      <a:pt x="4067" y="62"/>
                      <a:pt x="4074" y="61"/>
                      <a:pt x="4089" y="60"/>
                    </a:cubicBezTo>
                    <a:cubicBezTo>
                      <a:pt x="4153" y="62"/>
                      <a:pt x="4210" y="67"/>
                      <a:pt x="4286" y="61"/>
                    </a:cubicBezTo>
                    <a:lnTo>
                      <a:pt x="4329" y="68"/>
                    </a:lnTo>
                    <a:cubicBezTo>
                      <a:pt x="4389" y="67"/>
                      <a:pt x="4271" y="59"/>
                      <a:pt x="4370" y="57"/>
                    </a:cubicBezTo>
                    <a:cubicBezTo>
                      <a:pt x="4440" y="55"/>
                      <a:pt x="4396" y="63"/>
                      <a:pt x="4421" y="65"/>
                    </a:cubicBezTo>
                    <a:cubicBezTo>
                      <a:pt x="4456" y="62"/>
                      <a:pt x="4517" y="54"/>
                      <a:pt x="4581" y="60"/>
                    </a:cubicBezTo>
                    <a:cubicBezTo>
                      <a:pt x="4560" y="62"/>
                      <a:pt x="4543" y="60"/>
                      <a:pt x="4523" y="61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 dirty="0">
                  <a:ln>
                    <a:noFill/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30F836-6A8F-63CF-02A6-3F48E60321E2}"/>
                  </a:ext>
                </a:extLst>
              </p:cNvPr>
              <p:cNvSpPr txBox="1"/>
              <p:nvPr/>
            </p:nvSpPr>
            <p:spPr>
              <a:xfrm>
                <a:off x="11467565" y="711518"/>
                <a:ext cx="47961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>
                    <a:solidFill>
                      <a:schemeClr val="bg1"/>
                    </a:solidFill>
                    <a:latin typeface="Chalkduster" panose="03050602040202020205" pitchFamily="66" charset="77"/>
                  </a:rPr>
                  <a:t>?</a:t>
                </a:r>
              </a:p>
            </p:txBody>
          </p:sp>
          <p:pic>
            <p:nvPicPr>
              <p:cNvPr id="29" name="Graphic 28" descr="Atom with solid fill">
                <a:extLst>
                  <a:ext uri="{FF2B5EF4-FFF2-40B4-BE49-F238E27FC236}">
                    <a16:creationId xmlns:a16="http://schemas.microsoft.com/office/drawing/2014/main" id="{9BFFC04A-A08A-CC13-1505-331370E3A2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374270" y="800235"/>
                <a:ext cx="613462" cy="613462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E6E0A8-B3E0-43F0-EDEF-EC49E09648DD}"/>
                </a:ext>
              </a:extLst>
            </p:cNvPr>
            <p:cNvSpPr txBox="1"/>
            <p:nvPr/>
          </p:nvSpPr>
          <p:spPr>
            <a:xfrm>
              <a:off x="5123837" y="4506286"/>
              <a:ext cx="38091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rgbClr val="FFFF00"/>
                  </a:solidFill>
                </a:rPr>
                <a:t>Will transformer work with DC supply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03C943D-0B3D-027B-D9F2-18CEEA1CE09A}"/>
              </a:ext>
            </a:extLst>
          </p:cNvPr>
          <p:cNvSpPr txBox="1"/>
          <p:nvPr/>
        </p:nvSpPr>
        <p:spPr>
          <a:xfrm>
            <a:off x="4211161" y="3623748"/>
            <a:ext cx="1226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NO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D3C7002-95E9-1724-C238-43D90ACD555B}"/>
              </a:ext>
            </a:extLst>
          </p:cNvPr>
          <p:cNvGrpSpPr/>
          <p:nvPr/>
        </p:nvGrpSpPr>
        <p:grpSpPr>
          <a:xfrm>
            <a:off x="7950368" y="1280367"/>
            <a:ext cx="3846003" cy="2292847"/>
            <a:chOff x="5049313" y="4153302"/>
            <a:chExt cx="3846003" cy="2292847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3CE0273-02CA-2F9F-B613-3C04BCF3F33C}"/>
                </a:ext>
              </a:extLst>
            </p:cNvPr>
            <p:cNvSpPr/>
            <p:nvPr/>
          </p:nvSpPr>
          <p:spPr>
            <a:xfrm>
              <a:off x="5049313" y="4153302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62BE09B-FC2D-39B2-676E-6337A85EE17B}"/>
                </a:ext>
              </a:extLst>
            </p:cNvPr>
            <p:cNvSpPr/>
            <p:nvPr/>
          </p:nvSpPr>
          <p:spPr>
            <a:xfrm>
              <a:off x="5114890" y="5922929"/>
              <a:ext cx="1425390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Solution</a:t>
              </a:r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BC295AA-59A9-3A2E-9AC1-F84BC8EE3D23}"/>
                </a:ext>
              </a:extLst>
            </p:cNvPr>
            <p:cNvGrpSpPr/>
            <p:nvPr/>
          </p:nvGrpSpPr>
          <p:grpSpPr>
            <a:xfrm>
              <a:off x="5247285" y="5270468"/>
              <a:ext cx="3513919" cy="769441"/>
              <a:chOff x="8374270" y="711518"/>
              <a:chExt cx="3513919" cy="769441"/>
            </a:xfrm>
          </p:grpSpPr>
          <p:sp>
            <p:nvSpPr>
              <p:cNvPr id="159" name="Freeform 62">
                <a:extLst>
                  <a:ext uri="{FF2B5EF4-FFF2-40B4-BE49-F238E27FC236}">
                    <a16:creationId xmlns:a16="http://schemas.microsoft.com/office/drawing/2014/main" id="{13EAB299-10D6-434C-4C97-65F741812B01}"/>
                  </a:ext>
                </a:extLst>
              </p:cNvPr>
              <p:cNvSpPr>
                <a:spLocks noEditPoints="1"/>
              </p:cNvSpPr>
              <p:nvPr/>
            </p:nvSpPr>
            <p:spPr bwMode="invGray">
              <a:xfrm flipV="1">
                <a:off x="8702932" y="1047356"/>
                <a:ext cx="2712108" cy="76995"/>
              </a:xfrm>
              <a:custGeom>
                <a:avLst/>
                <a:gdLst>
                  <a:gd name="T0" fmla="*/ 9555 w 10030"/>
                  <a:gd name="T1" fmla="*/ 25 h 75"/>
                  <a:gd name="T2" fmla="*/ 9488 w 10030"/>
                  <a:gd name="T3" fmla="*/ 23 h 75"/>
                  <a:gd name="T4" fmla="*/ 5258 w 10030"/>
                  <a:gd name="T5" fmla="*/ 60 h 75"/>
                  <a:gd name="T6" fmla="*/ 4572 w 10030"/>
                  <a:gd name="T7" fmla="*/ 65 h 75"/>
                  <a:gd name="T8" fmla="*/ 4884 w 10030"/>
                  <a:gd name="T9" fmla="*/ 61 h 75"/>
                  <a:gd name="T10" fmla="*/ 5092 w 10030"/>
                  <a:gd name="T11" fmla="*/ 56 h 75"/>
                  <a:gd name="T12" fmla="*/ 5260 w 10030"/>
                  <a:gd name="T13" fmla="*/ 60 h 75"/>
                  <a:gd name="T14" fmla="*/ 5560 w 10030"/>
                  <a:gd name="T15" fmla="*/ 62 h 75"/>
                  <a:gd name="T16" fmla="*/ 6006 w 10030"/>
                  <a:gd name="T17" fmla="*/ 56 h 75"/>
                  <a:gd name="T18" fmla="*/ 6308 w 10030"/>
                  <a:gd name="T19" fmla="*/ 32 h 75"/>
                  <a:gd name="T20" fmla="*/ 6269 w 10030"/>
                  <a:gd name="T21" fmla="*/ 52 h 75"/>
                  <a:gd name="T22" fmla="*/ 6665 w 10030"/>
                  <a:gd name="T23" fmla="*/ 41 h 75"/>
                  <a:gd name="T24" fmla="*/ 6806 w 10030"/>
                  <a:gd name="T25" fmla="*/ 53 h 75"/>
                  <a:gd name="T26" fmla="*/ 7204 w 10030"/>
                  <a:gd name="T27" fmla="*/ 50 h 75"/>
                  <a:gd name="T28" fmla="*/ 7485 w 10030"/>
                  <a:gd name="T29" fmla="*/ 62 h 75"/>
                  <a:gd name="T30" fmla="*/ 7667 w 10030"/>
                  <a:gd name="T31" fmla="*/ 61 h 75"/>
                  <a:gd name="T32" fmla="*/ 7919 w 10030"/>
                  <a:gd name="T33" fmla="*/ 63 h 75"/>
                  <a:gd name="T34" fmla="*/ 8179 w 10030"/>
                  <a:gd name="T35" fmla="*/ 51 h 75"/>
                  <a:gd name="T36" fmla="*/ 8401 w 10030"/>
                  <a:gd name="T37" fmla="*/ 31 h 75"/>
                  <a:gd name="T38" fmla="*/ 8692 w 10030"/>
                  <a:gd name="T39" fmla="*/ 58 h 75"/>
                  <a:gd name="T40" fmla="*/ 9084 w 10030"/>
                  <a:gd name="T41" fmla="*/ 61 h 75"/>
                  <a:gd name="T42" fmla="*/ 9498 w 10030"/>
                  <a:gd name="T43" fmla="*/ 44 h 75"/>
                  <a:gd name="T44" fmla="*/ 9670 w 10030"/>
                  <a:gd name="T45" fmla="*/ 45 h 75"/>
                  <a:gd name="T46" fmla="*/ 9877 w 10030"/>
                  <a:gd name="T47" fmla="*/ 32 h 75"/>
                  <a:gd name="T48" fmla="*/ 9735 w 10030"/>
                  <a:gd name="T49" fmla="*/ 21 h 75"/>
                  <a:gd name="T50" fmla="*/ 9636 w 10030"/>
                  <a:gd name="T51" fmla="*/ 27 h 75"/>
                  <a:gd name="T52" fmla="*/ 9290 w 10030"/>
                  <a:gd name="T53" fmla="*/ 22 h 75"/>
                  <a:gd name="T54" fmla="*/ 8498 w 10030"/>
                  <a:gd name="T55" fmla="*/ 12 h 75"/>
                  <a:gd name="T56" fmla="*/ 7899 w 10030"/>
                  <a:gd name="T57" fmla="*/ 21 h 75"/>
                  <a:gd name="T58" fmla="*/ 7774 w 10030"/>
                  <a:gd name="T59" fmla="*/ 22 h 75"/>
                  <a:gd name="T60" fmla="*/ 7493 w 10030"/>
                  <a:gd name="T61" fmla="*/ 32 h 75"/>
                  <a:gd name="T62" fmla="*/ 7190 w 10030"/>
                  <a:gd name="T63" fmla="*/ 31 h 75"/>
                  <a:gd name="T64" fmla="*/ 6418 w 10030"/>
                  <a:gd name="T65" fmla="*/ 20 h 75"/>
                  <a:gd name="T66" fmla="*/ 6248 w 10030"/>
                  <a:gd name="T67" fmla="*/ 24 h 75"/>
                  <a:gd name="T68" fmla="*/ 5823 w 10030"/>
                  <a:gd name="T69" fmla="*/ 28 h 75"/>
                  <a:gd name="T70" fmla="*/ 5422 w 10030"/>
                  <a:gd name="T71" fmla="*/ 11 h 75"/>
                  <a:gd name="T72" fmla="*/ 4925 w 10030"/>
                  <a:gd name="T73" fmla="*/ 16 h 75"/>
                  <a:gd name="T74" fmla="*/ 4310 w 10030"/>
                  <a:gd name="T75" fmla="*/ 18 h 75"/>
                  <a:gd name="T76" fmla="*/ 3439 w 10030"/>
                  <a:gd name="T77" fmla="*/ 21 h 75"/>
                  <a:gd name="T78" fmla="*/ 2740 w 10030"/>
                  <a:gd name="T79" fmla="*/ 18 h 75"/>
                  <a:gd name="T80" fmla="*/ 2597 w 10030"/>
                  <a:gd name="T81" fmla="*/ 9 h 75"/>
                  <a:gd name="T82" fmla="*/ 2367 w 10030"/>
                  <a:gd name="T83" fmla="*/ 21 h 75"/>
                  <a:gd name="T84" fmla="*/ 1566 w 10030"/>
                  <a:gd name="T85" fmla="*/ 11 h 75"/>
                  <a:gd name="T86" fmla="*/ 262 w 10030"/>
                  <a:gd name="T87" fmla="*/ 7 h 75"/>
                  <a:gd name="T88" fmla="*/ 104 w 10030"/>
                  <a:gd name="T89" fmla="*/ 42 h 75"/>
                  <a:gd name="T90" fmla="*/ 742 w 10030"/>
                  <a:gd name="T91" fmla="*/ 47 h 75"/>
                  <a:gd name="T92" fmla="*/ 1060 w 10030"/>
                  <a:gd name="T93" fmla="*/ 47 h 75"/>
                  <a:gd name="T94" fmla="*/ 1593 w 10030"/>
                  <a:gd name="T95" fmla="*/ 46 h 75"/>
                  <a:gd name="T96" fmla="*/ 2022 w 10030"/>
                  <a:gd name="T97" fmla="*/ 45 h 75"/>
                  <a:gd name="T98" fmla="*/ 2481 w 10030"/>
                  <a:gd name="T99" fmla="*/ 51 h 75"/>
                  <a:gd name="T100" fmla="*/ 2677 w 10030"/>
                  <a:gd name="T101" fmla="*/ 45 h 75"/>
                  <a:gd name="T102" fmla="*/ 2863 w 10030"/>
                  <a:gd name="T103" fmla="*/ 52 h 75"/>
                  <a:gd name="T104" fmla="*/ 3163 w 10030"/>
                  <a:gd name="T105" fmla="*/ 62 h 75"/>
                  <a:gd name="T106" fmla="*/ 3411 w 10030"/>
                  <a:gd name="T107" fmla="*/ 54 h 75"/>
                  <a:gd name="T108" fmla="*/ 3550 w 10030"/>
                  <a:gd name="T109" fmla="*/ 60 h 75"/>
                  <a:gd name="T110" fmla="*/ 3740 w 10030"/>
                  <a:gd name="T111" fmla="*/ 65 h 75"/>
                  <a:gd name="T112" fmla="*/ 4329 w 10030"/>
                  <a:gd name="T113" fmla="*/ 6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030" h="75">
                    <a:moveTo>
                      <a:pt x="2469" y="12"/>
                    </a:moveTo>
                    <a:lnTo>
                      <a:pt x="2469" y="12"/>
                    </a:lnTo>
                    <a:lnTo>
                      <a:pt x="2482" y="13"/>
                    </a:lnTo>
                    <a:cubicBezTo>
                      <a:pt x="2453" y="15"/>
                      <a:pt x="2461" y="13"/>
                      <a:pt x="2469" y="12"/>
                    </a:cubicBezTo>
                    <a:close/>
                    <a:moveTo>
                      <a:pt x="9555" y="25"/>
                    </a:moveTo>
                    <a:lnTo>
                      <a:pt x="9555" y="25"/>
                    </a:lnTo>
                    <a:cubicBezTo>
                      <a:pt x="9562" y="24"/>
                      <a:pt x="9561" y="23"/>
                      <a:pt x="9559" y="23"/>
                    </a:cubicBezTo>
                    <a:cubicBezTo>
                      <a:pt x="9554" y="24"/>
                      <a:pt x="9539" y="24"/>
                      <a:pt x="9522" y="24"/>
                    </a:cubicBezTo>
                    <a:cubicBezTo>
                      <a:pt x="9527" y="25"/>
                      <a:pt x="9536" y="26"/>
                      <a:pt x="9555" y="25"/>
                    </a:cubicBezTo>
                    <a:close/>
                    <a:moveTo>
                      <a:pt x="9489" y="23"/>
                    </a:moveTo>
                    <a:lnTo>
                      <a:pt x="9489" y="23"/>
                    </a:lnTo>
                    <a:lnTo>
                      <a:pt x="9488" y="23"/>
                    </a:lnTo>
                    <a:cubicBezTo>
                      <a:pt x="9456" y="21"/>
                      <a:pt x="9467" y="22"/>
                      <a:pt x="9489" y="23"/>
                    </a:cubicBezTo>
                    <a:close/>
                    <a:moveTo>
                      <a:pt x="6376" y="50"/>
                    </a:moveTo>
                    <a:lnTo>
                      <a:pt x="6376" y="50"/>
                    </a:lnTo>
                    <a:cubicBezTo>
                      <a:pt x="6365" y="52"/>
                      <a:pt x="6349" y="51"/>
                      <a:pt x="6330" y="49"/>
                    </a:cubicBezTo>
                    <a:cubicBezTo>
                      <a:pt x="6344" y="49"/>
                      <a:pt x="6359" y="49"/>
                      <a:pt x="6376" y="50"/>
                    </a:cubicBezTo>
                    <a:close/>
                    <a:moveTo>
                      <a:pt x="5258" y="60"/>
                    </a:moveTo>
                    <a:lnTo>
                      <a:pt x="5258" y="60"/>
                    </a:lnTo>
                    <a:cubicBezTo>
                      <a:pt x="5244" y="61"/>
                      <a:pt x="5216" y="64"/>
                      <a:pt x="5205" y="61"/>
                    </a:cubicBezTo>
                    <a:cubicBezTo>
                      <a:pt x="5222" y="55"/>
                      <a:pt x="5234" y="58"/>
                      <a:pt x="5258" y="60"/>
                    </a:cubicBezTo>
                    <a:close/>
                    <a:moveTo>
                      <a:pt x="4523" y="61"/>
                    </a:moveTo>
                    <a:lnTo>
                      <a:pt x="4523" y="61"/>
                    </a:lnTo>
                    <a:lnTo>
                      <a:pt x="4572" y="65"/>
                    </a:lnTo>
                    <a:cubicBezTo>
                      <a:pt x="4513" y="71"/>
                      <a:pt x="4470" y="69"/>
                      <a:pt x="4516" y="75"/>
                    </a:cubicBezTo>
                    <a:cubicBezTo>
                      <a:pt x="4523" y="61"/>
                      <a:pt x="4707" y="74"/>
                      <a:pt x="4714" y="60"/>
                    </a:cubicBezTo>
                    <a:lnTo>
                      <a:pt x="4747" y="63"/>
                    </a:lnTo>
                    <a:cubicBezTo>
                      <a:pt x="4737" y="63"/>
                      <a:pt x="4736" y="64"/>
                      <a:pt x="4727" y="64"/>
                    </a:cubicBezTo>
                    <a:cubicBezTo>
                      <a:pt x="4790" y="70"/>
                      <a:pt x="4774" y="54"/>
                      <a:pt x="4855" y="56"/>
                    </a:cubicBezTo>
                    <a:cubicBezTo>
                      <a:pt x="4883" y="57"/>
                      <a:pt x="4903" y="59"/>
                      <a:pt x="4884" y="61"/>
                    </a:cubicBezTo>
                    <a:lnTo>
                      <a:pt x="4947" y="57"/>
                    </a:lnTo>
                    <a:cubicBezTo>
                      <a:pt x="4965" y="58"/>
                      <a:pt x="4961" y="60"/>
                      <a:pt x="4942" y="60"/>
                    </a:cubicBezTo>
                    <a:lnTo>
                      <a:pt x="5039" y="59"/>
                    </a:lnTo>
                    <a:lnTo>
                      <a:pt x="5038" y="59"/>
                    </a:lnTo>
                    <a:cubicBezTo>
                      <a:pt x="5052" y="57"/>
                      <a:pt x="5083" y="54"/>
                      <a:pt x="5098" y="52"/>
                    </a:cubicBezTo>
                    <a:cubicBezTo>
                      <a:pt x="5122" y="54"/>
                      <a:pt x="5086" y="54"/>
                      <a:pt x="5092" y="56"/>
                    </a:cubicBezTo>
                    <a:lnTo>
                      <a:pt x="5145" y="52"/>
                    </a:lnTo>
                    <a:cubicBezTo>
                      <a:pt x="5167" y="56"/>
                      <a:pt x="5123" y="59"/>
                      <a:pt x="5086" y="59"/>
                    </a:cubicBezTo>
                    <a:cubicBezTo>
                      <a:pt x="5136" y="73"/>
                      <a:pt x="5130" y="55"/>
                      <a:pt x="5238" y="64"/>
                    </a:cubicBezTo>
                    <a:lnTo>
                      <a:pt x="5187" y="65"/>
                    </a:lnTo>
                    <a:cubicBezTo>
                      <a:pt x="5220" y="73"/>
                      <a:pt x="5259" y="70"/>
                      <a:pt x="5316" y="75"/>
                    </a:cubicBezTo>
                    <a:cubicBezTo>
                      <a:pt x="5302" y="73"/>
                      <a:pt x="5202" y="63"/>
                      <a:pt x="5260" y="60"/>
                    </a:cubicBezTo>
                    <a:cubicBezTo>
                      <a:pt x="5276" y="61"/>
                      <a:pt x="5298" y="61"/>
                      <a:pt x="5329" y="59"/>
                    </a:cubicBezTo>
                    <a:cubicBezTo>
                      <a:pt x="5329" y="63"/>
                      <a:pt x="5359" y="62"/>
                      <a:pt x="5398" y="62"/>
                    </a:cubicBezTo>
                    <a:lnTo>
                      <a:pt x="5395" y="69"/>
                    </a:lnTo>
                    <a:cubicBezTo>
                      <a:pt x="5436" y="67"/>
                      <a:pt x="5433" y="64"/>
                      <a:pt x="5457" y="61"/>
                    </a:cubicBezTo>
                    <a:cubicBezTo>
                      <a:pt x="5503" y="61"/>
                      <a:pt x="5513" y="66"/>
                      <a:pt x="5523" y="71"/>
                    </a:cubicBezTo>
                    <a:cubicBezTo>
                      <a:pt x="5597" y="72"/>
                      <a:pt x="5473" y="63"/>
                      <a:pt x="5560" y="62"/>
                    </a:cubicBezTo>
                    <a:cubicBezTo>
                      <a:pt x="5621" y="64"/>
                      <a:pt x="5664" y="62"/>
                      <a:pt x="5737" y="58"/>
                    </a:cubicBezTo>
                    <a:cubicBezTo>
                      <a:pt x="5780" y="60"/>
                      <a:pt x="5730" y="62"/>
                      <a:pt x="5745" y="64"/>
                    </a:cubicBezTo>
                    <a:lnTo>
                      <a:pt x="5783" y="59"/>
                    </a:lnTo>
                    <a:cubicBezTo>
                      <a:pt x="5792" y="59"/>
                      <a:pt x="5789" y="60"/>
                      <a:pt x="5788" y="61"/>
                    </a:cubicBezTo>
                    <a:cubicBezTo>
                      <a:pt x="5820" y="59"/>
                      <a:pt x="5790" y="55"/>
                      <a:pt x="5841" y="53"/>
                    </a:cubicBezTo>
                    <a:cubicBezTo>
                      <a:pt x="5854" y="46"/>
                      <a:pt x="5944" y="64"/>
                      <a:pt x="6006" y="56"/>
                    </a:cubicBezTo>
                    <a:cubicBezTo>
                      <a:pt x="6021" y="58"/>
                      <a:pt x="5999" y="60"/>
                      <a:pt x="6003" y="62"/>
                    </a:cubicBezTo>
                    <a:cubicBezTo>
                      <a:pt x="6089" y="57"/>
                      <a:pt x="6077" y="59"/>
                      <a:pt x="6147" y="52"/>
                    </a:cubicBezTo>
                    <a:lnTo>
                      <a:pt x="6206" y="56"/>
                    </a:lnTo>
                    <a:cubicBezTo>
                      <a:pt x="6163" y="51"/>
                      <a:pt x="6219" y="45"/>
                      <a:pt x="6268" y="41"/>
                    </a:cubicBezTo>
                    <a:cubicBezTo>
                      <a:pt x="6252" y="38"/>
                      <a:pt x="6239" y="36"/>
                      <a:pt x="6230" y="35"/>
                    </a:cubicBezTo>
                    <a:lnTo>
                      <a:pt x="6308" y="32"/>
                    </a:lnTo>
                    <a:cubicBezTo>
                      <a:pt x="6318" y="33"/>
                      <a:pt x="6310" y="35"/>
                      <a:pt x="6297" y="38"/>
                    </a:cubicBezTo>
                    <a:lnTo>
                      <a:pt x="6311" y="36"/>
                    </a:lnTo>
                    <a:cubicBezTo>
                      <a:pt x="6339" y="39"/>
                      <a:pt x="6325" y="43"/>
                      <a:pt x="6305" y="46"/>
                    </a:cubicBezTo>
                    <a:lnTo>
                      <a:pt x="6277" y="42"/>
                    </a:lnTo>
                    <a:cubicBezTo>
                      <a:pt x="6257" y="46"/>
                      <a:pt x="6239" y="50"/>
                      <a:pt x="6243" y="54"/>
                    </a:cubicBezTo>
                    <a:cubicBezTo>
                      <a:pt x="6248" y="53"/>
                      <a:pt x="6258" y="53"/>
                      <a:pt x="6269" y="52"/>
                    </a:cubicBezTo>
                    <a:cubicBezTo>
                      <a:pt x="6264" y="53"/>
                      <a:pt x="6261" y="54"/>
                      <a:pt x="6263" y="55"/>
                    </a:cubicBezTo>
                    <a:cubicBezTo>
                      <a:pt x="6266" y="56"/>
                      <a:pt x="6274" y="54"/>
                      <a:pt x="6287" y="53"/>
                    </a:cubicBezTo>
                    <a:lnTo>
                      <a:pt x="6304" y="60"/>
                    </a:lnTo>
                    <a:lnTo>
                      <a:pt x="6309" y="57"/>
                    </a:lnTo>
                    <a:lnTo>
                      <a:pt x="6411" y="62"/>
                    </a:lnTo>
                    <a:cubicBezTo>
                      <a:pt x="6485" y="55"/>
                      <a:pt x="6548" y="44"/>
                      <a:pt x="6665" y="41"/>
                    </a:cubicBezTo>
                    <a:cubicBezTo>
                      <a:pt x="6636" y="47"/>
                      <a:pt x="6659" y="50"/>
                      <a:pt x="6657" y="56"/>
                    </a:cubicBezTo>
                    <a:cubicBezTo>
                      <a:pt x="6625" y="50"/>
                      <a:pt x="6567" y="59"/>
                      <a:pt x="6507" y="58"/>
                    </a:cubicBezTo>
                    <a:cubicBezTo>
                      <a:pt x="6538" y="58"/>
                      <a:pt x="6531" y="61"/>
                      <a:pt x="6523" y="62"/>
                    </a:cubicBezTo>
                    <a:lnTo>
                      <a:pt x="6631" y="57"/>
                    </a:lnTo>
                    <a:cubicBezTo>
                      <a:pt x="6628" y="62"/>
                      <a:pt x="6654" y="60"/>
                      <a:pt x="6682" y="63"/>
                    </a:cubicBezTo>
                    <a:cubicBezTo>
                      <a:pt x="6660" y="52"/>
                      <a:pt x="6762" y="56"/>
                      <a:pt x="6806" y="53"/>
                    </a:cubicBezTo>
                    <a:cubicBezTo>
                      <a:pt x="6808" y="56"/>
                      <a:pt x="6798" y="60"/>
                      <a:pt x="6744" y="59"/>
                    </a:cubicBezTo>
                    <a:cubicBezTo>
                      <a:pt x="6803" y="67"/>
                      <a:pt x="6821" y="47"/>
                      <a:pt x="6879" y="54"/>
                    </a:cubicBezTo>
                    <a:cubicBezTo>
                      <a:pt x="6865" y="54"/>
                      <a:pt x="6858" y="53"/>
                      <a:pt x="6853" y="55"/>
                    </a:cubicBezTo>
                    <a:cubicBezTo>
                      <a:pt x="6884" y="52"/>
                      <a:pt x="6958" y="55"/>
                      <a:pt x="6941" y="58"/>
                    </a:cubicBezTo>
                    <a:lnTo>
                      <a:pt x="6928" y="58"/>
                    </a:lnTo>
                    <a:cubicBezTo>
                      <a:pt x="7014" y="59"/>
                      <a:pt x="7191" y="58"/>
                      <a:pt x="7204" y="50"/>
                    </a:cubicBezTo>
                    <a:cubicBezTo>
                      <a:pt x="7205" y="51"/>
                      <a:pt x="7193" y="60"/>
                      <a:pt x="7188" y="62"/>
                    </a:cubicBezTo>
                    <a:lnTo>
                      <a:pt x="7342" y="33"/>
                    </a:lnTo>
                    <a:cubicBezTo>
                      <a:pt x="7329" y="41"/>
                      <a:pt x="7381" y="58"/>
                      <a:pt x="7309" y="62"/>
                    </a:cubicBezTo>
                    <a:cubicBezTo>
                      <a:pt x="7330" y="63"/>
                      <a:pt x="7355" y="65"/>
                      <a:pt x="7399" y="62"/>
                    </a:cubicBezTo>
                    <a:cubicBezTo>
                      <a:pt x="7385" y="61"/>
                      <a:pt x="7364" y="51"/>
                      <a:pt x="7383" y="51"/>
                    </a:cubicBezTo>
                    <a:cubicBezTo>
                      <a:pt x="7436" y="59"/>
                      <a:pt x="7420" y="55"/>
                      <a:pt x="7485" y="62"/>
                    </a:cubicBezTo>
                    <a:cubicBezTo>
                      <a:pt x="7463" y="61"/>
                      <a:pt x="7487" y="49"/>
                      <a:pt x="7520" y="50"/>
                    </a:cubicBezTo>
                    <a:cubicBezTo>
                      <a:pt x="7515" y="51"/>
                      <a:pt x="7523" y="61"/>
                      <a:pt x="7511" y="62"/>
                    </a:cubicBezTo>
                    <a:lnTo>
                      <a:pt x="7594" y="51"/>
                    </a:lnTo>
                    <a:cubicBezTo>
                      <a:pt x="7573" y="53"/>
                      <a:pt x="7590" y="61"/>
                      <a:pt x="7609" y="64"/>
                    </a:cubicBezTo>
                    <a:cubicBezTo>
                      <a:pt x="7600" y="62"/>
                      <a:pt x="7680" y="64"/>
                      <a:pt x="7702" y="63"/>
                    </a:cubicBezTo>
                    <a:lnTo>
                      <a:pt x="7667" y="61"/>
                    </a:lnTo>
                    <a:cubicBezTo>
                      <a:pt x="7761" y="63"/>
                      <a:pt x="7760" y="45"/>
                      <a:pt x="7853" y="46"/>
                    </a:cubicBezTo>
                    <a:cubicBezTo>
                      <a:pt x="7842" y="48"/>
                      <a:pt x="7825" y="60"/>
                      <a:pt x="7872" y="62"/>
                    </a:cubicBezTo>
                    <a:cubicBezTo>
                      <a:pt x="7894" y="56"/>
                      <a:pt x="7968" y="34"/>
                      <a:pt x="8050" y="29"/>
                    </a:cubicBezTo>
                    <a:lnTo>
                      <a:pt x="8066" y="33"/>
                    </a:lnTo>
                    <a:lnTo>
                      <a:pt x="8129" y="29"/>
                    </a:lnTo>
                    <a:cubicBezTo>
                      <a:pt x="8090" y="38"/>
                      <a:pt x="7980" y="56"/>
                      <a:pt x="7919" y="63"/>
                    </a:cubicBezTo>
                    <a:cubicBezTo>
                      <a:pt x="7954" y="66"/>
                      <a:pt x="7929" y="67"/>
                      <a:pt x="7982" y="67"/>
                    </a:cubicBezTo>
                    <a:cubicBezTo>
                      <a:pt x="8000" y="70"/>
                      <a:pt x="7953" y="72"/>
                      <a:pt x="7938" y="72"/>
                    </a:cubicBezTo>
                    <a:lnTo>
                      <a:pt x="8060" y="74"/>
                    </a:lnTo>
                    <a:cubicBezTo>
                      <a:pt x="8054" y="67"/>
                      <a:pt x="8153" y="67"/>
                      <a:pt x="8149" y="62"/>
                    </a:cubicBezTo>
                    <a:lnTo>
                      <a:pt x="8016" y="68"/>
                    </a:lnTo>
                    <a:cubicBezTo>
                      <a:pt x="8011" y="62"/>
                      <a:pt x="8093" y="49"/>
                      <a:pt x="8179" y="51"/>
                    </a:cubicBezTo>
                    <a:cubicBezTo>
                      <a:pt x="8201" y="53"/>
                      <a:pt x="8163" y="63"/>
                      <a:pt x="8165" y="65"/>
                    </a:cubicBezTo>
                    <a:cubicBezTo>
                      <a:pt x="8176" y="63"/>
                      <a:pt x="8247" y="61"/>
                      <a:pt x="8255" y="62"/>
                    </a:cubicBezTo>
                    <a:lnTo>
                      <a:pt x="8218" y="66"/>
                    </a:lnTo>
                    <a:cubicBezTo>
                      <a:pt x="8266" y="69"/>
                      <a:pt x="8297" y="57"/>
                      <a:pt x="8355" y="64"/>
                    </a:cubicBezTo>
                    <a:cubicBezTo>
                      <a:pt x="8375" y="64"/>
                      <a:pt x="8414" y="73"/>
                      <a:pt x="8418" y="69"/>
                    </a:cubicBezTo>
                    <a:cubicBezTo>
                      <a:pt x="8385" y="61"/>
                      <a:pt x="8379" y="37"/>
                      <a:pt x="8401" y="31"/>
                    </a:cubicBezTo>
                    <a:cubicBezTo>
                      <a:pt x="8408" y="31"/>
                      <a:pt x="8505" y="38"/>
                      <a:pt x="8528" y="42"/>
                    </a:cubicBezTo>
                    <a:cubicBezTo>
                      <a:pt x="8561" y="48"/>
                      <a:pt x="8479" y="57"/>
                      <a:pt x="8507" y="62"/>
                    </a:cubicBezTo>
                    <a:cubicBezTo>
                      <a:pt x="8508" y="60"/>
                      <a:pt x="8526" y="58"/>
                      <a:pt x="8534" y="57"/>
                    </a:cubicBezTo>
                    <a:cubicBezTo>
                      <a:pt x="8555" y="59"/>
                      <a:pt x="8525" y="63"/>
                      <a:pt x="8571" y="62"/>
                    </a:cubicBezTo>
                    <a:cubicBezTo>
                      <a:pt x="8578" y="55"/>
                      <a:pt x="8664" y="63"/>
                      <a:pt x="8592" y="56"/>
                    </a:cubicBezTo>
                    <a:cubicBezTo>
                      <a:pt x="8637" y="55"/>
                      <a:pt x="8640" y="58"/>
                      <a:pt x="8692" y="58"/>
                    </a:cubicBezTo>
                    <a:cubicBezTo>
                      <a:pt x="8675" y="53"/>
                      <a:pt x="8739" y="43"/>
                      <a:pt x="8784" y="41"/>
                    </a:cubicBezTo>
                    <a:cubicBezTo>
                      <a:pt x="8781" y="42"/>
                      <a:pt x="8791" y="45"/>
                      <a:pt x="8796" y="46"/>
                    </a:cubicBezTo>
                    <a:cubicBezTo>
                      <a:pt x="8888" y="47"/>
                      <a:pt x="8937" y="50"/>
                      <a:pt x="9022" y="50"/>
                    </a:cubicBezTo>
                    <a:cubicBezTo>
                      <a:pt x="9030" y="52"/>
                      <a:pt x="9071" y="54"/>
                      <a:pt x="9054" y="57"/>
                    </a:cubicBezTo>
                    <a:cubicBezTo>
                      <a:pt x="9066" y="56"/>
                      <a:pt x="9077" y="53"/>
                      <a:pt x="9103" y="53"/>
                    </a:cubicBezTo>
                    <a:cubicBezTo>
                      <a:pt x="9154" y="59"/>
                      <a:pt x="9045" y="54"/>
                      <a:pt x="9084" y="61"/>
                    </a:cubicBezTo>
                    <a:cubicBezTo>
                      <a:pt x="9087" y="57"/>
                      <a:pt x="9152" y="56"/>
                      <a:pt x="9189" y="53"/>
                    </a:cubicBezTo>
                    <a:cubicBezTo>
                      <a:pt x="9178" y="47"/>
                      <a:pt x="9103" y="52"/>
                      <a:pt x="9065" y="54"/>
                    </a:cubicBezTo>
                    <a:cubicBezTo>
                      <a:pt x="9065" y="46"/>
                      <a:pt x="9130" y="37"/>
                      <a:pt x="9219" y="33"/>
                    </a:cubicBezTo>
                    <a:cubicBezTo>
                      <a:pt x="9290" y="31"/>
                      <a:pt x="9250" y="39"/>
                      <a:pt x="9262" y="38"/>
                    </a:cubicBezTo>
                    <a:cubicBezTo>
                      <a:pt x="9395" y="39"/>
                      <a:pt x="9376" y="23"/>
                      <a:pt x="9486" y="29"/>
                    </a:cubicBezTo>
                    <a:cubicBezTo>
                      <a:pt x="9530" y="35"/>
                      <a:pt x="9488" y="40"/>
                      <a:pt x="9498" y="44"/>
                    </a:cubicBezTo>
                    <a:cubicBezTo>
                      <a:pt x="9440" y="46"/>
                      <a:pt x="9409" y="40"/>
                      <a:pt x="9370" y="40"/>
                    </a:cubicBezTo>
                    <a:lnTo>
                      <a:pt x="9418" y="43"/>
                    </a:lnTo>
                    <a:cubicBezTo>
                      <a:pt x="9400" y="45"/>
                      <a:pt x="9361" y="46"/>
                      <a:pt x="9340" y="45"/>
                    </a:cubicBezTo>
                    <a:cubicBezTo>
                      <a:pt x="9377" y="50"/>
                      <a:pt x="9565" y="46"/>
                      <a:pt x="9668" y="51"/>
                    </a:cubicBezTo>
                    <a:cubicBezTo>
                      <a:pt x="9686" y="49"/>
                      <a:pt x="9718" y="47"/>
                      <a:pt x="9703" y="45"/>
                    </a:cubicBezTo>
                    <a:lnTo>
                      <a:pt x="9670" y="45"/>
                    </a:lnTo>
                    <a:cubicBezTo>
                      <a:pt x="9640" y="41"/>
                      <a:pt x="9732" y="39"/>
                      <a:pt x="9690" y="37"/>
                    </a:cubicBezTo>
                    <a:cubicBezTo>
                      <a:pt x="9734" y="34"/>
                      <a:pt x="9783" y="29"/>
                      <a:pt x="9844" y="32"/>
                    </a:cubicBezTo>
                    <a:lnTo>
                      <a:pt x="9856" y="38"/>
                    </a:lnTo>
                    <a:cubicBezTo>
                      <a:pt x="9854" y="36"/>
                      <a:pt x="9816" y="35"/>
                      <a:pt x="9798" y="36"/>
                    </a:cubicBezTo>
                    <a:cubicBezTo>
                      <a:pt x="9824" y="34"/>
                      <a:pt x="9892" y="45"/>
                      <a:pt x="9920" y="37"/>
                    </a:cubicBezTo>
                    <a:lnTo>
                      <a:pt x="9877" y="32"/>
                    </a:lnTo>
                    <a:cubicBezTo>
                      <a:pt x="9921" y="29"/>
                      <a:pt x="9975" y="23"/>
                      <a:pt x="10030" y="25"/>
                    </a:cubicBezTo>
                    <a:cubicBezTo>
                      <a:pt x="10005" y="19"/>
                      <a:pt x="10017" y="26"/>
                      <a:pt x="9979" y="18"/>
                    </a:cubicBezTo>
                    <a:cubicBezTo>
                      <a:pt x="10012" y="27"/>
                      <a:pt x="9839" y="18"/>
                      <a:pt x="9893" y="27"/>
                    </a:cubicBezTo>
                    <a:cubicBezTo>
                      <a:pt x="9854" y="19"/>
                      <a:pt x="9825" y="24"/>
                      <a:pt x="9773" y="16"/>
                    </a:cubicBezTo>
                    <a:cubicBezTo>
                      <a:pt x="9774" y="18"/>
                      <a:pt x="9791" y="20"/>
                      <a:pt x="9746" y="19"/>
                    </a:cubicBezTo>
                    <a:cubicBezTo>
                      <a:pt x="9743" y="20"/>
                      <a:pt x="9739" y="21"/>
                      <a:pt x="9735" y="21"/>
                    </a:cubicBezTo>
                    <a:lnTo>
                      <a:pt x="9732" y="21"/>
                    </a:lnTo>
                    <a:lnTo>
                      <a:pt x="9735" y="21"/>
                    </a:lnTo>
                    <a:cubicBezTo>
                      <a:pt x="9733" y="21"/>
                      <a:pt x="9733" y="22"/>
                      <a:pt x="9736" y="21"/>
                    </a:cubicBezTo>
                    <a:cubicBezTo>
                      <a:pt x="9747" y="22"/>
                      <a:pt x="9756" y="23"/>
                      <a:pt x="9759" y="24"/>
                    </a:cubicBezTo>
                    <a:cubicBezTo>
                      <a:pt x="9736" y="29"/>
                      <a:pt x="9664" y="29"/>
                      <a:pt x="9639" y="31"/>
                    </a:cubicBezTo>
                    <a:cubicBezTo>
                      <a:pt x="9612" y="30"/>
                      <a:pt x="9651" y="29"/>
                      <a:pt x="9636" y="27"/>
                    </a:cubicBezTo>
                    <a:lnTo>
                      <a:pt x="9599" y="30"/>
                    </a:lnTo>
                    <a:cubicBezTo>
                      <a:pt x="9596" y="26"/>
                      <a:pt x="9527" y="23"/>
                      <a:pt x="9591" y="20"/>
                    </a:cubicBezTo>
                    <a:lnTo>
                      <a:pt x="9534" y="20"/>
                    </a:lnTo>
                    <a:cubicBezTo>
                      <a:pt x="9500" y="17"/>
                      <a:pt x="9453" y="16"/>
                      <a:pt x="9425" y="18"/>
                    </a:cubicBezTo>
                    <a:cubicBezTo>
                      <a:pt x="9398" y="17"/>
                      <a:pt x="9356" y="23"/>
                      <a:pt x="9380" y="19"/>
                    </a:cubicBezTo>
                    <a:lnTo>
                      <a:pt x="9290" y="22"/>
                    </a:lnTo>
                    <a:lnTo>
                      <a:pt x="9289" y="21"/>
                    </a:lnTo>
                    <a:cubicBezTo>
                      <a:pt x="9200" y="20"/>
                      <a:pt x="9106" y="28"/>
                      <a:pt x="9004" y="20"/>
                    </a:cubicBezTo>
                    <a:cubicBezTo>
                      <a:pt x="8974" y="21"/>
                      <a:pt x="8944" y="22"/>
                      <a:pt x="8893" y="21"/>
                    </a:cubicBezTo>
                    <a:lnTo>
                      <a:pt x="8884" y="17"/>
                    </a:lnTo>
                    <a:cubicBezTo>
                      <a:pt x="8845" y="18"/>
                      <a:pt x="8768" y="13"/>
                      <a:pt x="8752" y="17"/>
                    </a:cubicBezTo>
                    <a:cubicBezTo>
                      <a:pt x="8710" y="7"/>
                      <a:pt x="8565" y="14"/>
                      <a:pt x="8498" y="12"/>
                    </a:cubicBezTo>
                    <a:lnTo>
                      <a:pt x="8495" y="17"/>
                    </a:lnTo>
                    <a:cubicBezTo>
                      <a:pt x="8449" y="17"/>
                      <a:pt x="8404" y="18"/>
                      <a:pt x="8346" y="20"/>
                    </a:cubicBezTo>
                    <a:lnTo>
                      <a:pt x="8350" y="25"/>
                    </a:lnTo>
                    <a:cubicBezTo>
                      <a:pt x="8300" y="28"/>
                      <a:pt x="8222" y="21"/>
                      <a:pt x="8143" y="22"/>
                    </a:cubicBezTo>
                    <a:cubicBezTo>
                      <a:pt x="8149" y="20"/>
                      <a:pt x="8169" y="20"/>
                      <a:pt x="8183" y="21"/>
                    </a:cubicBezTo>
                    <a:cubicBezTo>
                      <a:pt x="8089" y="11"/>
                      <a:pt x="7984" y="28"/>
                      <a:pt x="7899" y="21"/>
                    </a:cubicBezTo>
                    <a:cubicBezTo>
                      <a:pt x="7878" y="22"/>
                      <a:pt x="7862" y="22"/>
                      <a:pt x="7848" y="21"/>
                    </a:cubicBezTo>
                    <a:cubicBezTo>
                      <a:pt x="7850" y="21"/>
                      <a:pt x="7851" y="21"/>
                      <a:pt x="7853" y="20"/>
                    </a:cubicBezTo>
                    <a:lnTo>
                      <a:pt x="7844" y="20"/>
                    </a:lnTo>
                    <a:lnTo>
                      <a:pt x="7815" y="18"/>
                    </a:lnTo>
                    <a:cubicBezTo>
                      <a:pt x="7823" y="19"/>
                      <a:pt x="7832" y="20"/>
                      <a:pt x="7839" y="20"/>
                    </a:cubicBezTo>
                    <a:cubicBezTo>
                      <a:pt x="7823" y="20"/>
                      <a:pt x="7798" y="21"/>
                      <a:pt x="7774" y="22"/>
                    </a:cubicBezTo>
                    <a:lnTo>
                      <a:pt x="7763" y="17"/>
                    </a:lnTo>
                    <a:lnTo>
                      <a:pt x="7758" y="17"/>
                    </a:lnTo>
                    <a:cubicBezTo>
                      <a:pt x="7734" y="15"/>
                      <a:pt x="7739" y="19"/>
                      <a:pt x="7751" y="23"/>
                    </a:cubicBezTo>
                    <a:cubicBezTo>
                      <a:pt x="7739" y="24"/>
                      <a:pt x="7728" y="25"/>
                      <a:pt x="7719" y="26"/>
                    </a:cubicBezTo>
                    <a:cubicBezTo>
                      <a:pt x="7700" y="18"/>
                      <a:pt x="7655" y="29"/>
                      <a:pt x="7629" y="20"/>
                    </a:cubicBezTo>
                    <a:cubicBezTo>
                      <a:pt x="7612" y="24"/>
                      <a:pt x="7506" y="23"/>
                      <a:pt x="7493" y="32"/>
                    </a:cubicBezTo>
                    <a:cubicBezTo>
                      <a:pt x="7492" y="30"/>
                      <a:pt x="7485" y="30"/>
                      <a:pt x="7498" y="30"/>
                    </a:cubicBezTo>
                    <a:cubicBezTo>
                      <a:pt x="7471" y="29"/>
                      <a:pt x="7444" y="28"/>
                      <a:pt x="7420" y="30"/>
                    </a:cubicBezTo>
                    <a:lnTo>
                      <a:pt x="7408" y="24"/>
                    </a:lnTo>
                    <a:lnTo>
                      <a:pt x="7349" y="32"/>
                    </a:lnTo>
                    <a:cubicBezTo>
                      <a:pt x="7313" y="28"/>
                      <a:pt x="7298" y="26"/>
                      <a:pt x="7334" y="21"/>
                    </a:cubicBezTo>
                    <a:cubicBezTo>
                      <a:pt x="7247" y="28"/>
                      <a:pt x="7263" y="24"/>
                      <a:pt x="7190" y="31"/>
                    </a:cubicBezTo>
                    <a:lnTo>
                      <a:pt x="7194" y="27"/>
                    </a:lnTo>
                    <a:cubicBezTo>
                      <a:pt x="7167" y="27"/>
                      <a:pt x="7125" y="32"/>
                      <a:pt x="7109" y="29"/>
                    </a:cubicBezTo>
                    <a:cubicBezTo>
                      <a:pt x="7051" y="21"/>
                      <a:pt x="6819" y="27"/>
                      <a:pt x="6668" y="20"/>
                    </a:cubicBezTo>
                    <a:cubicBezTo>
                      <a:pt x="6697" y="32"/>
                      <a:pt x="6598" y="14"/>
                      <a:pt x="6592" y="24"/>
                    </a:cubicBezTo>
                    <a:cubicBezTo>
                      <a:pt x="6583" y="21"/>
                      <a:pt x="6562" y="19"/>
                      <a:pt x="6586" y="17"/>
                    </a:cubicBezTo>
                    <a:cubicBezTo>
                      <a:pt x="6509" y="19"/>
                      <a:pt x="6471" y="12"/>
                      <a:pt x="6418" y="20"/>
                    </a:cubicBezTo>
                    <a:cubicBezTo>
                      <a:pt x="6409" y="17"/>
                      <a:pt x="6434" y="16"/>
                      <a:pt x="6426" y="14"/>
                    </a:cubicBezTo>
                    <a:cubicBezTo>
                      <a:pt x="6420" y="14"/>
                      <a:pt x="6402" y="16"/>
                      <a:pt x="6394" y="15"/>
                    </a:cubicBezTo>
                    <a:cubicBezTo>
                      <a:pt x="6386" y="13"/>
                      <a:pt x="6405" y="12"/>
                      <a:pt x="6417" y="11"/>
                    </a:cubicBezTo>
                    <a:cubicBezTo>
                      <a:pt x="6339" y="11"/>
                      <a:pt x="6331" y="20"/>
                      <a:pt x="6325" y="28"/>
                    </a:cubicBezTo>
                    <a:cubicBezTo>
                      <a:pt x="6285" y="24"/>
                      <a:pt x="6265" y="25"/>
                      <a:pt x="6236" y="30"/>
                    </a:cubicBezTo>
                    <a:cubicBezTo>
                      <a:pt x="6223" y="27"/>
                      <a:pt x="6199" y="24"/>
                      <a:pt x="6248" y="24"/>
                    </a:cubicBezTo>
                    <a:cubicBezTo>
                      <a:pt x="6221" y="23"/>
                      <a:pt x="6080" y="19"/>
                      <a:pt x="6078" y="26"/>
                    </a:cubicBezTo>
                    <a:cubicBezTo>
                      <a:pt x="6069" y="24"/>
                      <a:pt x="6039" y="25"/>
                      <a:pt x="6032" y="26"/>
                    </a:cubicBezTo>
                    <a:cubicBezTo>
                      <a:pt x="5970" y="25"/>
                      <a:pt x="5965" y="25"/>
                      <a:pt x="5904" y="25"/>
                    </a:cubicBezTo>
                    <a:lnTo>
                      <a:pt x="5921" y="26"/>
                    </a:lnTo>
                    <a:cubicBezTo>
                      <a:pt x="5897" y="34"/>
                      <a:pt x="5871" y="28"/>
                      <a:pt x="5822" y="29"/>
                    </a:cubicBezTo>
                    <a:lnTo>
                      <a:pt x="5823" y="28"/>
                    </a:lnTo>
                    <a:cubicBezTo>
                      <a:pt x="5711" y="22"/>
                      <a:pt x="5775" y="31"/>
                      <a:pt x="5665" y="24"/>
                    </a:cubicBezTo>
                    <a:lnTo>
                      <a:pt x="5671" y="29"/>
                    </a:lnTo>
                    <a:cubicBezTo>
                      <a:pt x="5660" y="39"/>
                      <a:pt x="5573" y="22"/>
                      <a:pt x="5509" y="26"/>
                    </a:cubicBezTo>
                    <a:lnTo>
                      <a:pt x="5532" y="29"/>
                    </a:lnTo>
                    <a:cubicBezTo>
                      <a:pt x="5497" y="33"/>
                      <a:pt x="5434" y="15"/>
                      <a:pt x="5399" y="13"/>
                    </a:cubicBezTo>
                    <a:cubicBezTo>
                      <a:pt x="5391" y="12"/>
                      <a:pt x="5411" y="12"/>
                      <a:pt x="5422" y="11"/>
                    </a:cubicBezTo>
                    <a:cubicBezTo>
                      <a:pt x="5330" y="6"/>
                      <a:pt x="5410" y="17"/>
                      <a:pt x="5341" y="19"/>
                    </a:cubicBezTo>
                    <a:cubicBezTo>
                      <a:pt x="5328" y="15"/>
                      <a:pt x="5357" y="10"/>
                      <a:pt x="5311" y="9"/>
                    </a:cubicBezTo>
                    <a:cubicBezTo>
                      <a:pt x="5288" y="7"/>
                      <a:pt x="5177" y="20"/>
                      <a:pt x="5114" y="13"/>
                    </a:cubicBezTo>
                    <a:cubicBezTo>
                      <a:pt x="5128" y="16"/>
                      <a:pt x="5142" y="19"/>
                      <a:pt x="5110" y="21"/>
                    </a:cubicBezTo>
                    <a:cubicBezTo>
                      <a:pt x="5061" y="21"/>
                      <a:pt x="4978" y="10"/>
                      <a:pt x="4934" y="19"/>
                    </a:cubicBezTo>
                    <a:cubicBezTo>
                      <a:pt x="4928" y="18"/>
                      <a:pt x="4925" y="17"/>
                      <a:pt x="4925" y="16"/>
                    </a:cubicBezTo>
                    <a:cubicBezTo>
                      <a:pt x="4888" y="19"/>
                      <a:pt x="4804" y="20"/>
                      <a:pt x="4781" y="24"/>
                    </a:cubicBezTo>
                    <a:cubicBezTo>
                      <a:pt x="4747" y="8"/>
                      <a:pt x="4549" y="32"/>
                      <a:pt x="4550" y="16"/>
                    </a:cubicBezTo>
                    <a:lnTo>
                      <a:pt x="4435" y="17"/>
                    </a:lnTo>
                    <a:lnTo>
                      <a:pt x="4438" y="15"/>
                    </a:lnTo>
                    <a:cubicBezTo>
                      <a:pt x="4365" y="14"/>
                      <a:pt x="4339" y="18"/>
                      <a:pt x="4313" y="22"/>
                    </a:cubicBezTo>
                    <a:cubicBezTo>
                      <a:pt x="4296" y="20"/>
                      <a:pt x="4309" y="19"/>
                      <a:pt x="4310" y="18"/>
                    </a:cubicBezTo>
                    <a:cubicBezTo>
                      <a:pt x="4203" y="15"/>
                      <a:pt x="4192" y="15"/>
                      <a:pt x="4102" y="23"/>
                    </a:cubicBezTo>
                    <a:lnTo>
                      <a:pt x="4093" y="18"/>
                    </a:lnTo>
                    <a:cubicBezTo>
                      <a:pt x="4068" y="21"/>
                      <a:pt x="3938" y="10"/>
                      <a:pt x="3833" y="15"/>
                    </a:cubicBezTo>
                    <a:cubicBezTo>
                      <a:pt x="3834" y="15"/>
                      <a:pt x="3836" y="14"/>
                      <a:pt x="3844" y="13"/>
                    </a:cubicBezTo>
                    <a:cubicBezTo>
                      <a:pt x="3726" y="19"/>
                      <a:pt x="3561" y="0"/>
                      <a:pt x="3518" y="17"/>
                    </a:cubicBezTo>
                    <a:lnTo>
                      <a:pt x="3439" y="21"/>
                    </a:lnTo>
                    <a:cubicBezTo>
                      <a:pt x="3540" y="23"/>
                      <a:pt x="3424" y="29"/>
                      <a:pt x="3466" y="32"/>
                    </a:cubicBezTo>
                    <a:cubicBezTo>
                      <a:pt x="3426" y="33"/>
                      <a:pt x="3363" y="27"/>
                      <a:pt x="3412" y="26"/>
                    </a:cubicBezTo>
                    <a:lnTo>
                      <a:pt x="3420" y="27"/>
                    </a:lnTo>
                    <a:cubicBezTo>
                      <a:pt x="3438" y="17"/>
                      <a:pt x="3294" y="23"/>
                      <a:pt x="3297" y="16"/>
                    </a:cubicBezTo>
                    <a:cubicBezTo>
                      <a:pt x="3098" y="17"/>
                      <a:pt x="2904" y="11"/>
                      <a:pt x="2718" y="10"/>
                    </a:cubicBezTo>
                    <a:lnTo>
                      <a:pt x="2740" y="18"/>
                    </a:lnTo>
                    <a:lnTo>
                      <a:pt x="2675" y="17"/>
                    </a:lnTo>
                    <a:cubicBezTo>
                      <a:pt x="2658" y="15"/>
                      <a:pt x="2652" y="11"/>
                      <a:pt x="2698" y="12"/>
                    </a:cubicBezTo>
                    <a:cubicBezTo>
                      <a:pt x="2674" y="8"/>
                      <a:pt x="2620" y="15"/>
                      <a:pt x="2619" y="17"/>
                    </a:cubicBezTo>
                    <a:cubicBezTo>
                      <a:pt x="2528" y="14"/>
                      <a:pt x="2655" y="9"/>
                      <a:pt x="2627" y="9"/>
                    </a:cubicBezTo>
                    <a:lnTo>
                      <a:pt x="2589" y="9"/>
                    </a:lnTo>
                    <a:lnTo>
                      <a:pt x="2597" y="9"/>
                    </a:lnTo>
                    <a:cubicBezTo>
                      <a:pt x="2567" y="12"/>
                      <a:pt x="2564" y="15"/>
                      <a:pt x="2508" y="15"/>
                    </a:cubicBezTo>
                    <a:cubicBezTo>
                      <a:pt x="2473" y="13"/>
                      <a:pt x="2490" y="10"/>
                      <a:pt x="2476" y="10"/>
                    </a:cubicBezTo>
                    <a:cubicBezTo>
                      <a:pt x="2477" y="10"/>
                      <a:pt x="2472" y="9"/>
                      <a:pt x="2455" y="10"/>
                    </a:cubicBezTo>
                    <a:lnTo>
                      <a:pt x="2373" y="9"/>
                    </a:lnTo>
                    <a:lnTo>
                      <a:pt x="2406" y="15"/>
                    </a:lnTo>
                    <a:cubicBezTo>
                      <a:pt x="2370" y="18"/>
                      <a:pt x="2329" y="15"/>
                      <a:pt x="2367" y="21"/>
                    </a:cubicBezTo>
                    <a:cubicBezTo>
                      <a:pt x="2311" y="11"/>
                      <a:pt x="2062" y="17"/>
                      <a:pt x="2028" y="14"/>
                    </a:cubicBezTo>
                    <a:cubicBezTo>
                      <a:pt x="1977" y="18"/>
                      <a:pt x="1927" y="18"/>
                      <a:pt x="1864" y="17"/>
                    </a:cubicBezTo>
                    <a:cubicBezTo>
                      <a:pt x="1880" y="19"/>
                      <a:pt x="1889" y="25"/>
                      <a:pt x="1836" y="24"/>
                    </a:cubicBezTo>
                    <a:cubicBezTo>
                      <a:pt x="1855" y="11"/>
                      <a:pt x="1737" y="18"/>
                      <a:pt x="1694" y="9"/>
                    </a:cubicBezTo>
                    <a:cubicBezTo>
                      <a:pt x="1733" y="15"/>
                      <a:pt x="1542" y="10"/>
                      <a:pt x="1603" y="19"/>
                    </a:cubicBezTo>
                    <a:cubicBezTo>
                      <a:pt x="1558" y="18"/>
                      <a:pt x="1600" y="14"/>
                      <a:pt x="1566" y="11"/>
                    </a:cubicBezTo>
                    <a:cubicBezTo>
                      <a:pt x="1460" y="16"/>
                      <a:pt x="1331" y="8"/>
                      <a:pt x="1200" y="9"/>
                    </a:cubicBezTo>
                    <a:cubicBezTo>
                      <a:pt x="1198" y="11"/>
                      <a:pt x="1220" y="13"/>
                      <a:pt x="1192" y="16"/>
                    </a:cubicBezTo>
                    <a:lnTo>
                      <a:pt x="1122" y="8"/>
                    </a:lnTo>
                    <a:cubicBezTo>
                      <a:pt x="1096" y="9"/>
                      <a:pt x="1098" y="17"/>
                      <a:pt x="1051" y="11"/>
                    </a:cubicBezTo>
                    <a:cubicBezTo>
                      <a:pt x="1058" y="13"/>
                      <a:pt x="1068" y="15"/>
                      <a:pt x="1050" y="15"/>
                    </a:cubicBezTo>
                    <a:cubicBezTo>
                      <a:pt x="792" y="7"/>
                      <a:pt x="524" y="22"/>
                      <a:pt x="262" y="7"/>
                    </a:cubicBezTo>
                    <a:cubicBezTo>
                      <a:pt x="297" y="9"/>
                      <a:pt x="274" y="10"/>
                      <a:pt x="247" y="10"/>
                    </a:cubicBezTo>
                    <a:cubicBezTo>
                      <a:pt x="264" y="11"/>
                      <a:pt x="246" y="14"/>
                      <a:pt x="250" y="17"/>
                    </a:cubicBezTo>
                    <a:lnTo>
                      <a:pt x="140" y="10"/>
                    </a:lnTo>
                    <a:cubicBezTo>
                      <a:pt x="120" y="17"/>
                      <a:pt x="23" y="10"/>
                      <a:pt x="11" y="17"/>
                    </a:cubicBezTo>
                    <a:lnTo>
                      <a:pt x="46" y="15"/>
                    </a:lnTo>
                    <a:cubicBezTo>
                      <a:pt x="0" y="23"/>
                      <a:pt x="111" y="32"/>
                      <a:pt x="104" y="42"/>
                    </a:cubicBezTo>
                    <a:cubicBezTo>
                      <a:pt x="156" y="33"/>
                      <a:pt x="240" y="55"/>
                      <a:pt x="325" y="43"/>
                    </a:cubicBezTo>
                    <a:cubicBezTo>
                      <a:pt x="344" y="45"/>
                      <a:pt x="309" y="46"/>
                      <a:pt x="319" y="48"/>
                    </a:cubicBezTo>
                    <a:cubicBezTo>
                      <a:pt x="340" y="44"/>
                      <a:pt x="366" y="43"/>
                      <a:pt x="414" y="45"/>
                    </a:cubicBezTo>
                    <a:lnTo>
                      <a:pt x="409" y="46"/>
                    </a:lnTo>
                    <a:cubicBezTo>
                      <a:pt x="544" y="45"/>
                      <a:pt x="602" y="49"/>
                      <a:pt x="754" y="52"/>
                    </a:cubicBezTo>
                    <a:lnTo>
                      <a:pt x="742" y="47"/>
                    </a:lnTo>
                    <a:cubicBezTo>
                      <a:pt x="775" y="48"/>
                      <a:pt x="782" y="49"/>
                      <a:pt x="797" y="50"/>
                    </a:cubicBezTo>
                    <a:cubicBezTo>
                      <a:pt x="835" y="43"/>
                      <a:pt x="706" y="50"/>
                      <a:pt x="740" y="42"/>
                    </a:cubicBezTo>
                    <a:cubicBezTo>
                      <a:pt x="783" y="52"/>
                      <a:pt x="970" y="42"/>
                      <a:pt x="999" y="53"/>
                    </a:cubicBezTo>
                    <a:cubicBezTo>
                      <a:pt x="1049" y="54"/>
                      <a:pt x="984" y="48"/>
                      <a:pt x="1034" y="48"/>
                    </a:cubicBezTo>
                    <a:lnTo>
                      <a:pt x="1048" y="51"/>
                    </a:lnTo>
                    <a:lnTo>
                      <a:pt x="1060" y="47"/>
                    </a:lnTo>
                    <a:cubicBezTo>
                      <a:pt x="1093" y="48"/>
                      <a:pt x="1110" y="52"/>
                      <a:pt x="1111" y="54"/>
                    </a:cubicBezTo>
                    <a:cubicBezTo>
                      <a:pt x="1103" y="54"/>
                      <a:pt x="1088" y="55"/>
                      <a:pt x="1080" y="55"/>
                    </a:cubicBezTo>
                    <a:cubicBezTo>
                      <a:pt x="1122" y="59"/>
                      <a:pt x="1200" y="54"/>
                      <a:pt x="1215" y="55"/>
                    </a:cubicBezTo>
                    <a:lnTo>
                      <a:pt x="1166" y="53"/>
                    </a:lnTo>
                    <a:cubicBezTo>
                      <a:pt x="1303" y="50"/>
                      <a:pt x="1470" y="55"/>
                      <a:pt x="1603" y="49"/>
                    </a:cubicBezTo>
                    <a:lnTo>
                      <a:pt x="1593" y="46"/>
                    </a:lnTo>
                    <a:cubicBezTo>
                      <a:pt x="1694" y="42"/>
                      <a:pt x="1674" y="49"/>
                      <a:pt x="1784" y="47"/>
                    </a:cubicBezTo>
                    <a:lnTo>
                      <a:pt x="1780" y="48"/>
                    </a:lnTo>
                    <a:cubicBezTo>
                      <a:pt x="1803" y="45"/>
                      <a:pt x="1832" y="44"/>
                      <a:pt x="1863" y="45"/>
                    </a:cubicBezTo>
                    <a:cubicBezTo>
                      <a:pt x="1835" y="47"/>
                      <a:pt x="1915" y="50"/>
                      <a:pt x="1879" y="53"/>
                    </a:cubicBezTo>
                    <a:cubicBezTo>
                      <a:pt x="1988" y="48"/>
                      <a:pt x="1933" y="49"/>
                      <a:pt x="2005" y="41"/>
                    </a:cubicBezTo>
                    <a:lnTo>
                      <a:pt x="2022" y="45"/>
                    </a:lnTo>
                    <a:cubicBezTo>
                      <a:pt x="2046" y="41"/>
                      <a:pt x="2048" y="40"/>
                      <a:pt x="2104" y="39"/>
                    </a:cubicBezTo>
                    <a:cubicBezTo>
                      <a:pt x="2058" y="42"/>
                      <a:pt x="2139" y="44"/>
                      <a:pt x="2088" y="49"/>
                    </a:cubicBezTo>
                    <a:cubicBezTo>
                      <a:pt x="2205" y="57"/>
                      <a:pt x="2261" y="41"/>
                      <a:pt x="2314" y="53"/>
                    </a:cubicBezTo>
                    <a:cubicBezTo>
                      <a:pt x="2368" y="42"/>
                      <a:pt x="2214" y="47"/>
                      <a:pt x="2244" y="45"/>
                    </a:cubicBezTo>
                    <a:cubicBezTo>
                      <a:pt x="2219" y="41"/>
                      <a:pt x="2288" y="37"/>
                      <a:pt x="2324" y="38"/>
                    </a:cubicBezTo>
                    <a:cubicBezTo>
                      <a:pt x="2361" y="38"/>
                      <a:pt x="2387" y="51"/>
                      <a:pt x="2481" y="51"/>
                    </a:cubicBezTo>
                    <a:cubicBezTo>
                      <a:pt x="2471" y="51"/>
                      <a:pt x="2471" y="52"/>
                      <a:pt x="2461" y="52"/>
                    </a:cubicBezTo>
                    <a:cubicBezTo>
                      <a:pt x="2496" y="55"/>
                      <a:pt x="2530" y="48"/>
                      <a:pt x="2573" y="53"/>
                    </a:cubicBezTo>
                    <a:cubicBezTo>
                      <a:pt x="2597" y="47"/>
                      <a:pt x="2628" y="53"/>
                      <a:pt x="2635" y="45"/>
                    </a:cubicBezTo>
                    <a:lnTo>
                      <a:pt x="2550" y="47"/>
                    </a:lnTo>
                    <a:cubicBezTo>
                      <a:pt x="2598" y="45"/>
                      <a:pt x="2644" y="36"/>
                      <a:pt x="2724" y="40"/>
                    </a:cubicBezTo>
                    <a:cubicBezTo>
                      <a:pt x="2718" y="42"/>
                      <a:pt x="2694" y="44"/>
                      <a:pt x="2677" y="45"/>
                    </a:cubicBezTo>
                    <a:cubicBezTo>
                      <a:pt x="2701" y="48"/>
                      <a:pt x="2722" y="44"/>
                      <a:pt x="2747" y="46"/>
                    </a:cubicBezTo>
                    <a:cubicBezTo>
                      <a:pt x="2740" y="54"/>
                      <a:pt x="2643" y="48"/>
                      <a:pt x="2591" y="54"/>
                    </a:cubicBezTo>
                    <a:cubicBezTo>
                      <a:pt x="2616" y="57"/>
                      <a:pt x="2689" y="48"/>
                      <a:pt x="2663" y="57"/>
                    </a:cubicBezTo>
                    <a:cubicBezTo>
                      <a:pt x="2700" y="46"/>
                      <a:pt x="2755" y="58"/>
                      <a:pt x="2818" y="50"/>
                    </a:cubicBezTo>
                    <a:lnTo>
                      <a:pt x="2814" y="55"/>
                    </a:lnTo>
                    <a:cubicBezTo>
                      <a:pt x="2824" y="54"/>
                      <a:pt x="2845" y="52"/>
                      <a:pt x="2863" y="52"/>
                    </a:cubicBezTo>
                    <a:lnTo>
                      <a:pt x="2830" y="58"/>
                    </a:lnTo>
                    <a:cubicBezTo>
                      <a:pt x="2881" y="53"/>
                      <a:pt x="2928" y="63"/>
                      <a:pt x="2977" y="60"/>
                    </a:cubicBezTo>
                    <a:cubicBezTo>
                      <a:pt x="2875" y="60"/>
                      <a:pt x="2954" y="54"/>
                      <a:pt x="2911" y="51"/>
                    </a:cubicBezTo>
                    <a:cubicBezTo>
                      <a:pt x="3038" y="45"/>
                      <a:pt x="2984" y="64"/>
                      <a:pt x="3126" y="62"/>
                    </a:cubicBezTo>
                    <a:cubicBezTo>
                      <a:pt x="3107" y="62"/>
                      <a:pt x="3054" y="58"/>
                      <a:pt x="3084" y="56"/>
                    </a:cubicBezTo>
                    <a:cubicBezTo>
                      <a:pt x="3111" y="57"/>
                      <a:pt x="3146" y="59"/>
                      <a:pt x="3163" y="62"/>
                    </a:cubicBezTo>
                    <a:cubicBezTo>
                      <a:pt x="3257" y="61"/>
                      <a:pt x="3149" y="57"/>
                      <a:pt x="3189" y="54"/>
                    </a:cubicBezTo>
                    <a:cubicBezTo>
                      <a:pt x="3221" y="60"/>
                      <a:pt x="3235" y="52"/>
                      <a:pt x="3276" y="50"/>
                    </a:cubicBezTo>
                    <a:lnTo>
                      <a:pt x="3276" y="55"/>
                    </a:lnTo>
                    <a:cubicBezTo>
                      <a:pt x="3384" y="58"/>
                      <a:pt x="3305" y="45"/>
                      <a:pt x="3401" y="49"/>
                    </a:cubicBezTo>
                    <a:lnTo>
                      <a:pt x="3361" y="55"/>
                    </a:lnTo>
                    <a:lnTo>
                      <a:pt x="3411" y="54"/>
                    </a:lnTo>
                    <a:lnTo>
                      <a:pt x="3400" y="59"/>
                    </a:lnTo>
                    <a:cubicBezTo>
                      <a:pt x="3455" y="55"/>
                      <a:pt x="3472" y="56"/>
                      <a:pt x="3526" y="58"/>
                    </a:cubicBezTo>
                    <a:cubicBezTo>
                      <a:pt x="3513" y="54"/>
                      <a:pt x="3533" y="49"/>
                      <a:pt x="3580" y="49"/>
                    </a:cubicBezTo>
                    <a:cubicBezTo>
                      <a:pt x="3613" y="52"/>
                      <a:pt x="3562" y="54"/>
                      <a:pt x="3630" y="53"/>
                    </a:cubicBezTo>
                    <a:cubicBezTo>
                      <a:pt x="3614" y="56"/>
                      <a:pt x="3598" y="60"/>
                      <a:pt x="3568" y="55"/>
                    </a:cubicBezTo>
                    <a:cubicBezTo>
                      <a:pt x="3565" y="57"/>
                      <a:pt x="3553" y="58"/>
                      <a:pt x="3550" y="60"/>
                    </a:cubicBezTo>
                    <a:cubicBezTo>
                      <a:pt x="3585" y="63"/>
                      <a:pt x="3638" y="61"/>
                      <a:pt x="3662" y="61"/>
                    </a:cubicBezTo>
                    <a:cubicBezTo>
                      <a:pt x="3653" y="61"/>
                      <a:pt x="3642" y="60"/>
                      <a:pt x="3636" y="60"/>
                    </a:cubicBezTo>
                    <a:lnTo>
                      <a:pt x="3734" y="53"/>
                    </a:lnTo>
                    <a:cubicBezTo>
                      <a:pt x="3749" y="55"/>
                      <a:pt x="3737" y="56"/>
                      <a:pt x="3725" y="58"/>
                    </a:cubicBezTo>
                    <a:cubicBezTo>
                      <a:pt x="3744" y="57"/>
                      <a:pt x="3758" y="55"/>
                      <a:pt x="3787" y="55"/>
                    </a:cubicBezTo>
                    <a:cubicBezTo>
                      <a:pt x="3780" y="59"/>
                      <a:pt x="3781" y="63"/>
                      <a:pt x="3740" y="65"/>
                    </a:cubicBezTo>
                    <a:lnTo>
                      <a:pt x="3833" y="60"/>
                    </a:lnTo>
                    <a:cubicBezTo>
                      <a:pt x="3839" y="62"/>
                      <a:pt x="3881" y="65"/>
                      <a:pt x="3869" y="67"/>
                    </a:cubicBezTo>
                    <a:cubicBezTo>
                      <a:pt x="3920" y="69"/>
                      <a:pt x="3995" y="59"/>
                      <a:pt x="4064" y="62"/>
                    </a:cubicBezTo>
                    <a:cubicBezTo>
                      <a:pt x="4067" y="62"/>
                      <a:pt x="4074" y="61"/>
                      <a:pt x="4089" y="60"/>
                    </a:cubicBezTo>
                    <a:cubicBezTo>
                      <a:pt x="4153" y="62"/>
                      <a:pt x="4210" y="67"/>
                      <a:pt x="4286" y="61"/>
                    </a:cubicBezTo>
                    <a:lnTo>
                      <a:pt x="4329" y="68"/>
                    </a:lnTo>
                    <a:cubicBezTo>
                      <a:pt x="4389" y="67"/>
                      <a:pt x="4271" y="59"/>
                      <a:pt x="4370" y="57"/>
                    </a:cubicBezTo>
                    <a:cubicBezTo>
                      <a:pt x="4440" y="55"/>
                      <a:pt x="4396" y="63"/>
                      <a:pt x="4421" y="65"/>
                    </a:cubicBezTo>
                    <a:cubicBezTo>
                      <a:pt x="4456" y="62"/>
                      <a:pt x="4517" y="54"/>
                      <a:pt x="4581" y="60"/>
                    </a:cubicBezTo>
                    <a:cubicBezTo>
                      <a:pt x="4560" y="62"/>
                      <a:pt x="4543" y="60"/>
                      <a:pt x="4523" y="61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 dirty="0">
                  <a:ln>
                    <a:noFill/>
                  </a:ln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34DDE228-0C96-976C-CFD5-AD2529047A17}"/>
                  </a:ext>
                </a:extLst>
              </p:cNvPr>
              <p:cNvSpPr txBox="1"/>
              <p:nvPr/>
            </p:nvSpPr>
            <p:spPr>
              <a:xfrm>
                <a:off x="11408571" y="711518"/>
                <a:ext cx="47961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>
                    <a:solidFill>
                      <a:schemeClr val="bg1"/>
                    </a:solidFill>
                    <a:latin typeface="Chalkduster" panose="03050602040202020205" pitchFamily="66" charset="77"/>
                  </a:rPr>
                  <a:t>?</a:t>
                </a:r>
              </a:p>
            </p:txBody>
          </p:sp>
          <p:pic>
            <p:nvPicPr>
              <p:cNvPr id="161" name="Graphic 160" descr="Atom with solid fill">
                <a:extLst>
                  <a:ext uri="{FF2B5EF4-FFF2-40B4-BE49-F238E27FC236}">
                    <a16:creationId xmlns:a16="http://schemas.microsoft.com/office/drawing/2014/main" id="{DDDF2769-0B92-4D46-584C-5B01265D1A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374270" y="800235"/>
                <a:ext cx="613462" cy="613462"/>
              </a:xfrm>
              <a:prstGeom prst="rect">
                <a:avLst/>
              </a:prstGeom>
            </p:spPr>
          </p:pic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D874454-9C6D-9499-0DD8-8A35D6AAFDF2}"/>
                </a:ext>
              </a:extLst>
            </p:cNvPr>
            <p:cNvSpPr txBox="1"/>
            <p:nvPr/>
          </p:nvSpPr>
          <p:spPr>
            <a:xfrm>
              <a:off x="5114005" y="4584945"/>
              <a:ext cx="378131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rgbClr val="FFFF00"/>
                  </a:solidFill>
                </a:rPr>
                <a:t>Why transformer have high efficiency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2C98AD1E-2831-2C1A-4E6E-90AC9BA42DF6}"/>
              </a:ext>
            </a:extLst>
          </p:cNvPr>
          <p:cNvSpPr txBox="1"/>
          <p:nvPr/>
        </p:nvSpPr>
        <p:spPr>
          <a:xfrm>
            <a:off x="8035322" y="3619669"/>
            <a:ext cx="3358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As they do not have any moving part</a:t>
            </a:r>
          </a:p>
        </p:txBody>
      </p:sp>
    </p:spTree>
    <p:extLst>
      <p:ext uri="{BB962C8B-B14F-4D97-AF65-F5344CB8AC3E}">
        <p14:creationId xmlns:p14="http://schemas.microsoft.com/office/powerpoint/2010/main" val="4085572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0" grpId="0"/>
      <p:bldP spid="1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3CEAA9C1-BA7E-078B-3EF8-AF19C8EEF261}"/>
              </a:ext>
            </a:extLst>
          </p:cNvPr>
          <p:cNvGrpSpPr/>
          <p:nvPr/>
        </p:nvGrpSpPr>
        <p:grpSpPr>
          <a:xfrm>
            <a:off x="122387" y="102463"/>
            <a:ext cx="5514483" cy="4787142"/>
            <a:chOff x="0" y="148763"/>
            <a:chExt cx="5514483" cy="478714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4ADC380-041D-A74C-547B-994C3EE3DE19}"/>
                </a:ext>
              </a:extLst>
            </p:cNvPr>
            <p:cNvSpPr/>
            <p:nvPr/>
          </p:nvSpPr>
          <p:spPr>
            <a:xfrm>
              <a:off x="105516" y="1331580"/>
              <a:ext cx="5295900" cy="2908300"/>
            </a:xfrm>
            <a:prstGeom prst="roundRect">
              <a:avLst>
                <a:gd name="adj" fmla="val 8370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6B725A7-C4B3-45FB-92B3-67A2D400593F}"/>
                </a:ext>
              </a:extLst>
            </p:cNvPr>
            <p:cNvSpPr/>
            <p:nvPr/>
          </p:nvSpPr>
          <p:spPr>
            <a:xfrm>
              <a:off x="0" y="148763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0C53948-7DF5-A0BE-D887-88F6A92519EE}"/>
                </a:ext>
              </a:extLst>
            </p:cNvPr>
            <p:cNvSpPr/>
            <p:nvPr/>
          </p:nvSpPr>
          <p:spPr>
            <a:xfrm>
              <a:off x="0" y="4412685"/>
              <a:ext cx="1425390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Solution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2036D9E-2C29-6D79-4CCB-C7B578E640D9}"/>
                </a:ext>
              </a:extLst>
            </p:cNvPr>
            <p:cNvGrpSpPr/>
            <p:nvPr/>
          </p:nvGrpSpPr>
          <p:grpSpPr>
            <a:xfrm>
              <a:off x="1478325" y="1525019"/>
              <a:ext cx="2591667" cy="2599512"/>
              <a:chOff x="1289420" y="1450180"/>
              <a:chExt cx="3469413" cy="3422806"/>
            </a:xfrm>
          </p:grpSpPr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5BD24B13-20CD-DEAE-C773-5B23B61D7B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470169" y="1626358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62F3AD0D-B510-8F67-6BC5-81F45258E1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426729" y="1674198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B4F7CAE0-F6E4-15C8-5D75-E51F05A981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377574" y="1714418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101" name="Picture 100">
                <a:extLst>
                  <a:ext uri="{FF2B5EF4-FFF2-40B4-BE49-F238E27FC236}">
                    <a16:creationId xmlns:a16="http://schemas.microsoft.com/office/drawing/2014/main" id="{5F26458D-B9EC-6905-D45D-5E0EB607B3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336039" y="1760353"/>
                <a:ext cx="407965" cy="60088"/>
              </a:xfrm>
              <a:prstGeom prst="rect">
                <a:avLst/>
              </a:prstGeom>
            </p:spPr>
          </p:pic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81ADC5C2-8FBE-D7C5-7589-F0AEB5CB43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45055">
                <a:off x="1289420" y="1801956"/>
                <a:ext cx="407965" cy="60088"/>
              </a:xfrm>
              <a:prstGeom prst="rect">
                <a:avLst/>
              </a:prstGeom>
            </p:spPr>
          </p:pic>
          <p:sp>
            <p:nvSpPr>
              <p:cNvPr id="112" name="Freeform: Shape 36">
                <a:extLst>
                  <a:ext uri="{FF2B5EF4-FFF2-40B4-BE49-F238E27FC236}">
                    <a16:creationId xmlns:a16="http://schemas.microsoft.com/office/drawing/2014/main" id="{2B48F2D4-E0AF-5679-50A3-8AB18C8E5EB6}"/>
                  </a:ext>
                </a:extLst>
              </p:cNvPr>
              <p:cNvSpPr/>
              <p:nvPr/>
            </p:nvSpPr>
            <p:spPr>
              <a:xfrm>
                <a:off x="1574824" y="1450180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79426DBD-EEA1-8C3C-2B81-C7B4FE1006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350868" y="4451581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139" name="Picture 138">
                <a:extLst>
                  <a:ext uri="{FF2B5EF4-FFF2-40B4-BE49-F238E27FC236}">
                    <a16:creationId xmlns:a16="http://schemas.microsoft.com/office/drawing/2014/main" id="{019732DF-08BB-F199-BA08-2D9E754570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512335" y="1585927"/>
                <a:ext cx="407965" cy="70100"/>
              </a:xfrm>
              <a:prstGeom prst="rect">
                <a:avLst/>
              </a:prstGeom>
            </p:spPr>
          </p:pic>
          <p:sp>
            <p:nvSpPr>
              <p:cNvPr id="140" name="Freeform: Shape 39">
                <a:extLst>
                  <a:ext uri="{FF2B5EF4-FFF2-40B4-BE49-F238E27FC236}">
                    <a16:creationId xmlns:a16="http://schemas.microsoft.com/office/drawing/2014/main" id="{BC212DCD-F6DB-01CA-F441-552A47A82E5B}"/>
                  </a:ext>
                </a:extLst>
              </p:cNvPr>
              <p:cNvSpPr/>
              <p:nvPr/>
            </p:nvSpPr>
            <p:spPr>
              <a:xfrm>
                <a:off x="1530727" y="1494070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141" name="Picture 140">
                <a:extLst>
                  <a:ext uri="{FF2B5EF4-FFF2-40B4-BE49-F238E27FC236}">
                    <a16:creationId xmlns:a16="http://schemas.microsoft.com/office/drawing/2014/main" id="{410E7099-2CDA-F633-AAD0-DC19719B93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308702" y="4492012"/>
                <a:ext cx="407965" cy="70100"/>
              </a:xfrm>
              <a:prstGeom prst="rect">
                <a:avLst/>
              </a:prstGeom>
            </p:spPr>
          </p:pic>
          <p:sp>
            <p:nvSpPr>
              <p:cNvPr id="142" name="Freeform: Shape 41">
                <a:extLst>
                  <a:ext uri="{FF2B5EF4-FFF2-40B4-BE49-F238E27FC236}">
                    <a16:creationId xmlns:a16="http://schemas.microsoft.com/office/drawing/2014/main" id="{D4890CA0-0AE7-78D3-E5E2-1E50FB518EE3}"/>
                  </a:ext>
                </a:extLst>
              </p:cNvPr>
              <p:cNvSpPr/>
              <p:nvPr/>
            </p:nvSpPr>
            <p:spPr>
              <a:xfrm>
                <a:off x="1486630" y="1537579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02D0653E-B305-0C2B-1CDE-BEF58148A4A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265262" y="4539852"/>
                <a:ext cx="407965" cy="70100"/>
              </a:xfrm>
              <a:prstGeom prst="rect">
                <a:avLst/>
              </a:prstGeom>
            </p:spPr>
          </p:pic>
          <p:sp>
            <p:nvSpPr>
              <p:cNvPr id="144" name="Freeform: Shape 43">
                <a:extLst>
                  <a:ext uri="{FF2B5EF4-FFF2-40B4-BE49-F238E27FC236}">
                    <a16:creationId xmlns:a16="http://schemas.microsoft.com/office/drawing/2014/main" id="{FEB5DF83-8B3C-5562-9B27-E03BCC876507}"/>
                  </a:ext>
                </a:extLst>
              </p:cNvPr>
              <p:cNvSpPr/>
              <p:nvPr/>
            </p:nvSpPr>
            <p:spPr>
              <a:xfrm>
                <a:off x="1439129" y="1581088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145" name="Picture 144">
                <a:extLst>
                  <a:ext uri="{FF2B5EF4-FFF2-40B4-BE49-F238E27FC236}">
                    <a16:creationId xmlns:a16="http://schemas.microsoft.com/office/drawing/2014/main" id="{8631CEE5-C406-C328-F5F7-1563D32AB31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216107" y="4580072"/>
                <a:ext cx="407965" cy="70100"/>
              </a:xfrm>
              <a:prstGeom prst="rect">
                <a:avLst/>
              </a:prstGeom>
            </p:spPr>
          </p:pic>
          <p:sp>
            <p:nvSpPr>
              <p:cNvPr id="146" name="Freeform: Shape 45">
                <a:extLst>
                  <a:ext uri="{FF2B5EF4-FFF2-40B4-BE49-F238E27FC236}">
                    <a16:creationId xmlns:a16="http://schemas.microsoft.com/office/drawing/2014/main" id="{6660B1C0-98C4-3C41-C415-B3DAFA353086}"/>
                  </a:ext>
                </a:extLst>
              </p:cNvPr>
              <p:cNvSpPr/>
              <p:nvPr/>
            </p:nvSpPr>
            <p:spPr>
              <a:xfrm>
                <a:off x="1392568" y="1624978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147" name="Picture 146">
                <a:extLst>
                  <a:ext uri="{FF2B5EF4-FFF2-40B4-BE49-F238E27FC236}">
                    <a16:creationId xmlns:a16="http://schemas.microsoft.com/office/drawing/2014/main" id="{246C305F-1304-856A-5B94-D6B703364E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174572" y="4626007"/>
                <a:ext cx="407965" cy="60088"/>
              </a:xfrm>
              <a:prstGeom prst="rect">
                <a:avLst/>
              </a:prstGeom>
            </p:spPr>
          </p:pic>
          <p:sp>
            <p:nvSpPr>
              <p:cNvPr id="148" name="Freeform: Shape 47">
                <a:extLst>
                  <a:ext uri="{FF2B5EF4-FFF2-40B4-BE49-F238E27FC236}">
                    <a16:creationId xmlns:a16="http://schemas.microsoft.com/office/drawing/2014/main" id="{1392A1A2-75F8-8818-68D9-D0182EFE6698}"/>
                  </a:ext>
                </a:extLst>
              </p:cNvPr>
              <p:cNvSpPr/>
              <p:nvPr/>
            </p:nvSpPr>
            <p:spPr>
              <a:xfrm>
                <a:off x="1350807" y="1674202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149" name="Picture 148">
                <a:extLst>
                  <a:ext uri="{FF2B5EF4-FFF2-40B4-BE49-F238E27FC236}">
                    <a16:creationId xmlns:a16="http://schemas.microsoft.com/office/drawing/2014/main" id="{1AF77A29-0123-3AC9-BB40-9A6FA7E673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45055">
                <a:off x="4127953" y="4667610"/>
                <a:ext cx="407965" cy="60088"/>
              </a:xfrm>
              <a:prstGeom prst="rect">
                <a:avLst/>
              </a:prstGeom>
            </p:spPr>
          </p:pic>
          <p:sp>
            <p:nvSpPr>
              <p:cNvPr id="150" name="Freeform: Shape 49">
                <a:extLst>
                  <a:ext uri="{FF2B5EF4-FFF2-40B4-BE49-F238E27FC236}">
                    <a16:creationId xmlns:a16="http://schemas.microsoft.com/office/drawing/2014/main" id="{9AA5D11B-91B3-BEE1-3C4F-062246455FA5}"/>
                  </a:ext>
                </a:extLst>
              </p:cNvPr>
              <p:cNvSpPr/>
              <p:nvPr/>
            </p:nvSpPr>
            <p:spPr>
              <a:xfrm>
                <a:off x="1306710" y="1717330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48DA2FC-26BF-9DEA-00FE-5AFB1AABFA63}"/>
                </a:ext>
              </a:extLst>
            </p:cNvPr>
            <p:cNvGrpSpPr/>
            <p:nvPr/>
          </p:nvGrpSpPr>
          <p:grpSpPr>
            <a:xfrm>
              <a:off x="1568788" y="1679769"/>
              <a:ext cx="2258398" cy="2321893"/>
              <a:chOff x="5707898" y="2790590"/>
              <a:chExt cx="2258398" cy="2321893"/>
            </a:xfrm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D2E983D2-4CCD-1605-3676-76B206B5B871}"/>
                  </a:ext>
                </a:extLst>
              </p:cNvPr>
              <p:cNvSpPr/>
              <p:nvPr/>
            </p:nvSpPr>
            <p:spPr>
              <a:xfrm>
                <a:off x="5870501" y="2938257"/>
                <a:ext cx="1966613" cy="2036070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3B9B1EA1-EF9D-9B2C-06A4-2BF6881BB60F}"/>
                  </a:ext>
                </a:extLst>
              </p:cNvPr>
              <p:cNvSpPr/>
              <p:nvPr/>
            </p:nvSpPr>
            <p:spPr>
              <a:xfrm>
                <a:off x="5806423" y="2879158"/>
                <a:ext cx="2066538" cy="2151278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6167F5CD-EB28-DD45-08E4-D5EB25FF0C61}"/>
                  </a:ext>
                </a:extLst>
              </p:cNvPr>
              <p:cNvSpPr/>
              <p:nvPr/>
            </p:nvSpPr>
            <p:spPr>
              <a:xfrm>
                <a:off x="5741072" y="2836991"/>
                <a:ext cx="2194320" cy="2262794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8C989287-3366-2795-C9DE-9B5B9E29F6B3}"/>
                  </a:ext>
                </a:extLst>
              </p:cNvPr>
              <p:cNvSpPr/>
              <p:nvPr/>
            </p:nvSpPr>
            <p:spPr>
              <a:xfrm>
                <a:off x="5707898" y="2790590"/>
                <a:ext cx="2258398" cy="2321893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E38B7846-D19B-7874-2CB4-E2E05171802E}"/>
                  </a:ext>
                </a:extLst>
              </p:cNvPr>
              <p:cNvSpPr/>
              <p:nvPr/>
            </p:nvSpPr>
            <p:spPr>
              <a:xfrm>
                <a:off x="5859270" y="2917401"/>
                <a:ext cx="1966613" cy="2036070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777CE58-85DD-5D2E-87D3-56928567D856}"/>
                </a:ext>
              </a:extLst>
            </p:cNvPr>
            <p:cNvGrpSpPr/>
            <p:nvPr/>
          </p:nvGrpSpPr>
          <p:grpSpPr>
            <a:xfrm>
              <a:off x="454068" y="2192689"/>
              <a:ext cx="1949761" cy="1273444"/>
              <a:chOff x="4593791" y="3294133"/>
              <a:chExt cx="1949761" cy="1273444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FF20912-55E8-DA4E-9722-31D10381C4B8}"/>
                  </a:ext>
                </a:extLst>
              </p:cNvPr>
              <p:cNvSpPr/>
              <p:nvPr/>
            </p:nvSpPr>
            <p:spPr>
              <a:xfrm>
                <a:off x="4593791" y="4283243"/>
                <a:ext cx="1949761" cy="284334"/>
              </a:xfrm>
              <a:custGeom>
                <a:avLst/>
                <a:gdLst>
                  <a:gd name="connsiteX0" fmla="*/ 0 w 1949761"/>
                  <a:gd name="connsiteY0" fmla="*/ 202130 h 386896"/>
                  <a:gd name="connsiteX1" fmla="*/ 1174282 w 1949761"/>
                  <a:gd name="connsiteY1" fmla="*/ 385010 h 386896"/>
                  <a:gd name="connsiteX2" fmla="*/ 1934678 w 1949761"/>
                  <a:gd name="connsiteY2" fmla="*/ 279133 h 386896"/>
                  <a:gd name="connsiteX3" fmla="*/ 1607419 w 1949761"/>
                  <a:gd name="connsiteY3" fmla="*/ 0 h 386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9761" h="386896">
                    <a:moveTo>
                      <a:pt x="0" y="202130"/>
                    </a:moveTo>
                    <a:cubicBezTo>
                      <a:pt x="425918" y="287153"/>
                      <a:pt x="851836" y="372176"/>
                      <a:pt x="1174282" y="385010"/>
                    </a:cubicBezTo>
                    <a:cubicBezTo>
                      <a:pt x="1496728" y="397844"/>
                      <a:pt x="1862489" y="343301"/>
                      <a:pt x="1934678" y="279133"/>
                    </a:cubicBezTo>
                    <a:cubicBezTo>
                      <a:pt x="2006867" y="214965"/>
                      <a:pt x="1807143" y="107482"/>
                      <a:pt x="1607419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3D669193-44AE-B2C9-3070-AE9576FDE7EA}"/>
                  </a:ext>
                </a:extLst>
              </p:cNvPr>
              <p:cNvSpPr/>
              <p:nvPr/>
            </p:nvSpPr>
            <p:spPr>
              <a:xfrm>
                <a:off x="5397500" y="4215865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866605A-8AD5-AD4F-985F-804FF71365BB}"/>
                  </a:ext>
                </a:extLst>
              </p:cNvPr>
              <p:cNvSpPr/>
              <p:nvPr/>
            </p:nvSpPr>
            <p:spPr>
              <a:xfrm>
                <a:off x="5397500" y="4139054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B22ED29-9A3F-7A84-706B-B5F46B230520}"/>
                  </a:ext>
                </a:extLst>
              </p:cNvPr>
              <p:cNvSpPr/>
              <p:nvPr/>
            </p:nvSpPr>
            <p:spPr>
              <a:xfrm>
                <a:off x="5397500" y="4062243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A6E34FD1-508A-7EC5-60CB-05F5F75609C1}"/>
                  </a:ext>
                </a:extLst>
              </p:cNvPr>
              <p:cNvSpPr/>
              <p:nvPr/>
            </p:nvSpPr>
            <p:spPr>
              <a:xfrm>
                <a:off x="5397500" y="3985432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D378D7B-3CE9-1B3A-EDA2-5CAEF57DEC61}"/>
                  </a:ext>
                </a:extLst>
              </p:cNvPr>
              <p:cNvSpPr/>
              <p:nvPr/>
            </p:nvSpPr>
            <p:spPr>
              <a:xfrm>
                <a:off x="5397500" y="3908621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9D78400-7CC9-74D6-8351-9E7951D8B08C}"/>
                  </a:ext>
                </a:extLst>
              </p:cNvPr>
              <p:cNvSpPr/>
              <p:nvPr/>
            </p:nvSpPr>
            <p:spPr>
              <a:xfrm>
                <a:off x="5397500" y="3831810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3B36453-4263-27D3-EC00-649BD23FCCDE}"/>
                  </a:ext>
                </a:extLst>
              </p:cNvPr>
              <p:cNvSpPr/>
              <p:nvPr/>
            </p:nvSpPr>
            <p:spPr>
              <a:xfrm>
                <a:off x="5397500" y="3754999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AAA4120-94AF-1F6E-BFAE-36C389A8065D}"/>
                  </a:ext>
                </a:extLst>
              </p:cNvPr>
              <p:cNvSpPr/>
              <p:nvPr/>
            </p:nvSpPr>
            <p:spPr>
              <a:xfrm>
                <a:off x="5397500" y="3678188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730A568-3EB9-00CE-953C-E6662EAF5983}"/>
                  </a:ext>
                </a:extLst>
              </p:cNvPr>
              <p:cNvSpPr/>
              <p:nvPr/>
            </p:nvSpPr>
            <p:spPr>
              <a:xfrm>
                <a:off x="5397500" y="3601377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1FE6803-496F-5C24-9A23-D2CB3CE3C5BA}"/>
                  </a:ext>
                </a:extLst>
              </p:cNvPr>
              <p:cNvSpPr/>
              <p:nvPr/>
            </p:nvSpPr>
            <p:spPr>
              <a:xfrm>
                <a:off x="5397500" y="3524566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180D9996-FF80-9EC8-B6A9-28189E546B22}"/>
                  </a:ext>
                </a:extLst>
              </p:cNvPr>
              <p:cNvSpPr/>
              <p:nvPr/>
            </p:nvSpPr>
            <p:spPr>
              <a:xfrm>
                <a:off x="5397500" y="3447755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A00EA8D-D0DE-DC76-51B7-B09D28B435AF}"/>
                  </a:ext>
                </a:extLst>
              </p:cNvPr>
              <p:cNvSpPr/>
              <p:nvPr/>
            </p:nvSpPr>
            <p:spPr>
              <a:xfrm>
                <a:off x="5397500" y="3370944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09AA3B29-50D0-FFE7-F45D-F81A8FFFB28B}"/>
                  </a:ext>
                </a:extLst>
              </p:cNvPr>
              <p:cNvSpPr/>
              <p:nvPr/>
            </p:nvSpPr>
            <p:spPr>
              <a:xfrm>
                <a:off x="5397500" y="3294133"/>
                <a:ext cx="1075267" cy="269508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0B86070-5701-334B-0976-D378D17D12CB}"/>
                  </a:ext>
                </a:extLst>
              </p:cNvPr>
              <p:cNvCxnSpPr/>
              <p:nvPr/>
            </p:nvCxnSpPr>
            <p:spPr>
              <a:xfrm flipH="1">
                <a:off x="4619381" y="3331807"/>
                <a:ext cx="996909" cy="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B9DE07F-7C47-3342-0BF3-6E225C26C839}"/>
                </a:ext>
              </a:extLst>
            </p:cNvPr>
            <p:cNvGrpSpPr/>
            <p:nvPr/>
          </p:nvGrpSpPr>
          <p:grpSpPr>
            <a:xfrm>
              <a:off x="3239743" y="2334225"/>
              <a:ext cx="1806073" cy="995519"/>
              <a:chOff x="7379466" y="3435669"/>
              <a:chExt cx="1806073" cy="995519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0B41A9DF-2609-3B26-B4FE-68BDBD2E96BE}"/>
                  </a:ext>
                </a:extLst>
              </p:cNvPr>
              <p:cNvSpPr/>
              <p:nvPr/>
            </p:nvSpPr>
            <p:spPr>
              <a:xfrm flipH="1">
                <a:off x="7385268" y="4264119"/>
                <a:ext cx="1800271" cy="167069"/>
              </a:xfrm>
              <a:custGeom>
                <a:avLst/>
                <a:gdLst>
                  <a:gd name="connsiteX0" fmla="*/ 0 w 1949761"/>
                  <a:gd name="connsiteY0" fmla="*/ 202130 h 386896"/>
                  <a:gd name="connsiteX1" fmla="*/ 1174282 w 1949761"/>
                  <a:gd name="connsiteY1" fmla="*/ 385010 h 386896"/>
                  <a:gd name="connsiteX2" fmla="*/ 1934678 w 1949761"/>
                  <a:gd name="connsiteY2" fmla="*/ 279133 h 386896"/>
                  <a:gd name="connsiteX3" fmla="*/ 1607419 w 1949761"/>
                  <a:gd name="connsiteY3" fmla="*/ 0 h 386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9761" h="386896">
                    <a:moveTo>
                      <a:pt x="0" y="202130"/>
                    </a:moveTo>
                    <a:cubicBezTo>
                      <a:pt x="425918" y="287153"/>
                      <a:pt x="851836" y="372176"/>
                      <a:pt x="1174282" y="385010"/>
                    </a:cubicBezTo>
                    <a:cubicBezTo>
                      <a:pt x="1496728" y="397844"/>
                      <a:pt x="1862489" y="343301"/>
                      <a:pt x="1934678" y="279133"/>
                    </a:cubicBezTo>
                    <a:cubicBezTo>
                      <a:pt x="2006867" y="214965"/>
                      <a:pt x="1807143" y="107482"/>
                      <a:pt x="1607419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DCF65D2-DF1A-BCEC-DA61-BC30ED12BA03}"/>
                  </a:ext>
                </a:extLst>
              </p:cNvPr>
              <p:cNvSpPr/>
              <p:nvPr/>
            </p:nvSpPr>
            <p:spPr>
              <a:xfrm flipH="1">
                <a:off x="7379466" y="4050157"/>
                <a:ext cx="998300" cy="322765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B98C48C-365B-1437-590B-05E5C039EDB9}"/>
                  </a:ext>
                </a:extLst>
              </p:cNvPr>
              <p:cNvSpPr/>
              <p:nvPr/>
            </p:nvSpPr>
            <p:spPr>
              <a:xfrm flipH="1">
                <a:off x="7379466" y="3973346"/>
                <a:ext cx="998300" cy="322765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8874636-BAE1-5786-2ECF-841BE8730B89}"/>
                  </a:ext>
                </a:extLst>
              </p:cNvPr>
              <p:cNvSpPr/>
              <p:nvPr/>
            </p:nvSpPr>
            <p:spPr>
              <a:xfrm flipH="1">
                <a:off x="7379466" y="3896535"/>
                <a:ext cx="998300" cy="322765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561ABD1-A869-4A38-6EFA-3697894D724A}"/>
                  </a:ext>
                </a:extLst>
              </p:cNvPr>
              <p:cNvSpPr/>
              <p:nvPr/>
            </p:nvSpPr>
            <p:spPr>
              <a:xfrm flipH="1">
                <a:off x="7379466" y="3819724"/>
                <a:ext cx="998300" cy="322765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6FD77DDB-3C1F-040E-7BC2-A64C4809A1E1}"/>
                  </a:ext>
                </a:extLst>
              </p:cNvPr>
              <p:cNvSpPr/>
              <p:nvPr/>
            </p:nvSpPr>
            <p:spPr>
              <a:xfrm flipH="1">
                <a:off x="7379466" y="3742913"/>
                <a:ext cx="998300" cy="322765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08CF672-62E4-1E42-C5BB-3B4CFDA16809}"/>
                  </a:ext>
                </a:extLst>
              </p:cNvPr>
              <p:cNvSpPr/>
              <p:nvPr/>
            </p:nvSpPr>
            <p:spPr>
              <a:xfrm flipH="1">
                <a:off x="7379466" y="3666102"/>
                <a:ext cx="998300" cy="322765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12BB621-70CA-B352-E602-46A5C1FBFC9D}"/>
                  </a:ext>
                </a:extLst>
              </p:cNvPr>
              <p:cNvSpPr/>
              <p:nvPr/>
            </p:nvSpPr>
            <p:spPr>
              <a:xfrm flipH="1">
                <a:off x="7379466" y="3589291"/>
                <a:ext cx="998300" cy="322765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D5B8927-0007-4285-0228-27571F00A3BD}"/>
                  </a:ext>
                </a:extLst>
              </p:cNvPr>
              <p:cNvSpPr/>
              <p:nvPr/>
            </p:nvSpPr>
            <p:spPr>
              <a:xfrm flipH="1">
                <a:off x="7379466" y="3512480"/>
                <a:ext cx="998300" cy="322765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35DA739-4AE3-DDE7-5C99-C650B77A3205}"/>
                  </a:ext>
                </a:extLst>
              </p:cNvPr>
              <p:cNvSpPr/>
              <p:nvPr/>
            </p:nvSpPr>
            <p:spPr>
              <a:xfrm flipH="1">
                <a:off x="7379466" y="3435669"/>
                <a:ext cx="998300" cy="322765"/>
              </a:xfrm>
              <a:custGeom>
                <a:avLst/>
                <a:gdLst>
                  <a:gd name="connsiteX0" fmla="*/ 243959 w 1116713"/>
                  <a:gd name="connsiteY0" fmla="*/ 154004 h 269508"/>
                  <a:gd name="connsiteX1" fmla="*/ 51453 w 1116713"/>
                  <a:gd name="connsiteY1" fmla="*/ 269508 h 269508"/>
                  <a:gd name="connsiteX2" fmla="*/ 1071731 w 1116713"/>
                  <a:gd name="connsiteY2" fmla="*/ 154004 h 269508"/>
                  <a:gd name="connsiteX3" fmla="*/ 840725 w 1116713"/>
                  <a:gd name="connsiteY3" fmla="*/ 0 h 269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6713" h="269508">
                    <a:moveTo>
                      <a:pt x="243959" y="154004"/>
                    </a:moveTo>
                    <a:cubicBezTo>
                      <a:pt x="78725" y="211756"/>
                      <a:pt x="-86509" y="269508"/>
                      <a:pt x="51453" y="269508"/>
                    </a:cubicBezTo>
                    <a:cubicBezTo>
                      <a:pt x="189415" y="269508"/>
                      <a:pt x="940186" y="198922"/>
                      <a:pt x="1071731" y="154004"/>
                    </a:cubicBezTo>
                    <a:cubicBezTo>
                      <a:pt x="1203276" y="109086"/>
                      <a:pt x="1022000" y="54543"/>
                      <a:pt x="840725" y="0"/>
                    </a:cubicBezTo>
                  </a:path>
                </a:pathLst>
              </a:cu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18DDA01-20DE-3483-415D-D9FD9E9998FA}"/>
                  </a:ext>
                </a:extLst>
              </p:cNvPr>
              <p:cNvCxnSpPr/>
              <p:nvPr/>
            </p:nvCxnSpPr>
            <p:spPr>
              <a:xfrm flipH="1">
                <a:off x="8188630" y="3531340"/>
                <a:ext cx="996909" cy="0"/>
              </a:xfrm>
              <a:prstGeom prst="line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ADE1195-9155-1DCD-3F22-0673D7E9C85C}"/>
                </a:ext>
              </a:extLst>
            </p:cNvPr>
            <p:cNvSpPr txBox="1"/>
            <p:nvPr/>
          </p:nvSpPr>
          <p:spPr>
            <a:xfrm>
              <a:off x="229552" y="2387352"/>
              <a:ext cx="8399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100 turns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A84231C-3815-8B76-EBD5-3B64C612DA33}"/>
                </a:ext>
              </a:extLst>
            </p:cNvPr>
            <p:cNvSpPr txBox="1"/>
            <p:nvPr/>
          </p:nvSpPr>
          <p:spPr>
            <a:xfrm>
              <a:off x="4394309" y="2399310"/>
              <a:ext cx="8399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20 turns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3D7DCA-9228-CCD6-82AB-35E05F6EC941}"/>
                </a:ext>
              </a:extLst>
            </p:cNvPr>
            <p:cNvSpPr txBox="1"/>
            <p:nvPr/>
          </p:nvSpPr>
          <p:spPr>
            <a:xfrm>
              <a:off x="36292" y="534015"/>
              <a:ext cx="54781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2400" dirty="0">
                  <a:solidFill>
                    <a:srgbClr val="FFFF00"/>
                  </a:solidFill>
                </a:rPr>
                <a:t>What will be the voltage of output side if input voltage is 220V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A126467-E3C4-9E44-7421-844F33F0B108}"/>
                  </a:ext>
                </a:extLst>
              </p:cNvPr>
              <p:cNvSpPr txBox="1"/>
              <p:nvPr/>
            </p:nvSpPr>
            <p:spPr>
              <a:xfrm>
                <a:off x="1580574" y="4342851"/>
                <a:ext cx="1781555" cy="844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A126467-E3C4-9E44-7421-844F33F0B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574" y="4342851"/>
                <a:ext cx="1781555" cy="844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E267246-C742-0227-E317-9459DD838A1C}"/>
                  </a:ext>
                </a:extLst>
              </p:cNvPr>
              <p:cNvSpPr txBox="1"/>
              <p:nvPr/>
            </p:nvSpPr>
            <p:spPr>
              <a:xfrm>
                <a:off x="3431614" y="4336147"/>
                <a:ext cx="2039991" cy="846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220</m:t>
                          </m:r>
                        </m:num>
                        <m:den>
                          <m:sSub>
                            <m:sSubPr>
                              <m:ctrlPr>
                                <a:rPr lang="en-IN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r>
                            <a:rPr lang="en-IN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E267246-C742-0227-E317-9459DD838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614" y="4336147"/>
                <a:ext cx="2039991" cy="8466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F891AE92-187B-51A2-0E1F-7E4A8DAC8EC1}"/>
                  </a:ext>
                </a:extLst>
              </p:cNvPr>
              <p:cNvSpPr txBox="1"/>
              <p:nvPr/>
            </p:nvSpPr>
            <p:spPr>
              <a:xfrm>
                <a:off x="3434801" y="5171214"/>
                <a:ext cx="22627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𝑉𝑜𝑙𝑡</m:t>
                      </m:r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F891AE92-187B-51A2-0E1F-7E4A8DAC8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801" y="5171214"/>
                <a:ext cx="22627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69EA78F-3D6F-2203-48CF-DFBA294737BC}"/>
              </a:ext>
            </a:extLst>
          </p:cNvPr>
          <p:cNvSpPr txBox="1"/>
          <p:nvPr/>
        </p:nvSpPr>
        <p:spPr>
          <a:xfrm>
            <a:off x="7422620" y="4032907"/>
            <a:ext cx="429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This will not work as supply is DC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411C45-FEB1-6D02-905A-6FD2CC987F6C}"/>
              </a:ext>
            </a:extLst>
          </p:cNvPr>
          <p:cNvGrpSpPr/>
          <p:nvPr/>
        </p:nvGrpSpPr>
        <p:grpSpPr>
          <a:xfrm>
            <a:off x="5911516" y="0"/>
            <a:ext cx="6091574" cy="4504601"/>
            <a:chOff x="-197995" y="386579"/>
            <a:chExt cx="6091574" cy="45046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5C56537-7D68-51C6-4936-17833439B41B}"/>
                </a:ext>
              </a:extLst>
            </p:cNvPr>
            <p:cNvGrpSpPr/>
            <p:nvPr/>
          </p:nvGrpSpPr>
          <p:grpSpPr>
            <a:xfrm>
              <a:off x="-197995" y="386579"/>
              <a:ext cx="6091574" cy="4504601"/>
              <a:chOff x="-334563" y="363613"/>
              <a:chExt cx="6091574" cy="4504601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1DA63683-1C22-199E-A970-F251837012B9}"/>
                  </a:ext>
                </a:extLst>
              </p:cNvPr>
              <p:cNvSpPr/>
              <p:nvPr/>
            </p:nvSpPr>
            <p:spPr>
              <a:xfrm>
                <a:off x="-288968" y="1331580"/>
                <a:ext cx="6031207" cy="2908300"/>
              </a:xfrm>
              <a:prstGeom prst="roundRect">
                <a:avLst>
                  <a:gd name="adj" fmla="val 8370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D3352C5-7097-D580-F816-16D32A0B8C92}"/>
                  </a:ext>
                </a:extLst>
              </p:cNvPr>
              <p:cNvSpPr/>
              <p:nvPr/>
            </p:nvSpPr>
            <p:spPr>
              <a:xfrm>
                <a:off x="-334563" y="363613"/>
                <a:ext cx="1541576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1" cap="none" spc="0" dirty="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Question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45CC7EE-8A1F-1626-703C-EF578EB1B55A}"/>
                  </a:ext>
                </a:extLst>
              </p:cNvPr>
              <p:cNvSpPr/>
              <p:nvPr/>
            </p:nvSpPr>
            <p:spPr>
              <a:xfrm>
                <a:off x="-318334" y="4344994"/>
                <a:ext cx="1425390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1" cap="none" spc="0" dirty="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Solution</a:t>
                </a: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EE8CA6D-1F28-268E-65CE-A0CA773D6840}"/>
                  </a:ext>
                </a:extLst>
              </p:cNvPr>
              <p:cNvGrpSpPr/>
              <p:nvPr/>
            </p:nvGrpSpPr>
            <p:grpSpPr>
              <a:xfrm>
                <a:off x="1478325" y="1525019"/>
                <a:ext cx="2591667" cy="2599512"/>
                <a:chOff x="1289420" y="1450180"/>
                <a:chExt cx="3469413" cy="3422806"/>
              </a:xfrm>
            </p:grpSpPr>
            <p:pic>
              <p:nvPicPr>
                <p:cNvPr id="99" name="Picture 98">
                  <a:extLst>
                    <a:ext uri="{FF2B5EF4-FFF2-40B4-BE49-F238E27FC236}">
                      <a16:creationId xmlns:a16="http://schemas.microsoft.com/office/drawing/2014/main" id="{64C2EAB2-77E7-C875-ABB3-0AD95B8BED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63714">
                  <a:off x="1470169" y="1626358"/>
                  <a:ext cx="407965" cy="70100"/>
                </a:xfrm>
                <a:prstGeom prst="rect">
                  <a:avLst/>
                </a:prstGeom>
              </p:spPr>
            </p:pic>
            <p:pic>
              <p:nvPicPr>
                <p:cNvPr id="100" name="Picture 99">
                  <a:extLst>
                    <a:ext uri="{FF2B5EF4-FFF2-40B4-BE49-F238E27FC236}">
                      <a16:creationId xmlns:a16="http://schemas.microsoft.com/office/drawing/2014/main" id="{DAC7E413-BD8A-9010-92DB-FD68EA6770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63714">
                  <a:off x="1426729" y="1674198"/>
                  <a:ext cx="407965" cy="70100"/>
                </a:xfrm>
                <a:prstGeom prst="rect">
                  <a:avLst/>
                </a:prstGeom>
              </p:spPr>
            </p:pic>
            <p:pic>
              <p:nvPicPr>
                <p:cNvPr id="102" name="Picture 101">
                  <a:extLst>
                    <a:ext uri="{FF2B5EF4-FFF2-40B4-BE49-F238E27FC236}">
                      <a16:creationId xmlns:a16="http://schemas.microsoft.com/office/drawing/2014/main" id="{B436FEE7-C9E9-27B8-CD1A-DE1CB0F64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63714">
                  <a:off x="1377574" y="1714418"/>
                  <a:ext cx="407965" cy="70100"/>
                </a:xfrm>
                <a:prstGeom prst="rect">
                  <a:avLst/>
                </a:prstGeom>
              </p:spPr>
            </p:pic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0899D9E3-6A8A-EE4D-14C5-7032782EC2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63714">
                  <a:off x="1336039" y="1760353"/>
                  <a:ext cx="407965" cy="60088"/>
                </a:xfrm>
                <a:prstGeom prst="rect">
                  <a:avLst/>
                </a:prstGeom>
              </p:spPr>
            </p:pic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3B1D2F2C-C620-D4EC-5518-7E00B5B4FD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45055">
                  <a:off x="1289420" y="1801956"/>
                  <a:ext cx="407965" cy="60088"/>
                </a:xfrm>
                <a:prstGeom prst="rect">
                  <a:avLst/>
                </a:prstGeom>
              </p:spPr>
            </p:pic>
            <p:sp>
              <p:nvSpPr>
                <p:cNvPr id="105" name="Freeform: Shape 36">
                  <a:extLst>
                    <a:ext uri="{FF2B5EF4-FFF2-40B4-BE49-F238E27FC236}">
                      <a16:creationId xmlns:a16="http://schemas.microsoft.com/office/drawing/2014/main" id="{B9CA84E4-205A-41CD-313E-91EA02844089}"/>
                    </a:ext>
                  </a:extLst>
                </p:cNvPr>
                <p:cNvSpPr/>
                <p:nvPr/>
              </p:nvSpPr>
              <p:spPr>
                <a:xfrm>
                  <a:off x="1574824" y="1450180"/>
                  <a:ext cx="3155656" cy="3155656"/>
                </a:xfrm>
                <a:custGeom>
                  <a:avLst/>
                  <a:gdLst>
                    <a:gd name="connsiteX0" fmla="*/ 0 w 3155656"/>
                    <a:gd name="connsiteY0" fmla="*/ 0 h 3155656"/>
                    <a:gd name="connsiteX1" fmla="*/ 3155656 w 3155656"/>
                    <a:gd name="connsiteY1" fmla="*/ 0 h 3155656"/>
                    <a:gd name="connsiteX2" fmla="*/ 3155656 w 3155656"/>
                    <a:gd name="connsiteY2" fmla="*/ 3155656 h 3155656"/>
                    <a:gd name="connsiteX3" fmla="*/ 0 w 3155656"/>
                    <a:gd name="connsiteY3" fmla="*/ 3155656 h 3155656"/>
                    <a:gd name="connsiteX4" fmla="*/ 0 w 3155656"/>
                    <a:gd name="connsiteY4" fmla="*/ 0 h 3155656"/>
                    <a:gd name="connsiteX5" fmla="*/ 497828 w 3155656"/>
                    <a:gd name="connsiteY5" fmla="*/ 497828 h 3155656"/>
                    <a:gd name="connsiteX6" fmla="*/ 497828 w 3155656"/>
                    <a:gd name="connsiteY6" fmla="*/ 2657828 h 3155656"/>
                    <a:gd name="connsiteX7" fmla="*/ 2657828 w 3155656"/>
                    <a:gd name="connsiteY7" fmla="*/ 2657828 h 3155656"/>
                    <a:gd name="connsiteX8" fmla="*/ 2657828 w 3155656"/>
                    <a:gd name="connsiteY8" fmla="*/ 497828 h 3155656"/>
                    <a:gd name="connsiteX9" fmla="*/ 497828 w 3155656"/>
                    <a:gd name="connsiteY9" fmla="*/ 497828 h 315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55656" h="3155656">
                      <a:moveTo>
                        <a:pt x="0" y="0"/>
                      </a:moveTo>
                      <a:lnTo>
                        <a:pt x="3155656" y="0"/>
                      </a:lnTo>
                      <a:lnTo>
                        <a:pt x="3155656" y="3155656"/>
                      </a:lnTo>
                      <a:lnTo>
                        <a:pt x="0" y="3155656"/>
                      </a:lnTo>
                      <a:lnTo>
                        <a:pt x="0" y="0"/>
                      </a:lnTo>
                      <a:close/>
                      <a:moveTo>
                        <a:pt x="497828" y="497828"/>
                      </a:moveTo>
                      <a:lnTo>
                        <a:pt x="497828" y="2657828"/>
                      </a:lnTo>
                      <a:lnTo>
                        <a:pt x="2657828" y="2657828"/>
                      </a:lnTo>
                      <a:lnTo>
                        <a:pt x="2657828" y="497828"/>
                      </a:lnTo>
                      <a:lnTo>
                        <a:pt x="497828" y="497828"/>
                      </a:lnTo>
                      <a:close/>
                    </a:path>
                  </a:pathLst>
                </a:custGeom>
                <a:solidFill>
                  <a:srgbClr val="212937"/>
                </a:solidFill>
                <a:ln w="12700" cmpd="sng">
                  <a:solidFill>
                    <a:srgbClr val="7387AC">
                      <a:alpha val="28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>
                    <a:latin typeface="Montserrat" pitchFamily="2" charset="77"/>
                  </a:endParaRPr>
                </a:p>
              </p:txBody>
            </p:sp>
            <p:pic>
              <p:nvPicPr>
                <p:cNvPr id="107" name="Picture 106">
                  <a:extLst>
                    <a:ext uri="{FF2B5EF4-FFF2-40B4-BE49-F238E27FC236}">
                      <a16:creationId xmlns:a16="http://schemas.microsoft.com/office/drawing/2014/main" id="{0CEE69FB-5B38-CE14-9016-8B4212A638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63714">
                  <a:off x="4350868" y="4451581"/>
                  <a:ext cx="407965" cy="70100"/>
                </a:xfrm>
                <a:prstGeom prst="rect">
                  <a:avLst/>
                </a:prstGeom>
              </p:spPr>
            </p:pic>
            <p:pic>
              <p:nvPicPr>
                <p:cNvPr id="108" name="Picture 107">
                  <a:extLst>
                    <a:ext uri="{FF2B5EF4-FFF2-40B4-BE49-F238E27FC236}">
                      <a16:creationId xmlns:a16="http://schemas.microsoft.com/office/drawing/2014/main" id="{60D679EC-902D-B2E7-71DC-CCC142DE6F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63714">
                  <a:off x="1512335" y="1585927"/>
                  <a:ext cx="407965" cy="70100"/>
                </a:xfrm>
                <a:prstGeom prst="rect">
                  <a:avLst/>
                </a:prstGeom>
              </p:spPr>
            </p:pic>
            <p:sp>
              <p:nvSpPr>
                <p:cNvPr id="109" name="Freeform: Shape 39">
                  <a:extLst>
                    <a:ext uri="{FF2B5EF4-FFF2-40B4-BE49-F238E27FC236}">
                      <a16:creationId xmlns:a16="http://schemas.microsoft.com/office/drawing/2014/main" id="{4A305EE9-D2F3-8B80-2F8F-6CFFB435D947}"/>
                    </a:ext>
                  </a:extLst>
                </p:cNvPr>
                <p:cNvSpPr/>
                <p:nvPr/>
              </p:nvSpPr>
              <p:spPr>
                <a:xfrm>
                  <a:off x="1530727" y="1494070"/>
                  <a:ext cx="3155656" cy="3155656"/>
                </a:xfrm>
                <a:custGeom>
                  <a:avLst/>
                  <a:gdLst>
                    <a:gd name="connsiteX0" fmla="*/ 0 w 3155656"/>
                    <a:gd name="connsiteY0" fmla="*/ 0 h 3155656"/>
                    <a:gd name="connsiteX1" fmla="*/ 3155656 w 3155656"/>
                    <a:gd name="connsiteY1" fmla="*/ 0 h 3155656"/>
                    <a:gd name="connsiteX2" fmla="*/ 3155656 w 3155656"/>
                    <a:gd name="connsiteY2" fmla="*/ 3155656 h 3155656"/>
                    <a:gd name="connsiteX3" fmla="*/ 0 w 3155656"/>
                    <a:gd name="connsiteY3" fmla="*/ 3155656 h 3155656"/>
                    <a:gd name="connsiteX4" fmla="*/ 0 w 3155656"/>
                    <a:gd name="connsiteY4" fmla="*/ 0 h 3155656"/>
                    <a:gd name="connsiteX5" fmla="*/ 497828 w 3155656"/>
                    <a:gd name="connsiteY5" fmla="*/ 497828 h 3155656"/>
                    <a:gd name="connsiteX6" fmla="*/ 497828 w 3155656"/>
                    <a:gd name="connsiteY6" fmla="*/ 2657828 h 3155656"/>
                    <a:gd name="connsiteX7" fmla="*/ 2657828 w 3155656"/>
                    <a:gd name="connsiteY7" fmla="*/ 2657828 h 3155656"/>
                    <a:gd name="connsiteX8" fmla="*/ 2657828 w 3155656"/>
                    <a:gd name="connsiteY8" fmla="*/ 497828 h 3155656"/>
                    <a:gd name="connsiteX9" fmla="*/ 497828 w 3155656"/>
                    <a:gd name="connsiteY9" fmla="*/ 497828 h 315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55656" h="3155656">
                      <a:moveTo>
                        <a:pt x="0" y="0"/>
                      </a:moveTo>
                      <a:lnTo>
                        <a:pt x="3155656" y="0"/>
                      </a:lnTo>
                      <a:lnTo>
                        <a:pt x="3155656" y="3155656"/>
                      </a:lnTo>
                      <a:lnTo>
                        <a:pt x="0" y="3155656"/>
                      </a:lnTo>
                      <a:lnTo>
                        <a:pt x="0" y="0"/>
                      </a:lnTo>
                      <a:close/>
                      <a:moveTo>
                        <a:pt x="497828" y="497828"/>
                      </a:moveTo>
                      <a:lnTo>
                        <a:pt x="497828" y="2657828"/>
                      </a:lnTo>
                      <a:lnTo>
                        <a:pt x="2657828" y="2657828"/>
                      </a:lnTo>
                      <a:lnTo>
                        <a:pt x="2657828" y="497828"/>
                      </a:lnTo>
                      <a:lnTo>
                        <a:pt x="497828" y="497828"/>
                      </a:lnTo>
                      <a:close/>
                    </a:path>
                  </a:pathLst>
                </a:custGeom>
                <a:solidFill>
                  <a:srgbClr val="212937"/>
                </a:solidFill>
                <a:ln w="12700" cmpd="sng">
                  <a:solidFill>
                    <a:srgbClr val="7387AC">
                      <a:alpha val="28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>
                    <a:latin typeface="Montserrat" pitchFamily="2" charset="77"/>
                  </a:endParaRPr>
                </a:p>
              </p:txBody>
            </p:sp>
            <p:pic>
              <p:nvPicPr>
                <p:cNvPr id="110" name="Picture 109">
                  <a:extLst>
                    <a:ext uri="{FF2B5EF4-FFF2-40B4-BE49-F238E27FC236}">
                      <a16:creationId xmlns:a16="http://schemas.microsoft.com/office/drawing/2014/main" id="{5FF46246-1E1A-EE97-DD80-E9D80E8D22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63714">
                  <a:off x="4308702" y="4492012"/>
                  <a:ext cx="407965" cy="70100"/>
                </a:xfrm>
                <a:prstGeom prst="rect">
                  <a:avLst/>
                </a:prstGeom>
              </p:spPr>
            </p:pic>
            <p:sp>
              <p:nvSpPr>
                <p:cNvPr id="111" name="Freeform: Shape 41">
                  <a:extLst>
                    <a:ext uri="{FF2B5EF4-FFF2-40B4-BE49-F238E27FC236}">
                      <a16:creationId xmlns:a16="http://schemas.microsoft.com/office/drawing/2014/main" id="{3AEB84BC-E9DE-D1F3-0947-9E20EF5E85C0}"/>
                    </a:ext>
                  </a:extLst>
                </p:cNvPr>
                <p:cNvSpPr/>
                <p:nvPr/>
              </p:nvSpPr>
              <p:spPr>
                <a:xfrm>
                  <a:off x="1486630" y="1537579"/>
                  <a:ext cx="3155656" cy="3155656"/>
                </a:xfrm>
                <a:custGeom>
                  <a:avLst/>
                  <a:gdLst>
                    <a:gd name="connsiteX0" fmla="*/ 0 w 3155656"/>
                    <a:gd name="connsiteY0" fmla="*/ 0 h 3155656"/>
                    <a:gd name="connsiteX1" fmla="*/ 3155656 w 3155656"/>
                    <a:gd name="connsiteY1" fmla="*/ 0 h 3155656"/>
                    <a:gd name="connsiteX2" fmla="*/ 3155656 w 3155656"/>
                    <a:gd name="connsiteY2" fmla="*/ 3155656 h 3155656"/>
                    <a:gd name="connsiteX3" fmla="*/ 0 w 3155656"/>
                    <a:gd name="connsiteY3" fmla="*/ 3155656 h 3155656"/>
                    <a:gd name="connsiteX4" fmla="*/ 0 w 3155656"/>
                    <a:gd name="connsiteY4" fmla="*/ 0 h 3155656"/>
                    <a:gd name="connsiteX5" fmla="*/ 497828 w 3155656"/>
                    <a:gd name="connsiteY5" fmla="*/ 497828 h 3155656"/>
                    <a:gd name="connsiteX6" fmla="*/ 497828 w 3155656"/>
                    <a:gd name="connsiteY6" fmla="*/ 2657828 h 3155656"/>
                    <a:gd name="connsiteX7" fmla="*/ 2657828 w 3155656"/>
                    <a:gd name="connsiteY7" fmla="*/ 2657828 h 3155656"/>
                    <a:gd name="connsiteX8" fmla="*/ 2657828 w 3155656"/>
                    <a:gd name="connsiteY8" fmla="*/ 497828 h 3155656"/>
                    <a:gd name="connsiteX9" fmla="*/ 497828 w 3155656"/>
                    <a:gd name="connsiteY9" fmla="*/ 497828 h 315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55656" h="3155656">
                      <a:moveTo>
                        <a:pt x="0" y="0"/>
                      </a:moveTo>
                      <a:lnTo>
                        <a:pt x="3155656" y="0"/>
                      </a:lnTo>
                      <a:lnTo>
                        <a:pt x="3155656" y="3155656"/>
                      </a:lnTo>
                      <a:lnTo>
                        <a:pt x="0" y="3155656"/>
                      </a:lnTo>
                      <a:lnTo>
                        <a:pt x="0" y="0"/>
                      </a:lnTo>
                      <a:close/>
                      <a:moveTo>
                        <a:pt x="497828" y="497828"/>
                      </a:moveTo>
                      <a:lnTo>
                        <a:pt x="497828" y="2657828"/>
                      </a:lnTo>
                      <a:lnTo>
                        <a:pt x="2657828" y="2657828"/>
                      </a:lnTo>
                      <a:lnTo>
                        <a:pt x="2657828" y="497828"/>
                      </a:lnTo>
                      <a:lnTo>
                        <a:pt x="497828" y="497828"/>
                      </a:lnTo>
                      <a:close/>
                    </a:path>
                  </a:pathLst>
                </a:custGeom>
                <a:solidFill>
                  <a:srgbClr val="212937"/>
                </a:solidFill>
                <a:ln w="12700" cmpd="sng">
                  <a:solidFill>
                    <a:srgbClr val="7387AC">
                      <a:alpha val="28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>
                    <a:latin typeface="Montserrat" pitchFamily="2" charset="77"/>
                  </a:endParaRPr>
                </a:p>
              </p:txBody>
            </p:sp>
            <p:pic>
              <p:nvPicPr>
                <p:cNvPr id="114" name="Picture 113">
                  <a:extLst>
                    <a:ext uri="{FF2B5EF4-FFF2-40B4-BE49-F238E27FC236}">
                      <a16:creationId xmlns:a16="http://schemas.microsoft.com/office/drawing/2014/main" id="{D169BC55-FC69-08F1-D96D-FD15287633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63714">
                  <a:off x="4265262" y="4539852"/>
                  <a:ext cx="407965" cy="70100"/>
                </a:xfrm>
                <a:prstGeom prst="rect">
                  <a:avLst/>
                </a:prstGeom>
              </p:spPr>
            </p:pic>
            <p:sp>
              <p:nvSpPr>
                <p:cNvPr id="115" name="Freeform: Shape 43">
                  <a:extLst>
                    <a:ext uri="{FF2B5EF4-FFF2-40B4-BE49-F238E27FC236}">
                      <a16:creationId xmlns:a16="http://schemas.microsoft.com/office/drawing/2014/main" id="{46AF0063-ABA3-66CA-53F6-DBE44515068F}"/>
                    </a:ext>
                  </a:extLst>
                </p:cNvPr>
                <p:cNvSpPr/>
                <p:nvPr/>
              </p:nvSpPr>
              <p:spPr>
                <a:xfrm>
                  <a:off x="1439129" y="1581088"/>
                  <a:ext cx="3155656" cy="3155656"/>
                </a:xfrm>
                <a:custGeom>
                  <a:avLst/>
                  <a:gdLst>
                    <a:gd name="connsiteX0" fmla="*/ 0 w 3155656"/>
                    <a:gd name="connsiteY0" fmla="*/ 0 h 3155656"/>
                    <a:gd name="connsiteX1" fmla="*/ 3155656 w 3155656"/>
                    <a:gd name="connsiteY1" fmla="*/ 0 h 3155656"/>
                    <a:gd name="connsiteX2" fmla="*/ 3155656 w 3155656"/>
                    <a:gd name="connsiteY2" fmla="*/ 3155656 h 3155656"/>
                    <a:gd name="connsiteX3" fmla="*/ 0 w 3155656"/>
                    <a:gd name="connsiteY3" fmla="*/ 3155656 h 3155656"/>
                    <a:gd name="connsiteX4" fmla="*/ 0 w 3155656"/>
                    <a:gd name="connsiteY4" fmla="*/ 0 h 3155656"/>
                    <a:gd name="connsiteX5" fmla="*/ 497828 w 3155656"/>
                    <a:gd name="connsiteY5" fmla="*/ 497828 h 3155656"/>
                    <a:gd name="connsiteX6" fmla="*/ 497828 w 3155656"/>
                    <a:gd name="connsiteY6" fmla="*/ 2657828 h 3155656"/>
                    <a:gd name="connsiteX7" fmla="*/ 2657828 w 3155656"/>
                    <a:gd name="connsiteY7" fmla="*/ 2657828 h 3155656"/>
                    <a:gd name="connsiteX8" fmla="*/ 2657828 w 3155656"/>
                    <a:gd name="connsiteY8" fmla="*/ 497828 h 3155656"/>
                    <a:gd name="connsiteX9" fmla="*/ 497828 w 3155656"/>
                    <a:gd name="connsiteY9" fmla="*/ 497828 h 315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55656" h="3155656">
                      <a:moveTo>
                        <a:pt x="0" y="0"/>
                      </a:moveTo>
                      <a:lnTo>
                        <a:pt x="3155656" y="0"/>
                      </a:lnTo>
                      <a:lnTo>
                        <a:pt x="3155656" y="3155656"/>
                      </a:lnTo>
                      <a:lnTo>
                        <a:pt x="0" y="3155656"/>
                      </a:lnTo>
                      <a:lnTo>
                        <a:pt x="0" y="0"/>
                      </a:lnTo>
                      <a:close/>
                      <a:moveTo>
                        <a:pt x="497828" y="497828"/>
                      </a:moveTo>
                      <a:lnTo>
                        <a:pt x="497828" y="2657828"/>
                      </a:lnTo>
                      <a:lnTo>
                        <a:pt x="2657828" y="2657828"/>
                      </a:lnTo>
                      <a:lnTo>
                        <a:pt x="2657828" y="497828"/>
                      </a:lnTo>
                      <a:lnTo>
                        <a:pt x="497828" y="497828"/>
                      </a:lnTo>
                      <a:close/>
                    </a:path>
                  </a:pathLst>
                </a:custGeom>
                <a:solidFill>
                  <a:srgbClr val="212937"/>
                </a:solidFill>
                <a:ln w="12700" cmpd="sng">
                  <a:solidFill>
                    <a:srgbClr val="7387AC">
                      <a:alpha val="28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>
                    <a:latin typeface="Montserrat" pitchFamily="2" charset="77"/>
                  </a:endParaRPr>
                </a:p>
              </p:txBody>
            </p:sp>
            <p:pic>
              <p:nvPicPr>
                <p:cNvPr id="116" name="Picture 115">
                  <a:extLst>
                    <a:ext uri="{FF2B5EF4-FFF2-40B4-BE49-F238E27FC236}">
                      <a16:creationId xmlns:a16="http://schemas.microsoft.com/office/drawing/2014/main" id="{91C2751B-E4C7-FF6D-1510-056F7DA1E2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63714">
                  <a:off x="4216107" y="4580072"/>
                  <a:ext cx="407965" cy="70100"/>
                </a:xfrm>
                <a:prstGeom prst="rect">
                  <a:avLst/>
                </a:prstGeom>
              </p:spPr>
            </p:pic>
            <p:sp>
              <p:nvSpPr>
                <p:cNvPr id="117" name="Freeform: Shape 45">
                  <a:extLst>
                    <a:ext uri="{FF2B5EF4-FFF2-40B4-BE49-F238E27FC236}">
                      <a16:creationId xmlns:a16="http://schemas.microsoft.com/office/drawing/2014/main" id="{59A0537F-73BB-AD3B-5323-8A3938F18D73}"/>
                    </a:ext>
                  </a:extLst>
                </p:cNvPr>
                <p:cNvSpPr/>
                <p:nvPr/>
              </p:nvSpPr>
              <p:spPr>
                <a:xfrm>
                  <a:off x="1392568" y="1624978"/>
                  <a:ext cx="3155656" cy="3155656"/>
                </a:xfrm>
                <a:custGeom>
                  <a:avLst/>
                  <a:gdLst>
                    <a:gd name="connsiteX0" fmla="*/ 0 w 3155656"/>
                    <a:gd name="connsiteY0" fmla="*/ 0 h 3155656"/>
                    <a:gd name="connsiteX1" fmla="*/ 3155656 w 3155656"/>
                    <a:gd name="connsiteY1" fmla="*/ 0 h 3155656"/>
                    <a:gd name="connsiteX2" fmla="*/ 3155656 w 3155656"/>
                    <a:gd name="connsiteY2" fmla="*/ 3155656 h 3155656"/>
                    <a:gd name="connsiteX3" fmla="*/ 0 w 3155656"/>
                    <a:gd name="connsiteY3" fmla="*/ 3155656 h 3155656"/>
                    <a:gd name="connsiteX4" fmla="*/ 0 w 3155656"/>
                    <a:gd name="connsiteY4" fmla="*/ 0 h 3155656"/>
                    <a:gd name="connsiteX5" fmla="*/ 497828 w 3155656"/>
                    <a:gd name="connsiteY5" fmla="*/ 497828 h 3155656"/>
                    <a:gd name="connsiteX6" fmla="*/ 497828 w 3155656"/>
                    <a:gd name="connsiteY6" fmla="*/ 2657828 h 3155656"/>
                    <a:gd name="connsiteX7" fmla="*/ 2657828 w 3155656"/>
                    <a:gd name="connsiteY7" fmla="*/ 2657828 h 3155656"/>
                    <a:gd name="connsiteX8" fmla="*/ 2657828 w 3155656"/>
                    <a:gd name="connsiteY8" fmla="*/ 497828 h 3155656"/>
                    <a:gd name="connsiteX9" fmla="*/ 497828 w 3155656"/>
                    <a:gd name="connsiteY9" fmla="*/ 497828 h 315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55656" h="3155656">
                      <a:moveTo>
                        <a:pt x="0" y="0"/>
                      </a:moveTo>
                      <a:lnTo>
                        <a:pt x="3155656" y="0"/>
                      </a:lnTo>
                      <a:lnTo>
                        <a:pt x="3155656" y="3155656"/>
                      </a:lnTo>
                      <a:lnTo>
                        <a:pt x="0" y="3155656"/>
                      </a:lnTo>
                      <a:lnTo>
                        <a:pt x="0" y="0"/>
                      </a:lnTo>
                      <a:close/>
                      <a:moveTo>
                        <a:pt x="497828" y="497828"/>
                      </a:moveTo>
                      <a:lnTo>
                        <a:pt x="497828" y="2657828"/>
                      </a:lnTo>
                      <a:lnTo>
                        <a:pt x="2657828" y="2657828"/>
                      </a:lnTo>
                      <a:lnTo>
                        <a:pt x="2657828" y="497828"/>
                      </a:lnTo>
                      <a:lnTo>
                        <a:pt x="497828" y="497828"/>
                      </a:lnTo>
                      <a:close/>
                    </a:path>
                  </a:pathLst>
                </a:custGeom>
                <a:solidFill>
                  <a:srgbClr val="212937"/>
                </a:solidFill>
                <a:ln w="12700" cmpd="sng">
                  <a:solidFill>
                    <a:srgbClr val="7387AC">
                      <a:alpha val="28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>
                    <a:latin typeface="Montserrat" pitchFamily="2" charset="77"/>
                  </a:endParaRPr>
                </a:p>
              </p:txBody>
            </p:sp>
            <p:pic>
              <p:nvPicPr>
                <p:cNvPr id="118" name="Picture 117">
                  <a:extLst>
                    <a:ext uri="{FF2B5EF4-FFF2-40B4-BE49-F238E27FC236}">
                      <a16:creationId xmlns:a16="http://schemas.microsoft.com/office/drawing/2014/main" id="{E823F61F-FB1D-7784-9A34-D7C1A9DAEB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63714">
                  <a:off x="4174572" y="4626007"/>
                  <a:ext cx="407965" cy="60088"/>
                </a:xfrm>
                <a:prstGeom prst="rect">
                  <a:avLst/>
                </a:prstGeom>
              </p:spPr>
            </p:pic>
            <p:sp>
              <p:nvSpPr>
                <p:cNvPr id="119" name="Freeform: Shape 47">
                  <a:extLst>
                    <a:ext uri="{FF2B5EF4-FFF2-40B4-BE49-F238E27FC236}">
                      <a16:creationId xmlns:a16="http://schemas.microsoft.com/office/drawing/2014/main" id="{696F068D-56E2-BE6C-574E-34FF767F3FC7}"/>
                    </a:ext>
                  </a:extLst>
                </p:cNvPr>
                <p:cNvSpPr/>
                <p:nvPr/>
              </p:nvSpPr>
              <p:spPr>
                <a:xfrm>
                  <a:off x="1350807" y="1674202"/>
                  <a:ext cx="3155656" cy="3155656"/>
                </a:xfrm>
                <a:custGeom>
                  <a:avLst/>
                  <a:gdLst>
                    <a:gd name="connsiteX0" fmla="*/ 0 w 3155656"/>
                    <a:gd name="connsiteY0" fmla="*/ 0 h 3155656"/>
                    <a:gd name="connsiteX1" fmla="*/ 3155656 w 3155656"/>
                    <a:gd name="connsiteY1" fmla="*/ 0 h 3155656"/>
                    <a:gd name="connsiteX2" fmla="*/ 3155656 w 3155656"/>
                    <a:gd name="connsiteY2" fmla="*/ 3155656 h 3155656"/>
                    <a:gd name="connsiteX3" fmla="*/ 0 w 3155656"/>
                    <a:gd name="connsiteY3" fmla="*/ 3155656 h 3155656"/>
                    <a:gd name="connsiteX4" fmla="*/ 0 w 3155656"/>
                    <a:gd name="connsiteY4" fmla="*/ 0 h 3155656"/>
                    <a:gd name="connsiteX5" fmla="*/ 497828 w 3155656"/>
                    <a:gd name="connsiteY5" fmla="*/ 497828 h 3155656"/>
                    <a:gd name="connsiteX6" fmla="*/ 497828 w 3155656"/>
                    <a:gd name="connsiteY6" fmla="*/ 2657828 h 3155656"/>
                    <a:gd name="connsiteX7" fmla="*/ 2657828 w 3155656"/>
                    <a:gd name="connsiteY7" fmla="*/ 2657828 h 3155656"/>
                    <a:gd name="connsiteX8" fmla="*/ 2657828 w 3155656"/>
                    <a:gd name="connsiteY8" fmla="*/ 497828 h 3155656"/>
                    <a:gd name="connsiteX9" fmla="*/ 497828 w 3155656"/>
                    <a:gd name="connsiteY9" fmla="*/ 497828 h 315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55656" h="3155656">
                      <a:moveTo>
                        <a:pt x="0" y="0"/>
                      </a:moveTo>
                      <a:lnTo>
                        <a:pt x="3155656" y="0"/>
                      </a:lnTo>
                      <a:lnTo>
                        <a:pt x="3155656" y="3155656"/>
                      </a:lnTo>
                      <a:lnTo>
                        <a:pt x="0" y="3155656"/>
                      </a:lnTo>
                      <a:lnTo>
                        <a:pt x="0" y="0"/>
                      </a:lnTo>
                      <a:close/>
                      <a:moveTo>
                        <a:pt x="497828" y="497828"/>
                      </a:moveTo>
                      <a:lnTo>
                        <a:pt x="497828" y="2657828"/>
                      </a:lnTo>
                      <a:lnTo>
                        <a:pt x="2657828" y="2657828"/>
                      </a:lnTo>
                      <a:lnTo>
                        <a:pt x="2657828" y="497828"/>
                      </a:lnTo>
                      <a:lnTo>
                        <a:pt x="497828" y="497828"/>
                      </a:lnTo>
                      <a:close/>
                    </a:path>
                  </a:pathLst>
                </a:custGeom>
                <a:solidFill>
                  <a:srgbClr val="212937"/>
                </a:solidFill>
                <a:ln w="12700" cmpd="sng">
                  <a:solidFill>
                    <a:srgbClr val="7387AC">
                      <a:alpha val="28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>
                    <a:latin typeface="Montserrat" pitchFamily="2" charset="77"/>
                  </a:endParaRPr>
                </a:p>
              </p:txBody>
            </p:sp>
            <p:pic>
              <p:nvPicPr>
                <p:cNvPr id="120" name="Picture 119">
                  <a:extLst>
                    <a:ext uri="{FF2B5EF4-FFF2-40B4-BE49-F238E27FC236}">
                      <a16:creationId xmlns:a16="http://schemas.microsoft.com/office/drawing/2014/main" id="{3EF6F688-139E-373D-55E8-FD4F31DBE5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34501"/>
                <a:stretch/>
              </p:blipFill>
              <p:spPr>
                <a:xfrm rot="2645055">
                  <a:off x="4127953" y="4667610"/>
                  <a:ext cx="407965" cy="60088"/>
                </a:xfrm>
                <a:prstGeom prst="rect">
                  <a:avLst/>
                </a:prstGeom>
              </p:spPr>
            </p:pic>
            <p:sp>
              <p:nvSpPr>
                <p:cNvPr id="121" name="Freeform: Shape 49">
                  <a:extLst>
                    <a:ext uri="{FF2B5EF4-FFF2-40B4-BE49-F238E27FC236}">
                      <a16:creationId xmlns:a16="http://schemas.microsoft.com/office/drawing/2014/main" id="{55FF12EF-8FAE-40B5-2863-C5053B70C4C3}"/>
                    </a:ext>
                  </a:extLst>
                </p:cNvPr>
                <p:cNvSpPr/>
                <p:nvPr/>
              </p:nvSpPr>
              <p:spPr>
                <a:xfrm>
                  <a:off x="1306710" y="1717330"/>
                  <a:ext cx="3155656" cy="3155656"/>
                </a:xfrm>
                <a:custGeom>
                  <a:avLst/>
                  <a:gdLst>
                    <a:gd name="connsiteX0" fmla="*/ 0 w 3155656"/>
                    <a:gd name="connsiteY0" fmla="*/ 0 h 3155656"/>
                    <a:gd name="connsiteX1" fmla="*/ 3155656 w 3155656"/>
                    <a:gd name="connsiteY1" fmla="*/ 0 h 3155656"/>
                    <a:gd name="connsiteX2" fmla="*/ 3155656 w 3155656"/>
                    <a:gd name="connsiteY2" fmla="*/ 3155656 h 3155656"/>
                    <a:gd name="connsiteX3" fmla="*/ 0 w 3155656"/>
                    <a:gd name="connsiteY3" fmla="*/ 3155656 h 3155656"/>
                    <a:gd name="connsiteX4" fmla="*/ 0 w 3155656"/>
                    <a:gd name="connsiteY4" fmla="*/ 0 h 3155656"/>
                    <a:gd name="connsiteX5" fmla="*/ 497828 w 3155656"/>
                    <a:gd name="connsiteY5" fmla="*/ 497828 h 3155656"/>
                    <a:gd name="connsiteX6" fmla="*/ 497828 w 3155656"/>
                    <a:gd name="connsiteY6" fmla="*/ 2657828 h 3155656"/>
                    <a:gd name="connsiteX7" fmla="*/ 2657828 w 3155656"/>
                    <a:gd name="connsiteY7" fmla="*/ 2657828 h 3155656"/>
                    <a:gd name="connsiteX8" fmla="*/ 2657828 w 3155656"/>
                    <a:gd name="connsiteY8" fmla="*/ 497828 h 3155656"/>
                    <a:gd name="connsiteX9" fmla="*/ 497828 w 3155656"/>
                    <a:gd name="connsiteY9" fmla="*/ 497828 h 315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55656" h="3155656">
                      <a:moveTo>
                        <a:pt x="0" y="0"/>
                      </a:moveTo>
                      <a:lnTo>
                        <a:pt x="3155656" y="0"/>
                      </a:lnTo>
                      <a:lnTo>
                        <a:pt x="3155656" y="3155656"/>
                      </a:lnTo>
                      <a:lnTo>
                        <a:pt x="0" y="3155656"/>
                      </a:lnTo>
                      <a:lnTo>
                        <a:pt x="0" y="0"/>
                      </a:lnTo>
                      <a:close/>
                      <a:moveTo>
                        <a:pt x="497828" y="497828"/>
                      </a:moveTo>
                      <a:lnTo>
                        <a:pt x="497828" y="2657828"/>
                      </a:lnTo>
                      <a:lnTo>
                        <a:pt x="2657828" y="2657828"/>
                      </a:lnTo>
                      <a:lnTo>
                        <a:pt x="2657828" y="497828"/>
                      </a:lnTo>
                      <a:lnTo>
                        <a:pt x="497828" y="497828"/>
                      </a:lnTo>
                      <a:close/>
                    </a:path>
                  </a:pathLst>
                </a:custGeom>
                <a:solidFill>
                  <a:srgbClr val="212937"/>
                </a:solidFill>
                <a:ln w="12700" cmpd="sng">
                  <a:solidFill>
                    <a:srgbClr val="7387AC">
                      <a:alpha val="28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>
                    <a:latin typeface="Montserrat" pitchFamily="2" charset="77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7FD187C6-4A8F-CA5F-7FDB-13CE5B535858}"/>
                  </a:ext>
                </a:extLst>
              </p:cNvPr>
              <p:cNvGrpSpPr/>
              <p:nvPr/>
            </p:nvGrpSpPr>
            <p:grpSpPr>
              <a:xfrm>
                <a:off x="1568788" y="1679769"/>
                <a:ext cx="2258398" cy="2321893"/>
                <a:chOff x="5707898" y="2790590"/>
                <a:chExt cx="2258398" cy="2321893"/>
              </a:xfrm>
            </p:grpSpPr>
            <p:sp>
              <p:nvSpPr>
                <p:cNvPr id="94" name="Rectangle: Rounded Corners 93">
                  <a:extLst>
                    <a:ext uri="{FF2B5EF4-FFF2-40B4-BE49-F238E27FC236}">
                      <a16:creationId xmlns:a16="http://schemas.microsoft.com/office/drawing/2014/main" id="{0B60802B-E4B3-271F-AD21-14721F833085}"/>
                    </a:ext>
                  </a:extLst>
                </p:cNvPr>
                <p:cNvSpPr/>
                <p:nvPr/>
              </p:nvSpPr>
              <p:spPr>
                <a:xfrm>
                  <a:off x="5870501" y="2938257"/>
                  <a:ext cx="1966613" cy="2036070"/>
                </a:xfrm>
                <a:prstGeom prst="roundRect">
                  <a:avLst>
                    <a:gd name="adj" fmla="val 25966"/>
                  </a:avLst>
                </a:prstGeom>
                <a:noFill/>
                <a:ln w="1905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06AAA827-2801-F1BD-E401-1CAAA384D87F}"/>
                    </a:ext>
                  </a:extLst>
                </p:cNvPr>
                <p:cNvSpPr/>
                <p:nvPr/>
              </p:nvSpPr>
              <p:spPr>
                <a:xfrm>
                  <a:off x="5806423" y="2879158"/>
                  <a:ext cx="2066538" cy="2151278"/>
                </a:xfrm>
                <a:prstGeom prst="roundRect">
                  <a:avLst>
                    <a:gd name="adj" fmla="val 25966"/>
                  </a:avLst>
                </a:prstGeom>
                <a:noFill/>
                <a:ln w="1905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6" name="Rectangle: Rounded Corners 95">
                  <a:extLst>
                    <a:ext uri="{FF2B5EF4-FFF2-40B4-BE49-F238E27FC236}">
                      <a16:creationId xmlns:a16="http://schemas.microsoft.com/office/drawing/2014/main" id="{408D9D73-C1A6-37F1-8377-4F83EAED8FEE}"/>
                    </a:ext>
                  </a:extLst>
                </p:cNvPr>
                <p:cNvSpPr/>
                <p:nvPr/>
              </p:nvSpPr>
              <p:spPr>
                <a:xfrm>
                  <a:off x="5741072" y="2836991"/>
                  <a:ext cx="2194320" cy="2262794"/>
                </a:xfrm>
                <a:prstGeom prst="roundRect">
                  <a:avLst>
                    <a:gd name="adj" fmla="val 25966"/>
                  </a:avLst>
                </a:prstGeom>
                <a:noFill/>
                <a:ln w="1905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7" name="Rectangle: Rounded Corners 96">
                  <a:extLst>
                    <a:ext uri="{FF2B5EF4-FFF2-40B4-BE49-F238E27FC236}">
                      <a16:creationId xmlns:a16="http://schemas.microsoft.com/office/drawing/2014/main" id="{709B7163-006B-4F85-AB8C-7D9A1C6B0DE0}"/>
                    </a:ext>
                  </a:extLst>
                </p:cNvPr>
                <p:cNvSpPr/>
                <p:nvPr/>
              </p:nvSpPr>
              <p:spPr>
                <a:xfrm>
                  <a:off x="5707898" y="2790590"/>
                  <a:ext cx="2258398" cy="2321893"/>
                </a:xfrm>
                <a:prstGeom prst="roundRect">
                  <a:avLst>
                    <a:gd name="adj" fmla="val 25966"/>
                  </a:avLst>
                </a:prstGeom>
                <a:noFill/>
                <a:ln w="1905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B62C33D2-F719-2F5F-4E1C-1F79471F61DB}"/>
                    </a:ext>
                  </a:extLst>
                </p:cNvPr>
                <p:cNvSpPr/>
                <p:nvPr/>
              </p:nvSpPr>
              <p:spPr>
                <a:xfrm>
                  <a:off x="5859270" y="2917401"/>
                  <a:ext cx="1966613" cy="2036070"/>
                </a:xfrm>
                <a:prstGeom prst="roundRect">
                  <a:avLst>
                    <a:gd name="adj" fmla="val 25966"/>
                  </a:avLst>
                </a:prstGeom>
                <a:noFill/>
                <a:ln w="1905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86999FF-2749-C372-EF81-106F7AB1A9BE}"/>
                  </a:ext>
                </a:extLst>
              </p:cNvPr>
              <p:cNvGrpSpPr/>
              <p:nvPr/>
            </p:nvGrpSpPr>
            <p:grpSpPr>
              <a:xfrm>
                <a:off x="454068" y="2192689"/>
                <a:ext cx="1949761" cy="1273444"/>
                <a:chOff x="4593791" y="3294133"/>
                <a:chExt cx="1949761" cy="1273444"/>
              </a:xfrm>
            </p:grpSpPr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28F67B62-5B9F-09A3-53BA-93F38A0092E0}"/>
                    </a:ext>
                  </a:extLst>
                </p:cNvPr>
                <p:cNvSpPr/>
                <p:nvPr/>
              </p:nvSpPr>
              <p:spPr>
                <a:xfrm>
                  <a:off x="4593791" y="4283243"/>
                  <a:ext cx="1949761" cy="284334"/>
                </a:xfrm>
                <a:custGeom>
                  <a:avLst/>
                  <a:gdLst>
                    <a:gd name="connsiteX0" fmla="*/ 0 w 1949761"/>
                    <a:gd name="connsiteY0" fmla="*/ 202130 h 386896"/>
                    <a:gd name="connsiteX1" fmla="*/ 1174282 w 1949761"/>
                    <a:gd name="connsiteY1" fmla="*/ 385010 h 386896"/>
                    <a:gd name="connsiteX2" fmla="*/ 1934678 w 1949761"/>
                    <a:gd name="connsiteY2" fmla="*/ 279133 h 386896"/>
                    <a:gd name="connsiteX3" fmla="*/ 1607419 w 1949761"/>
                    <a:gd name="connsiteY3" fmla="*/ 0 h 386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49761" h="386896">
                      <a:moveTo>
                        <a:pt x="0" y="202130"/>
                      </a:moveTo>
                      <a:cubicBezTo>
                        <a:pt x="425918" y="287153"/>
                        <a:pt x="851836" y="372176"/>
                        <a:pt x="1174282" y="385010"/>
                      </a:cubicBezTo>
                      <a:cubicBezTo>
                        <a:pt x="1496728" y="397844"/>
                        <a:pt x="1862489" y="343301"/>
                        <a:pt x="1934678" y="279133"/>
                      </a:cubicBezTo>
                      <a:cubicBezTo>
                        <a:pt x="2006867" y="214965"/>
                        <a:pt x="1807143" y="107482"/>
                        <a:pt x="1607419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46E62DC2-A194-73EB-8146-6460E2C23F47}"/>
                    </a:ext>
                  </a:extLst>
                </p:cNvPr>
                <p:cNvSpPr/>
                <p:nvPr/>
              </p:nvSpPr>
              <p:spPr>
                <a:xfrm>
                  <a:off x="5397500" y="4215865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38E8E0E4-1E04-F0A5-882E-E26F0C8CBE14}"/>
                    </a:ext>
                  </a:extLst>
                </p:cNvPr>
                <p:cNvSpPr/>
                <p:nvPr/>
              </p:nvSpPr>
              <p:spPr>
                <a:xfrm>
                  <a:off x="5397500" y="4139054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CF6A8E97-7A85-4BB3-74AC-D210BE28984A}"/>
                    </a:ext>
                  </a:extLst>
                </p:cNvPr>
                <p:cNvSpPr/>
                <p:nvPr/>
              </p:nvSpPr>
              <p:spPr>
                <a:xfrm>
                  <a:off x="5397500" y="4062243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EA815FA2-550D-8C45-BDE3-E7864F39CE3A}"/>
                    </a:ext>
                  </a:extLst>
                </p:cNvPr>
                <p:cNvSpPr/>
                <p:nvPr/>
              </p:nvSpPr>
              <p:spPr>
                <a:xfrm>
                  <a:off x="5397500" y="3985432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45981967-D5DE-B918-6F3D-A671D2582BDE}"/>
                    </a:ext>
                  </a:extLst>
                </p:cNvPr>
                <p:cNvSpPr/>
                <p:nvPr/>
              </p:nvSpPr>
              <p:spPr>
                <a:xfrm>
                  <a:off x="5397500" y="3908621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7B8AF2ED-0694-83A3-FD89-17D2490656AA}"/>
                    </a:ext>
                  </a:extLst>
                </p:cNvPr>
                <p:cNvSpPr/>
                <p:nvPr/>
              </p:nvSpPr>
              <p:spPr>
                <a:xfrm>
                  <a:off x="5397500" y="3831810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864CCD4F-6199-B47B-5AA2-03248327AB86}"/>
                    </a:ext>
                  </a:extLst>
                </p:cNvPr>
                <p:cNvSpPr/>
                <p:nvPr/>
              </p:nvSpPr>
              <p:spPr>
                <a:xfrm>
                  <a:off x="5397500" y="3754999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38337838-71DC-73B6-2825-3108F469B85D}"/>
                    </a:ext>
                  </a:extLst>
                </p:cNvPr>
                <p:cNvSpPr/>
                <p:nvPr/>
              </p:nvSpPr>
              <p:spPr>
                <a:xfrm>
                  <a:off x="5397500" y="3678188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28341930-3040-A595-64FE-F22B5A256CED}"/>
                    </a:ext>
                  </a:extLst>
                </p:cNvPr>
                <p:cNvSpPr/>
                <p:nvPr/>
              </p:nvSpPr>
              <p:spPr>
                <a:xfrm>
                  <a:off x="5397500" y="3601377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8E63141F-A267-3981-FBF5-DEC1D7D6985F}"/>
                    </a:ext>
                  </a:extLst>
                </p:cNvPr>
                <p:cNvSpPr/>
                <p:nvPr/>
              </p:nvSpPr>
              <p:spPr>
                <a:xfrm>
                  <a:off x="5397500" y="3524566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21FE269E-2C93-92DD-4B53-E8BDD7983BF2}"/>
                    </a:ext>
                  </a:extLst>
                </p:cNvPr>
                <p:cNvSpPr/>
                <p:nvPr/>
              </p:nvSpPr>
              <p:spPr>
                <a:xfrm>
                  <a:off x="5397500" y="3447755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BCA2C217-139D-3A25-5E3D-3A5AABFE9FD2}"/>
                    </a:ext>
                  </a:extLst>
                </p:cNvPr>
                <p:cNvSpPr/>
                <p:nvPr/>
              </p:nvSpPr>
              <p:spPr>
                <a:xfrm>
                  <a:off x="5397500" y="3370944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CFB1DF35-4F93-F732-D9F4-C235EE01EE75}"/>
                    </a:ext>
                  </a:extLst>
                </p:cNvPr>
                <p:cNvSpPr/>
                <p:nvPr/>
              </p:nvSpPr>
              <p:spPr>
                <a:xfrm>
                  <a:off x="5397500" y="3294133"/>
                  <a:ext cx="1075267" cy="269508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1F66187B-DC55-2A41-9BF1-3CC31374E6D8}"/>
                    </a:ext>
                  </a:extLst>
                </p:cNvPr>
                <p:cNvCxnSpPr/>
                <p:nvPr/>
              </p:nvCxnSpPr>
              <p:spPr>
                <a:xfrm flipH="1">
                  <a:off x="4619381" y="3331807"/>
                  <a:ext cx="996909" cy="0"/>
                </a:xfrm>
                <a:prstGeom prst="line">
                  <a:avLst/>
                </a:prstGeom>
                <a:ln w="28575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D87C372E-7B7F-6E23-EFEB-BBCF580FD41B}"/>
                  </a:ext>
                </a:extLst>
              </p:cNvPr>
              <p:cNvGrpSpPr/>
              <p:nvPr/>
            </p:nvGrpSpPr>
            <p:grpSpPr>
              <a:xfrm>
                <a:off x="3239743" y="2334225"/>
                <a:ext cx="1806073" cy="995519"/>
                <a:chOff x="7379466" y="3435669"/>
                <a:chExt cx="1806073" cy="995519"/>
              </a:xfrm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AF4B9A2F-E5FF-D1E5-241A-D48DE74774A4}"/>
                    </a:ext>
                  </a:extLst>
                </p:cNvPr>
                <p:cNvSpPr/>
                <p:nvPr/>
              </p:nvSpPr>
              <p:spPr>
                <a:xfrm flipH="1">
                  <a:off x="7385268" y="4264119"/>
                  <a:ext cx="1800271" cy="167069"/>
                </a:xfrm>
                <a:custGeom>
                  <a:avLst/>
                  <a:gdLst>
                    <a:gd name="connsiteX0" fmla="*/ 0 w 1949761"/>
                    <a:gd name="connsiteY0" fmla="*/ 202130 h 386896"/>
                    <a:gd name="connsiteX1" fmla="*/ 1174282 w 1949761"/>
                    <a:gd name="connsiteY1" fmla="*/ 385010 h 386896"/>
                    <a:gd name="connsiteX2" fmla="*/ 1934678 w 1949761"/>
                    <a:gd name="connsiteY2" fmla="*/ 279133 h 386896"/>
                    <a:gd name="connsiteX3" fmla="*/ 1607419 w 1949761"/>
                    <a:gd name="connsiteY3" fmla="*/ 0 h 386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49761" h="386896">
                      <a:moveTo>
                        <a:pt x="0" y="202130"/>
                      </a:moveTo>
                      <a:cubicBezTo>
                        <a:pt x="425918" y="287153"/>
                        <a:pt x="851836" y="372176"/>
                        <a:pt x="1174282" y="385010"/>
                      </a:cubicBezTo>
                      <a:cubicBezTo>
                        <a:pt x="1496728" y="397844"/>
                        <a:pt x="1862489" y="343301"/>
                        <a:pt x="1934678" y="279133"/>
                      </a:cubicBezTo>
                      <a:cubicBezTo>
                        <a:pt x="2006867" y="214965"/>
                        <a:pt x="1807143" y="107482"/>
                        <a:pt x="1607419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38C8636-DA23-0BCD-0E97-AF86AFD1A51B}"/>
                    </a:ext>
                  </a:extLst>
                </p:cNvPr>
                <p:cNvSpPr/>
                <p:nvPr/>
              </p:nvSpPr>
              <p:spPr>
                <a:xfrm flipH="1">
                  <a:off x="7379466" y="4050157"/>
                  <a:ext cx="998300" cy="322765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3EE46C21-EDC2-0D64-278E-6CEC67EA13C2}"/>
                    </a:ext>
                  </a:extLst>
                </p:cNvPr>
                <p:cNvSpPr/>
                <p:nvPr/>
              </p:nvSpPr>
              <p:spPr>
                <a:xfrm flipH="1">
                  <a:off x="7379466" y="3973346"/>
                  <a:ext cx="998300" cy="322765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BF7EC1EA-B974-537F-128E-2D46F100348F}"/>
                    </a:ext>
                  </a:extLst>
                </p:cNvPr>
                <p:cNvSpPr/>
                <p:nvPr/>
              </p:nvSpPr>
              <p:spPr>
                <a:xfrm flipH="1">
                  <a:off x="7379466" y="3896535"/>
                  <a:ext cx="998300" cy="322765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BAE7F793-B8D2-299F-D1D2-3D1015C420B1}"/>
                    </a:ext>
                  </a:extLst>
                </p:cNvPr>
                <p:cNvSpPr/>
                <p:nvPr/>
              </p:nvSpPr>
              <p:spPr>
                <a:xfrm flipH="1">
                  <a:off x="7379466" y="3819724"/>
                  <a:ext cx="998300" cy="322765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FF4B8ECB-8BFA-A9EC-68B6-1EA073BB9370}"/>
                    </a:ext>
                  </a:extLst>
                </p:cNvPr>
                <p:cNvSpPr/>
                <p:nvPr/>
              </p:nvSpPr>
              <p:spPr>
                <a:xfrm flipH="1">
                  <a:off x="7379466" y="3742913"/>
                  <a:ext cx="998300" cy="322765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0F996CDC-1909-FE80-1B5B-5326DDB11308}"/>
                    </a:ext>
                  </a:extLst>
                </p:cNvPr>
                <p:cNvSpPr/>
                <p:nvPr/>
              </p:nvSpPr>
              <p:spPr>
                <a:xfrm flipH="1">
                  <a:off x="7379466" y="3666102"/>
                  <a:ext cx="998300" cy="322765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96F667BA-E862-86D2-BF3C-C29FA339FFE6}"/>
                    </a:ext>
                  </a:extLst>
                </p:cNvPr>
                <p:cNvSpPr/>
                <p:nvPr/>
              </p:nvSpPr>
              <p:spPr>
                <a:xfrm flipH="1">
                  <a:off x="7379466" y="3589291"/>
                  <a:ext cx="998300" cy="322765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7B1B0B0C-4B6C-8368-B781-FEA274C9B209}"/>
                    </a:ext>
                  </a:extLst>
                </p:cNvPr>
                <p:cNvSpPr/>
                <p:nvPr/>
              </p:nvSpPr>
              <p:spPr>
                <a:xfrm flipH="1">
                  <a:off x="7379466" y="3512480"/>
                  <a:ext cx="998300" cy="322765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03B54DD7-4306-2312-BCEF-C5CEF4C69528}"/>
                    </a:ext>
                  </a:extLst>
                </p:cNvPr>
                <p:cNvSpPr/>
                <p:nvPr/>
              </p:nvSpPr>
              <p:spPr>
                <a:xfrm flipH="1">
                  <a:off x="7379466" y="3435669"/>
                  <a:ext cx="998300" cy="322765"/>
                </a:xfrm>
                <a:custGeom>
                  <a:avLst/>
                  <a:gdLst>
                    <a:gd name="connsiteX0" fmla="*/ 243959 w 1116713"/>
                    <a:gd name="connsiteY0" fmla="*/ 154004 h 269508"/>
                    <a:gd name="connsiteX1" fmla="*/ 51453 w 1116713"/>
                    <a:gd name="connsiteY1" fmla="*/ 269508 h 269508"/>
                    <a:gd name="connsiteX2" fmla="*/ 1071731 w 1116713"/>
                    <a:gd name="connsiteY2" fmla="*/ 154004 h 269508"/>
                    <a:gd name="connsiteX3" fmla="*/ 840725 w 1116713"/>
                    <a:gd name="connsiteY3" fmla="*/ 0 h 269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6713" h="269508">
                      <a:moveTo>
                        <a:pt x="243959" y="154004"/>
                      </a:moveTo>
                      <a:cubicBezTo>
                        <a:pt x="78725" y="211756"/>
                        <a:pt x="-86509" y="269508"/>
                        <a:pt x="51453" y="269508"/>
                      </a:cubicBezTo>
                      <a:cubicBezTo>
                        <a:pt x="189415" y="269508"/>
                        <a:pt x="940186" y="198922"/>
                        <a:pt x="1071731" y="154004"/>
                      </a:cubicBezTo>
                      <a:cubicBezTo>
                        <a:pt x="1203276" y="109086"/>
                        <a:pt x="1022000" y="54543"/>
                        <a:pt x="840725" y="0"/>
                      </a:cubicBezTo>
                    </a:path>
                  </a:pathLst>
                </a:custGeom>
                <a:noFill/>
                <a:ln w="2857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775BEE41-4128-4B31-A021-AD49930ED83F}"/>
                    </a:ext>
                  </a:extLst>
                </p:cNvPr>
                <p:cNvCxnSpPr/>
                <p:nvPr/>
              </p:nvCxnSpPr>
              <p:spPr>
                <a:xfrm flipH="1">
                  <a:off x="8188630" y="3531340"/>
                  <a:ext cx="996909" cy="0"/>
                </a:xfrm>
                <a:prstGeom prst="line">
                  <a:avLst/>
                </a:prstGeom>
                <a:ln w="28575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F9728E-9B06-FC03-86BF-DD4A9D437374}"/>
                  </a:ext>
                </a:extLst>
              </p:cNvPr>
              <p:cNvSpPr txBox="1"/>
              <p:nvPr/>
            </p:nvSpPr>
            <p:spPr>
              <a:xfrm>
                <a:off x="25283" y="1803375"/>
                <a:ext cx="15400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100 turns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478B2B-90B1-A5CB-D782-BF31EE7DCA1B}"/>
                  </a:ext>
                </a:extLst>
              </p:cNvPr>
              <p:cNvSpPr txBox="1"/>
              <p:nvPr/>
            </p:nvSpPr>
            <p:spPr>
              <a:xfrm>
                <a:off x="4134072" y="1861962"/>
                <a:ext cx="13395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20 turns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6461AE1-B8A2-CC03-3A26-57ADBE859258}"/>
                  </a:ext>
                </a:extLst>
              </p:cNvPr>
              <p:cNvSpPr txBox="1"/>
              <p:nvPr/>
            </p:nvSpPr>
            <p:spPr>
              <a:xfrm>
                <a:off x="-288968" y="836880"/>
                <a:ext cx="39248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2400" dirty="0">
                    <a:solidFill>
                      <a:srgbClr val="FFFF00"/>
                    </a:solidFill>
                  </a:rPr>
                  <a:t>Find current in the bulb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9A83DE68-FFE6-687D-147E-55B8B6F1C3D8}"/>
                      </a:ext>
                    </a:extLst>
                  </p:cNvPr>
                  <p:cNvSpPr txBox="1"/>
                  <p:nvPr/>
                </p:nvSpPr>
                <p:spPr>
                  <a:xfrm>
                    <a:off x="5130736" y="2948713"/>
                    <a:ext cx="62627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2400" dirty="0"/>
                      <a:t>4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oMath>
                    </a14:m>
                    <a:endParaRPr lang="en-IN" sz="2400" dirty="0"/>
                  </a:p>
                </p:txBody>
              </p:sp>
            </mc:Choice>
            <mc:Fallback xmlns="">
              <p:sp>
                <p:nvSpPr>
                  <p:cNvPr id="305" name="TextBox 304">
                    <a:extLst>
                      <a:ext uri="{FF2B5EF4-FFF2-40B4-BE49-F238E27FC236}">
                        <a16:creationId xmlns:a16="http://schemas.microsoft.com/office/drawing/2014/main" id="{9A83DE68-FFE6-687D-147E-55B8B6F1C3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0736" y="2948713"/>
                    <a:ext cx="626275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5686" t="-10526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509C658-6A83-C740-4486-EDD51C4D085F}"/>
                  </a:ext>
                </a:extLst>
              </p:cNvPr>
              <p:cNvSpPr txBox="1"/>
              <p:nvPr/>
            </p:nvSpPr>
            <p:spPr>
              <a:xfrm>
                <a:off x="-306093" y="2908725"/>
                <a:ext cx="15400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200V</a:t>
                </a:r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BFB69BE-6C65-DFED-37D0-CEA92B82EC6F}"/>
                </a:ext>
              </a:extLst>
            </p:cNvPr>
            <p:cNvSpPr/>
            <p:nvPr/>
          </p:nvSpPr>
          <p:spPr>
            <a:xfrm>
              <a:off x="5175250" y="2454275"/>
              <a:ext cx="85745" cy="812800"/>
            </a:xfrm>
            <a:custGeom>
              <a:avLst/>
              <a:gdLst>
                <a:gd name="connsiteX0" fmla="*/ 0 w 85745"/>
                <a:gd name="connsiteY0" fmla="*/ 0 h 812800"/>
                <a:gd name="connsiteX1" fmla="*/ 85725 w 85745"/>
                <a:gd name="connsiteY1" fmla="*/ 400050 h 812800"/>
                <a:gd name="connsiteX2" fmla="*/ 6350 w 85745"/>
                <a:gd name="connsiteY2" fmla="*/ 812800 h 8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45" h="812800">
                  <a:moveTo>
                    <a:pt x="0" y="0"/>
                  </a:moveTo>
                  <a:cubicBezTo>
                    <a:pt x="42333" y="132291"/>
                    <a:pt x="84667" y="264583"/>
                    <a:pt x="85725" y="400050"/>
                  </a:cubicBezTo>
                  <a:cubicBezTo>
                    <a:pt x="86783" y="535517"/>
                    <a:pt x="46566" y="674158"/>
                    <a:pt x="6350" y="812800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" name="Picture 2" descr="Light Bulb PNG Transparent Images | PNG All">
              <a:extLst>
                <a:ext uri="{FF2B5EF4-FFF2-40B4-BE49-F238E27FC236}">
                  <a16:creationId xmlns:a16="http://schemas.microsoft.com/office/drawing/2014/main" id="{729EE959-FC13-14C2-76B1-7FC98FB8FD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210525" y="2613528"/>
              <a:ext cx="461664" cy="461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8B150C9-1A0B-DC40-3108-0C59742F45EC}"/>
                </a:ext>
              </a:extLst>
            </p:cNvPr>
            <p:cNvCxnSpPr/>
            <p:nvPr/>
          </p:nvCxnSpPr>
          <p:spPr>
            <a:xfrm>
              <a:off x="616226" y="2253329"/>
              <a:ext cx="0" cy="4622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6A5B07-76AC-2506-7664-075CF0750ADD}"/>
                </a:ext>
              </a:extLst>
            </p:cNvPr>
            <p:cNvCxnSpPr/>
            <p:nvPr/>
          </p:nvCxnSpPr>
          <p:spPr>
            <a:xfrm>
              <a:off x="616226" y="2884665"/>
              <a:ext cx="0" cy="4622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F10640B-5148-1351-9BF2-D1F30C8A5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433" y="2723928"/>
              <a:ext cx="5214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BC3F92F-0971-B5F8-29F1-FF199FA544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4440" y="2888086"/>
              <a:ext cx="2394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409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52" grpId="0"/>
      <p:bldP spid="153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D430B4B-0AAC-D412-37C0-E9394D8E9166}"/>
              </a:ext>
            </a:extLst>
          </p:cNvPr>
          <p:cNvSpPr/>
          <p:nvPr/>
        </p:nvSpPr>
        <p:spPr>
          <a:xfrm>
            <a:off x="3137868" y="2136220"/>
            <a:ext cx="3361993" cy="2311809"/>
          </a:xfrm>
          <a:prstGeom prst="roundRect">
            <a:avLst>
              <a:gd name="adj" fmla="val 837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6B6ED91-7571-74C9-7AB4-A51E5DDA5891}"/>
              </a:ext>
            </a:extLst>
          </p:cNvPr>
          <p:cNvGrpSpPr/>
          <p:nvPr/>
        </p:nvGrpSpPr>
        <p:grpSpPr>
          <a:xfrm>
            <a:off x="3409192" y="2226879"/>
            <a:ext cx="1557560" cy="2066353"/>
            <a:chOff x="1289420" y="1450180"/>
            <a:chExt cx="3469413" cy="3422806"/>
          </a:xfrm>
        </p:grpSpPr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2D7F48B7-7CC3-22FE-EC7D-44EAB93CC1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70169" y="1626358"/>
              <a:ext cx="407965" cy="70100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F16B7D4F-16F8-1889-88D8-0F895952F0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26729" y="1674198"/>
              <a:ext cx="407965" cy="70100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65032E1E-C7BF-7BCF-0C36-BE1F289536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77574" y="1714418"/>
              <a:ext cx="407965" cy="70100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93A41B9-93FE-1990-5D26-4C71591809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36039" y="1760353"/>
              <a:ext cx="407965" cy="60088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E5FBD40D-4595-BE0A-6BAA-06657B0B49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1289420" y="1801956"/>
              <a:ext cx="407965" cy="60088"/>
            </a:xfrm>
            <a:prstGeom prst="rect">
              <a:avLst/>
            </a:prstGeom>
          </p:spPr>
        </p:pic>
        <p:sp>
          <p:nvSpPr>
            <p:cNvPr id="112" name="Freeform: Shape 36">
              <a:extLst>
                <a:ext uri="{FF2B5EF4-FFF2-40B4-BE49-F238E27FC236}">
                  <a16:creationId xmlns:a16="http://schemas.microsoft.com/office/drawing/2014/main" id="{F5E6D86B-5A2F-D904-909C-C937B64ACB4E}"/>
                </a:ext>
              </a:extLst>
            </p:cNvPr>
            <p:cNvSpPr/>
            <p:nvPr/>
          </p:nvSpPr>
          <p:spPr>
            <a:xfrm>
              <a:off x="1574824" y="145018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BA2B74A0-1C50-EEE5-646C-EB8EB06952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50868" y="4451581"/>
              <a:ext cx="407965" cy="70100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F98451D8-A533-6990-3E29-94FC918719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512335" y="1585927"/>
              <a:ext cx="407965" cy="70100"/>
            </a:xfrm>
            <a:prstGeom prst="rect">
              <a:avLst/>
            </a:prstGeom>
          </p:spPr>
        </p:pic>
        <p:sp>
          <p:nvSpPr>
            <p:cNvPr id="115" name="Freeform: Shape 39">
              <a:extLst>
                <a:ext uri="{FF2B5EF4-FFF2-40B4-BE49-F238E27FC236}">
                  <a16:creationId xmlns:a16="http://schemas.microsoft.com/office/drawing/2014/main" id="{C0CE0E81-63DA-1A36-FB20-9B5ADBBFB87B}"/>
                </a:ext>
              </a:extLst>
            </p:cNvPr>
            <p:cNvSpPr/>
            <p:nvPr/>
          </p:nvSpPr>
          <p:spPr>
            <a:xfrm>
              <a:off x="1530727" y="149407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CA5AC00A-019D-354B-43CE-418D57D000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08702" y="4492012"/>
              <a:ext cx="407965" cy="70100"/>
            </a:xfrm>
            <a:prstGeom prst="rect">
              <a:avLst/>
            </a:prstGeom>
          </p:spPr>
        </p:pic>
        <p:sp>
          <p:nvSpPr>
            <p:cNvPr id="117" name="Freeform: Shape 41">
              <a:extLst>
                <a:ext uri="{FF2B5EF4-FFF2-40B4-BE49-F238E27FC236}">
                  <a16:creationId xmlns:a16="http://schemas.microsoft.com/office/drawing/2014/main" id="{00478C50-1CBE-C9D2-B991-1FBF7849F7EF}"/>
                </a:ext>
              </a:extLst>
            </p:cNvPr>
            <p:cNvSpPr/>
            <p:nvPr/>
          </p:nvSpPr>
          <p:spPr>
            <a:xfrm>
              <a:off x="1486630" y="1537579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92969D94-7695-306C-9C46-321940674C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65262" y="4539852"/>
              <a:ext cx="407965" cy="70100"/>
            </a:xfrm>
            <a:prstGeom prst="rect">
              <a:avLst/>
            </a:prstGeom>
          </p:spPr>
        </p:pic>
        <p:sp>
          <p:nvSpPr>
            <p:cNvPr id="119" name="Freeform: Shape 43">
              <a:extLst>
                <a:ext uri="{FF2B5EF4-FFF2-40B4-BE49-F238E27FC236}">
                  <a16:creationId xmlns:a16="http://schemas.microsoft.com/office/drawing/2014/main" id="{8BBC242C-1D3F-754A-CDF6-2C5DFDBB727E}"/>
                </a:ext>
              </a:extLst>
            </p:cNvPr>
            <p:cNvSpPr/>
            <p:nvPr/>
          </p:nvSpPr>
          <p:spPr>
            <a:xfrm>
              <a:off x="1439129" y="158108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60F186A9-95C9-E470-AB6B-D55EF8E05B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16107" y="4580072"/>
              <a:ext cx="407965" cy="70100"/>
            </a:xfrm>
            <a:prstGeom prst="rect">
              <a:avLst/>
            </a:prstGeom>
          </p:spPr>
        </p:pic>
        <p:sp>
          <p:nvSpPr>
            <p:cNvPr id="121" name="Freeform: Shape 45">
              <a:extLst>
                <a:ext uri="{FF2B5EF4-FFF2-40B4-BE49-F238E27FC236}">
                  <a16:creationId xmlns:a16="http://schemas.microsoft.com/office/drawing/2014/main" id="{C7C4577B-25D7-8FEB-652D-BB5FAF2069C9}"/>
                </a:ext>
              </a:extLst>
            </p:cNvPr>
            <p:cNvSpPr/>
            <p:nvPr/>
          </p:nvSpPr>
          <p:spPr>
            <a:xfrm>
              <a:off x="1392568" y="162497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23968D2A-54E7-93A5-3B51-5F412EA83D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174572" y="4626007"/>
              <a:ext cx="407965" cy="60088"/>
            </a:xfrm>
            <a:prstGeom prst="rect">
              <a:avLst/>
            </a:prstGeom>
          </p:spPr>
        </p:pic>
        <p:sp>
          <p:nvSpPr>
            <p:cNvPr id="123" name="Freeform: Shape 47">
              <a:extLst>
                <a:ext uri="{FF2B5EF4-FFF2-40B4-BE49-F238E27FC236}">
                  <a16:creationId xmlns:a16="http://schemas.microsoft.com/office/drawing/2014/main" id="{88E9C5B6-0521-0F46-8E70-54519DF832AB}"/>
                </a:ext>
              </a:extLst>
            </p:cNvPr>
            <p:cNvSpPr/>
            <p:nvPr/>
          </p:nvSpPr>
          <p:spPr>
            <a:xfrm>
              <a:off x="1350807" y="1674202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96006AB2-C6CA-EF30-92A0-04EFA0BB6E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4127953" y="4667610"/>
              <a:ext cx="407965" cy="60088"/>
            </a:xfrm>
            <a:prstGeom prst="rect">
              <a:avLst/>
            </a:prstGeom>
          </p:spPr>
        </p:pic>
        <p:sp>
          <p:nvSpPr>
            <p:cNvPr id="125" name="Freeform: Shape 49">
              <a:extLst>
                <a:ext uri="{FF2B5EF4-FFF2-40B4-BE49-F238E27FC236}">
                  <a16:creationId xmlns:a16="http://schemas.microsoft.com/office/drawing/2014/main" id="{4D1A5B7A-34DC-3EEC-3451-D564A11F2368}"/>
                </a:ext>
              </a:extLst>
            </p:cNvPr>
            <p:cNvSpPr/>
            <p:nvPr/>
          </p:nvSpPr>
          <p:spPr>
            <a:xfrm>
              <a:off x="1306710" y="171733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C0A8984-0CE0-DC18-B830-EB1AE0DBEA67}"/>
              </a:ext>
            </a:extLst>
          </p:cNvPr>
          <p:cNvSpPr/>
          <p:nvPr/>
        </p:nvSpPr>
        <p:spPr>
          <a:xfrm>
            <a:off x="0" y="0"/>
            <a:ext cx="56897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Transformer Losses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9FEF3-0ECE-C36F-E171-93008BA0820F}"/>
              </a:ext>
            </a:extLst>
          </p:cNvPr>
          <p:cNvSpPr/>
          <p:nvPr/>
        </p:nvSpPr>
        <p:spPr>
          <a:xfrm>
            <a:off x="1955578" y="822386"/>
            <a:ext cx="208243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Flux Leakage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FB0E88-6F51-997E-D940-6C9B9CA51F12}"/>
              </a:ext>
            </a:extLst>
          </p:cNvPr>
          <p:cNvSpPr/>
          <p:nvPr/>
        </p:nvSpPr>
        <p:spPr>
          <a:xfrm>
            <a:off x="8901709" y="832011"/>
            <a:ext cx="190949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Copper loss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5E7CB9-F807-E30A-1288-E6BECCD01A4E}"/>
              </a:ext>
            </a:extLst>
          </p:cNvPr>
          <p:cNvCxnSpPr>
            <a:cxnSpLocks/>
          </p:cNvCxnSpPr>
          <p:nvPr/>
        </p:nvCxnSpPr>
        <p:spPr>
          <a:xfrm>
            <a:off x="2998437" y="1345606"/>
            <a:ext cx="0" cy="5334327"/>
          </a:xfrm>
          <a:prstGeom prst="line">
            <a:avLst/>
          </a:prstGeom>
          <a:ln w="28575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56BCD8-56A6-A78E-8DB4-6B839FCBE26F}"/>
              </a:ext>
            </a:extLst>
          </p:cNvPr>
          <p:cNvCxnSpPr>
            <a:cxnSpLocks/>
          </p:cNvCxnSpPr>
          <p:nvPr/>
        </p:nvCxnSpPr>
        <p:spPr>
          <a:xfrm>
            <a:off x="9833319" y="1355231"/>
            <a:ext cx="0" cy="5334327"/>
          </a:xfrm>
          <a:prstGeom prst="line">
            <a:avLst/>
          </a:prstGeom>
          <a:ln w="28575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02E9B1-80B5-F20A-EDE8-2A53503CC9A5}"/>
              </a:ext>
            </a:extLst>
          </p:cNvPr>
          <p:cNvSpPr txBox="1"/>
          <p:nvPr/>
        </p:nvSpPr>
        <p:spPr>
          <a:xfrm>
            <a:off x="822857" y="1506624"/>
            <a:ext cx="96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Issue: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D09A6B-94FB-CC6B-C7AF-F62B83A1FCEA}"/>
              </a:ext>
            </a:extLst>
          </p:cNvPr>
          <p:cNvSpPr txBox="1"/>
          <p:nvPr/>
        </p:nvSpPr>
        <p:spPr>
          <a:xfrm>
            <a:off x="4204082" y="1541275"/>
            <a:ext cx="739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Fix: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81DB7D-B205-6F67-B64C-D3B826AD4A91}"/>
              </a:ext>
            </a:extLst>
          </p:cNvPr>
          <p:cNvSpPr txBox="1"/>
          <p:nvPr/>
        </p:nvSpPr>
        <p:spPr>
          <a:xfrm>
            <a:off x="7392420" y="1498821"/>
            <a:ext cx="1589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Issue 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DA228-0C3D-61B5-5FAE-3D1C69BDE7C9}"/>
              </a:ext>
            </a:extLst>
          </p:cNvPr>
          <p:cNvSpPr txBox="1"/>
          <p:nvPr/>
        </p:nvSpPr>
        <p:spPr>
          <a:xfrm>
            <a:off x="10762855" y="1498821"/>
            <a:ext cx="931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Fix :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91AB469-8320-29BA-B037-067C6C8BDC47}"/>
              </a:ext>
            </a:extLst>
          </p:cNvPr>
          <p:cNvGrpSpPr/>
          <p:nvPr/>
        </p:nvGrpSpPr>
        <p:grpSpPr>
          <a:xfrm>
            <a:off x="130854" y="2073924"/>
            <a:ext cx="2496315" cy="2311809"/>
            <a:chOff x="126213" y="2124724"/>
            <a:chExt cx="1651787" cy="1767433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F17FC35-A126-7979-7C1C-F0747FF8E01C}"/>
                </a:ext>
              </a:extLst>
            </p:cNvPr>
            <p:cNvSpPr/>
            <p:nvPr/>
          </p:nvSpPr>
          <p:spPr>
            <a:xfrm>
              <a:off x="126213" y="2124724"/>
              <a:ext cx="1651787" cy="1767433"/>
            </a:xfrm>
            <a:prstGeom prst="roundRect">
              <a:avLst>
                <a:gd name="adj" fmla="val 8370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D6A6CEA-0998-3669-E8E3-AB8EA500B8D0}"/>
                </a:ext>
              </a:extLst>
            </p:cNvPr>
            <p:cNvGrpSpPr/>
            <p:nvPr/>
          </p:nvGrpSpPr>
          <p:grpSpPr>
            <a:xfrm>
              <a:off x="562342" y="2194034"/>
              <a:ext cx="1030622" cy="1579776"/>
              <a:chOff x="1289420" y="1450180"/>
              <a:chExt cx="3469413" cy="3422806"/>
            </a:xfrm>
          </p:grpSpPr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F3B2210E-D427-F9AF-AFD3-F798D55BDB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470169" y="1626358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DD79D18C-D41D-A682-1062-50CAC0AC67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426729" y="1674198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67A20E49-199F-FBB5-A9BB-F1768750E5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377574" y="1714418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2CF75EDE-6855-016E-E7A9-9D4E736FA6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336039" y="1760353"/>
                <a:ext cx="407965" cy="60088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FD86F408-9170-F41B-6936-FD26E436BC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45055">
                <a:off x="1289420" y="1801956"/>
                <a:ext cx="407965" cy="60088"/>
              </a:xfrm>
              <a:prstGeom prst="rect">
                <a:avLst/>
              </a:prstGeom>
            </p:spPr>
          </p:pic>
          <p:sp>
            <p:nvSpPr>
              <p:cNvPr id="50" name="Freeform: Shape 36">
                <a:extLst>
                  <a:ext uri="{FF2B5EF4-FFF2-40B4-BE49-F238E27FC236}">
                    <a16:creationId xmlns:a16="http://schemas.microsoft.com/office/drawing/2014/main" id="{69BEA9E0-BF7A-59AD-2486-F9FFC4E045F2}"/>
                  </a:ext>
                </a:extLst>
              </p:cNvPr>
              <p:cNvSpPr/>
              <p:nvPr/>
            </p:nvSpPr>
            <p:spPr>
              <a:xfrm>
                <a:off x="1574824" y="1450180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57724269-AE68-F195-856D-A6C9222703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350868" y="4451581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9D988B27-3DC5-991B-1191-8EB258FFD0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512335" y="1585927"/>
                <a:ext cx="407965" cy="70100"/>
              </a:xfrm>
              <a:prstGeom prst="rect">
                <a:avLst/>
              </a:prstGeom>
            </p:spPr>
          </p:pic>
          <p:sp>
            <p:nvSpPr>
              <p:cNvPr id="53" name="Freeform: Shape 39">
                <a:extLst>
                  <a:ext uri="{FF2B5EF4-FFF2-40B4-BE49-F238E27FC236}">
                    <a16:creationId xmlns:a16="http://schemas.microsoft.com/office/drawing/2014/main" id="{601E6A66-F2F7-5993-BB8C-1CE8A91AC420}"/>
                  </a:ext>
                </a:extLst>
              </p:cNvPr>
              <p:cNvSpPr/>
              <p:nvPr/>
            </p:nvSpPr>
            <p:spPr>
              <a:xfrm>
                <a:off x="1530727" y="1494070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6A8556C0-0C92-B70E-A8AF-D05533F2FC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308702" y="4492012"/>
                <a:ext cx="407965" cy="70100"/>
              </a:xfrm>
              <a:prstGeom prst="rect">
                <a:avLst/>
              </a:prstGeom>
            </p:spPr>
          </p:pic>
          <p:sp>
            <p:nvSpPr>
              <p:cNvPr id="55" name="Freeform: Shape 41">
                <a:extLst>
                  <a:ext uri="{FF2B5EF4-FFF2-40B4-BE49-F238E27FC236}">
                    <a16:creationId xmlns:a16="http://schemas.microsoft.com/office/drawing/2014/main" id="{DD35864F-5DC3-584D-1682-8609FDF78E2F}"/>
                  </a:ext>
                </a:extLst>
              </p:cNvPr>
              <p:cNvSpPr/>
              <p:nvPr/>
            </p:nvSpPr>
            <p:spPr>
              <a:xfrm>
                <a:off x="1486630" y="1537579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E789EFCA-616E-BC7E-5AFB-EA6589BFD4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265262" y="4539852"/>
                <a:ext cx="407965" cy="70100"/>
              </a:xfrm>
              <a:prstGeom prst="rect">
                <a:avLst/>
              </a:prstGeom>
            </p:spPr>
          </p:pic>
          <p:sp>
            <p:nvSpPr>
              <p:cNvPr id="57" name="Freeform: Shape 43">
                <a:extLst>
                  <a:ext uri="{FF2B5EF4-FFF2-40B4-BE49-F238E27FC236}">
                    <a16:creationId xmlns:a16="http://schemas.microsoft.com/office/drawing/2014/main" id="{236AF3F4-DB0E-833A-94B4-4E59C92D04FB}"/>
                  </a:ext>
                </a:extLst>
              </p:cNvPr>
              <p:cNvSpPr/>
              <p:nvPr/>
            </p:nvSpPr>
            <p:spPr>
              <a:xfrm>
                <a:off x="1439129" y="1581088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52FCA632-9051-7BD3-F767-875CCC87DA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216107" y="4580072"/>
                <a:ext cx="407965" cy="70100"/>
              </a:xfrm>
              <a:prstGeom prst="rect">
                <a:avLst/>
              </a:prstGeom>
            </p:spPr>
          </p:pic>
          <p:sp>
            <p:nvSpPr>
              <p:cNvPr id="59" name="Freeform: Shape 45">
                <a:extLst>
                  <a:ext uri="{FF2B5EF4-FFF2-40B4-BE49-F238E27FC236}">
                    <a16:creationId xmlns:a16="http://schemas.microsoft.com/office/drawing/2014/main" id="{41316335-0CA1-A88D-136A-5CB7CF996F78}"/>
                  </a:ext>
                </a:extLst>
              </p:cNvPr>
              <p:cNvSpPr/>
              <p:nvPr/>
            </p:nvSpPr>
            <p:spPr>
              <a:xfrm>
                <a:off x="1392568" y="1624978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B5342472-71EB-995E-5C08-E9D3D932BD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174572" y="4626007"/>
                <a:ext cx="407965" cy="60088"/>
              </a:xfrm>
              <a:prstGeom prst="rect">
                <a:avLst/>
              </a:prstGeom>
            </p:spPr>
          </p:pic>
          <p:sp>
            <p:nvSpPr>
              <p:cNvPr id="61" name="Freeform: Shape 47">
                <a:extLst>
                  <a:ext uri="{FF2B5EF4-FFF2-40B4-BE49-F238E27FC236}">
                    <a16:creationId xmlns:a16="http://schemas.microsoft.com/office/drawing/2014/main" id="{477E866E-68A7-945B-F4FB-6DA40258C596}"/>
                  </a:ext>
                </a:extLst>
              </p:cNvPr>
              <p:cNvSpPr/>
              <p:nvPr/>
            </p:nvSpPr>
            <p:spPr>
              <a:xfrm>
                <a:off x="1350807" y="1674202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2DFABC4C-FDB6-F226-4A7D-95767CBC89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45055">
                <a:off x="4127953" y="4667610"/>
                <a:ext cx="407965" cy="60088"/>
              </a:xfrm>
              <a:prstGeom prst="rect">
                <a:avLst/>
              </a:prstGeom>
            </p:spPr>
          </p:pic>
          <p:sp>
            <p:nvSpPr>
              <p:cNvPr id="63" name="Freeform: Shape 49">
                <a:extLst>
                  <a:ext uri="{FF2B5EF4-FFF2-40B4-BE49-F238E27FC236}">
                    <a16:creationId xmlns:a16="http://schemas.microsoft.com/office/drawing/2014/main" id="{3A15CADB-4999-7DFD-AAF2-E25471762350}"/>
                  </a:ext>
                </a:extLst>
              </p:cNvPr>
              <p:cNvSpPr/>
              <p:nvPr/>
            </p:nvSpPr>
            <p:spPr>
              <a:xfrm>
                <a:off x="1306710" y="1717330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7E80D86-6332-F792-5A06-66AA5E63AC32}"/>
                </a:ext>
              </a:extLst>
            </p:cNvPr>
            <p:cNvGrpSpPr/>
            <p:nvPr/>
          </p:nvGrpSpPr>
          <p:grpSpPr>
            <a:xfrm>
              <a:off x="596730" y="2286928"/>
              <a:ext cx="898092" cy="1411062"/>
              <a:chOff x="5707898" y="2790590"/>
              <a:chExt cx="2258398" cy="2321893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9972566A-8EA6-C9D2-DEDD-37C351D5A90A}"/>
                  </a:ext>
                </a:extLst>
              </p:cNvPr>
              <p:cNvSpPr/>
              <p:nvPr/>
            </p:nvSpPr>
            <p:spPr>
              <a:xfrm>
                <a:off x="5870501" y="2938257"/>
                <a:ext cx="1966613" cy="2036070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025D3355-811C-97BC-61DF-59A307E74971}"/>
                  </a:ext>
                </a:extLst>
              </p:cNvPr>
              <p:cNvSpPr/>
              <p:nvPr/>
            </p:nvSpPr>
            <p:spPr>
              <a:xfrm>
                <a:off x="5806423" y="2879158"/>
                <a:ext cx="2066538" cy="2151278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B7D87950-0648-6E6D-0998-0DF670069295}"/>
                  </a:ext>
                </a:extLst>
              </p:cNvPr>
              <p:cNvSpPr/>
              <p:nvPr/>
            </p:nvSpPr>
            <p:spPr>
              <a:xfrm>
                <a:off x="5741072" y="2836991"/>
                <a:ext cx="2194320" cy="2262794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CA905EA1-E41B-1D53-5259-800884735927}"/>
                  </a:ext>
                </a:extLst>
              </p:cNvPr>
              <p:cNvSpPr/>
              <p:nvPr/>
            </p:nvSpPr>
            <p:spPr>
              <a:xfrm>
                <a:off x="5707898" y="2790590"/>
                <a:ext cx="2258398" cy="2321893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A163D219-13B4-D7F6-3306-CD3EB78157E4}"/>
                  </a:ext>
                </a:extLst>
              </p:cNvPr>
              <p:cNvSpPr/>
              <p:nvPr/>
            </p:nvSpPr>
            <p:spPr>
              <a:xfrm>
                <a:off x="5859270" y="2917401"/>
                <a:ext cx="1966613" cy="2036070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BCF1F22-88AE-43E7-50E8-5A481CB85648}"/>
                </a:ext>
              </a:extLst>
            </p:cNvPr>
            <p:cNvSpPr/>
            <p:nvPr/>
          </p:nvSpPr>
          <p:spPr>
            <a:xfrm>
              <a:off x="155028" y="3200893"/>
              <a:ext cx="775357" cy="172796"/>
            </a:xfrm>
            <a:custGeom>
              <a:avLst/>
              <a:gdLst>
                <a:gd name="connsiteX0" fmla="*/ 0 w 1949761"/>
                <a:gd name="connsiteY0" fmla="*/ 202130 h 386896"/>
                <a:gd name="connsiteX1" fmla="*/ 1174282 w 1949761"/>
                <a:gd name="connsiteY1" fmla="*/ 385010 h 386896"/>
                <a:gd name="connsiteX2" fmla="*/ 1934678 w 1949761"/>
                <a:gd name="connsiteY2" fmla="*/ 279133 h 386896"/>
                <a:gd name="connsiteX3" fmla="*/ 1607419 w 1949761"/>
                <a:gd name="connsiteY3" fmla="*/ 0 h 3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761" h="386896">
                  <a:moveTo>
                    <a:pt x="0" y="202130"/>
                  </a:moveTo>
                  <a:cubicBezTo>
                    <a:pt x="425918" y="287153"/>
                    <a:pt x="851836" y="372176"/>
                    <a:pt x="1174282" y="385010"/>
                  </a:cubicBezTo>
                  <a:cubicBezTo>
                    <a:pt x="1496728" y="397844"/>
                    <a:pt x="1862489" y="343301"/>
                    <a:pt x="1934678" y="279133"/>
                  </a:cubicBezTo>
                  <a:cubicBezTo>
                    <a:pt x="2006867" y="214965"/>
                    <a:pt x="1807143" y="107482"/>
                    <a:pt x="1607419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FA412-2DF9-45E7-B8A9-3FEB8F8B40F6}"/>
                </a:ext>
              </a:extLst>
            </p:cNvPr>
            <p:cNvSpPr/>
            <p:nvPr/>
          </p:nvSpPr>
          <p:spPr>
            <a:xfrm>
              <a:off x="474637" y="3159946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BCA6618-B121-46DC-3CC4-D7B0B63AF652}"/>
                </a:ext>
              </a:extLst>
            </p:cNvPr>
            <p:cNvSpPr/>
            <p:nvPr/>
          </p:nvSpPr>
          <p:spPr>
            <a:xfrm>
              <a:off x="474637" y="3066587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2A40C0B-C777-28E9-EE46-2D99C610079E}"/>
                </a:ext>
              </a:extLst>
            </p:cNvPr>
            <p:cNvSpPr/>
            <p:nvPr/>
          </p:nvSpPr>
          <p:spPr>
            <a:xfrm>
              <a:off x="474637" y="2973228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96320BF-F581-A167-385E-E5F1E30D5052}"/>
                </a:ext>
              </a:extLst>
            </p:cNvPr>
            <p:cNvSpPr/>
            <p:nvPr/>
          </p:nvSpPr>
          <p:spPr>
            <a:xfrm>
              <a:off x="474637" y="2879869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9720E5E-5E51-2E12-4686-9DFC54116485}"/>
                </a:ext>
              </a:extLst>
            </p:cNvPr>
            <p:cNvSpPr/>
            <p:nvPr/>
          </p:nvSpPr>
          <p:spPr>
            <a:xfrm>
              <a:off x="474637" y="2786509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94A9A-4CD6-8C05-9C3E-5B5C0B374823}"/>
                </a:ext>
              </a:extLst>
            </p:cNvPr>
            <p:cNvSpPr/>
            <p:nvPr/>
          </p:nvSpPr>
          <p:spPr>
            <a:xfrm>
              <a:off x="474637" y="2693150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60C7C90-E00B-7F17-1F6D-F4E74501D06E}"/>
                </a:ext>
              </a:extLst>
            </p:cNvPr>
            <p:cNvSpPr/>
            <p:nvPr/>
          </p:nvSpPr>
          <p:spPr>
            <a:xfrm>
              <a:off x="474637" y="2599791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E204FE5-5473-2A94-AA46-AB1C17090EE9}"/>
                </a:ext>
              </a:extLst>
            </p:cNvPr>
            <p:cNvCxnSpPr/>
            <p:nvPr/>
          </p:nvCxnSpPr>
          <p:spPr>
            <a:xfrm flipH="1">
              <a:off x="165204" y="2622686"/>
              <a:ext cx="396439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8517F56-80D5-124E-EB7E-EED110A98D14}"/>
                </a:ext>
              </a:extLst>
            </p:cNvPr>
            <p:cNvSpPr/>
            <p:nvPr/>
          </p:nvSpPr>
          <p:spPr>
            <a:xfrm>
              <a:off x="241020" y="2397746"/>
              <a:ext cx="441618" cy="1237361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44A396F-A834-FA8D-0B21-3FFCDFAB8727}"/>
              </a:ext>
            </a:extLst>
          </p:cNvPr>
          <p:cNvGrpSpPr/>
          <p:nvPr/>
        </p:nvGrpSpPr>
        <p:grpSpPr>
          <a:xfrm>
            <a:off x="4661604" y="2226879"/>
            <a:ext cx="1557560" cy="2066353"/>
            <a:chOff x="1289420" y="1450180"/>
            <a:chExt cx="3469413" cy="3422806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2E40D96D-635C-F865-D337-814B874305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70169" y="1626358"/>
              <a:ext cx="407965" cy="70100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DFA680B2-37E5-2816-A815-1D4A63918B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26729" y="1674198"/>
              <a:ext cx="407965" cy="70100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BCAEFBE3-6EB3-57D9-532E-7F4A11AF83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77574" y="1714418"/>
              <a:ext cx="407965" cy="70100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87516A30-D170-1307-F587-13103E0F8A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36039" y="1760353"/>
              <a:ext cx="407965" cy="60088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F53A7ED4-52B8-1B75-3D85-DA26CC3B96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1289420" y="1801956"/>
              <a:ext cx="407965" cy="60088"/>
            </a:xfrm>
            <a:prstGeom prst="rect">
              <a:avLst/>
            </a:prstGeom>
          </p:spPr>
        </p:pic>
        <p:sp>
          <p:nvSpPr>
            <p:cNvPr id="92" name="Freeform: Shape 36">
              <a:extLst>
                <a:ext uri="{FF2B5EF4-FFF2-40B4-BE49-F238E27FC236}">
                  <a16:creationId xmlns:a16="http://schemas.microsoft.com/office/drawing/2014/main" id="{D5BFE6FD-79F5-80CA-9BC5-30ADCB977BBA}"/>
                </a:ext>
              </a:extLst>
            </p:cNvPr>
            <p:cNvSpPr/>
            <p:nvPr/>
          </p:nvSpPr>
          <p:spPr>
            <a:xfrm>
              <a:off x="1574824" y="145018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00F9EAC-C755-6A20-8C3D-E0882E0BEB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50868" y="4451581"/>
              <a:ext cx="407965" cy="70100"/>
            </a:xfrm>
            <a:prstGeom prst="rect">
              <a:avLst/>
            </a:prstGeom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B7DEAF35-CD42-3BEB-D554-FD733238A6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512335" y="1585927"/>
              <a:ext cx="407965" cy="70100"/>
            </a:xfrm>
            <a:prstGeom prst="rect">
              <a:avLst/>
            </a:prstGeom>
          </p:spPr>
        </p:pic>
        <p:sp>
          <p:nvSpPr>
            <p:cNvPr id="95" name="Freeform: Shape 39">
              <a:extLst>
                <a:ext uri="{FF2B5EF4-FFF2-40B4-BE49-F238E27FC236}">
                  <a16:creationId xmlns:a16="http://schemas.microsoft.com/office/drawing/2014/main" id="{6AA0D9CE-8668-6F27-F3E2-4D43317A5FF3}"/>
                </a:ext>
              </a:extLst>
            </p:cNvPr>
            <p:cNvSpPr/>
            <p:nvPr/>
          </p:nvSpPr>
          <p:spPr>
            <a:xfrm>
              <a:off x="1530727" y="149407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F6EA0AE3-CA0D-A062-4502-683527C311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08702" y="4492012"/>
              <a:ext cx="407965" cy="70100"/>
            </a:xfrm>
            <a:prstGeom prst="rect">
              <a:avLst/>
            </a:prstGeom>
          </p:spPr>
        </p:pic>
        <p:sp>
          <p:nvSpPr>
            <p:cNvPr id="97" name="Freeform: Shape 41">
              <a:extLst>
                <a:ext uri="{FF2B5EF4-FFF2-40B4-BE49-F238E27FC236}">
                  <a16:creationId xmlns:a16="http://schemas.microsoft.com/office/drawing/2014/main" id="{40F5AF25-6F0D-59D2-861A-629264ABCEDD}"/>
                </a:ext>
              </a:extLst>
            </p:cNvPr>
            <p:cNvSpPr/>
            <p:nvPr/>
          </p:nvSpPr>
          <p:spPr>
            <a:xfrm>
              <a:off x="1486630" y="1537579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A9736F65-8A93-70A6-8122-6C075091D3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65262" y="4539852"/>
              <a:ext cx="407965" cy="70100"/>
            </a:xfrm>
            <a:prstGeom prst="rect">
              <a:avLst/>
            </a:prstGeom>
          </p:spPr>
        </p:pic>
        <p:sp>
          <p:nvSpPr>
            <p:cNvPr id="99" name="Freeform: Shape 43">
              <a:extLst>
                <a:ext uri="{FF2B5EF4-FFF2-40B4-BE49-F238E27FC236}">
                  <a16:creationId xmlns:a16="http://schemas.microsoft.com/office/drawing/2014/main" id="{9D2AD3F3-F18D-D07F-896E-C4C72A6E9C81}"/>
                </a:ext>
              </a:extLst>
            </p:cNvPr>
            <p:cNvSpPr/>
            <p:nvPr/>
          </p:nvSpPr>
          <p:spPr>
            <a:xfrm>
              <a:off x="1439129" y="158108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31605C5A-51C6-C381-A20C-B8C2CD3E72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16107" y="4580072"/>
              <a:ext cx="407965" cy="70100"/>
            </a:xfrm>
            <a:prstGeom prst="rect">
              <a:avLst/>
            </a:prstGeom>
          </p:spPr>
        </p:pic>
        <p:sp>
          <p:nvSpPr>
            <p:cNvPr id="101" name="Freeform: Shape 45">
              <a:extLst>
                <a:ext uri="{FF2B5EF4-FFF2-40B4-BE49-F238E27FC236}">
                  <a16:creationId xmlns:a16="http://schemas.microsoft.com/office/drawing/2014/main" id="{07946AF1-994F-9374-DC89-2FE2D5865656}"/>
                </a:ext>
              </a:extLst>
            </p:cNvPr>
            <p:cNvSpPr/>
            <p:nvPr/>
          </p:nvSpPr>
          <p:spPr>
            <a:xfrm>
              <a:off x="1392568" y="162497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BC72C556-99D1-BFA8-D6E7-98AE34B527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174572" y="4626007"/>
              <a:ext cx="407965" cy="60088"/>
            </a:xfrm>
            <a:prstGeom prst="rect">
              <a:avLst/>
            </a:prstGeom>
          </p:spPr>
        </p:pic>
        <p:sp>
          <p:nvSpPr>
            <p:cNvPr id="103" name="Freeform: Shape 47">
              <a:extLst>
                <a:ext uri="{FF2B5EF4-FFF2-40B4-BE49-F238E27FC236}">
                  <a16:creationId xmlns:a16="http://schemas.microsoft.com/office/drawing/2014/main" id="{ED1EC0EC-3AB0-331E-09F9-70237D2A6B62}"/>
                </a:ext>
              </a:extLst>
            </p:cNvPr>
            <p:cNvSpPr/>
            <p:nvPr/>
          </p:nvSpPr>
          <p:spPr>
            <a:xfrm>
              <a:off x="1350807" y="1674202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D98302FF-7C74-97DA-F6AC-577335ECC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4127953" y="4667610"/>
              <a:ext cx="407965" cy="60088"/>
            </a:xfrm>
            <a:prstGeom prst="rect">
              <a:avLst/>
            </a:prstGeom>
          </p:spPr>
        </p:pic>
        <p:sp>
          <p:nvSpPr>
            <p:cNvPr id="105" name="Freeform: Shape 49">
              <a:extLst>
                <a:ext uri="{FF2B5EF4-FFF2-40B4-BE49-F238E27FC236}">
                  <a16:creationId xmlns:a16="http://schemas.microsoft.com/office/drawing/2014/main" id="{F43A6D97-BCDD-D34F-A895-2B1DAF08126B}"/>
                </a:ext>
              </a:extLst>
            </p:cNvPr>
            <p:cNvSpPr/>
            <p:nvPr/>
          </p:nvSpPr>
          <p:spPr>
            <a:xfrm>
              <a:off x="1306710" y="171733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CF91C57-B16C-50FE-8927-2AF22A9D0EE8}"/>
              </a:ext>
            </a:extLst>
          </p:cNvPr>
          <p:cNvGrpSpPr/>
          <p:nvPr/>
        </p:nvGrpSpPr>
        <p:grpSpPr>
          <a:xfrm>
            <a:off x="4714631" y="2348383"/>
            <a:ext cx="1357270" cy="1845674"/>
            <a:chOff x="5707898" y="2790590"/>
            <a:chExt cx="2258398" cy="2321893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DA222EEB-1C0A-4F06-0390-871B17468509}"/>
                </a:ext>
              </a:extLst>
            </p:cNvPr>
            <p:cNvSpPr/>
            <p:nvPr/>
          </p:nvSpPr>
          <p:spPr>
            <a:xfrm>
              <a:off x="5870501" y="2938257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501C7FA7-803C-3228-8A37-FE8A84EC011A}"/>
                </a:ext>
              </a:extLst>
            </p:cNvPr>
            <p:cNvSpPr/>
            <p:nvPr/>
          </p:nvSpPr>
          <p:spPr>
            <a:xfrm>
              <a:off x="5806423" y="2879158"/>
              <a:ext cx="2066538" cy="2151278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32CB073-57E6-0CC3-63C1-68DA2BC5E32B}"/>
                </a:ext>
              </a:extLst>
            </p:cNvPr>
            <p:cNvSpPr/>
            <p:nvPr/>
          </p:nvSpPr>
          <p:spPr>
            <a:xfrm>
              <a:off x="5741072" y="2836991"/>
              <a:ext cx="2194320" cy="2262794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95C1C3C9-8D3C-A7CA-0103-6709DC6BDEF7}"/>
                </a:ext>
              </a:extLst>
            </p:cNvPr>
            <p:cNvSpPr/>
            <p:nvPr/>
          </p:nvSpPr>
          <p:spPr>
            <a:xfrm>
              <a:off x="5707898" y="2790590"/>
              <a:ext cx="2258398" cy="2321893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5609E5AC-672A-D1C7-87A5-D6CE6B422060}"/>
                </a:ext>
              </a:extLst>
            </p:cNvPr>
            <p:cNvSpPr/>
            <p:nvPr/>
          </p:nvSpPr>
          <p:spPr>
            <a:xfrm>
              <a:off x="5859270" y="2917401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A0000A5-9947-8F4F-93E4-BF011E626E33}"/>
              </a:ext>
            </a:extLst>
          </p:cNvPr>
          <p:cNvGrpSpPr/>
          <p:nvPr/>
        </p:nvGrpSpPr>
        <p:grpSpPr>
          <a:xfrm>
            <a:off x="4047095" y="2757609"/>
            <a:ext cx="1171783" cy="1012262"/>
            <a:chOff x="4172221" y="2757609"/>
            <a:chExt cx="1171783" cy="1012262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FD4C244-3A33-4B2B-2E8D-FEE0FC12C7AC}"/>
                </a:ext>
              </a:extLst>
            </p:cNvPr>
            <p:cNvSpPr/>
            <p:nvPr/>
          </p:nvSpPr>
          <p:spPr>
            <a:xfrm>
              <a:off x="4172221" y="3543853"/>
              <a:ext cx="1171783" cy="226018"/>
            </a:xfrm>
            <a:custGeom>
              <a:avLst/>
              <a:gdLst>
                <a:gd name="connsiteX0" fmla="*/ 0 w 1949761"/>
                <a:gd name="connsiteY0" fmla="*/ 202130 h 386896"/>
                <a:gd name="connsiteX1" fmla="*/ 1174282 w 1949761"/>
                <a:gd name="connsiteY1" fmla="*/ 385010 h 386896"/>
                <a:gd name="connsiteX2" fmla="*/ 1934678 w 1949761"/>
                <a:gd name="connsiteY2" fmla="*/ 279133 h 386896"/>
                <a:gd name="connsiteX3" fmla="*/ 1607419 w 1949761"/>
                <a:gd name="connsiteY3" fmla="*/ 0 h 3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761" h="386896">
                  <a:moveTo>
                    <a:pt x="0" y="202130"/>
                  </a:moveTo>
                  <a:cubicBezTo>
                    <a:pt x="425918" y="287153"/>
                    <a:pt x="851836" y="372176"/>
                    <a:pt x="1174282" y="385010"/>
                  </a:cubicBezTo>
                  <a:cubicBezTo>
                    <a:pt x="1496728" y="397844"/>
                    <a:pt x="1862489" y="343301"/>
                    <a:pt x="1934678" y="279133"/>
                  </a:cubicBezTo>
                  <a:cubicBezTo>
                    <a:pt x="2006867" y="214965"/>
                    <a:pt x="1807143" y="107482"/>
                    <a:pt x="1607419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5F59640-E523-C853-F3DD-0238EC8BC4AB}"/>
                </a:ext>
              </a:extLst>
            </p:cNvPr>
            <p:cNvSpPr/>
            <p:nvPr/>
          </p:nvSpPr>
          <p:spPr>
            <a:xfrm>
              <a:off x="4655240" y="3490294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8D83FF2-F0F5-34D1-3DFF-04E72C189D0B}"/>
                </a:ext>
              </a:extLst>
            </p:cNvPr>
            <p:cNvSpPr/>
            <p:nvPr/>
          </p:nvSpPr>
          <p:spPr>
            <a:xfrm>
              <a:off x="4655240" y="3368180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1A52370-0D7A-4B81-84A3-EC3F4491E57D}"/>
                </a:ext>
              </a:extLst>
            </p:cNvPr>
            <p:cNvSpPr/>
            <p:nvPr/>
          </p:nvSpPr>
          <p:spPr>
            <a:xfrm>
              <a:off x="4655240" y="3246066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C6E0439-332E-4979-5A59-0361B2AC4BCA}"/>
                </a:ext>
              </a:extLst>
            </p:cNvPr>
            <p:cNvSpPr/>
            <p:nvPr/>
          </p:nvSpPr>
          <p:spPr>
            <a:xfrm>
              <a:off x="4655240" y="3123952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0560F67-47AD-7865-3258-0BF710725447}"/>
                </a:ext>
              </a:extLst>
            </p:cNvPr>
            <p:cNvSpPr/>
            <p:nvPr/>
          </p:nvSpPr>
          <p:spPr>
            <a:xfrm>
              <a:off x="4655240" y="3001837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1E10A6D-ED5E-033E-4A19-17AC790B3A31}"/>
                </a:ext>
              </a:extLst>
            </p:cNvPr>
            <p:cNvSpPr/>
            <p:nvPr/>
          </p:nvSpPr>
          <p:spPr>
            <a:xfrm>
              <a:off x="4655240" y="2879723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ED48FE4-8414-9246-1D55-537636296B01}"/>
                </a:ext>
              </a:extLst>
            </p:cNvPr>
            <p:cNvSpPr/>
            <p:nvPr/>
          </p:nvSpPr>
          <p:spPr>
            <a:xfrm>
              <a:off x="4655240" y="2757609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46D0C26-44CC-56E6-6A78-B8F88BA1D427}"/>
                </a:ext>
              </a:extLst>
            </p:cNvPr>
            <p:cNvCxnSpPr/>
            <p:nvPr/>
          </p:nvCxnSpPr>
          <p:spPr>
            <a:xfrm flipH="1">
              <a:off x="4187599" y="2787556"/>
              <a:ext cx="599131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410182F-53F4-0921-FBB0-1F7E6A8A1BED}"/>
              </a:ext>
            </a:extLst>
          </p:cNvPr>
          <p:cNvGrpSpPr/>
          <p:nvPr/>
        </p:nvGrpSpPr>
        <p:grpSpPr>
          <a:xfrm>
            <a:off x="3500586" y="2308115"/>
            <a:ext cx="1357270" cy="1845674"/>
            <a:chOff x="5707898" y="2790590"/>
            <a:chExt cx="2258398" cy="2321893"/>
          </a:xfrm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E5D478F9-E407-6F75-23B2-3FEC4E570483}"/>
                </a:ext>
              </a:extLst>
            </p:cNvPr>
            <p:cNvSpPr/>
            <p:nvPr/>
          </p:nvSpPr>
          <p:spPr>
            <a:xfrm>
              <a:off x="5870501" y="2938257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2A250FE3-56EF-7D65-FAC6-5E6213968BEA}"/>
                </a:ext>
              </a:extLst>
            </p:cNvPr>
            <p:cNvSpPr/>
            <p:nvPr/>
          </p:nvSpPr>
          <p:spPr>
            <a:xfrm>
              <a:off x="5806423" y="2879158"/>
              <a:ext cx="2066538" cy="2151278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7E186740-0CA2-28F9-DE0F-1857F2349680}"/>
                </a:ext>
              </a:extLst>
            </p:cNvPr>
            <p:cNvSpPr/>
            <p:nvPr/>
          </p:nvSpPr>
          <p:spPr>
            <a:xfrm>
              <a:off x="5741072" y="2836991"/>
              <a:ext cx="2194320" cy="2262794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07A84391-4A93-3D36-B621-CCC585DD1C31}"/>
                </a:ext>
              </a:extLst>
            </p:cNvPr>
            <p:cNvSpPr/>
            <p:nvPr/>
          </p:nvSpPr>
          <p:spPr>
            <a:xfrm>
              <a:off x="5707898" y="2790590"/>
              <a:ext cx="2258398" cy="2321893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2D322765-9B36-2680-D11E-7B90929FF11D}"/>
                </a:ext>
              </a:extLst>
            </p:cNvPr>
            <p:cNvSpPr/>
            <p:nvPr/>
          </p:nvSpPr>
          <p:spPr>
            <a:xfrm>
              <a:off x="5859270" y="2917401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CB3A6C6-C441-2DA4-D1A8-2B53F90936A2}"/>
              </a:ext>
            </a:extLst>
          </p:cNvPr>
          <p:cNvGrpSpPr/>
          <p:nvPr/>
        </p:nvGrpSpPr>
        <p:grpSpPr>
          <a:xfrm flipH="1">
            <a:off x="4438784" y="2806263"/>
            <a:ext cx="1208071" cy="1012262"/>
            <a:chOff x="4172221" y="2757609"/>
            <a:chExt cx="1171783" cy="1012262"/>
          </a:xfrm>
        </p:grpSpPr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1DD371A-7DC8-4CFB-1A70-A8C7DA3E820D}"/>
                </a:ext>
              </a:extLst>
            </p:cNvPr>
            <p:cNvSpPr/>
            <p:nvPr/>
          </p:nvSpPr>
          <p:spPr>
            <a:xfrm>
              <a:off x="4172221" y="3543853"/>
              <a:ext cx="1171783" cy="226018"/>
            </a:xfrm>
            <a:custGeom>
              <a:avLst/>
              <a:gdLst>
                <a:gd name="connsiteX0" fmla="*/ 0 w 1949761"/>
                <a:gd name="connsiteY0" fmla="*/ 202130 h 386896"/>
                <a:gd name="connsiteX1" fmla="*/ 1174282 w 1949761"/>
                <a:gd name="connsiteY1" fmla="*/ 385010 h 386896"/>
                <a:gd name="connsiteX2" fmla="*/ 1934678 w 1949761"/>
                <a:gd name="connsiteY2" fmla="*/ 279133 h 386896"/>
                <a:gd name="connsiteX3" fmla="*/ 1607419 w 1949761"/>
                <a:gd name="connsiteY3" fmla="*/ 0 h 3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761" h="386896">
                  <a:moveTo>
                    <a:pt x="0" y="202130"/>
                  </a:moveTo>
                  <a:cubicBezTo>
                    <a:pt x="425918" y="287153"/>
                    <a:pt x="851836" y="372176"/>
                    <a:pt x="1174282" y="385010"/>
                  </a:cubicBezTo>
                  <a:cubicBezTo>
                    <a:pt x="1496728" y="397844"/>
                    <a:pt x="1862489" y="343301"/>
                    <a:pt x="1934678" y="279133"/>
                  </a:cubicBezTo>
                  <a:cubicBezTo>
                    <a:pt x="2006867" y="214965"/>
                    <a:pt x="1807143" y="107482"/>
                    <a:pt x="1607419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7441D64-67CE-E5B8-C217-5830D294712C}"/>
                </a:ext>
              </a:extLst>
            </p:cNvPr>
            <p:cNvSpPr/>
            <p:nvPr/>
          </p:nvSpPr>
          <p:spPr>
            <a:xfrm>
              <a:off x="4655240" y="3490294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CCDA1D6C-4DA4-4D5F-68C9-10BC7E9A2775}"/>
                </a:ext>
              </a:extLst>
            </p:cNvPr>
            <p:cNvSpPr/>
            <p:nvPr/>
          </p:nvSpPr>
          <p:spPr>
            <a:xfrm>
              <a:off x="4655240" y="3368180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DD843FC-47C8-7C4A-E636-2F64A7374000}"/>
                </a:ext>
              </a:extLst>
            </p:cNvPr>
            <p:cNvSpPr/>
            <p:nvPr/>
          </p:nvSpPr>
          <p:spPr>
            <a:xfrm>
              <a:off x="4655240" y="3246066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FDE8A80-0E33-BEF7-5A82-B9208C5A5472}"/>
                </a:ext>
              </a:extLst>
            </p:cNvPr>
            <p:cNvSpPr/>
            <p:nvPr/>
          </p:nvSpPr>
          <p:spPr>
            <a:xfrm>
              <a:off x="4655240" y="3123952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52AF2430-4C3E-71B9-E019-FD14022B99C0}"/>
                </a:ext>
              </a:extLst>
            </p:cNvPr>
            <p:cNvSpPr/>
            <p:nvPr/>
          </p:nvSpPr>
          <p:spPr>
            <a:xfrm>
              <a:off x="4655240" y="3001837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03C24D1-98CB-04BC-8006-1B5ECB55713A}"/>
                </a:ext>
              </a:extLst>
            </p:cNvPr>
            <p:cNvSpPr/>
            <p:nvPr/>
          </p:nvSpPr>
          <p:spPr>
            <a:xfrm>
              <a:off x="4655240" y="2879723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D2C5037-0332-8C72-CDB9-81423B40574C}"/>
                </a:ext>
              </a:extLst>
            </p:cNvPr>
            <p:cNvSpPr/>
            <p:nvPr/>
          </p:nvSpPr>
          <p:spPr>
            <a:xfrm>
              <a:off x="4655240" y="2757609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489C21CE-4E8B-9658-FFDE-A215B45E04B2}"/>
                </a:ext>
              </a:extLst>
            </p:cNvPr>
            <p:cNvCxnSpPr/>
            <p:nvPr/>
          </p:nvCxnSpPr>
          <p:spPr>
            <a:xfrm flipH="1">
              <a:off x="4187599" y="2787556"/>
              <a:ext cx="599131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141F9A7-72FB-01CF-032D-F25C98FAD474}"/>
              </a:ext>
            </a:extLst>
          </p:cNvPr>
          <p:cNvSpPr/>
          <p:nvPr/>
        </p:nvSpPr>
        <p:spPr>
          <a:xfrm>
            <a:off x="3642650" y="4974837"/>
            <a:ext cx="27660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dirty="0">
                <a:solidFill>
                  <a:srgbClr val="FFFFFF"/>
                </a:solidFill>
                <a:latin typeface="Calibri" panose="020F0502020204030204" pitchFamily="34" charset="0"/>
              </a:rPr>
              <a:t>OR use Diamagnetic material around it</a:t>
            </a:r>
            <a:endParaRPr lang="en-IN" dirty="0">
              <a:solidFill>
                <a:srgbClr val="FFFFFF"/>
              </a:solidFill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38B62B0-6049-13DE-5F34-B871B996382B}"/>
              </a:ext>
            </a:extLst>
          </p:cNvPr>
          <p:cNvGrpSpPr/>
          <p:nvPr/>
        </p:nvGrpSpPr>
        <p:grpSpPr>
          <a:xfrm>
            <a:off x="6755506" y="2059431"/>
            <a:ext cx="2819557" cy="2340794"/>
            <a:chOff x="6755506" y="2059431"/>
            <a:chExt cx="2819557" cy="2340794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CC453806-844A-3ACC-D7B6-3C0AA169B0C8}"/>
                </a:ext>
              </a:extLst>
            </p:cNvPr>
            <p:cNvSpPr/>
            <p:nvPr/>
          </p:nvSpPr>
          <p:spPr>
            <a:xfrm>
              <a:off x="6755506" y="2073924"/>
              <a:ext cx="2819557" cy="2311809"/>
            </a:xfrm>
            <a:prstGeom prst="roundRect">
              <a:avLst>
                <a:gd name="adj" fmla="val 10838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7E7F47F-56A1-F3B1-FE84-9516FFC082DF}"/>
                </a:ext>
              </a:extLst>
            </p:cNvPr>
            <p:cNvGrpSpPr/>
            <p:nvPr/>
          </p:nvGrpSpPr>
          <p:grpSpPr>
            <a:xfrm>
              <a:off x="6912626" y="2059431"/>
              <a:ext cx="2662437" cy="2340794"/>
              <a:chOff x="6451493" y="3310799"/>
              <a:chExt cx="2662437" cy="23407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5DA4BC6-5ECD-2382-38CB-755201C6B6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38075" y="3534655"/>
                <a:ext cx="993258" cy="0"/>
              </a:xfrm>
              <a:prstGeom prst="line">
                <a:avLst/>
              </a:prstGeom>
              <a:ln w="38100">
                <a:solidFill>
                  <a:srgbClr val="8F5C15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A506373-03DA-FB5D-F396-2358F9FEF3AD}"/>
                  </a:ext>
                </a:extLst>
              </p:cNvPr>
              <p:cNvGrpSpPr/>
              <p:nvPr/>
            </p:nvGrpSpPr>
            <p:grpSpPr>
              <a:xfrm>
                <a:off x="6451493" y="5360711"/>
                <a:ext cx="1752815" cy="52477"/>
                <a:chOff x="1513840" y="4037275"/>
                <a:chExt cx="1752815" cy="52477"/>
              </a:xfrm>
            </p:grpSpPr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EB3D9599-F1F1-7266-8E08-0614AAD853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00666" y="4087847"/>
                  <a:ext cx="487411" cy="0"/>
                </a:xfrm>
                <a:prstGeom prst="line">
                  <a:avLst/>
                </a:prstGeom>
                <a:ln w="38100">
                  <a:solidFill>
                    <a:srgbClr val="8F5C15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prst="angle"/>
                </a:sp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67CB46B8-FFB4-E789-21EE-DBAA599B5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3954" y="4037275"/>
                  <a:ext cx="282701" cy="52477"/>
                </a:xfrm>
                <a:prstGeom prst="line">
                  <a:avLst/>
                </a:prstGeom>
                <a:ln w="38100">
                  <a:solidFill>
                    <a:srgbClr val="8F5C15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prst="angle"/>
                </a:sp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772C8DF-1571-0C21-C981-A352ACBD36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13840" y="4087847"/>
                  <a:ext cx="993258" cy="0"/>
                </a:xfrm>
                <a:prstGeom prst="line">
                  <a:avLst/>
                </a:prstGeom>
                <a:ln w="38100">
                  <a:solidFill>
                    <a:srgbClr val="8F5C15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prst="angle"/>
                </a:sp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2D3D462-2F0D-23D7-2E3F-0834EEE46C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7436825" y="3974488"/>
                <a:ext cx="2340794" cy="1013416"/>
              </a:xfrm>
              <a:prstGeom prst="rect">
                <a:avLst/>
              </a:prstGeom>
            </p:spPr>
          </p:pic>
        </p:grp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1926CCAB-6490-796A-08DF-42FD824FFF5D}"/>
              </a:ext>
            </a:extLst>
          </p:cNvPr>
          <p:cNvSpPr/>
          <p:nvPr/>
        </p:nvSpPr>
        <p:spPr>
          <a:xfrm>
            <a:off x="7205321" y="4631954"/>
            <a:ext cx="24680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dirty="0">
                <a:solidFill>
                  <a:srgbClr val="FFFFFF"/>
                </a:solidFill>
                <a:latin typeface="Calibri" panose="020F0502020204030204" pitchFamily="34" charset="0"/>
              </a:rPr>
              <a:t>Heating effect in wire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174696D-2C87-17EC-DA71-D0A5FC80421B}"/>
              </a:ext>
            </a:extLst>
          </p:cNvPr>
          <p:cNvSpPr/>
          <p:nvPr/>
        </p:nvSpPr>
        <p:spPr>
          <a:xfrm>
            <a:off x="10201596" y="2486746"/>
            <a:ext cx="17487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</a:rPr>
              <a:t>Use material of less resistance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C4405857-1CA1-0BA3-EACB-1C1F1B48502D}"/>
              </a:ext>
            </a:extLst>
          </p:cNvPr>
          <p:cNvSpPr/>
          <p:nvPr/>
        </p:nvSpPr>
        <p:spPr>
          <a:xfrm>
            <a:off x="15211114" y="825835"/>
            <a:ext cx="142263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Iron lass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8653099-6257-DEED-CEFE-30F5283A5976}"/>
              </a:ext>
            </a:extLst>
          </p:cNvPr>
          <p:cNvCxnSpPr>
            <a:cxnSpLocks/>
          </p:cNvCxnSpPr>
          <p:nvPr/>
        </p:nvCxnSpPr>
        <p:spPr>
          <a:xfrm>
            <a:off x="15899290" y="1349055"/>
            <a:ext cx="0" cy="5334327"/>
          </a:xfrm>
          <a:prstGeom prst="line">
            <a:avLst/>
          </a:prstGeom>
          <a:ln w="28575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A755B0BA-C08A-C421-BAB7-03D630B7B310}"/>
              </a:ext>
            </a:extLst>
          </p:cNvPr>
          <p:cNvSpPr txBox="1"/>
          <p:nvPr/>
        </p:nvSpPr>
        <p:spPr>
          <a:xfrm>
            <a:off x="13458391" y="1492645"/>
            <a:ext cx="1589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Issue  :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3AE2843-0476-5F79-5CAD-9BDB66442F1D}"/>
              </a:ext>
            </a:extLst>
          </p:cNvPr>
          <p:cNvSpPr txBox="1"/>
          <p:nvPr/>
        </p:nvSpPr>
        <p:spPr>
          <a:xfrm>
            <a:off x="16828826" y="1492645"/>
            <a:ext cx="931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Fix   :</a:t>
            </a:r>
          </a:p>
        </p:txBody>
      </p:sp>
    </p:spTree>
    <p:extLst>
      <p:ext uri="{BB962C8B-B14F-4D97-AF65-F5344CB8AC3E}">
        <p14:creationId xmlns:p14="http://schemas.microsoft.com/office/powerpoint/2010/main" val="36171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65" grpId="0"/>
      <p:bldP spid="1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D430B4B-0AAC-D412-37C0-E9394D8E9166}"/>
              </a:ext>
            </a:extLst>
          </p:cNvPr>
          <p:cNvSpPr/>
          <p:nvPr/>
        </p:nvSpPr>
        <p:spPr>
          <a:xfrm>
            <a:off x="-9485932" y="2136220"/>
            <a:ext cx="3361993" cy="2311809"/>
          </a:xfrm>
          <a:prstGeom prst="roundRect">
            <a:avLst>
              <a:gd name="adj" fmla="val 837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6B6ED91-7571-74C9-7AB4-A51E5DDA5891}"/>
              </a:ext>
            </a:extLst>
          </p:cNvPr>
          <p:cNvGrpSpPr/>
          <p:nvPr/>
        </p:nvGrpSpPr>
        <p:grpSpPr>
          <a:xfrm>
            <a:off x="-9214608" y="2226879"/>
            <a:ext cx="1557560" cy="2066353"/>
            <a:chOff x="1289420" y="1450180"/>
            <a:chExt cx="3469413" cy="3422806"/>
          </a:xfrm>
        </p:grpSpPr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2D7F48B7-7CC3-22FE-EC7D-44EAB93CC1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70169" y="1626358"/>
              <a:ext cx="407965" cy="70100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F16B7D4F-16F8-1889-88D8-0F895952F0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26729" y="1674198"/>
              <a:ext cx="407965" cy="70100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65032E1E-C7BF-7BCF-0C36-BE1F289536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77574" y="1714418"/>
              <a:ext cx="407965" cy="70100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93A41B9-93FE-1990-5D26-4C71591809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36039" y="1760353"/>
              <a:ext cx="407965" cy="60088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E5FBD40D-4595-BE0A-6BAA-06657B0B49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1289420" y="1801956"/>
              <a:ext cx="407965" cy="60088"/>
            </a:xfrm>
            <a:prstGeom prst="rect">
              <a:avLst/>
            </a:prstGeom>
          </p:spPr>
        </p:pic>
        <p:sp>
          <p:nvSpPr>
            <p:cNvPr id="112" name="Freeform: Shape 36">
              <a:extLst>
                <a:ext uri="{FF2B5EF4-FFF2-40B4-BE49-F238E27FC236}">
                  <a16:creationId xmlns:a16="http://schemas.microsoft.com/office/drawing/2014/main" id="{F5E6D86B-5A2F-D904-909C-C937B64ACB4E}"/>
                </a:ext>
              </a:extLst>
            </p:cNvPr>
            <p:cNvSpPr/>
            <p:nvPr/>
          </p:nvSpPr>
          <p:spPr>
            <a:xfrm>
              <a:off x="1574824" y="145018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BA2B74A0-1C50-EEE5-646C-EB8EB06952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50868" y="4451581"/>
              <a:ext cx="407965" cy="70100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F98451D8-A533-6990-3E29-94FC918719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512335" y="1585927"/>
              <a:ext cx="407965" cy="70100"/>
            </a:xfrm>
            <a:prstGeom prst="rect">
              <a:avLst/>
            </a:prstGeom>
          </p:spPr>
        </p:pic>
        <p:sp>
          <p:nvSpPr>
            <p:cNvPr id="115" name="Freeform: Shape 39">
              <a:extLst>
                <a:ext uri="{FF2B5EF4-FFF2-40B4-BE49-F238E27FC236}">
                  <a16:creationId xmlns:a16="http://schemas.microsoft.com/office/drawing/2014/main" id="{C0CE0E81-63DA-1A36-FB20-9B5ADBBFB87B}"/>
                </a:ext>
              </a:extLst>
            </p:cNvPr>
            <p:cNvSpPr/>
            <p:nvPr/>
          </p:nvSpPr>
          <p:spPr>
            <a:xfrm>
              <a:off x="1530727" y="149407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CA5AC00A-019D-354B-43CE-418D57D000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08702" y="4492012"/>
              <a:ext cx="407965" cy="70100"/>
            </a:xfrm>
            <a:prstGeom prst="rect">
              <a:avLst/>
            </a:prstGeom>
          </p:spPr>
        </p:pic>
        <p:sp>
          <p:nvSpPr>
            <p:cNvPr id="117" name="Freeform: Shape 41">
              <a:extLst>
                <a:ext uri="{FF2B5EF4-FFF2-40B4-BE49-F238E27FC236}">
                  <a16:creationId xmlns:a16="http://schemas.microsoft.com/office/drawing/2014/main" id="{00478C50-1CBE-C9D2-B991-1FBF7849F7EF}"/>
                </a:ext>
              </a:extLst>
            </p:cNvPr>
            <p:cNvSpPr/>
            <p:nvPr/>
          </p:nvSpPr>
          <p:spPr>
            <a:xfrm>
              <a:off x="1486630" y="1537579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92969D94-7695-306C-9C46-321940674C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65262" y="4539852"/>
              <a:ext cx="407965" cy="70100"/>
            </a:xfrm>
            <a:prstGeom prst="rect">
              <a:avLst/>
            </a:prstGeom>
          </p:spPr>
        </p:pic>
        <p:sp>
          <p:nvSpPr>
            <p:cNvPr id="119" name="Freeform: Shape 43">
              <a:extLst>
                <a:ext uri="{FF2B5EF4-FFF2-40B4-BE49-F238E27FC236}">
                  <a16:creationId xmlns:a16="http://schemas.microsoft.com/office/drawing/2014/main" id="{8BBC242C-1D3F-754A-CDF6-2C5DFDBB727E}"/>
                </a:ext>
              </a:extLst>
            </p:cNvPr>
            <p:cNvSpPr/>
            <p:nvPr/>
          </p:nvSpPr>
          <p:spPr>
            <a:xfrm>
              <a:off x="1439129" y="158108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60F186A9-95C9-E470-AB6B-D55EF8E05B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16107" y="4580072"/>
              <a:ext cx="407965" cy="70100"/>
            </a:xfrm>
            <a:prstGeom prst="rect">
              <a:avLst/>
            </a:prstGeom>
          </p:spPr>
        </p:pic>
        <p:sp>
          <p:nvSpPr>
            <p:cNvPr id="121" name="Freeform: Shape 45">
              <a:extLst>
                <a:ext uri="{FF2B5EF4-FFF2-40B4-BE49-F238E27FC236}">
                  <a16:creationId xmlns:a16="http://schemas.microsoft.com/office/drawing/2014/main" id="{C7C4577B-25D7-8FEB-652D-BB5FAF2069C9}"/>
                </a:ext>
              </a:extLst>
            </p:cNvPr>
            <p:cNvSpPr/>
            <p:nvPr/>
          </p:nvSpPr>
          <p:spPr>
            <a:xfrm>
              <a:off x="1392568" y="162497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23968D2A-54E7-93A5-3B51-5F412EA83D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174572" y="4626007"/>
              <a:ext cx="407965" cy="60088"/>
            </a:xfrm>
            <a:prstGeom prst="rect">
              <a:avLst/>
            </a:prstGeom>
          </p:spPr>
        </p:pic>
        <p:sp>
          <p:nvSpPr>
            <p:cNvPr id="123" name="Freeform: Shape 47">
              <a:extLst>
                <a:ext uri="{FF2B5EF4-FFF2-40B4-BE49-F238E27FC236}">
                  <a16:creationId xmlns:a16="http://schemas.microsoft.com/office/drawing/2014/main" id="{88E9C5B6-0521-0F46-8E70-54519DF832AB}"/>
                </a:ext>
              </a:extLst>
            </p:cNvPr>
            <p:cNvSpPr/>
            <p:nvPr/>
          </p:nvSpPr>
          <p:spPr>
            <a:xfrm>
              <a:off x="1350807" y="1674202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96006AB2-C6CA-EF30-92A0-04EFA0BB6E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4127953" y="4667610"/>
              <a:ext cx="407965" cy="60088"/>
            </a:xfrm>
            <a:prstGeom prst="rect">
              <a:avLst/>
            </a:prstGeom>
          </p:spPr>
        </p:pic>
        <p:sp>
          <p:nvSpPr>
            <p:cNvPr id="125" name="Freeform: Shape 49">
              <a:extLst>
                <a:ext uri="{FF2B5EF4-FFF2-40B4-BE49-F238E27FC236}">
                  <a16:creationId xmlns:a16="http://schemas.microsoft.com/office/drawing/2014/main" id="{4D1A5B7A-34DC-3EEC-3451-D564A11F2368}"/>
                </a:ext>
              </a:extLst>
            </p:cNvPr>
            <p:cNvSpPr/>
            <p:nvPr/>
          </p:nvSpPr>
          <p:spPr>
            <a:xfrm>
              <a:off x="1306710" y="171733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C0A8984-0CE0-DC18-B830-EB1AE0DBEA67}"/>
              </a:ext>
            </a:extLst>
          </p:cNvPr>
          <p:cNvSpPr/>
          <p:nvPr/>
        </p:nvSpPr>
        <p:spPr>
          <a:xfrm>
            <a:off x="0" y="0"/>
            <a:ext cx="56897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Transformer Losses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9FEF3-0ECE-C36F-E171-93008BA0820F}"/>
              </a:ext>
            </a:extLst>
          </p:cNvPr>
          <p:cNvSpPr/>
          <p:nvPr/>
        </p:nvSpPr>
        <p:spPr>
          <a:xfrm>
            <a:off x="-10668222" y="822386"/>
            <a:ext cx="208243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Flux Leakage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FB0E88-6F51-997E-D940-6C9B9CA51F12}"/>
              </a:ext>
            </a:extLst>
          </p:cNvPr>
          <p:cNvSpPr/>
          <p:nvPr/>
        </p:nvSpPr>
        <p:spPr>
          <a:xfrm>
            <a:off x="-3722091" y="832011"/>
            <a:ext cx="190949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Copper loss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5E7CB9-F807-E30A-1288-E6BECCD01A4E}"/>
              </a:ext>
            </a:extLst>
          </p:cNvPr>
          <p:cNvCxnSpPr>
            <a:cxnSpLocks/>
          </p:cNvCxnSpPr>
          <p:nvPr/>
        </p:nvCxnSpPr>
        <p:spPr>
          <a:xfrm>
            <a:off x="-9625363" y="1345606"/>
            <a:ext cx="0" cy="5334327"/>
          </a:xfrm>
          <a:prstGeom prst="line">
            <a:avLst/>
          </a:prstGeom>
          <a:ln w="28575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56BCD8-56A6-A78E-8DB4-6B839FCBE26F}"/>
              </a:ext>
            </a:extLst>
          </p:cNvPr>
          <p:cNvCxnSpPr>
            <a:cxnSpLocks/>
          </p:cNvCxnSpPr>
          <p:nvPr/>
        </p:nvCxnSpPr>
        <p:spPr>
          <a:xfrm>
            <a:off x="-2790481" y="1355231"/>
            <a:ext cx="0" cy="5334327"/>
          </a:xfrm>
          <a:prstGeom prst="line">
            <a:avLst/>
          </a:prstGeom>
          <a:ln w="28575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02E9B1-80B5-F20A-EDE8-2A53503CC9A5}"/>
              </a:ext>
            </a:extLst>
          </p:cNvPr>
          <p:cNvSpPr txBox="1"/>
          <p:nvPr/>
        </p:nvSpPr>
        <p:spPr>
          <a:xfrm>
            <a:off x="-11800943" y="1506624"/>
            <a:ext cx="96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Issue: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D09A6B-94FB-CC6B-C7AF-F62B83A1FCEA}"/>
              </a:ext>
            </a:extLst>
          </p:cNvPr>
          <p:cNvSpPr txBox="1"/>
          <p:nvPr/>
        </p:nvSpPr>
        <p:spPr>
          <a:xfrm>
            <a:off x="-8419718" y="1541275"/>
            <a:ext cx="739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Fix: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81DB7D-B205-6F67-B64C-D3B826AD4A91}"/>
              </a:ext>
            </a:extLst>
          </p:cNvPr>
          <p:cNvSpPr txBox="1"/>
          <p:nvPr/>
        </p:nvSpPr>
        <p:spPr>
          <a:xfrm>
            <a:off x="-5231380" y="1498821"/>
            <a:ext cx="1589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Issue 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DA228-0C3D-61B5-5FAE-3D1C69BDE7C9}"/>
              </a:ext>
            </a:extLst>
          </p:cNvPr>
          <p:cNvSpPr txBox="1"/>
          <p:nvPr/>
        </p:nvSpPr>
        <p:spPr>
          <a:xfrm>
            <a:off x="-1860945" y="1498821"/>
            <a:ext cx="931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Fix :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91AB469-8320-29BA-B037-067C6C8BDC47}"/>
              </a:ext>
            </a:extLst>
          </p:cNvPr>
          <p:cNvGrpSpPr/>
          <p:nvPr/>
        </p:nvGrpSpPr>
        <p:grpSpPr>
          <a:xfrm>
            <a:off x="-12492946" y="2073924"/>
            <a:ext cx="2496315" cy="2311809"/>
            <a:chOff x="126213" y="2124724"/>
            <a:chExt cx="1651787" cy="1767433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F17FC35-A126-7979-7C1C-F0747FF8E01C}"/>
                </a:ext>
              </a:extLst>
            </p:cNvPr>
            <p:cNvSpPr/>
            <p:nvPr/>
          </p:nvSpPr>
          <p:spPr>
            <a:xfrm>
              <a:off x="126213" y="2124724"/>
              <a:ext cx="1651787" cy="1767433"/>
            </a:xfrm>
            <a:prstGeom prst="roundRect">
              <a:avLst>
                <a:gd name="adj" fmla="val 8370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D6A6CEA-0998-3669-E8E3-AB8EA500B8D0}"/>
                </a:ext>
              </a:extLst>
            </p:cNvPr>
            <p:cNvGrpSpPr/>
            <p:nvPr/>
          </p:nvGrpSpPr>
          <p:grpSpPr>
            <a:xfrm>
              <a:off x="562342" y="2194034"/>
              <a:ext cx="1030622" cy="1579776"/>
              <a:chOff x="1289420" y="1450180"/>
              <a:chExt cx="3469413" cy="3422806"/>
            </a:xfrm>
          </p:grpSpPr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F3B2210E-D427-F9AF-AFD3-F798D55BDB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470169" y="1626358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DD79D18C-D41D-A682-1062-50CAC0AC67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426729" y="1674198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67A20E49-199F-FBB5-A9BB-F1768750E5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377574" y="1714418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2CF75EDE-6855-016E-E7A9-9D4E736FA6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336039" y="1760353"/>
                <a:ext cx="407965" cy="60088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FD86F408-9170-F41B-6936-FD26E436BC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45055">
                <a:off x="1289420" y="1801956"/>
                <a:ext cx="407965" cy="60088"/>
              </a:xfrm>
              <a:prstGeom prst="rect">
                <a:avLst/>
              </a:prstGeom>
            </p:spPr>
          </p:pic>
          <p:sp>
            <p:nvSpPr>
              <p:cNvPr id="50" name="Freeform: Shape 36">
                <a:extLst>
                  <a:ext uri="{FF2B5EF4-FFF2-40B4-BE49-F238E27FC236}">
                    <a16:creationId xmlns:a16="http://schemas.microsoft.com/office/drawing/2014/main" id="{69BEA9E0-BF7A-59AD-2486-F9FFC4E045F2}"/>
                  </a:ext>
                </a:extLst>
              </p:cNvPr>
              <p:cNvSpPr/>
              <p:nvPr/>
            </p:nvSpPr>
            <p:spPr>
              <a:xfrm>
                <a:off x="1574824" y="1450180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57724269-AE68-F195-856D-A6C9222703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350868" y="4451581"/>
                <a:ext cx="407965" cy="70100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9D988B27-3DC5-991B-1191-8EB258FFD0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1512335" y="1585927"/>
                <a:ext cx="407965" cy="70100"/>
              </a:xfrm>
              <a:prstGeom prst="rect">
                <a:avLst/>
              </a:prstGeom>
            </p:spPr>
          </p:pic>
          <p:sp>
            <p:nvSpPr>
              <p:cNvPr id="53" name="Freeform: Shape 39">
                <a:extLst>
                  <a:ext uri="{FF2B5EF4-FFF2-40B4-BE49-F238E27FC236}">
                    <a16:creationId xmlns:a16="http://schemas.microsoft.com/office/drawing/2014/main" id="{601E6A66-F2F7-5993-BB8C-1CE8A91AC420}"/>
                  </a:ext>
                </a:extLst>
              </p:cNvPr>
              <p:cNvSpPr/>
              <p:nvPr/>
            </p:nvSpPr>
            <p:spPr>
              <a:xfrm>
                <a:off x="1530727" y="1494070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6A8556C0-0C92-B70E-A8AF-D05533F2FC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308702" y="4492012"/>
                <a:ext cx="407965" cy="70100"/>
              </a:xfrm>
              <a:prstGeom prst="rect">
                <a:avLst/>
              </a:prstGeom>
            </p:spPr>
          </p:pic>
          <p:sp>
            <p:nvSpPr>
              <p:cNvPr id="55" name="Freeform: Shape 41">
                <a:extLst>
                  <a:ext uri="{FF2B5EF4-FFF2-40B4-BE49-F238E27FC236}">
                    <a16:creationId xmlns:a16="http://schemas.microsoft.com/office/drawing/2014/main" id="{DD35864F-5DC3-584D-1682-8609FDF78E2F}"/>
                  </a:ext>
                </a:extLst>
              </p:cNvPr>
              <p:cNvSpPr/>
              <p:nvPr/>
            </p:nvSpPr>
            <p:spPr>
              <a:xfrm>
                <a:off x="1486630" y="1537579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E789EFCA-616E-BC7E-5AFB-EA6589BFD4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265262" y="4539852"/>
                <a:ext cx="407965" cy="70100"/>
              </a:xfrm>
              <a:prstGeom prst="rect">
                <a:avLst/>
              </a:prstGeom>
            </p:spPr>
          </p:pic>
          <p:sp>
            <p:nvSpPr>
              <p:cNvPr id="57" name="Freeform: Shape 43">
                <a:extLst>
                  <a:ext uri="{FF2B5EF4-FFF2-40B4-BE49-F238E27FC236}">
                    <a16:creationId xmlns:a16="http://schemas.microsoft.com/office/drawing/2014/main" id="{236AF3F4-DB0E-833A-94B4-4E59C92D04FB}"/>
                  </a:ext>
                </a:extLst>
              </p:cNvPr>
              <p:cNvSpPr/>
              <p:nvPr/>
            </p:nvSpPr>
            <p:spPr>
              <a:xfrm>
                <a:off x="1439129" y="1581088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52FCA632-9051-7BD3-F767-875CCC87DA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216107" y="4580072"/>
                <a:ext cx="407965" cy="70100"/>
              </a:xfrm>
              <a:prstGeom prst="rect">
                <a:avLst/>
              </a:prstGeom>
            </p:spPr>
          </p:pic>
          <p:sp>
            <p:nvSpPr>
              <p:cNvPr id="59" name="Freeform: Shape 45">
                <a:extLst>
                  <a:ext uri="{FF2B5EF4-FFF2-40B4-BE49-F238E27FC236}">
                    <a16:creationId xmlns:a16="http://schemas.microsoft.com/office/drawing/2014/main" id="{41316335-0CA1-A88D-136A-5CB7CF996F78}"/>
                  </a:ext>
                </a:extLst>
              </p:cNvPr>
              <p:cNvSpPr/>
              <p:nvPr/>
            </p:nvSpPr>
            <p:spPr>
              <a:xfrm>
                <a:off x="1392568" y="1624978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B5342472-71EB-995E-5C08-E9D3D932BD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63714">
                <a:off x="4174572" y="4626007"/>
                <a:ext cx="407965" cy="60088"/>
              </a:xfrm>
              <a:prstGeom prst="rect">
                <a:avLst/>
              </a:prstGeom>
            </p:spPr>
          </p:pic>
          <p:sp>
            <p:nvSpPr>
              <p:cNvPr id="61" name="Freeform: Shape 47">
                <a:extLst>
                  <a:ext uri="{FF2B5EF4-FFF2-40B4-BE49-F238E27FC236}">
                    <a16:creationId xmlns:a16="http://schemas.microsoft.com/office/drawing/2014/main" id="{477E866E-68A7-945B-F4FB-6DA40258C596}"/>
                  </a:ext>
                </a:extLst>
              </p:cNvPr>
              <p:cNvSpPr/>
              <p:nvPr/>
            </p:nvSpPr>
            <p:spPr>
              <a:xfrm>
                <a:off x="1350807" y="1674202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2DFABC4C-FDB6-F226-4A7D-95767CBC89F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4501"/>
              <a:stretch/>
            </p:blipFill>
            <p:spPr>
              <a:xfrm rot="2645055">
                <a:off x="4127953" y="4667610"/>
                <a:ext cx="407965" cy="60088"/>
              </a:xfrm>
              <a:prstGeom prst="rect">
                <a:avLst/>
              </a:prstGeom>
            </p:spPr>
          </p:pic>
          <p:sp>
            <p:nvSpPr>
              <p:cNvPr id="63" name="Freeform: Shape 49">
                <a:extLst>
                  <a:ext uri="{FF2B5EF4-FFF2-40B4-BE49-F238E27FC236}">
                    <a16:creationId xmlns:a16="http://schemas.microsoft.com/office/drawing/2014/main" id="{3A15CADB-4999-7DFD-AAF2-E25471762350}"/>
                  </a:ext>
                </a:extLst>
              </p:cNvPr>
              <p:cNvSpPr/>
              <p:nvPr/>
            </p:nvSpPr>
            <p:spPr>
              <a:xfrm>
                <a:off x="1306710" y="1717330"/>
                <a:ext cx="3155656" cy="3155656"/>
              </a:xfrm>
              <a:custGeom>
                <a:avLst/>
                <a:gdLst>
                  <a:gd name="connsiteX0" fmla="*/ 0 w 3155656"/>
                  <a:gd name="connsiteY0" fmla="*/ 0 h 3155656"/>
                  <a:gd name="connsiteX1" fmla="*/ 3155656 w 3155656"/>
                  <a:gd name="connsiteY1" fmla="*/ 0 h 3155656"/>
                  <a:gd name="connsiteX2" fmla="*/ 3155656 w 3155656"/>
                  <a:gd name="connsiteY2" fmla="*/ 3155656 h 3155656"/>
                  <a:gd name="connsiteX3" fmla="*/ 0 w 3155656"/>
                  <a:gd name="connsiteY3" fmla="*/ 3155656 h 3155656"/>
                  <a:gd name="connsiteX4" fmla="*/ 0 w 3155656"/>
                  <a:gd name="connsiteY4" fmla="*/ 0 h 3155656"/>
                  <a:gd name="connsiteX5" fmla="*/ 497828 w 3155656"/>
                  <a:gd name="connsiteY5" fmla="*/ 497828 h 3155656"/>
                  <a:gd name="connsiteX6" fmla="*/ 497828 w 3155656"/>
                  <a:gd name="connsiteY6" fmla="*/ 2657828 h 3155656"/>
                  <a:gd name="connsiteX7" fmla="*/ 2657828 w 3155656"/>
                  <a:gd name="connsiteY7" fmla="*/ 2657828 h 3155656"/>
                  <a:gd name="connsiteX8" fmla="*/ 2657828 w 3155656"/>
                  <a:gd name="connsiteY8" fmla="*/ 497828 h 3155656"/>
                  <a:gd name="connsiteX9" fmla="*/ 497828 w 3155656"/>
                  <a:gd name="connsiteY9" fmla="*/ 497828 h 315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5656" h="3155656">
                    <a:moveTo>
                      <a:pt x="0" y="0"/>
                    </a:moveTo>
                    <a:lnTo>
                      <a:pt x="3155656" y="0"/>
                    </a:lnTo>
                    <a:lnTo>
                      <a:pt x="3155656" y="3155656"/>
                    </a:lnTo>
                    <a:lnTo>
                      <a:pt x="0" y="3155656"/>
                    </a:lnTo>
                    <a:lnTo>
                      <a:pt x="0" y="0"/>
                    </a:lnTo>
                    <a:close/>
                    <a:moveTo>
                      <a:pt x="497828" y="497828"/>
                    </a:moveTo>
                    <a:lnTo>
                      <a:pt x="497828" y="2657828"/>
                    </a:lnTo>
                    <a:lnTo>
                      <a:pt x="2657828" y="2657828"/>
                    </a:lnTo>
                    <a:lnTo>
                      <a:pt x="2657828" y="497828"/>
                    </a:lnTo>
                    <a:lnTo>
                      <a:pt x="497828" y="497828"/>
                    </a:lnTo>
                    <a:close/>
                  </a:path>
                </a:pathLst>
              </a:custGeom>
              <a:solidFill>
                <a:srgbClr val="212937"/>
              </a:solidFill>
              <a:ln w="12700" cmpd="sng">
                <a:solidFill>
                  <a:srgbClr val="7387AC">
                    <a:alpha val="28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>
                  <a:latin typeface="Montserrat" pitchFamily="2" charset="77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7E80D86-6332-F792-5A06-66AA5E63AC32}"/>
                </a:ext>
              </a:extLst>
            </p:cNvPr>
            <p:cNvGrpSpPr/>
            <p:nvPr/>
          </p:nvGrpSpPr>
          <p:grpSpPr>
            <a:xfrm>
              <a:off x="596730" y="2286928"/>
              <a:ext cx="898092" cy="1411062"/>
              <a:chOff x="5707898" y="2790590"/>
              <a:chExt cx="2258398" cy="2321893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9972566A-8EA6-C9D2-DEDD-37C351D5A90A}"/>
                  </a:ext>
                </a:extLst>
              </p:cNvPr>
              <p:cNvSpPr/>
              <p:nvPr/>
            </p:nvSpPr>
            <p:spPr>
              <a:xfrm>
                <a:off x="5870501" y="2938257"/>
                <a:ext cx="1966613" cy="2036070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025D3355-811C-97BC-61DF-59A307E74971}"/>
                  </a:ext>
                </a:extLst>
              </p:cNvPr>
              <p:cNvSpPr/>
              <p:nvPr/>
            </p:nvSpPr>
            <p:spPr>
              <a:xfrm>
                <a:off x="5806423" y="2879158"/>
                <a:ext cx="2066538" cy="2151278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B7D87950-0648-6E6D-0998-0DF670069295}"/>
                  </a:ext>
                </a:extLst>
              </p:cNvPr>
              <p:cNvSpPr/>
              <p:nvPr/>
            </p:nvSpPr>
            <p:spPr>
              <a:xfrm>
                <a:off x="5741072" y="2836991"/>
                <a:ext cx="2194320" cy="2262794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CA905EA1-E41B-1D53-5259-800884735927}"/>
                  </a:ext>
                </a:extLst>
              </p:cNvPr>
              <p:cNvSpPr/>
              <p:nvPr/>
            </p:nvSpPr>
            <p:spPr>
              <a:xfrm>
                <a:off x="5707898" y="2790590"/>
                <a:ext cx="2258398" cy="2321893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A163D219-13B4-D7F6-3306-CD3EB78157E4}"/>
                  </a:ext>
                </a:extLst>
              </p:cNvPr>
              <p:cNvSpPr/>
              <p:nvPr/>
            </p:nvSpPr>
            <p:spPr>
              <a:xfrm>
                <a:off x="5859270" y="2917401"/>
                <a:ext cx="1966613" cy="2036070"/>
              </a:xfrm>
              <a:prstGeom prst="roundRect">
                <a:avLst>
                  <a:gd name="adj" fmla="val 25966"/>
                </a:avLst>
              </a:prstGeom>
              <a:noFill/>
              <a:ln w="1905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BCF1F22-88AE-43E7-50E8-5A481CB85648}"/>
                </a:ext>
              </a:extLst>
            </p:cNvPr>
            <p:cNvSpPr/>
            <p:nvPr/>
          </p:nvSpPr>
          <p:spPr>
            <a:xfrm>
              <a:off x="155028" y="3200893"/>
              <a:ext cx="775357" cy="172796"/>
            </a:xfrm>
            <a:custGeom>
              <a:avLst/>
              <a:gdLst>
                <a:gd name="connsiteX0" fmla="*/ 0 w 1949761"/>
                <a:gd name="connsiteY0" fmla="*/ 202130 h 386896"/>
                <a:gd name="connsiteX1" fmla="*/ 1174282 w 1949761"/>
                <a:gd name="connsiteY1" fmla="*/ 385010 h 386896"/>
                <a:gd name="connsiteX2" fmla="*/ 1934678 w 1949761"/>
                <a:gd name="connsiteY2" fmla="*/ 279133 h 386896"/>
                <a:gd name="connsiteX3" fmla="*/ 1607419 w 1949761"/>
                <a:gd name="connsiteY3" fmla="*/ 0 h 3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761" h="386896">
                  <a:moveTo>
                    <a:pt x="0" y="202130"/>
                  </a:moveTo>
                  <a:cubicBezTo>
                    <a:pt x="425918" y="287153"/>
                    <a:pt x="851836" y="372176"/>
                    <a:pt x="1174282" y="385010"/>
                  </a:cubicBezTo>
                  <a:cubicBezTo>
                    <a:pt x="1496728" y="397844"/>
                    <a:pt x="1862489" y="343301"/>
                    <a:pt x="1934678" y="279133"/>
                  </a:cubicBezTo>
                  <a:cubicBezTo>
                    <a:pt x="2006867" y="214965"/>
                    <a:pt x="1807143" y="107482"/>
                    <a:pt x="1607419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FA412-2DF9-45E7-B8A9-3FEB8F8B40F6}"/>
                </a:ext>
              </a:extLst>
            </p:cNvPr>
            <p:cNvSpPr/>
            <p:nvPr/>
          </p:nvSpPr>
          <p:spPr>
            <a:xfrm>
              <a:off x="474637" y="3159946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BCA6618-B121-46DC-3CC4-D7B0B63AF652}"/>
                </a:ext>
              </a:extLst>
            </p:cNvPr>
            <p:cNvSpPr/>
            <p:nvPr/>
          </p:nvSpPr>
          <p:spPr>
            <a:xfrm>
              <a:off x="474637" y="3066587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2A40C0B-C777-28E9-EE46-2D99C610079E}"/>
                </a:ext>
              </a:extLst>
            </p:cNvPr>
            <p:cNvSpPr/>
            <p:nvPr/>
          </p:nvSpPr>
          <p:spPr>
            <a:xfrm>
              <a:off x="474637" y="2973228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96320BF-F581-A167-385E-E5F1E30D5052}"/>
                </a:ext>
              </a:extLst>
            </p:cNvPr>
            <p:cNvSpPr/>
            <p:nvPr/>
          </p:nvSpPr>
          <p:spPr>
            <a:xfrm>
              <a:off x="474637" y="2879869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9720E5E-5E51-2E12-4686-9DFC54116485}"/>
                </a:ext>
              </a:extLst>
            </p:cNvPr>
            <p:cNvSpPr/>
            <p:nvPr/>
          </p:nvSpPr>
          <p:spPr>
            <a:xfrm>
              <a:off x="474637" y="2786509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94A9A-4CD6-8C05-9C3E-5B5C0B374823}"/>
                </a:ext>
              </a:extLst>
            </p:cNvPr>
            <p:cNvSpPr/>
            <p:nvPr/>
          </p:nvSpPr>
          <p:spPr>
            <a:xfrm>
              <a:off x="474637" y="2693150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60C7C90-E00B-7F17-1F6D-F4E74501D06E}"/>
                </a:ext>
              </a:extLst>
            </p:cNvPr>
            <p:cNvSpPr/>
            <p:nvPr/>
          </p:nvSpPr>
          <p:spPr>
            <a:xfrm>
              <a:off x="474637" y="2599791"/>
              <a:ext cx="427599" cy="163786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E204FE5-5473-2A94-AA46-AB1C17090EE9}"/>
                </a:ext>
              </a:extLst>
            </p:cNvPr>
            <p:cNvCxnSpPr/>
            <p:nvPr/>
          </p:nvCxnSpPr>
          <p:spPr>
            <a:xfrm flipH="1">
              <a:off x="165204" y="2622686"/>
              <a:ext cx="396439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8517F56-80D5-124E-EB7E-EED110A98D14}"/>
                </a:ext>
              </a:extLst>
            </p:cNvPr>
            <p:cNvSpPr/>
            <p:nvPr/>
          </p:nvSpPr>
          <p:spPr>
            <a:xfrm>
              <a:off x="241020" y="2397746"/>
              <a:ext cx="441618" cy="1237361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44A396F-A834-FA8D-0B21-3FFCDFAB8727}"/>
              </a:ext>
            </a:extLst>
          </p:cNvPr>
          <p:cNvGrpSpPr/>
          <p:nvPr/>
        </p:nvGrpSpPr>
        <p:grpSpPr>
          <a:xfrm>
            <a:off x="-7962196" y="2226879"/>
            <a:ext cx="1557560" cy="2066353"/>
            <a:chOff x="1289420" y="1450180"/>
            <a:chExt cx="3469413" cy="3422806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2E40D96D-635C-F865-D337-814B874305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70169" y="1626358"/>
              <a:ext cx="407965" cy="70100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DFA680B2-37E5-2816-A815-1D4A63918B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426729" y="1674198"/>
              <a:ext cx="407965" cy="70100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BCAEFBE3-6EB3-57D9-532E-7F4A11AF83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77574" y="1714418"/>
              <a:ext cx="407965" cy="70100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87516A30-D170-1307-F587-13103E0F8A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336039" y="1760353"/>
              <a:ext cx="407965" cy="60088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F53A7ED4-52B8-1B75-3D85-DA26CC3B96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1289420" y="1801956"/>
              <a:ext cx="407965" cy="60088"/>
            </a:xfrm>
            <a:prstGeom prst="rect">
              <a:avLst/>
            </a:prstGeom>
          </p:spPr>
        </p:pic>
        <p:sp>
          <p:nvSpPr>
            <p:cNvPr id="92" name="Freeform: Shape 36">
              <a:extLst>
                <a:ext uri="{FF2B5EF4-FFF2-40B4-BE49-F238E27FC236}">
                  <a16:creationId xmlns:a16="http://schemas.microsoft.com/office/drawing/2014/main" id="{D5BFE6FD-79F5-80CA-9BC5-30ADCB977BBA}"/>
                </a:ext>
              </a:extLst>
            </p:cNvPr>
            <p:cNvSpPr/>
            <p:nvPr/>
          </p:nvSpPr>
          <p:spPr>
            <a:xfrm>
              <a:off x="1574824" y="145018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00F9EAC-C755-6A20-8C3D-E0882E0BEB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50868" y="4451581"/>
              <a:ext cx="407965" cy="70100"/>
            </a:xfrm>
            <a:prstGeom prst="rect">
              <a:avLst/>
            </a:prstGeom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B7DEAF35-CD42-3BEB-D554-FD733238A6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1512335" y="1585927"/>
              <a:ext cx="407965" cy="70100"/>
            </a:xfrm>
            <a:prstGeom prst="rect">
              <a:avLst/>
            </a:prstGeom>
          </p:spPr>
        </p:pic>
        <p:sp>
          <p:nvSpPr>
            <p:cNvPr id="95" name="Freeform: Shape 39">
              <a:extLst>
                <a:ext uri="{FF2B5EF4-FFF2-40B4-BE49-F238E27FC236}">
                  <a16:creationId xmlns:a16="http://schemas.microsoft.com/office/drawing/2014/main" id="{6AA0D9CE-8668-6F27-F3E2-4D43317A5FF3}"/>
                </a:ext>
              </a:extLst>
            </p:cNvPr>
            <p:cNvSpPr/>
            <p:nvPr/>
          </p:nvSpPr>
          <p:spPr>
            <a:xfrm>
              <a:off x="1530727" y="149407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F6EA0AE3-CA0D-A062-4502-683527C311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308702" y="4492012"/>
              <a:ext cx="407965" cy="70100"/>
            </a:xfrm>
            <a:prstGeom prst="rect">
              <a:avLst/>
            </a:prstGeom>
          </p:spPr>
        </p:pic>
        <p:sp>
          <p:nvSpPr>
            <p:cNvPr id="97" name="Freeform: Shape 41">
              <a:extLst>
                <a:ext uri="{FF2B5EF4-FFF2-40B4-BE49-F238E27FC236}">
                  <a16:creationId xmlns:a16="http://schemas.microsoft.com/office/drawing/2014/main" id="{40F5AF25-6F0D-59D2-861A-629264ABCEDD}"/>
                </a:ext>
              </a:extLst>
            </p:cNvPr>
            <p:cNvSpPr/>
            <p:nvPr/>
          </p:nvSpPr>
          <p:spPr>
            <a:xfrm>
              <a:off x="1486630" y="1537579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A9736F65-8A93-70A6-8122-6C075091D3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65262" y="4539852"/>
              <a:ext cx="407965" cy="70100"/>
            </a:xfrm>
            <a:prstGeom prst="rect">
              <a:avLst/>
            </a:prstGeom>
          </p:spPr>
        </p:pic>
        <p:sp>
          <p:nvSpPr>
            <p:cNvPr id="99" name="Freeform: Shape 43">
              <a:extLst>
                <a:ext uri="{FF2B5EF4-FFF2-40B4-BE49-F238E27FC236}">
                  <a16:creationId xmlns:a16="http://schemas.microsoft.com/office/drawing/2014/main" id="{9D2AD3F3-F18D-D07F-896E-C4C72A6E9C81}"/>
                </a:ext>
              </a:extLst>
            </p:cNvPr>
            <p:cNvSpPr/>
            <p:nvPr/>
          </p:nvSpPr>
          <p:spPr>
            <a:xfrm>
              <a:off x="1439129" y="158108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31605C5A-51C6-C381-A20C-B8C2CD3E72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216107" y="4580072"/>
              <a:ext cx="407965" cy="70100"/>
            </a:xfrm>
            <a:prstGeom prst="rect">
              <a:avLst/>
            </a:prstGeom>
          </p:spPr>
        </p:pic>
        <p:sp>
          <p:nvSpPr>
            <p:cNvPr id="101" name="Freeform: Shape 45">
              <a:extLst>
                <a:ext uri="{FF2B5EF4-FFF2-40B4-BE49-F238E27FC236}">
                  <a16:creationId xmlns:a16="http://schemas.microsoft.com/office/drawing/2014/main" id="{07946AF1-994F-9374-DC89-2FE2D5865656}"/>
                </a:ext>
              </a:extLst>
            </p:cNvPr>
            <p:cNvSpPr/>
            <p:nvPr/>
          </p:nvSpPr>
          <p:spPr>
            <a:xfrm>
              <a:off x="1392568" y="1624978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BC72C556-99D1-BFA8-D6E7-98AE34B527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63714">
              <a:off x="4174572" y="4626007"/>
              <a:ext cx="407965" cy="60088"/>
            </a:xfrm>
            <a:prstGeom prst="rect">
              <a:avLst/>
            </a:prstGeom>
          </p:spPr>
        </p:pic>
        <p:sp>
          <p:nvSpPr>
            <p:cNvPr id="103" name="Freeform: Shape 47">
              <a:extLst>
                <a:ext uri="{FF2B5EF4-FFF2-40B4-BE49-F238E27FC236}">
                  <a16:creationId xmlns:a16="http://schemas.microsoft.com/office/drawing/2014/main" id="{ED1EC0EC-3AB0-331E-09F9-70237D2A6B62}"/>
                </a:ext>
              </a:extLst>
            </p:cNvPr>
            <p:cNvSpPr/>
            <p:nvPr/>
          </p:nvSpPr>
          <p:spPr>
            <a:xfrm>
              <a:off x="1350807" y="1674202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D98302FF-7C74-97DA-F6AC-577335ECC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501"/>
            <a:stretch/>
          </p:blipFill>
          <p:spPr>
            <a:xfrm rot="2645055">
              <a:off x="4127953" y="4667610"/>
              <a:ext cx="407965" cy="60088"/>
            </a:xfrm>
            <a:prstGeom prst="rect">
              <a:avLst/>
            </a:prstGeom>
          </p:spPr>
        </p:pic>
        <p:sp>
          <p:nvSpPr>
            <p:cNvPr id="105" name="Freeform: Shape 49">
              <a:extLst>
                <a:ext uri="{FF2B5EF4-FFF2-40B4-BE49-F238E27FC236}">
                  <a16:creationId xmlns:a16="http://schemas.microsoft.com/office/drawing/2014/main" id="{F43A6D97-BCDD-D34F-A895-2B1DAF08126B}"/>
                </a:ext>
              </a:extLst>
            </p:cNvPr>
            <p:cNvSpPr/>
            <p:nvPr/>
          </p:nvSpPr>
          <p:spPr>
            <a:xfrm>
              <a:off x="1306710" y="1717330"/>
              <a:ext cx="3155656" cy="3155656"/>
            </a:xfrm>
            <a:custGeom>
              <a:avLst/>
              <a:gdLst>
                <a:gd name="connsiteX0" fmla="*/ 0 w 3155656"/>
                <a:gd name="connsiteY0" fmla="*/ 0 h 3155656"/>
                <a:gd name="connsiteX1" fmla="*/ 3155656 w 3155656"/>
                <a:gd name="connsiteY1" fmla="*/ 0 h 3155656"/>
                <a:gd name="connsiteX2" fmla="*/ 3155656 w 3155656"/>
                <a:gd name="connsiteY2" fmla="*/ 3155656 h 3155656"/>
                <a:gd name="connsiteX3" fmla="*/ 0 w 3155656"/>
                <a:gd name="connsiteY3" fmla="*/ 3155656 h 3155656"/>
                <a:gd name="connsiteX4" fmla="*/ 0 w 3155656"/>
                <a:gd name="connsiteY4" fmla="*/ 0 h 3155656"/>
                <a:gd name="connsiteX5" fmla="*/ 497828 w 3155656"/>
                <a:gd name="connsiteY5" fmla="*/ 497828 h 3155656"/>
                <a:gd name="connsiteX6" fmla="*/ 497828 w 3155656"/>
                <a:gd name="connsiteY6" fmla="*/ 2657828 h 3155656"/>
                <a:gd name="connsiteX7" fmla="*/ 2657828 w 3155656"/>
                <a:gd name="connsiteY7" fmla="*/ 2657828 h 3155656"/>
                <a:gd name="connsiteX8" fmla="*/ 2657828 w 3155656"/>
                <a:gd name="connsiteY8" fmla="*/ 497828 h 3155656"/>
                <a:gd name="connsiteX9" fmla="*/ 497828 w 3155656"/>
                <a:gd name="connsiteY9" fmla="*/ 497828 h 315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5656" h="3155656">
                  <a:moveTo>
                    <a:pt x="0" y="0"/>
                  </a:moveTo>
                  <a:lnTo>
                    <a:pt x="3155656" y="0"/>
                  </a:lnTo>
                  <a:lnTo>
                    <a:pt x="3155656" y="3155656"/>
                  </a:lnTo>
                  <a:lnTo>
                    <a:pt x="0" y="3155656"/>
                  </a:lnTo>
                  <a:lnTo>
                    <a:pt x="0" y="0"/>
                  </a:lnTo>
                  <a:close/>
                  <a:moveTo>
                    <a:pt x="497828" y="497828"/>
                  </a:moveTo>
                  <a:lnTo>
                    <a:pt x="497828" y="2657828"/>
                  </a:lnTo>
                  <a:lnTo>
                    <a:pt x="2657828" y="2657828"/>
                  </a:lnTo>
                  <a:lnTo>
                    <a:pt x="2657828" y="497828"/>
                  </a:lnTo>
                  <a:lnTo>
                    <a:pt x="497828" y="497828"/>
                  </a:lnTo>
                  <a:close/>
                </a:path>
              </a:pathLst>
            </a:custGeom>
            <a:solidFill>
              <a:srgbClr val="212937"/>
            </a:solidFill>
            <a:ln w="12700" cmpd="sng">
              <a:solidFill>
                <a:srgbClr val="7387AC">
                  <a:alpha val="2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400">
                <a:latin typeface="Montserrat" pitchFamily="2" charset="77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CF91C57-B16C-50FE-8927-2AF22A9D0EE8}"/>
              </a:ext>
            </a:extLst>
          </p:cNvPr>
          <p:cNvGrpSpPr/>
          <p:nvPr/>
        </p:nvGrpSpPr>
        <p:grpSpPr>
          <a:xfrm>
            <a:off x="-7909169" y="2348383"/>
            <a:ext cx="1357270" cy="1845674"/>
            <a:chOff x="5707898" y="2790590"/>
            <a:chExt cx="2258398" cy="2321893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DA222EEB-1C0A-4F06-0390-871B17468509}"/>
                </a:ext>
              </a:extLst>
            </p:cNvPr>
            <p:cNvSpPr/>
            <p:nvPr/>
          </p:nvSpPr>
          <p:spPr>
            <a:xfrm>
              <a:off x="5870501" y="2938257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501C7FA7-803C-3228-8A37-FE8A84EC011A}"/>
                </a:ext>
              </a:extLst>
            </p:cNvPr>
            <p:cNvSpPr/>
            <p:nvPr/>
          </p:nvSpPr>
          <p:spPr>
            <a:xfrm>
              <a:off x="5806423" y="2879158"/>
              <a:ext cx="2066538" cy="2151278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32CB073-57E6-0CC3-63C1-68DA2BC5E32B}"/>
                </a:ext>
              </a:extLst>
            </p:cNvPr>
            <p:cNvSpPr/>
            <p:nvPr/>
          </p:nvSpPr>
          <p:spPr>
            <a:xfrm>
              <a:off x="5741072" y="2836991"/>
              <a:ext cx="2194320" cy="2262794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95C1C3C9-8D3C-A7CA-0103-6709DC6BDEF7}"/>
                </a:ext>
              </a:extLst>
            </p:cNvPr>
            <p:cNvSpPr/>
            <p:nvPr/>
          </p:nvSpPr>
          <p:spPr>
            <a:xfrm>
              <a:off x="5707898" y="2790590"/>
              <a:ext cx="2258398" cy="2321893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5609E5AC-672A-D1C7-87A5-D6CE6B422060}"/>
                </a:ext>
              </a:extLst>
            </p:cNvPr>
            <p:cNvSpPr/>
            <p:nvPr/>
          </p:nvSpPr>
          <p:spPr>
            <a:xfrm>
              <a:off x="5859270" y="2917401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A0000A5-9947-8F4F-93E4-BF011E626E33}"/>
              </a:ext>
            </a:extLst>
          </p:cNvPr>
          <p:cNvGrpSpPr/>
          <p:nvPr/>
        </p:nvGrpSpPr>
        <p:grpSpPr>
          <a:xfrm>
            <a:off x="-8576705" y="2757609"/>
            <a:ext cx="1171783" cy="1012262"/>
            <a:chOff x="4172221" y="2757609"/>
            <a:chExt cx="1171783" cy="1012262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FD4C244-3A33-4B2B-2E8D-FEE0FC12C7AC}"/>
                </a:ext>
              </a:extLst>
            </p:cNvPr>
            <p:cNvSpPr/>
            <p:nvPr/>
          </p:nvSpPr>
          <p:spPr>
            <a:xfrm>
              <a:off x="4172221" y="3543853"/>
              <a:ext cx="1171783" cy="226018"/>
            </a:xfrm>
            <a:custGeom>
              <a:avLst/>
              <a:gdLst>
                <a:gd name="connsiteX0" fmla="*/ 0 w 1949761"/>
                <a:gd name="connsiteY0" fmla="*/ 202130 h 386896"/>
                <a:gd name="connsiteX1" fmla="*/ 1174282 w 1949761"/>
                <a:gd name="connsiteY1" fmla="*/ 385010 h 386896"/>
                <a:gd name="connsiteX2" fmla="*/ 1934678 w 1949761"/>
                <a:gd name="connsiteY2" fmla="*/ 279133 h 386896"/>
                <a:gd name="connsiteX3" fmla="*/ 1607419 w 1949761"/>
                <a:gd name="connsiteY3" fmla="*/ 0 h 3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761" h="386896">
                  <a:moveTo>
                    <a:pt x="0" y="202130"/>
                  </a:moveTo>
                  <a:cubicBezTo>
                    <a:pt x="425918" y="287153"/>
                    <a:pt x="851836" y="372176"/>
                    <a:pt x="1174282" y="385010"/>
                  </a:cubicBezTo>
                  <a:cubicBezTo>
                    <a:pt x="1496728" y="397844"/>
                    <a:pt x="1862489" y="343301"/>
                    <a:pt x="1934678" y="279133"/>
                  </a:cubicBezTo>
                  <a:cubicBezTo>
                    <a:pt x="2006867" y="214965"/>
                    <a:pt x="1807143" y="107482"/>
                    <a:pt x="1607419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5F59640-E523-C853-F3DD-0238EC8BC4AB}"/>
                </a:ext>
              </a:extLst>
            </p:cNvPr>
            <p:cNvSpPr/>
            <p:nvPr/>
          </p:nvSpPr>
          <p:spPr>
            <a:xfrm>
              <a:off x="4655240" y="3490294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8D83FF2-F0F5-34D1-3DFF-04E72C189D0B}"/>
                </a:ext>
              </a:extLst>
            </p:cNvPr>
            <p:cNvSpPr/>
            <p:nvPr/>
          </p:nvSpPr>
          <p:spPr>
            <a:xfrm>
              <a:off x="4655240" y="3368180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1A52370-0D7A-4B81-84A3-EC3F4491E57D}"/>
                </a:ext>
              </a:extLst>
            </p:cNvPr>
            <p:cNvSpPr/>
            <p:nvPr/>
          </p:nvSpPr>
          <p:spPr>
            <a:xfrm>
              <a:off x="4655240" y="3246066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C6E0439-332E-4979-5A59-0361B2AC4BCA}"/>
                </a:ext>
              </a:extLst>
            </p:cNvPr>
            <p:cNvSpPr/>
            <p:nvPr/>
          </p:nvSpPr>
          <p:spPr>
            <a:xfrm>
              <a:off x="4655240" y="3123952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0560F67-47AD-7865-3258-0BF710725447}"/>
                </a:ext>
              </a:extLst>
            </p:cNvPr>
            <p:cNvSpPr/>
            <p:nvPr/>
          </p:nvSpPr>
          <p:spPr>
            <a:xfrm>
              <a:off x="4655240" y="3001837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1E10A6D-ED5E-033E-4A19-17AC790B3A31}"/>
                </a:ext>
              </a:extLst>
            </p:cNvPr>
            <p:cNvSpPr/>
            <p:nvPr/>
          </p:nvSpPr>
          <p:spPr>
            <a:xfrm>
              <a:off x="4655240" y="2879723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ED48FE4-8414-9246-1D55-537636296B01}"/>
                </a:ext>
              </a:extLst>
            </p:cNvPr>
            <p:cNvSpPr/>
            <p:nvPr/>
          </p:nvSpPr>
          <p:spPr>
            <a:xfrm>
              <a:off x="4655240" y="2757609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46D0C26-44CC-56E6-6A78-B8F88BA1D427}"/>
                </a:ext>
              </a:extLst>
            </p:cNvPr>
            <p:cNvCxnSpPr/>
            <p:nvPr/>
          </p:nvCxnSpPr>
          <p:spPr>
            <a:xfrm flipH="1">
              <a:off x="4187599" y="2787556"/>
              <a:ext cx="599131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410182F-53F4-0921-FBB0-1F7E6A8A1BED}"/>
              </a:ext>
            </a:extLst>
          </p:cNvPr>
          <p:cNvGrpSpPr/>
          <p:nvPr/>
        </p:nvGrpSpPr>
        <p:grpSpPr>
          <a:xfrm>
            <a:off x="-9123214" y="2308115"/>
            <a:ext cx="1357270" cy="1845674"/>
            <a:chOff x="5707898" y="2790590"/>
            <a:chExt cx="2258398" cy="2321893"/>
          </a:xfrm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E5D478F9-E407-6F75-23B2-3FEC4E570483}"/>
                </a:ext>
              </a:extLst>
            </p:cNvPr>
            <p:cNvSpPr/>
            <p:nvPr/>
          </p:nvSpPr>
          <p:spPr>
            <a:xfrm>
              <a:off x="5870501" y="2938257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2A250FE3-56EF-7D65-FAC6-5E6213968BEA}"/>
                </a:ext>
              </a:extLst>
            </p:cNvPr>
            <p:cNvSpPr/>
            <p:nvPr/>
          </p:nvSpPr>
          <p:spPr>
            <a:xfrm>
              <a:off x="5806423" y="2879158"/>
              <a:ext cx="2066538" cy="2151278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7E186740-0CA2-28F9-DE0F-1857F2349680}"/>
                </a:ext>
              </a:extLst>
            </p:cNvPr>
            <p:cNvSpPr/>
            <p:nvPr/>
          </p:nvSpPr>
          <p:spPr>
            <a:xfrm>
              <a:off x="5741072" y="2836991"/>
              <a:ext cx="2194320" cy="2262794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07A84391-4A93-3D36-B621-CCC585DD1C31}"/>
                </a:ext>
              </a:extLst>
            </p:cNvPr>
            <p:cNvSpPr/>
            <p:nvPr/>
          </p:nvSpPr>
          <p:spPr>
            <a:xfrm>
              <a:off x="5707898" y="2790590"/>
              <a:ext cx="2258398" cy="2321893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2D322765-9B36-2680-D11E-7B90929FF11D}"/>
                </a:ext>
              </a:extLst>
            </p:cNvPr>
            <p:cNvSpPr/>
            <p:nvPr/>
          </p:nvSpPr>
          <p:spPr>
            <a:xfrm>
              <a:off x="5859270" y="2917401"/>
              <a:ext cx="1966613" cy="2036070"/>
            </a:xfrm>
            <a:prstGeom prst="roundRect">
              <a:avLst>
                <a:gd name="adj" fmla="val 25966"/>
              </a:avLst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CB3A6C6-C441-2DA4-D1A8-2B53F90936A2}"/>
              </a:ext>
            </a:extLst>
          </p:cNvPr>
          <p:cNvGrpSpPr/>
          <p:nvPr/>
        </p:nvGrpSpPr>
        <p:grpSpPr>
          <a:xfrm flipH="1">
            <a:off x="-8185016" y="2806263"/>
            <a:ext cx="1208071" cy="1012262"/>
            <a:chOff x="4172221" y="2757609"/>
            <a:chExt cx="1171783" cy="1012262"/>
          </a:xfrm>
        </p:grpSpPr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1DD371A-7DC8-4CFB-1A70-A8C7DA3E820D}"/>
                </a:ext>
              </a:extLst>
            </p:cNvPr>
            <p:cNvSpPr/>
            <p:nvPr/>
          </p:nvSpPr>
          <p:spPr>
            <a:xfrm>
              <a:off x="4172221" y="3543853"/>
              <a:ext cx="1171783" cy="226018"/>
            </a:xfrm>
            <a:custGeom>
              <a:avLst/>
              <a:gdLst>
                <a:gd name="connsiteX0" fmla="*/ 0 w 1949761"/>
                <a:gd name="connsiteY0" fmla="*/ 202130 h 386896"/>
                <a:gd name="connsiteX1" fmla="*/ 1174282 w 1949761"/>
                <a:gd name="connsiteY1" fmla="*/ 385010 h 386896"/>
                <a:gd name="connsiteX2" fmla="*/ 1934678 w 1949761"/>
                <a:gd name="connsiteY2" fmla="*/ 279133 h 386896"/>
                <a:gd name="connsiteX3" fmla="*/ 1607419 w 1949761"/>
                <a:gd name="connsiteY3" fmla="*/ 0 h 38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761" h="386896">
                  <a:moveTo>
                    <a:pt x="0" y="202130"/>
                  </a:moveTo>
                  <a:cubicBezTo>
                    <a:pt x="425918" y="287153"/>
                    <a:pt x="851836" y="372176"/>
                    <a:pt x="1174282" y="385010"/>
                  </a:cubicBezTo>
                  <a:cubicBezTo>
                    <a:pt x="1496728" y="397844"/>
                    <a:pt x="1862489" y="343301"/>
                    <a:pt x="1934678" y="279133"/>
                  </a:cubicBezTo>
                  <a:cubicBezTo>
                    <a:pt x="2006867" y="214965"/>
                    <a:pt x="1807143" y="107482"/>
                    <a:pt x="1607419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7441D64-67CE-E5B8-C217-5830D294712C}"/>
                </a:ext>
              </a:extLst>
            </p:cNvPr>
            <p:cNvSpPr/>
            <p:nvPr/>
          </p:nvSpPr>
          <p:spPr>
            <a:xfrm>
              <a:off x="4655240" y="3490294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CCDA1D6C-4DA4-4D5F-68C9-10BC7E9A2775}"/>
                </a:ext>
              </a:extLst>
            </p:cNvPr>
            <p:cNvSpPr/>
            <p:nvPr/>
          </p:nvSpPr>
          <p:spPr>
            <a:xfrm>
              <a:off x="4655240" y="3368180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DD843FC-47C8-7C4A-E636-2F64A7374000}"/>
                </a:ext>
              </a:extLst>
            </p:cNvPr>
            <p:cNvSpPr/>
            <p:nvPr/>
          </p:nvSpPr>
          <p:spPr>
            <a:xfrm>
              <a:off x="4655240" y="3246066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FDE8A80-0E33-BEF7-5A82-B9208C5A5472}"/>
                </a:ext>
              </a:extLst>
            </p:cNvPr>
            <p:cNvSpPr/>
            <p:nvPr/>
          </p:nvSpPr>
          <p:spPr>
            <a:xfrm>
              <a:off x="4655240" y="3123952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52AF2430-4C3E-71B9-E019-FD14022B99C0}"/>
                </a:ext>
              </a:extLst>
            </p:cNvPr>
            <p:cNvSpPr/>
            <p:nvPr/>
          </p:nvSpPr>
          <p:spPr>
            <a:xfrm>
              <a:off x="4655240" y="3001837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03C24D1-98CB-04BC-8006-1B5ECB55713A}"/>
                </a:ext>
              </a:extLst>
            </p:cNvPr>
            <p:cNvSpPr/>
            <p:nvPr/>
          </p:nvSpPr>
          <p:spPr>
            <a:xfrm>
              <a:off x="4655240" y="2879723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D2C5037-0332-8C72-CDB9-81423B40574C}"/>
                </a:ext>
              </a:extLst>
            </p:cNvPr>
            <p:cNvSpPr/>
            <p:nvPr/>
          </p:nvSpPr>
          <p:spPr>
            <a:xfrm>
              <a:off x="4655240" y="2757609"/>
              <a:ext cx="646222" cy="214233"/>
            </a:xfrm>
            <a:custGeom>
              <a:avLst/>
              <a:gdLst>
                <a:gd name="connsiteX0" fmla="*/ 243959 w 1116713"/>
                <a:gd name="connsiteY0" fmla="*/ 154004 h 269508"/>
                <a:gd name="connsiteX1" fmla="*/ 51453 w 1116713"/>
                <a:gd name="connsiteY1" fmla="*/ 269508 h 269508"/>
                <a:gd name="connsiteX2" fmla="*/ 1071731 w 1116713"/>
                <a:gd name="connsiteY2" fmla="*/ 154004 h 269508"/>
                <a:gd name="connsiteX3" fmla="*/ 840725 w 1116713"/>
                <a:gd name="connsiteY3" fmla="*/ 0 h 26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6713" h="269508">
                  <a:moveTo>
                    <a:pt x="243959" y="154004"/>
                  </a:moveTo>
                  <a:cubicBezTo>
                    <a:pt x="78725" y="211756"/>
                    <a:pt x="-86509" y="269508"/>
                    <a:pt x="51453" y="269508"/>
                  </a:cubicBezTo>
                  <a:cubicBezTo>
                    <a:pt x="189415" y="269508"/>
                    <a:pt x="940186" y="198922"/>
                    <a:pt x="1071731" y="154004"/>
                  </a:cubicBezTo>
                  <a:cubicBezTo>
                    <a:pt x="1203276" y="109086"/>
                    <a:pt x="1022000" y="54543"/>
                    <a:pt x="840725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489C21CE-4E8B-9658-FFDE-A215B45E04B2}"/>
                </a:ext>
              </a:extLst>
            </p:cNvPr>
            <p:cNvCxnSpPr/>
            <p:nvPr/>
          </p:nvCxnSpPr>
          <p:spPr>
            <a:xfrm flipH="1">
              <a:off x="4187599" y="2787556"/>
              <a:ext cx="599131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141F9A7-72FB-01CF-032D-F25C98FAD474}"/>
              </a:ext>
            </a:extLst>
          </p:cNvPr>
          <p:cNvSpPr/>
          <p:nvPr/>
        </p:nvSpPr>
        <p:spPr>
          <a:xfrm>
            <a:off x="-8981150" y="4974837"/>
            <a:ext cx="27660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dirty="0">
                <a:solidFill>
                  <a:srgbClr val="FFFFFF"/>
                </a:solidFill>
                <a:latin typeface="Calibri" panose="020F0502020204030204" pitchFamily="34" charset="0"/>
              </a:rPr>
              <a:t>OR use Diamagnetic material around it</a:t>
            </a:r>
            <a:endParaRPr lang="en-IN" dirty="0">
              <a:solidFill>
                <a:srgbClr val="FFFFFF"/>
              </a:solidFill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38B62B0-6049-13DE-5F34-B871B996382B}"/>
              </a:ext>
            </a:extLst>
          </p:cNvPr>
          <p:cNvGrpSpPr/>
          <p:nvPr/>
        </p:nvGrpSpPr>
        <p:grpSpPr>
          <a:xfrm>
            <a:off x="-5868294" y="2059431"/>
            <a:ext cx="2819557" cy="2340794"/>
            <a:chOff x="6755506" y="2059431"/>
            <a:chExt cx="2819557" cy="2340794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CC453806-844A-3ACC-D7B6-3C0AA169B0C8}"/>
                </a:ext>
              </a:extLst>
            </p:cNvPr>
            <p:cNvSpPr/>
            <p:nvPr/>
          </p:nvSpPr>
          <p:spPr>
            <a:xfrm>
              <a:off x="6755506" y="2073924"/>
              <a:ext cx="2819557" cy="2311809"/>
            </a:xfrm>
            <a:prstGeom prst="roundRect">
              <a:avLst>
                <a:gd name="adj" fmla="val 10838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7E7F47F-56A1-F3B1-FE84-9516FFC082DF}"/>
                </a:ext>
              </a:extLst>
            </p:cNvPr>
            <p:cNvGrpSpPr/>
            <p:nvPr/>
          </p:nvGrpSpPr>
          <p:grpSpPr>
            <a:xfrm>
              <a:off x="6912626" y="2059431"/>
              <a:ext cx="2662437" cy="2340794"/>
              <a:chOff x="6451493" y="3310799"/>
              <a:chExt cx="2662437" cy="23407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5DA4BC6-5ECD-2382-38CB-755201C6B6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38075" y="3534655"/>
                <a:ext cx="993258" cy="0"/>
              </a:xfrm>
              <a:prstGeom prst="line">
                <a:avLst/>
              </a:prstGeom>
              <a:ln w="38100">
                <a:solidFill>
                  <a:srgbClr val="8F5C15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A506373-03DA-FB5D-F396-2358F9FEF3AD}"/>
                  </a:ext>
                </a:extLst>
              </p:cNvPr>
              <p:cNvGrpSpPr/>
              <p:nvPr/>
            </p:nvGrpSpPr>
            <p:grpSpPr>
              <a:xfrm>
                <a:off x="6451493" y="5360711"/>
                <a:ext cx="1752815" cy="52477"/>
                <a:chOff x="1513840" y="4037275"/>
                <a:chExt cx="1752815" cy="52477"/>
              </a:xfrm>
            </p:grpSpPr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EB3D9599-F1F1-7266-8E08-0614AAD853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00666" y="4087847"/>
                  <a:ext cx="487411" cy="0"/>
                </a:xfrm>
                <a:prstGeom prst="line">
                  <a:avLst/>
                </a:prstGeom>
                <a:ln w="38100">
                  <a:solidFill>
                    <a:srgbClr val="8F5C15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prst="angle"/>
                </a:sp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67CB46B8-FFB4-E789-21EE-DBAA599B5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3954" y="4037275"/>
                  <a:ext cx="282701" cy="52477"/>
                </a:xfrm>
                <a:prstGeom prst="line">
                  <a:avLst/>
                </a:prstGeom>
                <a:ln w="38100">
                  <a:solidFill>
                    <a:srgbClr val="8F5C15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prst="angle"/>
                </a:sp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772C8DF-1571-0C21-C981-A352ACBD36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13840" y="4087847"/>
                  <a:ext cx="993258" cy="0"/>
                </a:xfrm>
                <a:prstGeom prst="line">
                  <a:avLst/>
                </a:prstGeom>
                <a:ln w="38100">
                  <a:solidFill>
                    <a:srgbClr val="8F5C15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prst="angle"/>
                </a:sp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2D3D462-2F0D-23D7-2E3F-0834EEE46C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7436825" y="3974488"/>
                <a:ext cx="2340794" cy="1013416"/>
              </a:xfrm>
              <a:prstGeom prst="rect">
                <a:avLst/>
              </a:prstGeom>
            </p:spPr>
          </p:pic>
        </p:grp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1926CCAB-6490-796A-08DF-42FD824FFF5D}"/>
              </a:ext>
            </a:extLst>
          </p:cNvPr>
          <p:cNvSpPr/>
          <p:nvPr/>
        </p:nvSpPr>
        <p:spPr>
          <a:xfrm>
            <a:off x="-5418479" y="4631954"/>
            <a:ext cx="24680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dirty="0">
                <a:solidFill>
                  <a:srgbClr val="FFFFFF"/>
                </a:solidFill>
                <a:latin typeface="Calibri" panose="020F0502020204030204" pitchFamily="34" charset="0"/>
              </a:rPr>
              <a:t>Heating effect in wire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174696D-2C87-17EC-DA71-D0A5FC80421B}"/>
              </a:ext>
            </a:extLst>
          </p:cNvPr>
          <p:cNvSpPr/>
          <p:nvPr/>
        </p:nvSpPr>
        <p:spPr>
          <a:xfrm>
            <a:off x="-2422204" y="2486746"/>
            <a:ext cx="17487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</a:rPr>
              <a:t>Use material of less resistance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C4405857-1CA1-0BA3-EACB-1C1F1B48502D}"/>
              </a:ext>
            </a:extLst>
          </p:cNvPr>
          <p:cNvSpPr/>
          <p:nvPr/>
        </p:nvSpPr>
        <p:spPr>
          <a:xfrm>
            <a:off x="6383810" y="0"/>
            <a:ext cx="142263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Iron lass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8653099-6257-DEED-CEFE-30F5283A5976}"/>
              </a:ext>
            </a:extLst>
          </p:cNvPr>
          <p:cNvCxnSpPr>
            <a:cxnSpLocks/>
          </p:cNvCxnSpPr>
          <p:nvPr/>
        </p:nvCxnSpPr>
        <p:spPr>
          <a:xfrm>
            <a:off x="7071986" y="523220"/>
            <a:ext cx="0" cy="5334327"/>
          </a:xfrm>
          <a:prstGeom prst="line">
            <a:avLst/>
          </a:prstGeom>
          <a:ln w="28575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A755B0BA-C08A-C421-BAB7-03D630B7B310}"/>
              </a:ext>
            </a:extLst>
          </p:cNvPr>
          <p:cNvSpPr txBox="1"/>
          <p:nvPr/>
        </p:nvSpPr>
        <p:spPr>
          <a:xfrm>
            <a:off x="4631087" y="666810"/>
            <a:ext cx="1589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Issue  :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3AE2843-0476-5F79-5CAD-9BDB66442F1D}"/>
              </a:ext>
            </a:extLst>
          </p:cNvPr>
          <p:cNvSpPr txBox="1"/>
          <p:nvPr/>
        </p:nvSpPr>
        <p:spPr>
          <a:xfrm>
            <a:off x="8001522" y="666810"/>
            <a:ext cx="931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Fix   :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C7120D7-415C-60DD-9DF1-1402AC8D600D}"/>
              </a:ext>
            </a:extLst>
          </p:cNvPr>
          <p:cNvGrpSpPr/>
          <p:nvPr/>
        </p:nvGrpSpPr>
        <p:grpSpPr>
          <a:xfrm>
            <a:off x="3570857" y="1177105"/>
            <a:ext cx="2812953" cy="2337267"/>
            <a:chOff x="-225639" y="2002940"/>
            <a:chExt cx="2812953" cy="2337267"/>
          </a:xfrm>
        </p:grpSpPr>
        <p:sp>
          <p:nvSpPr>
            <p:cNvPr id="181" name="Rectangle: Rounded Corners 180">
              <a:extLst>
                <a:ext uri="{FF2B5EF4-FFF2-40B4-BE49-F238E27FC236}">
                  <a16:creationId xmlns:a16="http://schemas.microsoft.com/office/drawing/2014/main" id="{DCA3E2B1-BFB8-BD59-7F40-7556A5D5723F}"/>
                </a:ext>
              </a:extLst>
            </p:cNvPr>
            <p:cNvSpPr/>
            <p:nvPr/>
          </p:nvSpPr>
          <p:spPr>
            <a:xfrm>
              <a:off x="17586" y="2013384"/>
              <a:ext cx="2569728" cy="2326823"/>
            </a:xfrm>
            <a:prstGeom prst="roundRect">
              <a:avLst>
                <a:gd name="adj" fmla="val 6415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 dirty="0">
                <a:solidFill>
                  <a:schemeClr val="tx1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40EC791-C9BB-F7B5-2480-D63A4834E6BE}"/>
                </a:ext>
              </a:extLst>
            </p:cNvPr>
            <p:cNvGrpSpPr/>
            <p:nvPr/>
          </p:nvGrpSpPr>
          <p:grpSpPr>
            <a:xfrm>
              <a:off x="-225639" y="2002940"/>
              <a:ext cx="2578906" cy="2201581"/>
              <a:chOff x="-203430" y="2143849"/>
              <a:chExt cx="2578906" cy="2201581"/>
            </a:xfrm>
          </p:grpSpPr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0CE78BF6-B75B-4160-84CE-6E2EA59E3AA6}"/>
                  </a:ext>
                </a:extLst>
              </p:cNvPr>
              <p:cNvSpPr txBox="1"/>
              <p:nvPr/>
            </p:nvSpPr>
            <p:spPr>
              <a:xfrm>
                <a:off x="-203430" y="2143849"/>
                <a:ext cx="25789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fontAlgn="base"/>
                <a:r>
                  <a:rPr lang="en-IN" sz="2400" dirty="0">
                    <a:latin typeface="Calibri" panose="020F0502020204030204" pitchFamily="34" charset="0"/>
                  </a:rPr>
                  <a:t>Eddy current loss</a:t>
                </a:r>
                <a:endParaRPr lang="en-IN" sz="2400" dirty="0">
                  <a:latin typeface="Noto Sans Symbols"/>
                </a:endParaRP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092D3814-824B-35CC-E4A2-D740826AB85A}"/>
                  </a:ext>
                </a:extLst>
              </p:cNvPr>
              <p:cNvGrpSpPr/>
              <p:nvPr/>
            </p:nvGrpSpPr>
            <p:grpSpPr>
              <a:xfrm>
                <a:off x="420751" y="2742275"/>
                <a:ext cx="1603155" cy="1603155"/>
                <a:chOff x="477380" y="1303785"/>
                <a:chExt cx="1929645" cy="1929645"/>
              </a:xfrm>
            </p:grpSpPr>
            <p:sp>
              <p:nvSpPr>
                <p:cNvPr id="3" name="Freeform: Shape 217">
                  <a:extLst>
                    <a:ext uri="{FF2B5EF4-FFF2-40B4-BE49-F238E27FC236}">
                      <a16:creationId xmlns:a16="http://schemas.microsoft.com/office/drawing/2014/main" id="{3FA93A89-0ED5-D144-3B32-0579A64B2A2E}"/>
                    </a:ext>
                  </a:extLst>
                </p:cNvPr>
                <p:cNvSpPr/>
                <p:nvPr/>
              </p:nvSpPr>
              <p:spPr>
                <a:xfrm>
                  <a:off x="477380" y="1303785"/>
                  <a:ext cx="1929645" cy="1929645"/>
                </a:xfrm>
                <a:custGeom>
                  <a:avLst/>
                  <a:gdLst>
                    <a:gd name="connsiteX0" fmla="*/ 0 w 3155656"/>
                    <a:gd name="connsiteY0" fmla="*/ 0 h 3155656"/>
                    <a:gd name="connsiteX1" fmla="*/ 3155656 w 3155656"/>
                    <a:gd name="connsiteY1" fmla="*/ 0 h 3155656"/>
                    <a:gd name="connsiteX2" fmla="*/ 3155656 w 3155656"/>
                    <a:gd name="connsiteY2" fmla="*/ 3155656 h 3155656"/>
                    <a:gd name="connsiteX3" fmla="*/ 0 w 3155656"/>
                    <a:gd name="connsiteY3" fmla="*/ 3155656 h 3155656"/>
                    <a:gd name="connsiteX4" fmla="*/ 0 w 3155656"/>
                    <a:gd name="connsiteY4" fmla="*/ 0 h 3155656"/>
                    <a:gd name="connsiteX5" fmla="*/ 497828 w 3155656"/>
                    <a:gd name="connsiteY5" fmla="*/ 497828 h 3155656"/>
                    <a:gd name="connsiteX6" fmla="*/ 497828 w 3155656"/>
                    <a:gd name="connsiteY6" fmla="*/ 2657828 h 3155656"/>
                    <a:gd name="connsiteX7" fmla="*/ 2657828 w 3155656"/>
                    <a:gd name="connsiteY7" fmla="*/ 2657828 h 3155656"/>
                    <a:gd name="connsiteX8" fmla="*/ 2657828 w 3155656"/>
                    <a:gd name="connsiteY8" fmla="*/ 497828 h 3155656"/>
                    <a:gd name="connsiteX9" fmla="*/ 497828 w 3155656"/>
                    <a:gd name="connsiteY9" fmla="*/ 497828 h 315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55656" h="3155656">
                      <a:moveTo>
                        <a:pt x="0" y="0"/>
                      </a:moveTo>
                      <a:lnTo>
                        <a:pt x="3155656" y="0"/>
                      </a:lnTo>
                      <a:lnTo>
                        <a:pt x="3155656" y="3155656"/>
                      </a:lnTo>
                      <a:lnTo>
                        <a:pt x="0" y="3155656"/>
                      </a:lnTo>
                      <a:lnTo>
                        <a:pt x="0" y="0"/>
                      </a:lnTo>
                      <a:close/>
                      <a:moveTo>
                        <a:pt x="497828" y="497828"/>
                      </a:moveTo>
                      <a:lnTo>
                        <a:pt x="497828" y="2657828"/>
                      </a:lnTo>
                      <a:lnTo>
                        <a:pt x="2657828" y="2657828"/>
                      </a:lnTo>
                      <a:lnTo>
                        <a:pt x="2657828" y="497828"/>
                      </a:lnTo>
                      <a:lnTo>
                        <a:pt x="497828" y="497828"/>
                      </a:lnTo>
                      <a:close/>
                    </a:path>
                  </a:pathLst>
                </a:custGeom>
                <a:solidFill>
                  <a:srgbClr val="212937"/>
                </a:solidFill>
                <a:ln w="12700" cmpd="sng">
                  <a:solidFill>
                    <a:srgbClr val="7387AC">
                      <a:alpha val="28000"/>
                    </a:srgbClr>
                  </a:solidFill>
                </a:ln>
                <a:scene3d>
                  <a:camera prst="obliqueTopRight"/>
                  <a:lightRig rig="threePt" dir="t"/>
                </a:scene3d>
                <a:sp3d extrusionH="863600">
                  <a:bevelT w="0" h="0"/>
                  <a:bevelB w="0" h="0"/>
                  <a:contourClr>
                    <a:srgbClr val="7387AC"/>
                  </a:contourClr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32EBEBEA-C504-E176-D4F7-0CD555AEB9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biLevel thresh="25000"/>
                </a:blip>
                <a:stretch>
                  <a:fillRect/>
                </a:stretch>
              </p:blipFill>
              <p:spPr>
                <a:xfrm>
                  <a:off x="1788811" y="2787948"/>
                  <a:ext cx="204531" cy="143172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1A3B55BA-A691-0C8E-8DF2-C01FF9C3C7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biLevel thresh="25000"/>
                </a:blip>
                <a:stretch>
                  <a:fillRect/>
                </a:stretch>
              </p:blipFill>
              <p:spPr>
                <a:xfrm>
                  <a:off x="877446" y="2772596"/>
                  <a:ext cx="204531" cy="143172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ED467F4A-7136-7900-3388-9D88808E0F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biLevel thresh="25000"/>
                </a:blip>
                <a:stretch>
                  <a:fillRect/>
                </a:stretch>
              </p:blipFill>
              <p:spPr>
                <a:xfrm>
                  <a:off x="1103864" y="2772596"/>
                  <a:ext cx="204531" cy="143172"/>
                </a:xfrm>
                <a:prstGeom prst="rect">
                  <a:avLst/>
                </a:prstGeom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FE03AED8-AD48-FA4F-C6A2-AC5B21C8E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biLevel thresh="25000"/>
                </a:blip>
                <a:stretch>
                  <a:fillRect/>
                </a:stretch>
              </p:blipFill>
              <p:spPr>
                <a:xfrm>
                  <a:off x="1552940" y="2772596"/>
                  <a:ext cx="204531" cy="143172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6E87A4CA-DDD1-2FEE-A070-F412897FD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biLevel thresh="25000"/>
                </a:blip>
                <a:stretch>
                  <a:fillRect/>
                </a:stretch>
              </p:blipFill>
              <p:spPr>
                <a:xfrm>
                  <a:off x="1335403" y="2780554"/>
                  <a:ext cx="204531" cy="143172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10169C65-4ED2-6B72-9646-02F0F67857EB}"/>
              </a:ext>
            </a:extLst>
          </p:cNvPr>
          <p:cNvGrpSpPr/>
          <p:nvPr/>
        </p:nvGrpSpPr>
        <p:grpSpPr>
          <a:xfrm>
            <a:off x="6847726" y="1152802"/>
            <a:ext cx="5143745" cy="2401558"/>
            <a:chOff x="3058023" y="1976915"/>
            <a:chExt cx="5143745" cy="2401558"/>
          </a:xfrm>
        </p:grpSpPr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CA51B5F0-C4FA-AC76-58E3-EF9239E15BB7}"/>
                </a:ext>
              </a:extLst>
            </p:cNvPr>
            <p:cNvSpPr/>
            <p:nvPr/>
          </p:nvSpPr>
          <p:spPr>
            <a:xfrm>
              <a:off x="3513060" y="1976915"/>
              <a:ext cx="4688708" cy="2401558"/>
            </a:xfrm>
            <a:prstGeom prst="roundRect">
              <a:avLst>
                <a:gd name="adj" fmla="val 6415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C12497C-6C92-BA34-6007-8609B7730A20}"/>
                </a:ext>
              </a:extLst>
            </p:cNvPr>
            <p:cNvGrpSpPr/>
            <p:nvPr/>
          </p:nvGrpSpPr>
          <p:grpSpPr>
            <a:xfrm>
              <a:off x="3058023" y="2126356"/>
              <a:ext cx="4083944" cy="2231330"/>
              <a:chOff x="288761" y="1502225"/>
              <a:chExt cx="9521366" cy="5355762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2383634-43AA-1B4C-84E5-70D69D0A52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35042" y="4689979"/>
                <a:ext cx="1386348" cy="599765"/>
              </a:xfrm>
              <a:prstGeom prst="line">
                <a:avLst/>
              </a:prstGeom>
              <a:ln w="19050">
                <a:solidFill>
                  <a:schemeClr val="accent3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1" name="Picture 80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0F8A5408-2FB8-EE26-06C2-3FBB998EBF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8761" y="1502225"/>
                <a:ext cx="9521366" cy="5355762"/>
              </a:xfrm>
              <a:prstGeom prst="rect">
                <a:avLst/>
              </a:prstGeom>
            </p:spPr>
          </p:pic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D225304B-7A9E-FCE7-F0C0-D1E6041414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393" y="1934142"/>
                <a:ext cx="1687283" cy="446316"/>
              </a:xfrm>
              <a:prstGeom prst="line">
                <a:avLst/>
              </a:prstGeom>
              <a:ln w="19050">
                <a:solidFill>
                  <a:schemeClr val="accent3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186EC203-03DC-56B1-80B7-6A76CDC9AC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53815" y="2745300"/>
                <a:ext cx="1632855" cy="478971"/>
              </a:xfrm>
              <a:prstGeom prst="line">
                <a:avLst/>
              </a:prstGeom>
              <a:ln w="19050">
                <a:solidFill>
                  <a:schemeClr val="accent3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9" name="Picture 148">
                <a:extLst>
                  <a:ext uri="{FF2B5EF4-FFF2-40B4-BE49-F238E27FC236}">
                    <a16:creationId xmlns:a16="http://schemas.microsoft.com/office/drawing/2014/main" id="{DF461C1B-80EE-3DD5-CC23-EB8D4D96E6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50000"/>
              </a:blip>
              <a:stretch>
                <a:fillRect/>
              </a:stretch>
            </p:blipFill>
            <p:spPr>
              <a:xfrm>
                <a:off x="2725289" y="5113624"/>
                <a:ext cx="155559" cy="112350"/>
              </a:xfrm>
              <a:prstGeom prst="rect">
                <a:avLst/>
              </a:prstGeom>
            </p:spPr>
          </p:pic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E9502874-EF0E-13B1-5D3C-581B1996D7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68563" y="5751860"/>
                <a:ext cx="1476593" cy="869451"/>
              </a:xfrm>
              <a:prstGeom prst="line">
                <a:avLst/>
              </a:prstGeom>
              <a:ln w="19050">
                <a:solidFill>
                  <a:schemeClr val="accent3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6" name="Picture 155">
                <a:extLst>
                  <a:ext uri="{FF2B5EF4-FFF2-40B4-BE49-F238E27FC236}">
                    <a16:creationId xmlns:a16="http://schemas.microsoft.com/office/drawing/2014/main" id="{CE96A148-29B1-F3BF-43D3-96855C214E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50000"/>
              </a:blip>
              <a:stretch>
                <a:fillRect/>
              </a:stretch>
            </p:blipFill>
            <p:spPr>
              <a:xfrm>
                <a:off x="2907184" y="5226695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57" name="Picture 156">
                <a:extLst>
                  <a:ext uri="{FF2B5EF4-FFF2-40B4-BE49-F238E27FC236}">
                    <a16:creationId xmlns:a16="http://schemas.microsoft.com/office/drawing/2014/main" id="{F5AE4FAC-9206-C6CA-A0C3-8F37676644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50000"/>
              </a:blip>
              <a:stretch>
                <a:fillRect/>
              </a:stretch>
            </p:blipFill>
            <p:spPr>
              <a:xfrm>
                <a:off x="3108744" y="5339765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58" name="Picture 157">
                <a:extLst>
                  <a:ext uri="{FF2B5EF4-FFF2-40B4-BE49-F238E27FC236}">
                    <a16:creationId xmlns:a16="http://schemas.microsoft.com/office/drawing/2014/main" id="{6AA47C9F-011A-CBCD-3040-6725040CB0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50000"/>
              </a:blip>
              <a:stretch>
                <a:fillRect/>
              </a:stretch>
            </p:blipFill>
            <p:spPr>
              <a:xfrm>
                <a:off x="3310304" y="5452836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B865D6A3-4DA7-4CFE-7FCE-539D4A12F0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50000"/>
              </a:blip>
              <a:stretch>
                <a:fillRect/>
              </a:stretch>
            </p:blipFill>
            <p:spPr>
              <a:xfrm>
                <a:off x="3511864" y="5565908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60" name="Picture 159">
                <a:extLst>
                  <a:ext uri="{FF2B5EF4-FFF2-40B4-BE49-F238E27FC236}">
                    <a16:creationId xmlns:a16="http://schemas.microsoft.com/office/drawing/2014/main" id="{5923B478-019D-364E-8EC5-22DB9A8B3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50000"/>
              </a:blip>
              <a:stretch>
                <a:fillRect/>
              </a:stretch>
            </p:blipFill>
            <p:spPr>
              <a:xfrm>
                <a:off x="3723257" y="5698641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61" name="Picture 160">
                <a:extLst>
                  <a:ext uri="{FF2B5EF4-FFF2-40B4-BE49-F238E27FC236}">
                    <a16:creationId xmlns:a16="http://schemas.microsoft.com/office/drawing/2014/main" id="{E8233FF0-132E-F796-0627-1B599F27BF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50000"/>
              </a:blip>
              <a:stretch>
                <a:fillRect/>
              </a:stretch>
            </p:blipFill>
            <p:spPr>
              <a:xfrm>
                <a:off x="3944485" y="5831377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5AD6563E-D14F-1339-7239-F373D1CFF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50000"/>
              </a:blip>
              <a:stretch>
                <a:fillRect/>
              </a:stretch>
            </p:blipFill>
            <p:spPr>
              <a:xfrm>
                <a:off x="4165709" y="5964112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63" name="Picture 162">
                <a:extLst>
                  <a:ext uri="{FF2B5EF4-FFF2-40B4-BE49-F238E27FC236}">
                    <a16:creationId xmlns:a16="http://schemas.microsoft.com/office/drawing/2014/main" id="{AE21649B-BFF0-9E35-BBC6-2D4F672CA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4617993" y="4430283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64" name="Picture 163">
                <a:extLst>
                  <a:ext uri="{FF2B5EF4-FFF2-40B4-BE49-F238E27FC236}">
                    <a16:creationId xmlns:a16="http://schemas.microsoft.com/office/drawing/2014/main" id="{F2C49355-ED64-1BF6-7EC2-CE08D9D3EE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4819554" y="4543354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66" name="Picture 165">
                <a:extLst>
                  <a:ext uri="{FF2B5EF4-FFF2-40B4-BE49-F238E27FC236}">
                    <a16:creationId xmlns:a16="http://schemas.microsoft.com/office/drawing/2014/main" id="{A197C843-839A-F138-C6F8-99A88994E5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021114" y="4656424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67" name="Picture 166">
                <a:extLst>
                  <a:ext uri="{FF2B5EF4-FFF2-40B4-BE49-F238E27FC236}">
                    <a16:creationId xmlns:a16="http://schemas.microsoft.com/office/drawing/2014/main" id="{448FB8EC-051E-FD1D-15D3-1AB5DB44B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232506" y="4789159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4CD30F8F-763A-FC6A-1A81-6340017296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453732" y="4921894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9C1A603C-D61D-586B-8D95-29215E641E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674958" y="5054628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71" name="Picture 170">
                <a:extLst>
                  <a:ext uri="{FF2B5EF4-FFF2-40B4-BE49-F238E27FC236}">
                    <a16:creationId xmlns:a16="http://schemas.microsoft.com/office/drawing/2014/main" id="{C463FE62-A054-FFAA-90A8-39F1C4CE68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4652406" y="4159896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72" name="Picture 171">
                <a:extLst>
                  <a:ext uri="{FF2B5EF4-FFF2-40B4-BE49-F238E27FC236}">
                    <a16:creationId xmlns:a16="http://schemas.microsoft.com/office/drawing/2014/main" id="{C6D9E766-679C-672B-7B34-254DCA132D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4853969" y="4272966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CA6B728E-862F-BAB6-1882-D2E80D5903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055528" y="4386039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74" name="Picture 173">
                <a:extLst>
                  <a:ext uri="{FF2B5EF4-FFF2-40B4-BE49-F238E27FC236}">
                    <a16:creationId xmlns:a16="http://schemas.microsoft.com/office/drawing/2014/main" id="{937CD1C6-7A16-B283-1631-55A1D20D59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266921" y="4518772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92795CB4-B725-6EBA-B6F0-1262BAF12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488147" y="4651507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53CD097F-8A17-680E-AB6F-575BE87D74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709373" y="4784241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77" name="Picture 176">
                <a:extLst>
                  <a:ext uri="{FF2B5EF4-FFF2-40B4-BE49-F238E27FC236}">
                    <a16:creationId xmlns:a16="http://schemas.microsoft.com/office/drawing/2014/main" id="{36F1A98C-36D4-CBF7-BC7F-ACA4F4DEA8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030945" y="4066492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78" name="Picture 177">
                <a:extLst>
                  <a:ext uri="{FF2B5EF4-FFF2-40B4-BE49-F238E27FC236}">
                    <a16:creationId xmlns:a16="http://schemas.microsoft.com/office/drawing/2014/main" id="{E7D2DF39-1160-610C-D5B5-2A01A5BA6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232510" y="4179557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622A88A9-F319-E238-740D-1E6A5F6CE1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434071" y="4292633"/>
                <a:ext cx="155559" cy="112350"/>
              </a:xfrm>
              <a:prstGeom prst="rect">
                <a:avLst/>
              </a:prstGeom>
            </p:spPr>
          </p:pic>
          <p:pic>
            <p:nvPicPr>
              <p:cNvPr id="180" name="Picture 179">
                <a:extLst>
                  <a:ext uri="{FF2B5EF4-FFF2-40B4-BE49-F238E27FC236}">
                    <a16:creationId xmlns:a16="http://schemas.microsoft.com/office/drawing/2014/main" id="{21DE5C02-9B12-3E1D-DBEA-14246F0255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biLevel thresh="25000"/>
              </a:blip>
              <a:stretch>
                <a:fillRect/>
              </a:stretch>
            </p:blipFill>
            <p:spPr>
              <a:xfrm>
                <a:off x="5645469" y="4425375"/>
                <a:ext cx="155559" cy="112350"/>
              </a:xfrm>
              <a:prstGeom prst="rect">
                <a:avLst/>
              </a:prstGeom>
            </p:spPr>
          </p:pic>
        </p:grp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BC0769F2-D776-0ACA-7F67-2F8109559DE0}"/>
              </a:ext>
            </a:extLst>
          </p:cNvPr>
          <p:cNvGrpSpPr/>
          <p:nvPr/>
        </p:nvGrpSpPr>
        <p:grpSpPr>
          <a:xfrm>
            <a:off x="3634987" y="3670155"/>
            <a:ext cx="3114890" cy="2185532"/>
            <a:chOff x="-161509" y="4495990"/>
            <a:chExt cx="3114890" cy="2185532"/>
          </a:xfrm>
        </p:grpSpPr>
        <p:sp>
          <p:nvSpPr>
            <p:cNvPr id="184" name="Rectangle: Rounded Corners 183">
              <a:extLst>
                <a:ext uri="{FF2B5EF4-FFF2-40B4-BE49-F238E27FC236}">
                  <a16:creationId xmlns:a16="http://schemas.microsoft.com/office/drawing/2014/main" id="{D7CD8820-F0AF-3213-85D5-9967376764F9}"/>
                </a:ext>
              </a:extLst>
            </p:cNvPr>
            <p:cNvSpPr/>
            <p:nvPr/>
          </p:nvSpPr>
          <p:spPr>
            <a:xfrm>
              <a:off x="43252" y="4495990"/>
              <a:ext cx="2910129" cy="2185532"/>
            </a:xfrm>
            <a:prstGeom prst="roundRect">
              <a:avLst>
                <a:gd name="adj" fmla="val 6415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 dirty="0">
                <a:solidFill>
                  <a:schemeClr val="tx1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545E25BF-0801-4CB2-4048-A609CC78DC59}"/>
                </a:ext>
              </a:extLst>
            </p:cNvPr>
            <p:cNvSpPr/>
            <p:nvPr/>
          </p:nvSpPr>
          <p:spPr>
            <a:xfrm>
              <a:off x="-161509" y="4568557"/>
              <a:ext cx="27488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8600" fontAlgn="base"/>
              <a:r>
                <a:rPr lang="en-IN" sz="2400" dirty="0">
                  <a:latin typeface="Calibri" panose="020F0502020204030204" pitchFamily="34" charset="0"/>
                </a:rPr>
                <a:t>Hysteresis loss</a:t>
              </a:r>
              <a:endParaRPr lang="en-IN" sz="2400" dirty="0">
                <a:latin typeface="Noto Sans Symbols"/>
              </a:endParaRP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46FE693E-5F9A-247C-E91C-1977355F8C30}"/>
                </a:ext>
              </a:extLst>
            </p:cNvPr>
            <p:cNvGrpSpPr/>
            <p:nvPr/>
          </p:nvGrpSpPr>
          <p:grpSpPr>
            <a:xfrm>
              <a:off x="360395" y="4930701"/>
              <a:ext cx="2037307" cy="1677577"/>
              <a:chOff x="2306283" y="949084"/>
              <a:chExt cx="4605517" cy="4758364"/>
            </a:xfrm>
          </p:grpSpPr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22FCCB06-14DD-1750-E601-EBE0C8B257C6}"/>
                  </a:ext>
                </a:extLst>
              </p:cNvPr>
              <p:cNvSpPr txBox="1"/>
              <p:nvPr/>
            </p:nvSpPr>
            <p:spPr>
              <a:xfrm>
                <a:off x="2306283" y="1438400"/>
                <a:ext cx="1454127" cy="872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R="0" lvl="0" indent="0" defTabSz="4572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F5EEF3"/>
                    </a:solidFill>
                    <a:effectLst/>
                    <a:uLnTx/>
                    <a:uFillTx/>
                    <a:latin typeface="Mf Really Awesome" panose="020B0604020202020204" charset="0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ontserrat" pitchFamily="2" charset="77"/>
                </a:endParaRPr>
              </a:p>
            </p:txBody>
          </p: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09BE002F-4FA8-B0A7-37F1-09CC87C5F0E3}"/>
                  </a:ext>
                </a:extLst>
              </p:cNvPr>
              <p:cNvGrpSpPr/>
              <p:nvPr/>
            </p:nvGrpSpPr>
            <p:grpSpPr>
              <a:xfrm>
                <a:off x="2343637" y="1150552"/>
                <a:ext cx="4389120" cy="4556896"/>
                <a:chOff x="1438437" y="1353150"/>
                <a:chExt cx="4389120" cy="4556896"/>
              </a:xfrm>
            </p:grpSpPr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FA56A353-B45A-A02D-23D2-529A62725C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95676" y="1353150"/>
                  <a:ext cx="0" cy="4556896"/>
                </a:xfrm>
                <a:prstGeom prst="line">
                  <a:avLst/>
                </a:prstGeom>
                <a:ln>
                  <a:headEnd type="triangle"/>
                  <a:tailEnd type="non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B3E159D1-1135-45D0-A91F-54486EA448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632997" y="1658266"/>
                  <a:ext cx="0" cy="4389120"/>
                </a:xfrm>
                <a:prstGeom prst="line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TextBox 187">
                    <a:extLst>
                      <a:ext uri="{FF2B5EF4-FFF2-40B4-BE49-F238E27FC236}">
                        <a16:creationId xmlns:a16="http://schemas.microsoft.com/office/drawing/2014/main" id="{91727DDB-F18D-1C54-97D4-46A3D1E3198C}"/>
                      </a:ext>
                    </a:extLst>
                  </p:cNvPr>
                  <p:cNvSpPr txBox="1"/>
                  <p:nvPr/>
                </p:nvSpPr>
                <p:spPr>
                  <a:xfrm>
                    <a:off x="3896346" y="949084"/>
                    <a:ext cx="461432" cy="8729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400">
                        <a:solidFill>
                          <a:schemeClr val="bg1">
                            <a:lumMod val="95000"/>
                          </a:schemeClr>
                        </a:solidFill>
                        <a:latin typeface="Bahnschrift Light SemiCondensed" panose="020B0502040204020203" pitchFamily="34" charset="0"/>
                      </a:defRPr>
                    </a:lvl1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𝐼</m:t>
                          </m:r>
                        </m:oMath>
                      </m:oMathPara>
                    </a14:m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Montserrat" pitchFamily="2" charset="77"/>
                    </a:endParaRPr>
                  </a:p>
                </p:txBody>
              </p:sp>
            </mc:Choice>
            <mc:Fallback xmlns="">
              <p:sp>
                <p:nvSpPr>
                  <p:cNvPr id="188" name="TextBox 187">
                    <a:extLst>
                      <a:ext uri="{FF2B5EF4-FFF2-40B4-BE49-F238E27FC236}">
                        <a16:creationId xmlns:a16="http://schemas.microsoft.com/office/drawing/2014/main" id="{91727DDB-F18D-1C54-97D4-46A3D1E319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96346" y="949084"/>
                    <a:ext cx="461432" cy="87299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9091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TextBox 188">
                    <a:extLst>
                      <a:ext uri="{FF2B5EF4-FFF2-40B4-BE49-F238E27FC236}">
                        <a16:creationId xmlns:a16="http://schemas.microsoft.com/office/drawing/2014/main" id="{5D410EA5-8C95-7351-C540-5016094BA84F}"/>
                      </a:ext>
                    </a:extLst>
                  </p:cNvPr>
                  <p:cNvSpPr txBox="1"/>
                  <p:nvPr/>
                </p:nvSpPr>
                <p:spPr>
                  <a:xfrm>
                    <a:off x="6450368" y="3668712"/>
                    <a:ext cx="461432" cy="8729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400">
                        <a:solidFill>
                          <a:schemeClr val="bg1">
                            <a:lumMod val="95000"/>
                          </a:schemeClr>
                        </a:solidFill>
                        <a:latin typeface="Bahnschrift Light SemiCondensed" panose="020B0502040204020203" pitchFamily="34" charset="0"/>
                      </a:defRPr>
                    </a:lvl1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Montserrat" pitchFamily="2" charset="77"/>
                    </a:endParaRPr>
                  </a:p>
                </p:txBody>
              </p:sp>
            </mc:Choice>
            <mc:Fallback xmlns="">
              <p:sp>
                <p:nvSpPr>
                  <p:cNvPr id="189" name="TextBox 188">
                    <a:extLst>
                      <a:ext uri="{FF2B5EF4-FFF2-40B4-BE49-F238E27FC236}">
                        <a16:creationId xmlns:a16="http://schemas.microsoft.com/office/drawing/2014/main" id="{5D410EA5-8C95-7351-C540-5016094BA8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0368" y="3668712"/>
                    <a:ext cx="461432" cy="87299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9394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0" name="Freeform: Shape 33">
                <a:extLst>
                  <a:ext uri="{FF2B5EF4-FFF2-40B4-BE49-F238E27FC236}">
                    <a16:creationId xmlns:a16="http://schemas.microsoft.com/office/drawing/2014/main" id="{55BFD9C0-615D-90AD-3475-E42A4E7B42EB}"/>
                  </a:ext>
                </a:extLst>
              </p:cNvPr>
              <p:cNvSpPr/>
              <p:nvPr/>
            </p:nvSpPr>
            <p:spPr>
              <a:xfrm>
                <a:off x="2581318" y="2270305"/>
                <a:ext cx="3439116" cy="2801886"/>
              </a:xfrm>
              <a:custGeom>
                <a:avLst/>
                <a:gdLst>
                  <a:gd name="connsiteX0" fmla="*/ 3439116 w 3439116"/>
                  <a:gd name="connsiteY0" fmla="*/ 0 h 2801886"/>
                  <a:gd name="connsiteX1" fmla="*/ 2977870 w 3439116"/>
                  <a:gd name="connsiteY1" fmla="*/ 453154 h 2801886"/>
                  <a:gd name="connsiteX2" fmla="*/ 2702740 w 3439116"/>
                  <a:gd name="connsiteY2" fmla="*/ 987229 h 2801886"/>
                  <a:gd name="connsiteX3" fmla="*/ 2597544 w 3439116"/>
                  <a:gd name="connsiteY3" fmla="*/ 1391831 h 2801886"/>
                  <a:gd name="connsiteX4" fmla="*/ 2273862 w 3439116"/>
                  <a:gd name="connsiteY4" fmla="*/ 2055377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77870 w 3439116"/>
                  <a:gd name="connsiteY1" fmla="*/ 453154 h 2801886"/>
                  <a:gd name="connsiteX2" fmla="*/ 2702740 w 3439116"/>
                  <a:gd name="connsiteY2" fmla="*/ 987229 h 2801886"/>
                  <a:gd name="connsiteX3" fmla="*/ 2597544 w 3439116"/>
                  <a:gd name="connsiteY3" fmla="*/ 1391831 h 2801886"/>
                  <a:gd name="connsiteX4" fmla="*/ 2273862 w 3439116"/>
                  <a:gd name="connsiteY4" fmla="*/ 2055377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39116" h="2801886">
                    <a:moveTo>
                      <a:pt x="3439116" y="0"/>
                    </a:moveTo>
                    <a:cubicBezTo>
                      <a:pt x="3269857" y="144308"/>
                      <a:pt x="3100599" y="288616"/>
                      <a:pt x="2977870" y="453154"/>
                    </a:cubicBezTo>
                    <a:cubicBezTo>
                      <a:pt x="2855141" y="617692"/>
                      <a:pt x="2766128" y="830783"/>
                      <a:pt x="2702740" y="987229"/>
                    </a:cubicBezTo>
                    <a:cubicBezTo>
                      <a:pt x="2639352" y="1143675"/>
                      <a:pt x="2636940" y="1213806"/>
                      <a:pt x="2597544" y="1391831"/>
                    </a:cubicBezTo>
                    <a:cubicBezTo>
                      <a:pt x="2558148" y="1569856"/>
                      <a:pt x="2418170" y="1867912"/>
                      <a:pt x="2273862" y="2055377"/>
                    </a:cubicBezTo>
                    <a:cubicBezTo>
                      <a:pt x="2129554" y="2242842"/>
                      <a:pt x="1909721" y="2407381"/>
                      <a:pt x="1731696" y="2516623"/>
                    </a:cubicBezTo>
                    <a:cubicBezTo>
                      <a:pt x="1553671" y="2625866"/>
                      <a:pt x="1401271" y="2664977"/>
                      <a:pt x="1205714" y="2710832"/>
                    </a:cubicBezTo>
                    <a:cubicBezTo>
                      <a:pt x="1010157" y="2756687"/>
                      <a:pt x="759303" y="2779615"/>
                      <a:pt x="558351" y="2791753"/>
                    </a:cubicBezTo>
                    <a:cubicBezTo>
                      <a:pt x="357399" y="2803891"/>
                      <a:pt x="95756" y="2809286"/>
                      <a:pt x="0" y="2783661"/>
                    </a:cubicBezTo>
                  </a:path>
                </a:pathLst>
              </a:custGeom>
              <a:noFill/>
              <a:ln w="12700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  <a:effectLst>
                <a:glow>
                  <a:srgbClr val="1AFAEA">
                    <a:alpha val="15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ontserrat" pitchFamily="2" charset="77"/>
                </a:endParaRPr>
              </a:p>
            </p:txBody>
          </p:sp>
          <p:sp>
            <p:nvSpPr>
              <p:cNvPr id="191" name="Freeform: Shape 34">
                <a:extLst>
                  <a:ext uri="{FF2B5EF4-FFF2-40B4-BE49-F238E27FC236}">
                    <a16:creationId xmlns:a16="http://schemas.microsoft.com/office/drawing/2014/main" id="{A74EE6E8-3C8E-65BB-C240-81490384EC68}"/>
                  </a:ext>
                </a:extLst>
              </p:cNvPr>
              <p:cNvSpPr/>
              <p:nvPr/>
            </p:nvSpPr>
            <p:spPr>
              <a:xfrm flipH="1" flipV="1">
                <a:off x="2597727" y="2252887"/>
                <a:ext cx="3412221" cy="2800946"/>
              </a:xfrm>
              <a:custGeom>
                <a:avLst/>
                <a:gdLst>
                  <a:gd name="connsiteX0" fmla="*/ 3439116 w 3439116"/>
                  <a:gd name="connsiteY0" fmla="*/ 0 h 2801886"/>
                  <a:gd name="connsiteX1" fmla="*/ 2977870 w 3439116"/>
                  <a:gd name="connsiteY1" fmla="*/ 453154 h 2801886"/>
                  <a:gd name="connsiteX2" fmla="*/ 2702740 w 3439116"/>
                  <a:gd name="connsiteY2" fmla="*/ 987229 h 2801886"/>
                  <a:gd name="connsiteX3" fmla="*/ 2597544 w 3439116"/>
                  <a:gd name="connsiteY3" fmla="*/ 1391831 h 2801886"/>
                  <a:gd name="connsiteX4" fmla="*/ 2273862 w 3439116"/>
                  <a:gd name="connsiteY4" fmla="*/ 2055377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77870 w 3439116"/>
                  <a:gd name="connsiteY1" fmla="*/ 453154 h 2801886"/>
                  <a:gd name="connsiteX2" fmla="*/ 2702740 w 3439116"/>
                  <a:gd name="connsiteY2" fmla="*/ 987229 h 2801886"/>
                  <a:gd name="connsiteX3" fmla="*/ 2597544 w 3439116"/>
                  <a:gd name="connsiteY3" fmla="*/ 1391831 h 2801886"/>
                  <a:gd name="connsiteX4" fmla="*/ 2206627 w 3439116"/>
                  <a:gd name="connsiteY4" fmla="*/ 2021314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77870 w 3439116"/>
                  <a:gd name="connsiteY1" fmla="*/ 453154 h 2801886"/>
                  <a:gd name="connsiteX2" fmla="*/ 2702740 w 3439116"/>
                  <a:gd name="connsiteY2" fmla="*/ 987229 h 2801886"/>
                  <a:gd name="connsiteX3" fmla="*/ 2543755 w 3439116"/>
                  <a:gd name="connsiteY3" fmla="*/ 1378206 h 2801886"/>
                  <a:gd name="connsiteX4" fmla="*/ 2206627 w 3439116"/>
                  <a:gd name="connsiteY4" fmla="*/ 2021314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77870 w 3439116"/>
                  <a:gd name="connsiteY1" fmla="*/ 453154 h 2801886"/>
                  <a:gd name="connsiteX2" fmla="*/ 2682570 w 3439116"/>
                  <a:gd name="connsiteY2" fmla="*/ 973603 h 2801886"/>
                  <a:gd name="connsiteX3" fmla="*/ 2543755 w 3439116"/>
                  <a:gd name="connsiteY3" fmla="*/ 1378206 h 2801886"/>
                  <a:gd name="connsiteX4" fmla="*/ 2206627 w 3439116"/>
                  <a:gd name="connsiteY4" fmla="*/ 2021314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77870 w 3439116"/>
                  <a:gd name="connsiteY1" fmla="*/ 453154 h 2801886"/>
                  <a:gd name="connsiteX2" fmla="*/ 2662399 w 3439116"/>
                  <a:gd name="connsiteY2" fmla="*/ 980415 h 2801886"/>
                  <a:gd name="connsiteX3" fmla="*/ 2543755 w 3439116"/>
                  <a:gd name="connsiteY3" fmla="*/ 1378206 h 2801886"/>
                  <a:gd name="connsiteX4" fmla="*/ 2206627 w 3439116"/>
                  <a:gd name="connsiteY4" fmla="*/ 2021314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77870 w 3439116"/>
                  <a:gd name="connsiteY1" fmla="*/ 453154 h 2801886"/>
                  <a:gd name="connsiteX2" fmla="*/ 2662399 w 3439116"/>
                  <a:gd name="connsiteY2" fmla="*/ 980415 h 2801886"/>
                  <a:gd name="connsiteX3" fmla="*/ 2543755 w 3439116"/>
                  <a:gd name="connsiteY3" fmla="*/ 1378206 h 2801886"/>
                  <a:gd name="connsiteX4" fmla="*/ 2206627 w 3439116"/>
                  <a:gd name="connsiteY4" fmla="*/ 2021314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57699 w 3439116"/>
                  <a:gd name="connsiteY1" fmla="*/ 432715 h 2801886"/>
                  <a:gd name="connsiteX2" fmla="*/ 2662399 w 3439116"/>
                  <a:gd name="connsiteY2" fmla="*/ 980415 h 2801886"/>
                  <a:gd name="connsiteX3" fmla="*/ 2543755 w 3439116"/>
                  <a:gd name="connsiteY3" fmla="*/ 1378206 h 2801886"/>
                  <a:gd name="connsiteX4" fmla="*/ 2206627 w 3439116"/>
                  <a:gd name="connsiteY4" fmla="*/ 2021314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57699 w 3439116"/>
                  <a:gd name="connsiteY1" fmla="*/ 432715 h 2801886"/>
                  <a:gd name="connsiteX2" fmla="*/ 2662399 w 3439116"/>
                  <a:gd name="connsiteY2" fmla="*/ 980415 h 2801886"/>
                  <a:gd name="connsiteX3" fmla="*/ 2543755 w 3439116"/>
                  <a:gd name="connsiteY3" fmla="*/ 1378206 h 2801886"/>
                  <a:gd name="connsiteX4" fmla="*/ 2206627 w 3439116"/>
                  <a:gd name="connsiteY4" fmla="*/ 2021314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57699 w 3439116"/>
                  <a:gd name="connsiteY1" fmla="*/ 432715 h 2801886"/>
                  <a:gd name="connsiteX2" fmla="*/ 2662399 w 3439116"/>
                  <a:gd name="connsiteY2" fmla="*/ 980415 h 2801886"/>
                  <a:gd name="connsiteX3" fmla="*/ 2543755 w 3439116"/>
                  <a:gd name="connsiteY3" fmla="*/ 1378207 h 2801886"/>
                  <a:gd name="connsiteX4" fmla="*/ 2206627 w 3439116"/>
                  <a:gd name="connsiteY4" fmla="*/ 2021314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57699 w 3439116"/>
                  <a:gd name="connsiteY1" fmla="*/ 432715 h 2801886"/>
                  <a:gd name="connsiteX2" fmla="*/ 2662399 w 3439116"/>
                  <a:gd name="connsiteY2" fmla="*/ 980415 h 2801886"/>
                  <a:gd name="connsiteX3" fmla="*/ 2543755 w 3439116"/>
                  <a:gd name="connsiteY3" fmla="*/ 1378207 h 2801886"/>
                  <a:gd name="connsiteX4" fmla="*/ 2206627 w 3439116"/>
                  <a:gd name="connsiteY4" fmla="*/ 2021314 h 2801886"/>
                  <a:gd name="connsiteX5" fmla="*/ 1731696 w 3439116"/>
                  <a:gd name="connsiteY5" fmla="*/ 2516623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57699 w 3439116"/>
                  <a:gd name="connsiteY1" fmla="*/ 432715 h 2801886"/>
                  <a:gd name="connsiteX2" fmla="*/ 2662399 w 3439116"/>
                  <a:gd name="connsiteY2" fmla="*/ 980415 h 2801886"/>
                  <a:gd name="connsiteX3" fmla="*/ 2543755 w 3439116"/>
                  <a:gd name="connsiteY3" fmla="*/ 1378207 h 2801886"/>
                  <a:gd name="connsiteX4" fmla="*/ 2206627 w 3439116"/>
                  <a:gd name="connsiteY4" fmla="*/ 2021314 h 2801886"/>
                  <a:gd name="connsiteX5" fmla="*/ 1691355 w 3439116"/>
                  <a:gd name="connsiteY5" fmla="*/ 2475746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01886"/>
                  <a:gd name="connsiteX1" fmla="*/ 2957699 w 3439116"/>
                  <a:gd name="connsiteY1" fmla="*/ 432715 h 2801886"/>
                  <a:gd name="connsiteX2" fmla="*/ 2662399 w 3439116"/>
                  <a:gd name="connsiteY2" fmla="*/ 980415 h 2801886"/>
                  <a:gd name="connsiteX3" fmla="*/ 2543755 w 3439116"/>
                  <a:gd name="connsiteY3" fmla="*/ 1378207 h 2801886"/>
                  <a:gd name="connsiteX4" fmla="*/ 2206627 w 3439116"/>
                  <a:gd name="connsiteY4" fmla="*/ 2021314 h 2801886"/>
                  <a:gd name="connsiteX5" fmla="*/ 1691355 w 3439116"/>
                  <a:gd name="connsiteY5" fmla="*/ 2475746 h 2801886"/>
                  <a:gd name="connsiteX6" fmla="*/ 1205714 w 3439116"/>
                  <a:gd name="connsiteY6" fmla="*/ 2710832 h 2801886"/>
                  <a:gd name="connsiteX7" fmla="*/ 558351 w 3439116"/>
                  <a:gd name="connsiteY7" fmla="*/ 2791753 h 2801886"/>
                  <a:gd name="connsiteX8" fmla="*/ 0 w 3439116"/>
                  <a:gd name="connsiteY8" fmla="*/ 2783661 h 2801886"/>
                  <a:gd name="connsiteX0" fmla="*/ 3439116 w 3439116"/>
                  <a:gd name="connsiteY0" fmla="*/ 0 h 2835085"/>
                  <a:gd name="connsiteX1" fmla="*/ 2957699 w 3439116"/>
                  <a:gd name="connsiteY1" fmla="*/ 432715 h 2835085"/>
                  <a:gd name="connsiteX2" fmla="*/ 2662399 w 3439116"/>
                  <a:gd name="connsiteY2" fmla="*/ 980415 h 2835085"/>
                  <a:gd name="connsiteX3" fmla="*/ 2543755 w 3439116"/>
                  <a:gd name="connsiteY3" fmla="*/ 1378207 h 2835085"/>
                  <a:gd name="connsiteX4" fmla="*/ 2206627 w 3439116"/>
                  <a:gd name="connsiteY4" fmla="*/ 2021314 h 2835085"/>
                  <a:gd name="connsiteX5" fmla="*/ 1691355 w 3439116"/>
                  <a:gd name="connsiteY5" fmla="*/ 2475746 h 2835085"/>
                  <a:gd name="connsiteX6" fmla="*/ 1205714 w 3439116"/>
                  <a:gd name="connsiteY6" fmla="*/ 2710832 h 2835085"/>
                  <a:gd name="connsiteX7" fmla="*/ 565074 w 3439116"/>
                  <a:gd name="connsiteY7" fmla="*/ 2832630 h 2835085"/>
                  <a:gd name="connsiteX8" fmla="*/ 0 w 3439116"/>
                  <a:gd name="connsiteY8" fmla="*/ 2783661 h 2835085"/>
                  <a:gd name="connsiteX0" fmla="*/ 3412221 w 3412221"/>
                  <a:gd name="connsiteY0" fmla="*/ 0 h 2838136"/>
                  <a:gd name="connsiteX1" fmla="*/ 2930804 w 3412221"/>
                  <a:gd name="connsiteY1" fmla="*/ 432715 h 2838136"/>
                  <a:gd name="connsiteX2" fmla="*/ 2635504 w 3412221"/>
                  <a:gd name="connsiteY2" fmla="*/ 980415 h 2838136"/>
                  <a:gd name="connsiteX3" fmla="*/ 2516860 w 3412221"/>
                  <a:gd name="connsiteY3" fmla="*/ 1378207 h 2838136"/>
                  <a:gd name="connsiteX4" fmla="*/ 2179732 w 3412221"/>
                  <a:gd name="connsiteY4" fmla="*/ 2021314 h 2838136"/>
                  <a:gd name="connsiteX5" fmla="*/ 1664460 w 3412221"/>
                  <a:gd name="connsiteY5" fmla="*/ 2475746 h 2838136"/>
                  <a:gd name="connsiteX6" fmla="*/ 1178819 w 3412221"/>
                  <a:gd name="connsiteY6" fmla="*/ 2710832 h 2838136"/>
                  <a:gd name="connsiteX7" fmla="*/ 538179 w 3412221"/>
                  <a:gd name="connsiteY7" fmla="*/ 2832630 h 2838136"/>
                  <a:gd name="connsiteX8" fmla="*/ 0 w 3412221"/>
                  <a:gd name="connsiteY8" fmla="*/ 2810913 h 2838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12221" h="2838136">
                    <a:moveTo>
                      <a:pt x="3412221" y="0"/>
                    </a:moveTo>
                    <a:cubicBezTo>
                      <a:pt x="3222791" y="144308"/>
                      <a:pt x="3060257" y="269313"/>
                      <a:pt x="2930804" y="432715"/>
                    </a:cubicBezTo>
                    <a:cubicBezTo>
                      <a:pt x="2801351" y="596118"/>
                      <a:pt x="2704495" y="822833"/>
                      <a:pt x="2635504" y="980415"/>
                    </a:cubicBezTo>
                    <a:cubicBezTo>
                      <a:pt x="2566513" y="1137997"/>
                      <a:pt x="2572652" y="1197912"/>
                      <a:pt x="2516860" y="1378207"/>
                    </a:cubicBezTo>
                    <a:cubicBezTo>
                      <a:pt x="2461068" y="1558502"/>
                      <a:pt x="2321799" y="1838391"/>
                      <a:pt x="2179732" y="2021314"/>
                    </a:cubicBezTo>
                    <a:cubicBezTo>
                      <a:pt x="2037665" y="2204237"/>
                      <a:pt x="1831279" y="2388077"/>
                      <a:pt x="1664460" y="2475746"/>
                    </a:cubicBezTo>
                    <a:cubicBezTo>
                      <a:pt x="1497641" y="2563415"/>
                      <a:pt x="1366533" y="2651351"/>
                      <a:pt x="1178819" y="2710832"/>
                    </a:cubicBezTo>
                    <a:cubicBezTo>
                      <a:pt x="991106" y="2770313"/>
                      <a:pt x="739131" y="2820492"/>
                      <a:pt x="538179" y="2832630"/>
                    </a:cubicBezTo>
                    <a:cubicBezTo>
                      <a:pt x="337227" y="2844768"/>
                      <a:pt x="95756" y="2836538"/>
                      <a:pt x="0" y="2810913"/>
                    </a:cubicBezTo>
                  </a:path>
                </a:pathLst>
              </a:custGeom>
              <a:noFill/>
              <a:ln w="12700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  <a:effectLst>
                <a:glow>
                  <a:srgbClr val="1AFAEA">
                    <a:alpha val="15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ontserrat" pitchFamily="2" charset="77"/>
                </a:endParaRPr>
              </a:p>
            </p:txBody>
          </p:sp>
        </p:grp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6EDC75A4-850F-9B62-FEDD-A14706AF640E}"/>
              </a:ext>
            </a:extLst>
          </p:cNvPr>
          <p:cNvGrpSpPr/>
          <p:nvPr/>
        </p:nvGrpSpPr>
        <p:grpSpPr>
          <a:xfrm>
            <a:off x="7222083" y="3681292"/>
            <a:ext cx="4688705" cy="2185532"/>
            <a:chOff x="3425587" y="4507127"/>
            <a:chExt cx="4688705" cy="2185532"/>
          </a:xfrm>
        </p:grpSpPr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E9E151A0-FF3E-59A1-8714-C036881ED44A}"/>
                </a:ext>
              </a:extLst>
            </p:cNvPr>
            <p:cNvSpPr/>
            <p:nvPr/>
          </p:nvSpPr>
          <p:spPr>
            <a:xfrm>
              <a:off x="3425587" y="4507127"/>
              <a:ext cx="4688705" cy="2185532"/>
            </a:xfrm>
            <a:prstGeom prst="roundRect">
              <a:avLst>
                <a:gd name="adj" fmla="val 6415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 dirty="0">
                <a:solidFill>
                  <a:schemeClr val="tx1"/>
                </a:solidFill>
              </a:endParaRPr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5B068850-943D-3AFA-85AE-AC7C9CF9D097}"/>
                </a:ext>
              </a:extLst>
            </p:cNvPr>
            <p:cNvGrpSpPr/>
            <p:nvPr/>
          </p:nvGrpSpPr>
          <p:grpSpPr>
            <a:xfrm>
              <a:off x="3470021" y="4669353"/>
              <a:ext cx="2020781" cy="1677577"/>
              <a:chOff x="1698769" y="169542"/>
              <a:chExt cx="4568159" cy="4758364"/>
            </a:xfrm>
          </p:grpSpPr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C64F4367-6C65-28FF-5F9B-114A5CFB5AD7}"/>
                  </a:ext>
                </a:extLst>
              </p:cNvPr>
              <p:cNvSpPr txBox="1"/>
              <p:nvPr/>
            </p:nvSpPr>
            <p:spPr>
              <a:xfrm>
                <a:off x="2306283" y="1438400"/>
                <a:ext cx="1454127" cy="872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R="0" lvl="0" indent="0" defTabSz="4572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F5EEF3"/>
                    </a:solidFill>
                    <a:effectLst/>
                    <a:uLnTx/>
                    <a:uFillTx/>
                    <a:latin typeface="Mf Really Awesome" panose="020B0604020202020204" charset="0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ontserrat" pitchFamily="2" charset="77"/>
                </a:endParaRPr>
              </a:p>
            </p:txBody>
          </p: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0F0FAD84-CDA3-D79A-1214-7965E6E1F979}"/>
                  </a:ext>
                </a:extLst>
              </p:cNvPr>
              <p:cNvGrpSpPr/>
              <p:nvPr/>
            </p:nvGrpSpPr>
            <p:grpSpPr>
              <a:xfrm>
                <a:off x="1698769" y="371010"/>
                <a:ext cx="4389120" cy="4556896"/>
                <a:chOff x="793569" y="573608"/>
                <a:chExt cx="4389120" cy="4556896"/>
              </a:xfrm>
            </p:grpSpPr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F34AA885-36EF-C5BD-22E2-1FD974C26A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50802" y="573608"/>
                  <a:ext cx="0" cy="4556896"/>
                </a:xfrm>
                <a:prstGeom prst="line">
                  <a:avLst/>
                </a:prstGeom>
                <a:ln>
                  <a:headEnd type="triangle"/>
                  <a:tailEnd type="non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8EF50BC6-CAAE-CE5F-FC40-90B918F99B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988129" y="878725"/>
                  <a:ext cx="0" cy="4389120"/>
                </a:xfrm>
                <a:prstGeom prst="line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D1DCBD01-4347-3A3F-B1B9-29CCB815A5C1}"/>
                      </a:ext>
                    </a:extLst>
                  </p:cNvPr>
                  <p:cNvSpPr txBox="1"/>
                  <p:nvPr/>
                </p:nvSpPr>
                <p:spPr>
                  <a:xfrm>
                    <a:off x="3251474" y="169542"/>
                    <a:ext cx="461432" cy="8729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400">
                        <a:solidFill>
                          <a:schemeClr val="bg1">
                            <a:lumMod val="95000"/>
                          </a:schemeClr>
                        </a:solidFill>
                        <a:latin typeface="Bahnschrift Light SemiCondensed" panose="020B0502040204020203" pitchFamily="34" charset="0"/>
                      </a:defRPr>
                    </a:lvl1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𝐼</m:t>
                          </m:r>
                        </m:oMath>
                      </m:oMathPara>
                    </a14:m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Montserrat" pitchFamily="2" charset="77"/>
                    </a:endParaRPr>
                  </a:p>
                </p:txBody>
              </p:sp>
            </mc:Choice>
            <mc:Fallback xmlns="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D1DCBD01-4347-3A3F-B1B9-29CCB815A5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1474" y="169542"/>
                    <a:ext cx="461432" cy="87299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9091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4D08D088-0F07-F54C-9963-40F7F18AC234}"/>
                      </a:ext>
                    </a:extLst>
                  </p:cNvPr>
                  <p:cNvSpPr txBox="1"/>
                  <p:nvPr/>
                </p:nvSpPr>
                <p:spPr>
                  <a:xfrm>
                    <a:off x="5805496" y="2889171"/>
                    <a:ext cx="461432" cy="8729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400">
                        <a:solidFill>
                          <a:schemeClr val="bg1">
                            <a:lumMod val="95000"/>
                          </a:schemeClr>
                        </a:solidFill>
                        <a:latin typeface="Bahnschrift Light SemiCondensed" panose="020B0502040204020203" pitchFamily="34" charset="0"/>
                      </a:defRPr>
                    </a:lvl1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Montserrat" pitchFamily="2" charset="77"/>
                    </a:endParaRPr>
                  </a:p>
                </p:txBody>
              </p:sp>
            </mc:Choice>
            <mc:Fallback xmlns="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4D08D088-0F07-F54C-9963-40F7F18AC2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05496" y="2889171"/>
                    <a:ext cx="461432" cy="87299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5294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8" name="Freeform: Shape 36">
                <a:extLst>
                  <a:ext uri="{FF2B5EF4-FFF2-40B4-BE49-F238E27FC236}">
                    <a16:creationId xmlns:a16="http://schemas.microsoft.com/office/drawing/2014/main" id="{2C2C59A5-5E4D-2B69-FCAA-421A40F4A02B}"/>
                  </a:ext>
                </a:extLst>
              </p:cNvPr>
              <p:cNvSpPr/>
              <p:nvPr/>
            </p:nvSpPr>
            <p:spPr>
              <a:xfrm>
                <a:off x="3210051" y="1255276"/>
                <a:ext cx="885021" cy="3302978"/>
              </a:xfrm>
              <a:custGeom>
                <a:avLst/>
                <a:gdLst>
                  <a:gd name="connsiteX0" fmla="*/ 865848 w 865848"/>
                  <a:gd name="connsiteY0" fmla="*/ 0 h 3309643"/>
                  <a:gd name="connsiteX1" fmla="*/ 728283 w 865848"/>
                  <a:gd name="connsiteY1" fmla="*/ 145657 h 3309643"/>
                  <a:gd name="connsiteX2" fmla="*/ 695915 w 865848"/>
                  <a:gd name="connsiteY2" fmla="*/ 428878 h 3309643"/>
                  <a:gd name="connsiteX3" fmla="*/ 679731 w 865848"/>
                  <a:gd name="connsiteY3" fmla="*/ 2751292 h 3309643"/>
                  <a:gd name="connsiteX4" fmla="*/ 0 w 865848"/>
                  <a:gd name="connsiteY4" fmla="*/ 3309643 h 3309643"/>
                  <a:gd name="connsiteX0" fmla="*/ 865848 w 865848"/>
                  <a:gd name="connsiteY0" fmla="*/ 0 h 3309643"/>
                  <a:gd name="connsiteX1" fmla="*/ 695915 w 865848"/>
                  <a:gd name="connsiteY1" fmla="*/ 428878 h 3309643"/>
                  <a:gd name="connsiteX2" fmla="*/ 679731 w 865848"/>
                  <a:gd name="connsiteY2" fmla="*/ 2751292 h 3309643"/>
                  <a:gd name="connsiteX3" fmla="*/ 0 w 865848"/>
                  <a:gd name="connsiteY3" fmla="*/ 3309643 h 3309643"/>
                  <a:gd name="connsiteX0" fmla="*/ 865848 w 865848"/>
                  <a:gd name="connsiteY0" fmla="*/ 0 h 3309643"/>
                  <a:gd name="connsiteX1" fmla="*/ 695915 w 865848"/>
                  <a:gd name="connsiteY1" fmla="*/ 428878 h 3309643"/>
                  <a:gd name="connsiteX2" fmla="*/ 679731 w 865848"/>
                  <a:gd name="connsiteY2" fmla="*/ 2751292 h 3309643"/>
                  <a:gd name="connsiteX3" fmla="*/ 0 w 865848"/>
                  <a:gd name="connsiteY3" fmla="*/ 3309643 h 3309643"/>
                  <a:gd name="connsiteX0" fmla="*/ 890562 w 890562"/>
                  <a:gd name="connsiteY0" fmla="*/ 0 h 3280810"/>
                  <a:gd name="connsiteX1" fmla="*/ 695915 w 890562"/>
                  <a:gd name="connsiteY1" fmla="*/ 400045 h 3280810"/>
                  <a:gd name="connsiteX2" fmla="*/ 679731 w 890562"/>
                  <a:gd name="connsiteY2" fmla="*/ 2722459 h 3280810"/>
                  <a:gd name="connsiteX3" fmla="*/ 0 w 890562"/>
                  <a:gd name="connsiteY3" fmla="*/ 3280810 h 3280810"/>
                  <a:gd name="connsiteX0" fmla="*/ 890562 w 890562"/>
                  <a:gd name="connsiteY0" fmla="*/ 0 h 3280810"/>
                  <a:gd name="connsiteX1" fmla="*/ 695915 w 890562"/>
                  <a:gd name="connsiteY1" fmla="*/ 400045 h 3280810"/>
                  <a:gd name="connsiteX2" fmla="*/ 679731 w 890562"/>
                  <a:gd name="connsiteY2" fmla="*/ 2722459 h 3280810"/>
                  <a:gd name="connsiteX3" fmla="*/ 0 w 890562"/>
                  <a:gd name="connsiteY3" fmla="*/ 3280810 h 3280810"/>
                  <a:gd name="connsiteX0" fmla="*/ 890562 w 890562"/>
                  <a:gd name="connsiteY0" fmla="*/ 0 h 3280810"/>
                  <a:gd name="connsiteX1" fmla="*/ 695915 w 890562"/>
                  <a:gd name="connsiteY1" fmla="*/ 400045 h 3280810"/>
                  <a:gd name="connsiteX2" fmla="*/ 679731 w 890562"/>
                  <a:gd name="connsiteY2" fmla="*/ 2722459 h 3280810"/>
                  <a:gd name="connsiteX3" fmla="*/ 0 w 890562"/>
                  <a:gd name="connsiteY3" fmla="*/ 3280810 h 3280810"/>
                  <a:gd name="connsiteX0" fmla="*/ 890562 w 890562"/>
                  <a:gd name="connsiteY0" fmla="*/ 0 h 3280810"/>
                  <a:gd name="connsiteX1" fmla="*/ 695915 w 890562"/>
                  <a:gd name="connsiteY1" fmla="*/ 400045 h 3280810"/>
                  <a:gd name="connsiteX2" fmla="*/ 679731 w 890562"/>
                  <a:gd name="connsiteY2" fmla="*/ 2722459 h 3280810"/>
                  <a:gd name="connsiteX3" fmla="*/ 0 w 890562"/>
                  <a:gd name="connsiteY3" fmla="*/ 3280810 h 3280810"/>
                  <a:gd name="connsiteX0" fmla="*/ 879479 w 879479"/>
                  <a:gd name="connsiteY0" fmla="*/ 0 h 3286352"/>
                  <a:gd name="connsiteX1" fmla="*/ 684832 w 879479"/>
                  <a:gd name="connsiteY1" fmla="*/ 400045 h 3286352"/>
                  <a:gd name="connsiteX2" fmla="*/ 668648 w 879479"/>
                  <a:gd name="connsiteY2" fmla="*/ 2722459 h 3286352"/>
                  <a:gd name="connsiteX3" fmla="*/ 0 w 879479"/>
                  <a:gd name="connsiteY3" fmla="*/ 3286352 h 3286352"/>
                  <a:gd name="connsiteX0" fmla="*/ 879479 w 879479"/>
                  <a:gd name="connsiteY0" fmla="*/ 0 h 3286352"/>
                  <a:gd name="connsiteX1" fmla="*/ 684832 w 879479"/>
                  <a:gd name="connsiteY1" fmla="*/ 400045 h 3286352"/>
                  <a:gd name="connsiteX2" fmla="*/ 668648 w 879479"/>
                  <a:gd name="connsiteY2" fmla="*/ 2722459 h 3286352"/>
                  <a:gd name="connsiteX3" fmla="*/ 0 w 879479"/>
                  <a:gd name="connsiteY3" fmla="*/ 3286352 h 3286352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021" h="3302978">
                    <a:moveTo>
                      <a:pt x="885021" y="0"/>
                    </a:moveTo>
                    <a:cubicBezTo>
                      <a:pt x="860024" y="13820"/>
                      <a:pt x="689408" y="93421"/>
                      <a:pt x="684832" y="416671"/>
                    </a:cubicBezTo>
                    <a:cubicBezTo>
                      <a:pt x="680256" y="739921"/>
                      <a:pt x="723674" y="2242333"/>
                      <a:pt x="668648" y="2739085"/>
                    </a:cubicBezTo>
                    <a:cubicBezTo>
                      <a:pt x="608080" y="3252462"/>
                      <a:pt x="198745" y="3291575"/>
                      <a:pt x="0" y="3302978"/>
                    </a:cubicBezTo>
                  </a:path>
                </a:pathLst>
              </a:custGeom>
              <a:noFill/>
              <a:ln w="12700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  <a:effectLst>
                <a:glow>
                  <a:srgbClr val="FFFF00">
                    <a:alpha val="1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ontserrat" pitchFamily="2" charset="77"/>
                </a:endParaRPr>
              </a:p>
            </p:txBody>
          </p:sp>
          <p:sp>
            <p:nvSpPr>
              <p:cNvPr id="209" name="Freeform: Shape 37">
                <a:extLst>
                  <a:ext uri="{FF2B5EF4-FFF2-40B4-BE49-F238E27FC236}">
                    <a16:creationId xmlns:a16="http://schemas.microsoft.com/office/drawing/2014/main" id="{4BEE009E-5C12-B26F-9A64-62DCA9D2BABB}"/>
                  </a:ext>
                </a:extLst>
              </p:cNvPr>
              <p:cNvSpPr/>
              <p:nvPr/>
            </p:nvSpPr>
            <p:spPr>
              <a:xfrm flipH="1" flipV="1">
                <a:off x="3249028" y="1255275"/>
                <a:ext cx="885021" cy="3302978"/>
              </a:xfrm>
              <a:custGeom>
                <a:avLst/>
                <a:gdLst>
                  <a:gd name="connsiteX0" fmla="*/ 865848 w 865848"/>
                  <a:gd name="connsiteY0" fmla="*/ 0 h 3309643"/>
                  <a:gd name="connsiteX1" fmla="*/ 728283 w 865848"/>
                  <a:gd name="connsiteY1" fmla="*/ 145657 h 3309643"/>
                  <a:gd name="connsiteX2" fmla="*/ 695915 w 865848"/>
                  <a:gd name="connsiteY2" fmla="*/ 428878 h 3309643"/>
                  <a:gd name="connsiteX3" fmla="*/ 679731 w 865848"/>
                  <a:gd name="connsiteY3" fmla="*/ 2751292 h 3309643"/>
                  <a:gd name="connsiteX4" fmla="*/ 0 w 865848"/>
                  <a:gd name="connsiteY4" fmla="*/ 3309643 h 3309643"/>
                  <a:gd name="connsiteX0" fmla="*/ 865848 w 865848"/>
                  <a:gd name="connsiteY0" fmla="*/ 0 h 3309643"/>
                  <a:gd name="connsiteX1" fmla="*/ 695915 w 865848"/>
                  <a:gd name="connsiteY1" fmla="*/ 428878 h 3309643"/>
                  <a:gd name="connsiteX2" fmla="*/ 679731 w 865848"/>
                  <a:gd name="connsiteY2" fmla="*/ 2751292 h 3309643"/>
                  <a:gd name="connsiteX3" fmla="*/ 0 w 865848"/>
                  <a:gd name="connsiteY3" fmla="*/ 3309643 h 3309643"/>
                  <a:gd name="connsiteX0" fmla="*/ 865848 w 865848"/>
                  <a:gd name="connsiteY0" fmla="*/ 0 h 3309643"/>
                  <a:gd name="connsiteX1" fmla="*/ 695915 w 865848"/>
                  <a:gd name="connsiteY1" fmla="*/ 428878 h 3309643"/>
                  <a:gd name="connsiteX2" fmla="*/ 679731 w 865848"/>
                  <a:gd name="connsiteY2" fmla="*/ 2751292 h 3309643"/>
                  <a:gd name="connsiteX3" fmla="*/ 0 w 865848"/>
                  <a:gd name="connsiteY3" fmla="*/ 3309643 h 3309643"/>
                  <a:gd name="connsiteX0" fmla="*/ 890562 w 890562"/>
                  <a:gd name="connsiteY0" fmla="*/ 0 h 3280810"/>
                  <a:gd name="connsiteX1" fmla="*/ 695915 w 890562"/>
                  <a:gd name="connsiteY1" fmla="*/ 400045 h 3280810"/>
                  <a:gd name="connsiteX2" fmla="*/ 679731 w 890562"/>
                  <a:gd name="connsiteY2" fmla="*/ 2722459 h 3280810"/>
                  <a:gd name="connsiteX3" fmla="*/ 0 w 890562"/>
                  <a:gd name="connsiteY3" fmla="*/ 3280810 h 3280810"/>
                  <a:gd name="connsiteX0" fmla="*/ 890562 w 890562"/>
                  <a:gd name="connsiteY0" fmla="*/ 0 h 3280810"/>
                  <a:gd name="connsiteX1" fmla="*/ 695915 w 890562"/>
                  <a:gd name="connsiteY1" fmla="*/ 400045 h 3280810"/>
                  <a:gd name="connsiteX2" fmla="*/ 679731 w 890562"/>
                  <a:gd name="connsiteY2" fmla="*/ 2722459 h 3280810"/>
                  <a:gd name="connsiteX3" fmla="*/ 0 w 890562"/>
                  <a:gd name="connsiteY3" fmla="*/ 3280810 h 3280810"/>
                  <a:gd name="connsiteX0" fmla="*/ 890562 w 890562"/>
                  <a:gd name="connsiteY0" fmla="*/ 0 h 3280810"/>
                  <a:gd name="connsiteX1" fmla="*/ 695915 w 890562"/>
                  <a:gd name="connsiteY1" fmla="*/ 400045 h 3280810"/>
                  <a:gd name="connsiteX2" fmla="*/ 679731 w 890562"/>
                  <a:gd name="connsiteY2" fmla="*/ 2722459 h 3280810"/>
                  <a:gd name="connsiteX3" fmla="*/ 0 w 890562"/>
                  <a:gd name="connsiteY3" fmla="*/ 3280810 h 3280810"/>
                  <a:gd name="connsiteX0" fmla="*/ 890562 w 890562"/>
                  <a:gd name="connsiteY0" fmla="*/ 0 h 3280810"/>
                  <a:gd name="connsiteX1" fmla="*/ 695915 w 890562"/>
                  <a:gd name="connsiteY1" fmla="*/ 400045 h 3280810"/>
                  <a:gd name="connsiteX2" fmla="*/ 679731 w 890562"/>
                  <a:gd name="connsiteY2" fmla="*/ 2722459 h 3280810"/>
                  <a:gd name="connsiteX3" fmla="*/ 0 w 890562"/>
                  <a:gd name="connsiteY3" fmla="*/ 3280810 h 3280810"/>
                  <a:gd name="connsiteX0" fmla="*/ 879479 w 879479"/>
                  <a:gd name="connsiteY0" fmla="*/ 0 h 3286352"/>
                  <a:gd name="connsiteX1" fmla="*/ 684832 w 879479"/>
                  <a:gd name="connsiteY1" fmla="*/ 400045 h 3286352"/>
                  <a:gd name="connsiteX2" fmla="*/ 668648 w 879479"/>
                  <a:gd name="connsiteY2" fmla="*/ 2722459 h 3286352"/>
                  <a:gd name="connsiteX3" fmla="*/ 0 w 879479"/>
                  <a:gd name="connsiteY3" fmla="*/ 3286352 h 3286352"/>
                  <a:gd name="connsiteX0" fmla="*/ 879479 w 879479"/>
                  <a:gd name="connsiteY0" fmla="*/ 0 h 3286352"/>
                  <a:gd name="connsiteX1" fmla="*/ 684832 w 879479"/>
                  <a:gd name="connsiteY1" fmla="*/ 400045 h 3286352"/>
                  <a:gd name="connsiteX2" fmla="*/ 668648 w 879479"/>
                  <a:gd name="connsiteY2" fmla="*/ 2722459 h 3286352"/>
                  <a:gd name="connsiteX3" fmla="*/ 0 w 879479"/>
                  <a:gd name="connsiteY3" fmla="*/ 3286352 h 3286352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  <a:gd name="connsiteX0" fmla="*/ 885021 w 885021"/>
                  <a:gd name="connsiteY0" fmla="*/ 0 h 3302978"/>
                  <a:gd name="connsiteX1" fmla="*/ 684832 w 885021"/>
                  <a:gd name="connsiteY1" fmla="*/ 416671 h 3302978"/>
                  <a:gd name="connsiteX2" fmla="*/ 668648 w 885021"/>
                  <a:gd name="connsiteY2" fmla="*/ 2739085 h 3302978"/>
                  <a:gd name="connsiteX3" fmla="*/ 0 w 885021"/>
                  <a:gd name="connsiteY3" fmla="*/ 3302978 h 3302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021" h="3302978">
                    <a:moveTo>
                      <a:pt x="885021" y="0"/>
                    </a:moveTo>
                    <a:cubicBezTo>
                      <a:pt x="860024" y="13820"/>
                      <a:pt x="689408" y="93421"/>
                      <a:pt x="684832" y="416671"/>
                    </a:cubicBezTo>
                    <a:cubicBezTo>
                      <a:pt x="680256" y="739921"/>
                      <a:pt x="723674" y="2242333"/>
                      <a:pt x="668648" y="2739085"/>
                    </a:cubicBezTo>
                    <a:cubicBezTo>
                      <a:pt x="608080" y="3252462"/>
                      <a:pt x="198745" y="3291575"/>
                      <a:pt x="0" y="3302978"/>
                    </a:cubicBezTo>
                  </a:path>
                </a:pathLst>
              </a:custGeom>
              <a:noFill/>
              <a:ln w="12700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  <a:effectLst>
                <a:glow>
                  <a:srgbClr val="FFFF00">
                    <a:alpha val="1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ontserrat" pitchFamily="2" charset="77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8DA7C202-1EE0-14C3-CFC9-B8C1B366CA51}"/>
                  </a:ext>
                </a:extLst>
              </p:cNvPr>
              <p:cNvSpPr txBox="1"/>
              <p:nvPr/>
            </p:nvSpPr>
            <p:spPr>
              <a:xfrm>
                <a:off x="4572744" y="1590289"/>
                <a:ext cx="1240074" cy="872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R="0" lvl="0" indent="0" defTabSz="4572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F5EEF3"/>
                    </a:solidFill>
                    <a:effectLst/>
                    <a:uLnTx/>
                    <a:uFillTx/>
                    <a:latin typeface="Mf Really Awesome" panose="020B0604020202020204" charset="0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ontserrat" pitchFamily="2" charset="77"/>
                </a:endParaRPr>
              </a:p>
            </p:txBody>
          </p:sp>
        </p:grpSp>
      </p:grp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91329B4-0F72-A3D5-DC54-3795595D9F1C}"/>
              </a:ext>
            </a:extLst>
          </p:cNvPr>
          <p:cNvSpPr/>
          <p:nvPr/>
        </p:nvSpPr>
        <p:spPr>
          <a:xfrm>
            <a:off x="8771361" y="3884946"/>
            <a:ext cx="31150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42900" fontAlgn="base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</a:rPr>
              <a:t>Use soft iron</a:t>
            </a:r>
            <a:endParaRPr lang="en-IN" sz="2400" dirty="0">
              <a:latin typeface="Noto Sans Symbols"/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91C5052F-BE5F-2B22-ECB8-291D8FACF6D4}"/>
              </a:ext>
            </a:extLst>
          </p:cNvPr>
          <p:cNvSpPr/>
          <p:nvPr/>
        </p:nvSpPr>
        <p:spPr>
          <a:xfrm>
            <a:off x="8746190" y="4314281"/>
            <a:ext cx="31150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42900" fontAlgn="base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</a:rPr>
              <a:t>It produce humming noise</a:t>
            </a:r>
            <a:endParaRPr lang="en-IN" sz="2400" dirty="0">
              <a:latin typeface="Noto Sans Symbols"/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96AA3467-F955-957C-5B7C-CCD55295A597}"/>
              </a:ext>
            </a:extLst>
          </p:cNvPr>
          <p:cNvSpPr/>
          <p:nvPr/>
        </p:nvSpPr>
        <p:spPr>
          <a:xfrm>
            <a:off x="9287298" y="1175311"/>
            <a:ext cx="27344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42900" fontAlgn="base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</a:rPr>
              <a:t>Use Laminated core</a:t>
            </a:r>
            <a:endParaRPr lang="en-IN" sz="2400" dirty="0">
              <a:latin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2442116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/>
      <p:bldP spid="219" grpId="0"/>
      <p:bldP spid="220" grpId="0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8F16D9-EB65-4F11-9CD9-58377B437CF8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Vidyapeeth_PPT_Template (2)</Template>
  <TotalTime>0</TotalTime>
  <Words>682</Words>
  <Application>Microsoft Office PowerPoint</Application>
  <PresentationFormat>Widescreen</PresentationFormat>
  <Paragraphs>189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 Math</vt:lpstr>
      <vt:lpstr>Chalkduster</vt:lpstr>
      <vt:lpstr>Montserrat</vt:lpstr>
      <vt:lpstr>Noto Sans Symbols</vt:lpstr>
      <vt:lpstr>Wingdings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2021-05-20T11:59:18Z</dcterms:created>
  <dcterms:modified xsi:type="dcterms:W3CDTF">2026-04-23T02:48:06Z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