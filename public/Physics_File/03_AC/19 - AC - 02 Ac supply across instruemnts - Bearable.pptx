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 bookmarkIdSeed="2">
  <p:sldMasterIdLst>
    <p:sldMasterId id="2147483793" r:id="rId4"/>
    <p:sldMasterId id="2147483805" r:id="rId5"/>
  </p:sldMasterIdLst>
  <p:notesMasterIdLst>
    <p:notesMasterId r:id="rId45"/>
  </p:notesMasterIdLst>
  <p:handoutMasterIdLst>
    <p:handoutMasterId r:id="rId46"/>
  </p:handoutMasterIdLst>
  <p:sldIdLst>
    <p:sldId id="1863" r:id="rId6"/>
    <p:sldId id="558" r:id="rId7"/>
    <p:sldId id="1881" r:id="rId8"/>
    <p:sldId id="603" r:id="rId9"/>
    <p:sldId id="1882" r:id="rId10"/>
    <p:sldId id="569" r:id="rId11"/>
    <p:sldId id="1883" r:id="rId12"/>
    <p:sldId id="1509" r:id="rId13"/>
    <p:sldId id="1880" r:id="rId14"/>
    <p:sldId id="605" r:id="rId15"/>
    <p:sldId id="537" r:id="rId16"/>
    <p:sldId id="1884" r:id="rId17"/>
    <p:sldId id="1878" r:id="rId18"/>
    <p:sldId id="551" r:id="rId19"/>
    <p:sldId id="1877" r:id="rId20"/>
    <p:sldId id="570" r:id="rId21"/>
    <p:sldId id="1895" r:id="rId22"/>
    <p:sldId id="1885" r:id="rId23"/>
    <p:sldId id="535" r:id="rId24"/>
    <p:sldId id="1886" r:id="rId25"/>
    <p:sldId id="1504" r:id="rId26"/>
    <p:sldId id="1506" r:id="rId27"/>
    <p:sldId id="1897" r:id="rId28"/>
    <p:sldId id="1865" r:id="rId29"/>
    <p:sldId id="1866" r:id="rId30"/>
    <p:sldId id="1876" r:id="rId31"/>
    <p:sldId id="1864" r:id="rId32"/>
    <p:sldId id="1867" r:id="rId33"/>
    <p:sldId id="540" r:id="rId34"/>
    <p:sldId id="1511" r:id="rId35"/>
    <p:sldId id="1868" r:id="rId36"/>
    <p:sldId id="1890" r:id="rId37"/>
    <p:sldId id="1875" r:id="rId38"/>
    <p:sldId id="1510" r:id="rId39"/>
    <p:sldId id="598" r:id="rId40"/>
    <p:sldId id="1891" r:id="rId41"/>
    <p:sldId id="1892" r:id="rId42"/>
    <p:sldId id="1893" r:id="rId43"/>
    <p:sldId id="1894" r:id="rId44"/>
  </p:sldIdLst>
  <p:sldSz cx="12192000" cy="6858000"/>
  <p:notesSz cx="7102475" cy="102330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3B60382-BD1A-4226-BF5A-3518D9E6CB7A}">
          <p14:sldIdLst>
            <p14:sldId id="1863"/>
            <p14:sldId id="558"/>
            <p14:sldId id="1881"/>
            <p14:sldId id="603"/>
            <p14:sldId id="1882"/>
            <p14:sldId id="569"/>
            <p14:sldId id="1883"/>
            <p14:sldId id="1509"/>
            <p14:sldId id="1880"/>
            <p14:sldId id="605"/>
            <p14:sldId id="537"/>
            <p14:sldId id="1884"/>
            <p14:sldId id="1878"/>
            <p14:sldId id="551"/>
            <p14:sldId id="1877"/>
            <p14:sldId id="570"/>
            <p14:sldId id="1895"/>
            <p14:sldId id="1885"/>
            <p14:sldId id="535"/>
            <p14:sldId id="1886"/>
            <p14:sldId id="1504"/>
            <p14:sldId id="1506"/>
            <p14:sldId id="1897"/>
            <p14:sldId id="1865"/>
            <p14:sldId id="1866"/>
            <p14:sldId id="1876"/>
            <p14:sldId id="1864"/>
            <p14:sldId id="1867"/>
            <p14:sldId id="540"/>
            <p14:sldId id="1511"/>
            <p14:sldId id="1868"/>
            <p14:sldId id="1890"/>
            <p14:sldId id="1875"/>
            <p14:sldId id="1510"/>
            <p14:sldId id="598"/>
            <p14:sldId id="1891"/>
            <p14:sldId id="1892"/>
            <p14:sldId id="1893"/>
            <p14:sldId id="18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FFF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4" autoAdjust="0"/>
    <p:restoredTop sz="94249" autoAdjust="0"/>
  </p:normalViewPr>
  <p:slideViewPr>
    <p:cSldViewPr snapToGrid="0" showGuides="1">
      <p:cViewPr varScale="1">
        <p:scale>
          <a:sx n="78" d="100"/>
          <a:sy n="78" d="100"/>
        </p:scale>
        <p:origin x="806" y="7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9" d="100"/>
          <a:sy n="59" d="100"/>
        </p:scale>
        <p:origin x="3254" y="67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6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r">
              <a:defRPr sz="1300"/>
            </a:lvl1pPr>
          </a:lstStyle>
          <a:p>
            <a:fld id="{C07299BE-0F96-4D8C-8AC3-AFAE1A841C6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6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r">
              <a:defRPr sz="13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6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r">
              <a:defRPr sz="1300"/>
            </a:lvl1pPr>
          </a:lstStyle>
          <a:p>
            <a:fld id="{454692AC-01A2-4EFF-966B-504F28E82D7A}" type="datetimeFigureOut">
              <a:rPr lang="en-US" noProof="0" smtClean="0"/>
              <a:t>2/23/2026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1" tIns="49513" rIns="99031" bIns="49513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31" tIns="49513" rIns="99031" bIns="49513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6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r">
              <a:defRPr sz="13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6620-902F-F1E8-D0D9-1D9196272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CA7F7-AC5E-3278-7CC6-F660B609B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A5E90-3E1F-7DAC-54BA-12ABCBA9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A5DD88-BDEF-4970-BD0A-0155C51EED11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FF17D-A900-F81A-AA83-8AC465EB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2EFD5-5C38-B817-C796-04A3FDD4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701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79B0-CB93-70C3-596B-42055B47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A89E-B411-A694-AA1E-55912893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5091C-C81E-5AF1-AC2A-BD76B748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C31D62-EE3C-4A56-9B5A-DB21972D1221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1C22A-E147-A0CA-E175-E36E046D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CC307-0F83-39C9-B790-DB6BA850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105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7005-4F94-C14A-B08D-06E06F2B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634A4-2496-A1D1-E0B5-F67E51292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C6CF5-C17A-E459-C756-62DC7240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69B76D-A1B6-42B2-A407-47252CB17B18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E126F-FF1F-2E4B-3D1B-8FDB9652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DC35-902C-3E86-5533-00AD0BD8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83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50B0-50F6-F9B9-F101-B92373B6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E354-2DEF-881F-8F7F-35443EE56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1D1B4-128C-FE76-2B34-49AD13709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9B0F6-6220-D266-70E5-84B39CD7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39AE66-3A89-492F-8C92-E6BA3E69E4D9}" type="datetime1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E63F2-9487-B5BE-D84B-2114351C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CFFE2-DFBB-CFC7-7D3C-49DF357A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406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6E2D-1AAC-05C0-F0A3-E276C86D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AFBC7-71DA-75A4-228D-B853B459B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F27FE-F1F2-F525-74F7-44F0445F7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98466-24EA-A1E4-F44D-96D6A8F6B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FA844-4070-FC83-2D70-55A12EE14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553BA-3A43-E72F-0FB2-67054AC4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20D9C8-F614-4B42-855F-CB76B5BB078C}" type="datetime1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3EDD4-2330-F41D-27BB-F7D1B2B6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A832F-BD38-688A-C952-C0DE8521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4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9EAED-C54A-4E99-F5AC-1FBF9E5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93DBF-970B-7D6F-E63E-1DDE012F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F77122-3B01-4DA4-93E4-A05B11669CF3}" type="datetime1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64642-B2B6-70F5-E497-A0057884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643AB-ADAB-A588-1016-09784CA8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728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A4D4E-BDB6-1AE6-BDC3-3A468305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ADC03A-D2FC-47AF-82A4-2E8A65F173D3}" type="datetime1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2083D-ED91-6AB8-7EC8-33DCC75D5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CF1BE-E01D-3D32-F08F-A9F91DDB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28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202F-BF1C-5F3D-5181-CE939F81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90BD2-2F2F-FC72-F3F3-F35DB7BEB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70F44-1A0A-3E7B-6207-27502332F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4CBC6-3820-365E-3ED3-4BFB50F7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EFA2E-1B39-4B49-A233-E065575EADFD}" type="datetime1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43FD0-6798-91FF-6140-BB7D9058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60421-A9DC-27AE-BA13-E4D230FA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CD38-AACF-3C14-09E8-5CB12FE1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F5C9D-296F-A771-C92B-9F34E4250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70184-0A80-2879-18F6-7191F719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EE481-E6B6-6A4D-7D09-D9F77134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9E9E9B-5A8A-40E9-A1B5-3D618A7A51BD}" type="datetime1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B1FE4-CB11-12F3-3D25-58ABC900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651D5-E1C1-9C56-D0C5-DCC467CE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13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599A-8562-7673-8C71-A2546DFD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74FB-EC60-84BD-0B19-889B4878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03CBD-FA1F-863E-84E6-4C758688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EDF5C7-870F-4F4A-ABB1-820B833872B7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992C-6526-E8FB-26D1-515DEE88B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F3850-9CE1-E28F-C08C-0AAA523A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852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3BA0B-D795-5618-E8D1-2B9A1927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47677-FB61-704E-CE6B-F037DE6D5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825B-9248-EA7B-3259-E72FD34D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815F53-B842-4A07-8127-4A4A0D298956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475EB-670C-A0F8-D93A-600158E9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47FAD-4D4E-141B-FE0C-48C1330A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956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6620-902F-F1E8-D0D9-1D9196272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CA7F7-AC5E-3278-7CC6-F660B609B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A5E90-3E1F-7DAC-54BA-12ABCBA9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3883FA-C6DF-4218-AB09-2E70644672B2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FF17D-A900-F81A-AA83-8AC465EB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2EFD5-5C38-B817-C796-04A3FDD4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928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79B0-CB93-70C3-596B-42055B47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A89E-B411-A694-AA1E-55912893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5091C-C81E-5AF1-AC2A-BD76B748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CFDAAF-E3C8-4E23-BE81-7A83AF94C8B8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1C22A-E147-A0CA-E175-E36E046D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CC307-0F83-39C9-B790-DB6BA850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769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7005-4F94-C14A-B08D-06E06F2B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634A4-2496-A1D1-E0B5-F67E51292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C6CF5-C17A-E459-C756-62DC7240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FDA40A-1D34-49DD-9A37-6A793829BDE4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E126F-FF1F-2E4B-3D1B-8FDB9652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DC35-902C-3E86-5533-00AD0BD8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942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50B0-50F6-F9B9-F101-B92373B6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E354-2DEF-881F-8F7F-35443EE56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1D1B4-128C-FE76-2B34-49AD13709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9B0F6-6220-D266-70E5-84B39CD7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2527C6-7B3F-4FB1-9A4A-0EE135838B3E}" type="datetime1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E63F2-9487-B5BE-D84B-2114351C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CFFE2-DFBB-CFC7-7D3C-49DF357A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503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6E2D-1AAC-05C0-F0A3-E276C86D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AFBC7-71DA-75A4-228D-B853B459B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F27FE-F1F2-F525-74F7-44F0445F7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98466-24EA-A1E4-F44D-96D6A8F6B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FA844-4070-FC83-2D70-55A12EE14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553BA-3A43-E72F-0FB2-67054AC4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5829CE-854E-47C2-A2CC-41A6823C89EC}" type="datetime1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3EDD4-2330-F41D-27BB-F7D1B2B6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A832F-BD38-688A-C952-C0DE8521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319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9EAED-C54A-4E99-F5AC-1FBF9E5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93DBF-970B-7D6F-E63E-1DDE012F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F69B0A-6955-467F-8E18-EE67F3AF0523}" type="datetime1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64642-B2B6-70F5-E497-A0057884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643AB-ADAB-A588-1016-09784CA8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8144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A4D4E-BDB6-1AE6-BDC3-3A468305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225483-DF0A-4032-9B54-9FAC1AA70D3E}" type="datetime1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2083D-ED91-6AB8-7EC8-33DCC75D5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CF1BE-E01D-3D32-F08F-A9F91DDB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8919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202F-BF1C-5F3D-5181-CE939F81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90BD2-2F2F-FC72-F3F3-F35DB7BEB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70F44-1A0A-3E7B-6207-27502332F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4CBC6-3820-365E-3ED3-4BFB50F7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EC7E75-194B-42F0-8103-6225C0AE458A}" type="datetime1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43FD0-6798-91FF-6140-BB7D9058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60421-A9DC-27AE-BA13-E4D230FA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5143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CD38-AACF-3C14-09E8-5CB12FE1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F5C9D-296F-A771-C92B-9F34E4250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70184-0A80-2879-18F6-7191F719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EE481-E6B6-6A4D-7D09-D9F77134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D1234C-9373-4455-898B-075084727388}" type="datetime1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B1FE4-CB11-12F3-3D25-58ABC900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651D5-E1C1-9C56-D0C5-DCC467CE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8403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599A-8562-7673-8C71-A2546DFD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74FB-EC60-84BD-0B19-889B4878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03CBD-FA1F-863E-84E6-4C758688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536642-4E43-4ACC-983C-90E8CE254AAB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992C-6526-E8FB-26D1-515DEE88B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F3850-9CE1-E28F-C08C-0AAA523A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4572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3BA0B-D795-5618-E8D1-2B9A1927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47677-FB61-704E-CE6B-F037DE6D5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825B-9248-EA7B-3259-E72FD34D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DDD676-01FC-443E-996E-49F7AA0C7DAA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475EB-670C-A0F8-D93A-600158E9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47FAD-4D4E-141B-FE0C-48C1330A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63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119E1A-8310-F8FE-C575-2EB29045D92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F6693F-7DF4-2BFE-2257-60414133E7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217" y="0"/>
            <a:ext cx="960783" cy="94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00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119E1A-8310-F8FE-C575-2EB29045D92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F6693F-7DF4-2BFE-2257-60414133E7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217" y="0"/>
            <a:ext cx="960783" cy="94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24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1.png"/><Relationship Id="rId13" Type="http://schemas.openxmlformats.org/officeDocument/2006/relationships/image" Target="../media/image62.png"/><Relationship Id="rId3" Type="http://schemas.openxmlformats.org/officeDocument/2006/relationships/image" Target="../media/image102.png"/><Relationship Id="rId7" Type="http://schemas.openxmlformats.org/officeDocument/2006/relationships/image" Target="../media/image410.png"/><Relationship Id="rId12" Type="http://schemas.openxmlformats.org/officeDocument/2006/relationships/image" Target="../media/image54.png"/><Relationship Id="rId2" Type="http://schemas.openxmlformats.org/officeDocument/2006/relationships/image" Target="../media/image101.png"/><Relationship Id="rId16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11" Type="http://schemas.openxmlformats.org/officeDocument/2006/relationships/image" Target="../media/image109.png"/><Relationship Id="rId5" Type="http://schemas.openxmlformats.org/officeDocument/2006/relationships/image" Target="../media/image313.png"/><Relationship Id="rId15" Type="http://schemas.openxmlformats.org/officeDocument/2006/relationships/image" Target="../media/image113.png"/><Relationship Id="rId10" Type="http://schemas.openxmlformats.org/officeDocument/2006/relationships/image" Target="../media/image108.png"/><Relationship Id="rId4" Type="http://schemas.openxmlformats.org/officeDocument/2006/relationships/image" Target="../media/image103.png"/><Relationship Id="rId9" Type="http://schemas.openxmlformats.org/officeDocument/2006/relationships/image" Target="../media/image107.png"/><Relationship Id="rId14" Type="http://schemas.openxmlformats.org/officeDocument/2006/relationships/image" Target="../media/image7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8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1.png"/><Relationship Id="rId13" Type="http://schemas.openxmlformats.org/officeDocument/2006/relationships/image" Target="../media/image162.png"/><Relationship Id="rId18" Type="http://schemas.openxmlformats.org/officeDocument/2006/relationships/image" Target="../media/image2014.png"/><Relationship Id="rId3" Type="http://schemas.openxmlformats.org/officeDocument/2006/relationships/image" Target="../media/image811.png"/><Relationship Id="rId7" Type="http://schemas.openxmlformats.org/officeDocument/2006/relationships/image" Target="../media/image1012.png"/><Relationship Id="rId12" Type="http://schemas.openxmlformats.org/officeDocument/2006/relationships/image" Target="../media/image153.png"/><Relationship Id="rId17" Type="http://schemas.openxmlformats.org/officeDocument/2006/relationships/image" Target="../media/image1914.png"/><Relationship Id="rId2" Type="http://schemas.openxmlformats.org/officeDocument/2006/relationships/image" Target="../media/image1200.png"/><Relationship Id="rId16" Type="http://schemas.openxmlformats.org/officeDocument/2006/relationships/image" Target="../media/image18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.png"/><Relationship Id="rId11" Type="http://schemas.openxmlformats.org/officeDocument/2006/relationships/image" Target="../media/image141.png"/><Relationship Id="rId15" Type="http://schemas.openxmlformats.org/officeDocument/2006/relationships/image" Target="../media/image125.png"/><Relationship Id="rId10" Type="http://schemas.openxmlformats.org/officeDocument/2006/relationships/image" Target="../media/image136.png"/><Relationship Id="rId4" Type="http://schemas.openxmlformats.org/officeDocument/2006/relationships/image" Target="../media/image910.png"/><Relationship Id="rId9" Type="http://schemas.openxmlformats.org/officeDocument/2006/relationships/image" Target="../media/image1210.png"/><Relationship Id="rId14" Type="http://schemas.openxmlformats.org/officeDocument/2006/relationships/image" Target="../media/image17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8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png"/><Relationship Id="rId13" Type="http://schemas.openxmlformats.org/officeDocument/2006/relationships/image" Target="../media/image132.png"/><Relationship Id="rId18" Type="http://schemas.openxmlformats.org/officeDocument/2006/relationships/image" Target="../media/image311.png"/><Relationship Id="rId3" Type="http://schemas.openxmlformats.org/officeDocument/2006/relationships/image" Target="../media/image174.png"/><Relationship Id="rId7" Type="http://schemas.openxmlformats.org/officeDocument/2006/relationships/image" Target="../media/image128.png"/><Relationship Id="rId12" Type="http://schemas.openxmlformats.org/officeDocument/2006/relationships/image" Target="../media/image730.png"/><Relationship Id="rId17" Type="http://schemas.openxmlformats.org/officeDocument/2006/relationships/image" Target="../media/image1040.png"/><Relationship Id="rId2" Type="http://schemas.openxmlformats.org/officeDocument/2006/relationships/image" Target="../media/image213.png"/><Relationship Id="rId16" Type="http://schemas.openxmlformats.org/officeDocument/2006/relationships/image" Target="../media/image10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7.png"/><Relationship Id="rId11" Type="http://schemas.openxmlformats.org/officeDocument/2006/relationships/image" Target="../media/image710.png"/><Relationship Id="rId5" Type="http://schemas.openxmlformats.org/officeDocument/2006/relationships/image" Target="../media/image1815.png"/><Relationship Id="rId15" Type="http://schemas.openxmlformats.org/officeDocument/2006/relationships/image" Target="../media/image134.png"/><Relationship Id="rId19" Type="http://schemas.openxmlformats.org/officeDocument/2006/relationships/image" Target="../media/image412.png"/><Relationship Id="rId4" Type="http://schemas.openxmlformats.org/officeDocument/2006/relationships/image" Target="../media/image125.png"/><Relationship Id="rId14" Type="http://schemas.openxmlformats.org/officeDocument/2006/relationships/image" Target="../media/image1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251.png"/><Relationship Id="rId7" Type="http://schemas.openxmlformats.org/officeDocument/2006/relationships/image" Target="../media/image5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0.png"/><Relationship Id="rId5" Type="http://schemas.openxmlformats.org/officeDocument/2006/relationships/image" Target="../media/image253.png"/><Relationship Id="rId4" Type="http://schemas.openxmlformats.org/officeDocument/2006/relationships/image" Target="../media/image25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0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11.png"/><Relationship Id="rId4" Type="http://schemas.openxmlformats.org/officeDocument/2006/relationships/image" Target="../media/image9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3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1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83.png"/><Relationship Id="rId18" Type="http://schemas.openxmlformats.org/officeDocument/2006/relationships/image" Target="../media/image88.png"/><Relationship Id="rId3" Type="http://schemas.openxmlformats.org/officeDocument/2006/relationships/image" Target="../media/image72.png"/><Relationship Id="rId21" Type="http://schemas.openxmlformats.org/officeDocument/2006/relationships/image" Target="../media/image92.png"/><Relationship Id="rId7" Type="http://schemas.openxmlformats.org/officeDocument/2006/relationships/image" Target="../media/image76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" Type="http://schemas.openxmlformats.org/officeDocument/2006/relationships/image" Target="../media/image71.png"/><Relationship Id="rId16" Type="http://schemas.openxmlformats.org/officeDocument/2006/relationships/image" Target="../media/image86.png"/><Relationship Id="rId20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5" Type="http://schemas.openxmlformats.org/officeDocument/2006/relationships/image" Target="../media/image85.png"/><Relationship Id="rId10" Type="http://schemas.openxmlformats.org/officeDocument/2006/relationships/image" Target="../media/image79.png"/><Relationship Id="rId19" Type="http://schemas.openxmlformats.org/officeDocument/2006/relationships/image" Target="../media/image8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0.png"/><Relationship Id="rId2" Type="http://schemas.openxmlformats.org/officeDocument/2006/relationships/image" Target="../media/image15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wmf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1.png"/><Relationship Id="rId13" Type="http://schemas.openxmlformats.org/officeDocument/2006/relationships/image" Target="../media/image1450.png"/><Relationship Id="rId18" Type="http://schemas.openxmlformats.org/officeDocument/2006/relationships/image" Target="../media/image95.png"/><Relationship Id="rId3" Type="http://schemas.openxmlformats.org/officeDocument/2006/relationships/image" Target="../media/image1340.png"/><Relationship Id="rId7" Type="http://schemas.openxmlformats.org/officeDocument/2006/relationships/image" Target="../media/image1391.png"/><Relationship Id="rId12" Type="http://schemas.openxmlformats.org/officeDocument/2006/relationships/image" Target="../media/image1440.png"/><Relationship Id="rId17" Type="http://schemas.openxmlformats.org/officeDocument/2006/relationships/image" Target="../media/image94.png"/><Relationship Id="rId2" Type="http://schemas.openxmlformats.org/officeDocument/2006/relationships/image" Target="../media/image1150.png"/><Relationship Id="rId16" Type="http://schemas.openxmlformats.org/officeDocument/2006/relationships/image" Target="../media/image181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2.png"/><Relationship Id="rId11" Type="http://schemas.openxmlformats.org/officeDocument/2006/relationships/image" Target="../media/image1430.png"/><Relationship Id="rId5" Type="http://schemas.openxmlformats.org/officeDocument/2006/relationships/image" Target="../media/image1360.png"/><Relationship Id="rId15" Type="http://schemas.openxmlformats.org/officeDocument/2006/relationships/image" Target="../media/image180.png"/><Relationship Id="rId10" Type="http://schemas.openxmlformats.org/officeDocument/2006/relationships/image" Target="../media/image1421.png"/><Relationship Id="rId19" Type="http://schemas.openxmlformats.org/officeDocument/2006/relationships/image" Target="../media/image104.png"/><Relationship Id="rId4" Type="http://schemas.openxmlformats.org/officeDocument/2006/relationships/image" Target="../media/image1350.png"/><Relationship Id="rId9" Type="http://schemas.openxmlformats.org/officeDocument/2006/relationships/image" Target="../media/image1411.png"/><Relationship Id="rId14" Type="http://schemas.openxmlformats.org/officeDocument/2006/relationships/image" Target="../media/image17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18" Type="http://schemas.openxmlformats.org/officeDocument/2006/relationships/image" Target="../media/image135.png"/><Relationship Id="rId3" Type="http://schemas.openxmlformats.org/officeDocument/2006/relationships/image" Target="../media/image111.png"/><Relationship Id="rId21" Type="http://schemas.openxmlformats.org/officeDocument/2006/relationships/image" Target="../media/image179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17" Type="http://schemas.openxmlformats.org/officeDocument/2006/relationships/image" Target="../media/image131.png"/><Relationship Id="rId2" Type="http://schemas.openxmlformats.org/officeDocument/2006/relationships/image" Target="../media/image110.png"/><Relationship Id="rId16" Type="http://schemas.openxmlformats.org/officeDocument/2006/relationships/image" Target="../media/image129.png"/><Relationship Id="rId20" Type="http://schemas.openxmlformats.org/officeDocument/2006/relationships/image" Target="../media/image14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5" Type="http://schemas.openxmlformats.org/officeDocument/2006/relationships/image" Target="../media/image126.png"/><Relationship Id="rId23" Type="http://schemas.openxmlformats.org/officeDocument/2006/relationships/image" Target="../media/image140.png"/><Relationship Id="rId10" Type="http://schemas.openxmlformats.org/officeDocument/2006/relationships/image" Target="../media/image120.png"/><Relationship Id="rId19" Type="http://schemas.openxmlformats.org/officeDocument/2006/relationships/image" Target="../media/image138.png"/><Relationship Id="rId4" Type="http://schemas.openxmlformats.org/officeDocument/2006/relationships/image" Target="../media/image112.png"/><Relationship Id="rId9" Type="http://schemas.openxmlformats.org/officeDocument/2006/relationships/image" Target="../media/image119.png"/><Relationship Id="rId14" Type="http://schemas.openxmlformats.org/officeDocument/2006/relationships/image" Target="../media/image124.png"/><Relationship Id="rId22" Type="http://schemas.openxmlformats.org/officeDocument/2006/relationships/image" Target="../media/image1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49.png"/><Relationship Id="rId3" Type="http://schemas.openxmlformats.org/officeDocument/2006/relationships/image" Target="../media/image143.png"/><Relationship Id="rId7" Type="http://schemas.openxmlformats.org/officeDocument/2006/relationships/image" Target="../media/image131.png"/><Relationship Id="rId12" Type="http://schemas.openxmlformats.org/officeDocument/2006/relationships/image" Target="../media/image148.png"/><Relationship Id="rId2" Type="http://schemas.openxmlformats.org/officeDocument/2006/relationships/image" Target="../media/image142.png"/><Relationship Id="rId16" Type="http://schemas.openxmlformats.org/officeDocument/2006/relationships/image" Target="../media/image1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9.png"/><Relationship Id="rId11" Type="http://schemas.openxmlformats.org/officeDocument/2006/relationships/image" Target="../media/image147.png"/><Relationship Id="rId5" Type="http://schemas.openxmlformats.org/officeDocument/2006/relationships/image" Target="../media/image145.png"/><Relationship Id="rId15" Type="http://schemas.openxmlformats.org/officeDocument/2006/relationships/image" Target="../media/image151.png"/><Relationship Id="rId10" Type="http://schemas.openxmlformats.org/officeDocument/2006/relationships/image" Target="../media/image146.png"/><Relationship Id="rId4" Type="http://schemas.openxmlformats.org/officeDocument/2006/relationships/image" Target="../media/image144.png"/><Relationship Id="rId9" Type="http://schemas.openxmlformats.org/officeDocument/2006/relationships/image" Target="../media/image138.png"/><Relationship Id="rId14" Type="http://schemas.openxmlformats.org/officeDocument/2006/relationships/image" Target="../media/image15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26" Type="http://schemas.openxmlformats.org/officeDocument/2006/relationships/image" Target="../media/image161.png"/><Relationship Id="rId3" Type="http://schemas.openxmlformats.org/officeDocument/2006/relationships/image" Target="../media/image154.png"/><Relationship Id="rId21" Type="http://schemas.openxmlformats.org/officeDocument/2006/relationships/image" Target="../media/image214.png"/><Relationship Id="rId7" Type="http://schemas.openxmlformats.org/officeDocument/2006/relationships/image" Target="../media/image155.png"/><Relationship Id="rId25" Type="http://schemas.openxmlformats.org/officeDocument/2006/relationships/image" Target="../media/image160.png"/><Relationship Id="rId2" Type="http://schemas.openxmlformats.org/officeDocument/2006/relationships/image" Target="../media/image175.png"/><Relationship Id="rId29" Type="http://schemas.openxmlformats.org/officeDocument/2006/relationships/image" Target="../media/image1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8.png"/><Relationship Id="rId11" Type="http://schemas.openxmlformats.org/officeDocument/2006/relationships/image" Target="../media/image159.png"/><Relationship Id="rId24" Type="http://schemas.openxmlformats.org/officeDocument/2006/relationships/image" Target="../media/image242.png"/><Relationship Id="rId5" Type="http://schemas.openxmlformats.org/officeDocument/2006/relationships/image" Target="../media/image178.png"/><Relationship Id="rId23" Type="http://schemas.openxmlformats.org/officeDocument/2006/relationships/image" Target="../media/image237.png"/><Relationship Id="rId28" Type="http://schemas.openxmlformats.org/officeDocument/2006/relationships/image" Target="../media/image164.png"/><Relationship Id="rId10" Type="http://schemas.openxmlformats.org/officeDocument/2006/relationships/image" Target="../media/image158.png"/><Relationship Id="rId4" Type="http://schemas.openxmlformats.org/officeDocument/2006/relationships/image" Target="../media/image177.png"/><Relationship Id="rId9" Type="http://schemas.openxmlformats.org/officeDocument/2006/relationships/image" Target="../media/image157.png"/><Relationship Id="rId22" Type="http://schemas.openxmlformats.org/officeDocument/2006/relationships/image" Target="../media/image2212.png"/><Relationship Id="rId27" Type="http://schemas.openxmlformats.org/officeDocument/2006/relationships/image" Target="../media/image16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82.png"/><Relationship Id="rId3" Type="http://schemas.openxmlformats.org/officeDocument/2006/relationships/image" Target="../media/image167.png"/><Relationship Id="rId7" Type="http://schemas.openxmlformats.org/officeDocument/2006/relationships/image" Target="../media/image169.png"/><Relationship Id="rId12" Type="http://schemas.openxmlformats.org/officeDocument/2006/relationships/image" Target="../media/image176.png"/><Relationship Id="rId17" Type="http://schemas.openxmlformats.org/officeDocument/2006/relationships/image" Target="../media/image186.png"/><Relationship Id="rId2" Type="http://schemas.openxmlformats.org/officeDocument/2006/relationships/image" Target="../media/image166.png"/><Relationship Id="rId16" Type="http://schemas.openxmlformats.org/officeDocument/2006/relationships/image" Target="../media/image18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5" Type="http://schemas.openxmlformats.org/officeDocument/2006/relationships/image" Target="../media/image93.png"/><Relationship Id="rId15" Type="http://schemas.openxmlformats.org/officeDocument/2006/relationships/image" Target="../media/image184.png"/><Relationship Id="rId10" Type="http://schemas.openxmlformats.org/officeDocument/2006/relationships/image" Target="../media/image172.png"/><Relationship Id="rId4" Type="http://schemas.openxmlformats.org/officeDocument/2006/relationships/image" Target="../media/image70.png"/><Relationship Id="rId9" Type="http://schemas.openxmlformats.org/officeDocument/2006/relationships/image" Target="../media/image171.png"/><Relationship Id="rId14" Type="http://schemas.openxmlformats.org/officeDocument/2006/relationships/image" Target="../media/image18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13" Type="http://schemas.openxmlformats.org/officeDocument/2006/relationships/image" Target="../media/image199.png"/><Relationship Id="rId3" Type="http://schemas.openxmlformats.org/officeDocument/2006/relationships/image" Target="../media/image189.png"/><Relationship Id="rId7" Type="http://schemas.openxmlformats.org/officeDocument/2006/relationships/image" Target="../media/image193.png"/><Relationship Id="rId12" Type="http://schemas.openxmlformats.org/officeDocument/2006/relationships/image" Target="../media/image198.png"/><Relationship Id="rId2" Type="http://schemas.openxmlformats.org/officeDocument/2006/relationships/image" Target="../media/image188.png"/><Relationship Id="rId16" Type="http://schemas.openxmlformats.org/officeDocument/2006/relationships/image" Target="../media/image2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2.png"/><Relationship Id="rId11" Type="http://schemas.openxmlformats.org/officeDocument/2006/relationships/image" Target="../media/image197.png"/><Relationship Id="rId5" Type="http://schemas.openxmlformats.org/officeDocument/2006/relationships/image" Target="../media/image191.png"/><Relationship Id="rId15" Type="http://schemas.openxmlformats.org/officeDocument/2006/relationships/image" Target="../media/image201.png"/><Relationship Id="rId10" Type="http://schemas.openxmlformats.org/officeDocument/2006/relationships/image" Target="../media/image196.png"/><Relationship Id="rId4" Type="http://schemas.openxmlformats.org/officeDocument/2006/relationships/image" Target="../media/image190.png"/><Relationship Id="rId9" Type="http://schemas.openxmlformats.org/officeDocument/2006/relationships/image" Target="../media/image195.png"/><Relationship Id="rId14" Type="http://schemas.openxmlformats.org/officeDocument/2006/relationships/image" Target="../media/image200.pn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10.png"/><Relationship Id="rId18" Type="http://schemas.openxmlformats.org/officeDocument/2006/relationships/image" Target="../media/image280.png"/><Relationship Id="rId26" Type="http://schemas.openxmlformats.org/officeDocument/2006/relationships/image" Target="../media/image360.png"/><Relationship Id="rId39" Type="http://schemas.openxmlformats.org/officeDocument/2006/relationships/image" Target="../media/image1561.png"/><Relationship Id="rId21" Type="http://schemas.openxmlformats.org/officeDocument/2006/relationships/image" Target="../media/image310.png"/><Relationship Id="rId34" Type="http://schemas.openxmlformats.org/officeDocument/2006/relationships/image" Target="../media/image1481.png"/><Relationship Id="rId7" Type="http://schemas.openxmlformats.org/officeDocument/2006/relationships/image" Target="../media/image2211.png"/><Relationship Id="rId12" Type="http://schemas.openxmlformats.org/officeDocument/2006/relationships/image" Target="../media/image2210.png"/><Relationship Id="rId17" Type="http://schemas.openxmlformats.org/officeDocument/2006/relationships/image" Target="../media/image276.png"/><Relationship Id="rId25" Type="http://schemas.openxmlformats.org/officeDocument/2006/relationships/image" Target="../media/image350.png"/><Relationship Id="rId33" Type="http://schemas.openxmlformats.org/officeDocument/2006/relationships/image" Target="../media/image1470.png"/><Relationship Id="rId38" Type="http://schemas.openxmlformats.org/officeDocument/2006/relationships/image" Target="../media/image1551.png"/><Relationship Id="rId16" Type="http://schemas.openxmlformats.org/officeDocument/2006/relationships/image" Target="../media/image260.png"/><Relationship Id="rId20" Type="http://schemas.openxmlformats.org/officeDocument/2006/relationships/image" Target="../media/image300.png"/><Relationship Id="rId29" Type="http://schemas.openxmlformats.org/officeDocument/2006/relationships/image" Target="../media/image14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2.png"/><Relationship Id="rId11" Type="http://schemas.openxmlformats.org/officeDocument/2006/relationships/image" Target="../media/image211.png"/><Relationship Id="rId24" Type="http://schemas.openxmlformats.org/officeDocument/2006/relationships/image" Target="../media/image1381.png"/><Relationship Id="rId32" Type="http://schemas.openxmlformats.org/officeDocument/2006/relationships/image" Target="../media/image1460.png"/><Relationship Id="rId37" Type="http://schemas.openxmlformats.org/officeDocument/2006/relationships/image" Target="../media/image440.png"/><Relationship Id="rId5" Type="http://schemas.openxmlformats.org/officeDocument/2006/relationships/image" Target="../media/image1910.png"/><Relationship Id="rId15" Type="http://schemas.openxmlformats.org/officeDocument/2006/relationships/image" Target="../media/image250.png"/><Relationship Id="rId23" Type="http://schemas.openxmlformats.org/officeDocument/2006/relationships/image" Target="../media/image330.png"/><Relationship Id="rId28" Type="http://schemas.openxmlformats.org/officeDocument/2006/relationships/image" Target="../media/image1402.png"/><Relationship Id="rId36" Type="http://schemas.openxmlformats.org/officeDocument/2006/relationships/image" Target="../media/image1540.png"/><Relationship Id="rId10" Type="http://schemas.openxmlformats.org/officeDocument/2006/relationships/image" Target="../media/image257.png"/><Relationship Id="rId19" Type="http://schemas.openxmlformats.org/officeDocument/2006/relationships/image" Target="../media/image290.png"/><Relationship Id="rId31" Type="http://schemas.openxmlformats.org/officeDocument/2006/relationships/image" Target="../media/image1451.png"/><Relationship Id="rId4" Type="http://schemas.openxmlformats.org/officeDocument/2006/relationships/image" Target="../media/image2010.png"/><Relationship Id="rId9" Type="http://schemas.openxmlformats.org/officeDocument/2006/relationships/image" Target="../media/image241.png"/><Relationship Id="rId14" Type="http://schemas.openxmlformats.org/officeDocument/2006/relationships/image" Target="../media/image240.png"/><Relationship Id="rId22" Type="http://schemas.openxmlformats.org/officeDocument/2006/relationships/image" Target="../media/image320.png"/><Relationship Id="rId27" Type="http://schemas.openxmlformats.org/officeDocument/2006/relationships/image" Target="../media/image1392.png"/><Relationship Id="rId30" Type="http://schemas.openxmlformats.org/officeDocument/2006/relationships/image" Target="../media/image1441.png"/><Relationship Id="rId35" Type="http://schemas.openxmlformats.org/officeDocument/2006/relationships/image" Target="../media/image1490.png"/><Relationship Id="rId8" Type="http://schemas.openxmlformats.org/officeDocument/2006/relationships/image" Target="../media/image2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50.png"/><Relationship Id="rId2" Type="http://schemas.openxmlformats.org/officeDocument/2006/relationships/image" Target="../media/image14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3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0.png"/><Relationship Id="rId4" Type="http://schemas.openxmlformats.org/officeDocument/2006/relationships/image" Target="../media/image48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1.png"/><Relationship Id="rId13" Type="http://schemas.openxmlformats.org/officeDocument/2006/relationships/image" Target="../media/image1730.png"/><Relationship Id="rId18" Type="http://schemas.openxmlformats.org/officeDocument/2006/relationships/image" Target="../media/image1780.png"/><Relationship Id="rId3" Type="http://schemas.openxmlformats.org/officeDocument/2006/relationships/image" Target="../media/image1570.png"/><Relationship Id="rId21" Type="http://schemas.openxmlformats.org/officeDocument/2006/relationships/image" Target="../media/image1810.png"/><Relationship Id="rId7" Type="http://schemas.openxmlformats.org/officeDocument/2006/relationships/image" Target="../media/image1801.png"/><Relationship Id="rId12" Type="http://schemas.openxmlformats.org/officeDocument/2006/relationships/image" Target="../media/image1720.png"/><Relationship Id="rId17" Type="http://schemas.openxmlformats.org/officeDocument/2006/relationships/image" Target="../media/image1770.png"/><Relationship Id="rId2" Type="http://schemas.openxmlformats.org/officeDocument/2006/relationships/image" Target="../media/image1380.png"/><Relationship Id="rId16" Type="http://schemas.openxmlformats.org/officeDocument/2006/relationships/image" Target="../media/image1760.png"/><Relationship Id="rId20" Type="http://schemas.openxmlformats.org/officeDocument/2006/relationships/image" Target="../media/image18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80.png"/><Relationship Id="rId11" Type="http://schemas.openxmlformats.org/officeDocument/2006/relationships/image" Target="../media/image1710.png"/><Relationship Id="rId5" Type="http://schemas.openxmlformats.org/officeDocument/2006/relationships/image" Target="../media/image1670.png"/><Relationship Id="rId15" Type="http://schemas.openxmlformats.org/officeDocument/2006/relationships/image" Target="../media/image1750.png"/><Relationship Id="rId10" Type="http://schemas.openxmlformats.org/officeDocument/2006/relationships/image" Target="../media/image1700.png"/><Relationship Id="rId19" Type="http://schemas.openxmlformats.org/officeDocument/2006/relationships/image" Target="../media/image1790.png"/><Relationship Id="rId4" Type="http://schemas.openxmlformats.org/officeDocument/2006/relationships/image" Target="../media/image1660.png"/><Relationship Id="rId9" Type="http://schemas.openxmlformats.org/officeDocument/2006/relationships/image" Target="../media/image1821.png"/><Relationship Id="rId14" Type="http://schemas.openxmlformats.org/officeDocument/2006/relationships/image" Target="../media/image1740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3B771-C6D4-6FBF-5D63-F0A1B82B6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F34B63-A8DC-2353-D444-F38AAC2DE144}"/>
              </a:ext>
            </a:extLst>
          </p:cNvPr>
          <p:cNvSpPr/>
          <p:nvPr/>
        </p:nvSpPr>
        <p:spPr>
          <a:xfrm>
            <a:off x="1906494" y="2967335"/>
            <a:ext cx="83790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AC Supply across instrument</a:t>
            </a:r>
          </a:p>
        </p:txBody>
      </p:sp>
    </p:spTree>
    <p:extLst>
      <p:ext uri="{BB962C8B-B14F-4D97-AF65-F5344CB8AC3E}">
        <p14:creationId xmlns:p14="http://schemas.microsoft.com/office/powerpoint/2010/main" val="3505285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938BF2FF-625F-B8B0-8E4A-2A295ADA4BA0}"/>
              </a:ext>
            </a:extLst>
          </p:cNvPr>
          <p:cNvSpPr/>
          <p:nvPr/>
        </p:nvSpPr>
        <p:spPr>
          <a:xfrm>
            <a:off x="298581" y="1370025"/>
            <a:ext cx="2573068" cy="188822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800">
              <a:solidFill>
                <a:schemeClr val="tx1"/>
              </a:solidFill>
            </a:endParaRPr>
          </a:p>
        </p:txBody>
      </p:sp>
      <p:grpSp>
        <p:nvGrpSpPr>
          <p:cNvPr id="44" name="Group 43"/>
          <p:cNvGrpSpPr/>
          <p:nvPr/>
        </p:nvGrpSpPr>
        <p:grpSpPr>
          <a:xfrm rot="5400000">
            <a:off x="864070" y="1281904"/>
            <a:ext cx="1436624" cy="2081784"/>
            <a:chOff x="585216" y="1444752"/>
            <a:chExt cx="1436624" cy="2081784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795528" y="1444752"/>
              <a:ext cx="0" cy="82296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>
              <a:off x="795528" y="2703576"/>
              <a:ext cx="0" cy="82296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6" name="Oval 5"/>
            <p:cNvSpPr/>
            <p:nvPr/>
          </p:nvSpPr>
          <p:spPr>
            <a:xfrm>
              <a:off x="585216" y="2275332"/>
              <a:ext cx="420624" cy="42062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800">
                <a:solidFill>
                  <a:schemeClr val="tx1"/>
                </a:solidFill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655041" y="2395173"/>
              <a:ext cx="296115" cy="192579"/>
              <a:chOff x="562708" y="3191605"/>
              <a:chExt cx="1292468" cy="1987066"/>
            </a:xfrm>
          </p:grpSpPr>
          <p:sp>
            <p:nvSpPr>
              <p:cNvPr id="8" name="Freeform 7"/>
              <p:cNvSpPr/>
              <p:nvPr/>
            </p:nvSpPr>
            <p:spPr>
              <a:xfrm>
                <a:off x="562708" y="3191605"/>
                <a:ext cx="641838" cy="993533"/>
              </a:xfrm>
              <a:custGeom>
                <a:avLst/>
                <a:gdLst>
                  <a:gd name="connsiteX0" fmla="*/ 0 w 641838"/>
                  <a:gd name="connsiteY0" fmla="*/ 984741 h 993533"/>
                  <a:gd name="connsiteX1" fmla="*/ 369277 w 641838"/>
                  <a:gd name="connsiteY1" fmla="*/ 3 h 993533"/>
                  <a:gd name="connsiteX2" fmla="*/ 641838 w 641838"/>
                  <a:gd name="connsiteY2" fmla="*/ 993533 h 993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1838" h="993533">
                    <a:moveTo>
                      <a:pt x="0" y="984741"/>
                    </a:moveTo>
                    <a:cubicBezTo>
                      <a:pt x="131152" y="491639"/>
                      <a:pt x="262304" y="-1462"/>
                      <a:pt x="369277" y="3"/>
                    </a:cubicBezTo>
                    <a:cubicBezTo>
                      <a:pt x="476250" y="1468"/>
                      <a:pt x="559044" y="497500"/>
                      <a:pt x="641838" y="993533"/>
                    </a:cubicBezTo>
                  </a:path>
                </a:pathLst>
              </a:cu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sz="2800"/>
              </a:p>
            </p:txBody>
          </p:sp>
          <p:sp>
            <p:nvSpPr>
              <p:cNvPr id="9" name="Freeform 8"/>
              <p:cNvSpPr/>
              <p:nvPr/>
            </p:nvSpPr>
            <p:spPr>
              <a:xfrm rot="10800000">
                <a:off x="1213338" y="4185138"/>
                <a:ext cx="641838" cy="993533"/>
              </a:xfrm>
              <a:custGeom>
                <a:avLst/>
                <a:gdLst>
                  <a:gd name="connsiteX0" fmla="*/ 0 w 641838"/>
                  <a:gd name="connsiteY0" fmla="*/ 984741 h 993533"/>
                  <a:gd name="connsiteX1" fmla="*/ 369277 w 641838"/>
                  <a:gd name="connsiteY1" fmla="*/ 3 h 993533"/>
                  <a:gd name="connsiteX2" fmla="*/ 641838 w 641838"/>
                  <a:gd name="connsiteY2" fmla="*/ 993533 h 993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41838" h="993533">
                    <a:moveTo>
                      <a:pt x="0" y="984741"/>
                    </a:moveTo>
                    <a:cubicBezTo>
                      <a:pt x="131152" y="491639"/>
                      <a:pt x="262304" y="-1462"/>
                      <a:pt x="369277" y="3"/>
                    </a:cubicBezTo>
                    <a:cubicBezTo>
                      <a:pt x="476250" y="1468"/>
                      <a:pt x="559044" y="497500"/>
                      <a:pt x="641838" y="993533"/>
                    </a:cubicBezTo>
                  </a:path>
                </a:pathLst>
              </a:custGeom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 sz="2800"/>
              </a:p>
            </p:txBody>
          </p:sp>
        </p:grpSp>
        <p:cxnSp>
          <p:nvCxnSpPr>
            <p:cNvPr id="10" name="Straight Connector 9"/>
            <p:cNvCxnSpPr/>
            <p:nvPr/>
          </p:nvCxnSpPr>
          <p:spPr>
            <a:xfrm>
              <a:off x="795528" y="1444752"/>
              <a:ext cx="1133856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929384" y="1444752"/>
              <a:ext cx="0" cy="208178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795528" y="3526536"/>
              <a:ext cx="1133856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Group 12"/>
            <p:cNvGrpSpPr/>
            <p:nvPr/>
          </p:nvGrpSpPr>
          <p:grpSpPr>
            <a:xfrm>
              <a:off x="1836928" y="1911803"/>
              <a:ext cx="184912" cy="727057"/>
              <a:chOff x="1788668" y="1856232"/>
              <a:chExt cx="285242" cy="900972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1788668" y="1856232"/>
                <a:ext cx="273812" cy="225243"/>
                <a:chOff x="1788668" y="1856232"/>
                <a:chExt cx="273812" cy="225243"/>
              </a:xfrm>
            </p:grpSpPr>
            <p:grpSp>
              <p:nvGrpSpPr>
                <p:cNvPr id="36" name="Group 35"/>
                <p:cNvGrpSpPr/>
                <p:nvPr/>
              </p:nvGrpSpPr>
              <p:grpSpPr>
                <a:xfrm>
                  <a:off x="1929384" y="1856232"/>
                  <a:ext cx="133096" cy="110715"/>
                  <a:chOff x="1929384" y="1856232"/>
                  <a:chExt cx="133096" cy="110715"/>
                </a:xfrm>
              </p:grpSpPr>
              <p:cxnSp>
                <p:nvCxnSpPr>
                  <p:cNvPr id="40" name="Straight Connector 39"/>
                  <p:cNvCxnSpPr/>
                  <p:nvPr/>
                </p:nvCxnSpPr>
                <p:spPr>
                  <a:xfrm>
                    <a:off x="1929384" y="1856232"/>
                    <a:ext cx="133096" cy="57697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/>
                  <p:cNvCxnSpPr/>
                  <p:nvPr/>
                </p:nvCxnSpPr>
                <p:spPr>
                  <a:xfrm flipV="1">
                    <a:off x="1929384" y="1909249"/>
                    <a:ext cx="133096" cy="57698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7" name="Group 36"/>
                <p:cNvGrpSpPr/>
                <p:nvPr/>
              </p:nvGrpSpPr>
              <p:grpSpPr>
                <a:xfrm rot="10800000">
                  <a:off x="1788668" y="1970760"/>
                  <a:ext cx="133096" cy="110715"/>
                  <a:chOff x="1929384" y="1856232"/>
                  <a:chExt cx="133096" cy="110715"/>
                </a:xfrm>
              </p:grpSpPr>
              <p:cxnSp>
                <p:nvCxnSpPr>
                  <p:cNvPr id="38" name="Straight Connector 37"/>
                  <p:cNvCxnSpPr/>
                  <p:nvPr/>
                </p:nvCxnSpPr>
                <p:spPr>
                  <a:xfrm>
                    <a:off x="1929384" y="1856232"/>
                    <a:ext cx="133096" cy="57697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/>
                  <p:cNvCxnSpPr/>
                  <p:nvPr/>
                </p:nvCxnSpPr>
                <p:spPr>
                  <a:xfrm flipV="1">
                    <a:off x="1929384" y="1909249"/>
                    <a:ext cx="133096" cy="57698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5" name="Group 14"/>
              <p:cNvGrpSpPr/>
              <p:nvPr/>
            </p:nvGrpSpPr>
            <p:grpSpPr>
              <a:xfrm>
                <a:off x="1792478" y="2081475"/>
                <a:ext cx="273812" cy="225243"/>
                <a:chOff x="1788668" y="1856232"/>
                <a:chExt cx="273812" cy="225243"/>
              </a:xfrm>
            </p:grpSpPr>
            <p:grpSp>
              <p:nvGrpSpPr>
                <p:cNvPr id="30" name="Group 29"/>
                <p:cNvGrpSpPr/>
                <p:nvPr/>
              </p:nvGrpSpPr>
              <p:grpSpPr>
                <a:xfrm>
                  <a:off x="1929384" y="1856232"/>
                  <a:ext cx="133096" cy="110715"/>
                  <a:chOff x="1929384" y="1856232"/>
                  <a:chExt cx="133096" cy="110715"/>
                </a:xfrm>
              </p:grpSpPr>
              <p:cxnSp>
                <p:nvCxnSpPr>
                  <p:cNvPr id="34" name="Straight Connector 33"/>
                  <p:cNvCxnSpPr/>
                  <p:nvPr/>
                </p:nvCxnSpPr>
                <p:spPr>
                  <a:xfrm>
                    <a:off x="1929384" y="1856232"/>
                    <a:ext cx="133096" cy="57697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/>
                  <p:cNvCxnSpPr/>
                  <p:nvPr/>
                </p:nvCxnSpPr>
                <p:spPr>
                  <a:xfrm flipV="1">
                    <a:off x="1929384" y="1909249"/>
                    <a:ext cx="133096" cy="57698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1" name="Group 30"/>
                <p:cNvGrpSpPr/>
                <p:nvPr/>
              </p:nvGrpSpPr>
              <p:grpSpPr>
                <a:xfrm rot="10800000">
                  <a:off x="1788668" y="1970760"/>
                  <a:ext cx="133096" cy="110715"/>
                  <a:chOff x="1929384" y="1856232"/>
                  <a:chExt cx="133096" cy="110715"/>
                </a:xfrm>
              </p:grpSpPr>
              <p:cxnSp>
                <p:nvCxnSpPr>
                  <p:cNvPr id="32" name="Straight Connector 31"/>
                  <p:cNvCxnSpPr/>
                  <p:nvPr/>
                </p:nvCxnSpPr>
                <p:spPr>
                  <a:xfrm>
                    <a:off x="1929384" y="1856232"/>
                    <a:ext cx="133096" cy="57697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/>
                  <p:cNvCxnSpPr/>
                  <p:nvPr/>
                </p:nvCxnSpPr>
                <p:spPr>
                  <a:xfrm flipV="1">
                    <a:off x="1929384" y="1909249"/>
                    <a:ext cx="133096" cy="57698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6" name="Group 15"/>
              <p:cNvGrpSpPr/>
              <p:nvPr/>
            </p:nvGrpSpPr>
            <p:grpSpPr>
              <a:xfrm>
                <a:off x="1796288" y="2306718"/>
                <a:ext cx="273812" cy="225243"/>
                <a:chOff x="1788668" y="1856232"/>
                <a:chExt cx="273812" cy="225243"/>
              </a:xfrm>
            </p:grpSpPr>
            <p:grpSp>
              <p:nvGrpSpPr>
                <p:cNvPr id="24" name="Group 23"/>
                <p:cNvGrpSpPr/>
                <p:nvPr/>
              </p:nvGrpSpPr>
              <p:grpSpPr>
                <a:xfrm>
                  <a:off x="1929384" y="1856232"/>
                  <a:ext cx="133096" cy="110715"/>
                  <a:chOff x="1929384" y="1856232"/>
                  <a:chExt cx="133096" cy="110715"/>
                </a:xfrm>
              </p:grpSpPr>
              <p:cxnSp>
                <p:nvCxnSpPr>
                  <p:cNvPr id="28" name="Straight Connector 27"/>
                  <p:cNvCxnSpPr/>
                  <p:nvPr/>
                </p:nvCxnSpPr>
                <p:spPr>
                  <a:xfrm>
                    <a:off x="1929384" y="1856232"/>
                    <a:ext cx="133096" cy="57697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" name="Straight Connector 28"/>
                  <p:cNvCxnSpPr/>
                  <p:nvPr/>
                </p:nvCxnSpPr>
                <p:spPr>
                  <a:xfrm flipV="1">
                    <a:off x="1929384" y="1909249"/>
                    <a:ext cx="133096" cy="57698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5" name="Group 24"/>
                <p:cNvGrpSpPr/>
                <p:nvPr/>
              </p:nvGrpSpPr>
              <p:grpSpPr>
                <a:xfrm rot="10800000">
                  <a:off x="1788668" y="1970760"/>
                  <a:ext cx="133096" cy="110715"/>
                  <a:chOff x="1929384" y="1856232"/>
                  <a:chExt cx="133096" cy="110715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>
                    <a:off x="1929384" y="1856232"/>
                    <a:ext cx="133096" cy="57697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/>
                  <p:cNvCxnSpPr/>
                  <p:nvPr/>
                </p:nvCxnSpPr>
                <p:spPr>
                  <a:xfrm flipV="1">
                    <a:off x="1929384" y="1909249"/>
                    <a:ext cx="133096" cy="57698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7" name="Group 16"/>
              <p:cNvGrpSpPr/>
              <p:nvPr/>
            </p:nvGrpSpPr>
            <p:grpSpPr>
              <a:xfrm>
                <a:off x="1800098" y="2531961"/>
                <a:ext cx="273812" cy="225243"/>
                <a:chOff x="1788668" y="1856232"/>
                <a:chExt cx="273812" cy="225243"/>
              </a:xfrm>
            </p:grpSpPr>
            <p:grpSp>
              <p:nvGrpSpPr>
                <p:cNvPr id="18" name="Group 17"/>
                <p:cNvGrpSpPr/>
                <p:nvPr/>
              </p:nvGrpSpPr>
              <p:grpSpPr>
                <a:xfrm>
                  <a:off x="1929384" y="1856232"/>
                  <a:ext cx="133096" cy="110715"/>
                  <a:chOff x="1929384" y="1856232"/>
                  <a:chExt cx="133096" cy="110715"/>
                </a:xfrm>
              </p:grpSpPr>
              <p:cxnSp>
                <p:nvCxnSpPr>
                  <p:cNvPr id="22" name="Straight Connector 21"/>
                  <p:cNvCxnSpPr/>
                  <p:nvPr/>
                </p:nvCxnSpPr>
                <p:spPr>
                  <a:xfrm>
                    <a:off x="1929384" y="1856232"/>
                    <a:ext cx="133096" cy="57697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/>
                  <p:cNvCxnSpPr/>
                  <p:nvPr/>
                </p:nvCxnSpPr>
                <p:spPr>
                  <a:xfrm flipV="1">
                    <a:off x="1929384" y="1909249"/>
                    <a:ext cx="133096" cy="57698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" name="Group 18"/>
                <p:cNvGrpSpPr/>
                <p:nvPr/>
              </p:nvGrpSpPr>
              <p:grpSpPr>
                <a:xfrm rot="10800000">
                  <a:off x="1788668" y="1970760"/>
                  <a:ext cx="133096" cy="110715"/>
                  <a:chOff x="1929384" y="1856232"/>
                  <a:chExt cx="133096" cy="110715"/>
                </a:xfrm>
              </p:grpSpPr>
              <p:cxnSp>
                <p:nvCxnSpPr>
                  <p:cNvPr id="20" name="Straight Connector 19"/>
                  <p:cNvCxnSpPr/>
                  <p:nvPr/>
                </p:nvCxnSpPr>
                <p:spPr>
                  <a:xfrm>
                    <a:off x="1929384" y="1856232"/>
                    <a:ext cx="133096" cy="57697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/>
                  <p:cNvCxnSpPr/>
                  <p:nvPr/>
                </p:nvCxnSpPr>
                <p:spPr>
                  <a:xfrm flipV="1">
                    <a:off x="1929384" y="1909249"/>
                    <a:ext cx="133096" cy="57698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/>
                <p:cNvSpPr/>
                <p:nvPr/>
              </p:nvSpPr>
              <p:spPr>
                <a:xfrm rot="16200000">
                  <a:off x="1437152" y="2032327"/>
                  <a:ext cx="50616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Rectangle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437152" y="2032327"/>
                  <a:ext cx="506164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 94"/>
              <p:cNvSpPr/>
              <p:nvPr/>
            </p:nvSpPr>
            <p:spPr>
              <a:xfrm>
                <a:off x="754562" y="3258252"/>
                <a:ext cx="1121076" cy="8961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5" name="Rectangle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62" y="3258252"/>
                <a:ext cx="1121076" cy="8961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95"/>
              <p:cNvSpPr/>
              <p:nvPr/>
            </p:nvSpPr>
            <p:spPr>
              <a:xfrm>
                <a:off x="961472" y="4196597"/>
                <a:ext cx="2328330" cy="9257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IN" sz="280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6" name="Rectangle 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472" y="4196597"/>
                <a:ext cx="2328330" cy="9257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/>
              <p:cNvSpPr/>
              <p:nvPr/>
            </p:nvSpPr>
            <p:spPr>
              <a:xfrm>
                <a:off x="983936" y="5255091"/>
                <a:ext cx="230325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IN" sz="280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7" name="Rectangle 9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936" y="5255091"/>
                <a:ext cx="230325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Rectangle 97"/>
          <p:cNvSpPr/>
          <p:nvPr/>
        </p:nvSpPr>
        <p:spPr>
          <a:xfrm>
            <a:off x="0" y="-18057"/>
            <a:ext cx="52981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AC supply along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tangle 98"/>
              <p:cNvSpPr/>
              <p:nvPr/>
            </p:nvSpPr>
            <p:spPr>
              <a:xfrm>
                <a:off x="865909" y="905056"/>
                <a:ext cx="24471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9" name="Rectangle 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909" y="905056"/>
                <a:ext cx="244714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68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6" grpId="0"/>
      <p:bldP spid="9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C3108-608E-0193-0653-8CBC3AFFA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F93D17B-018E-FFBA-C849-C67C2FDDFEEA}"/>
              </a:ext>
            </a:extLst>
          </p:cNvPr>
          <p:cNvGrpSpPr/>
          <p:nvPr/>
        </p:nvGrpSpPr>
        <p:grpSpPr>
          <a:xfrm>
            <a:off x="0" y="-18057"/>
            <a:ext cx="5298117" cy="5796368"/>
            <a:chOff x="0" y="-18057"/>
            <a:chExt cx="5298117" cy="5796368"/>
          </a:xfrm>
        </p:grpSpPr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0C3D07E8-5725-907A-3EC8-83A5E93F545D}"/>
                </a:ext>
              </a:extLst>
            </p:cNvPr>
            <p:cNvSpPr/>
            <p:nvPr/>
          </p:nvSpPr>
          <p:spPr>
            <a:xfrm>
              <a:off x="298581" y="1370025"/>
              <a:ext cx="2573068" cy="1888227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800">
                <a:solidFill>
                  <a:schemeClr val="tx1"/>
                </a:solidFill>
              </a:endParaRP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17B3090-77F1-5A28-9D49-7316F6CAD5F5}"/>
                </a:ext>
              </a:extLst>
            </p:cNvPr>
            <p:cNvGrpSpPr/>
            <p:nvPr/>
          </p:nvGrpSpPr>
          <p:grpSpPr>
            <a:xfrm rot="5400000">
              <a:off x="864070" y="1281904"/>
              <a:ext cx="1436624" cy="2081784"/>
              <a:chOff x="585216" y="1444752"/>
              <a:chExt cx="1436624" cy="2081784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1C74ABB5-415B-B7F5-264D-7C81F5011451}"/>
                  </a:ext>
                </a:extLst>
              </p:cNvPr>
              <p:cNvCxnSpPr/>
              <p:nvPr/>
            </p:nvCxnSpPr>
            <p:spPr>
              <a:xfrm>
                <a:off x="795528" y="1444752"/>
                <a:ext cx="0" cy="82296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E45C2BE-B2E6-BC80-C35E-FEB2E98906B3}"/>
                  </a:ext>
                </a:extLst>
              </p:cNvPr>
              <p:cNvCxnSpPr/>
              <p:nvPr/>
            </p:nvCxnSpPr>
            <p:spPr>
              <a:xfrm>
                <a:off x="795528" y="2703576"/>
                <a:ext cx="0" cy="82296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441E13E-CA3D-9DE0-880F-6FAB32311B4C}"/>
                  </a:ext>
                </a:extLst>
              </p:cNvPr>
              <p:cNvSpPr/>
              <p:nvPr/>
            </p:nvSpPr>
            <p:spPr>
              <a:xfrm>
                <a:off x="585216" y="2275332"/>
                <a:ext cx="420624" cy="42062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8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52CCE98D-B4B0-81BB-51AF-B74AABD535DF}"/>
                  </a:ext>
                </a:extLst>
              </p:cNvPr>
              <p:cNvGrpSpPr/>
              <p:nvPr/>
            </p:nvGrpSpPr>
            <p:grpSpPr>
              <a:xfrm>
                <a:off x="655041" y="2395173"/>
                <a:ext cx="296115" cy="192579"/>
                <a:chOff x="562708" y="3191605"/>
                <a:chExt cx="1292468" cy="1987066"/>
              </a:xfrm>
            </p:grpSpPr>
            <p:sp>
              <p:nvSpPr>
                <p:cNvPr id="8" name="Freeform 7">
                  <a:extLst>
                    <a:ext uri="{FF2B5EF4-FFF2-40B4-BE49-F238E27FC236}">
                      <a16:creationId xmlns:a16="http://schemas.microsoft.com/office/drawing/2014/main" id="{1AAEDF01-093B-69CF-6252-54ECCE338E82}"/>
                    </a:ext>
                  </a:extLst>
                </p:cNvPr>
                <p:cNvSpPr/>
                <p:nvPr/>
              </p:nvSpPr>
              <p:spPr>
                <a:xfrm>
                  <a:off x="562708" y="3191605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/>
                </a:p>
              </p:txBody>
            </p:sp>
            <p:sp>
              <p:nvSpPr>
                <p:cNvPr id="9" name="Freeform 8">
                  <a:extLst>
                    <a:ext uri="{FF2B5EF4-FFF2-40B4-BE49-F238E27FC236}">
                      <a16:creationId xmlns:a16="http://schemas.microsoft.com/office/drawing/2014/main" id="{539E3252-2B51-1441-7547-E38F6DE0E04B}"/>
                    </a:ext>
                  </a:extLst>
                </p:cNvPr>
                <p:cNvSpPr/>
                <p:nvPr/>
              </p:nvSpPr>
              <p:spPr>
                <a:xfrm rot="10800000">
                  <a:off x="1213338" y="4185138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/>
                </a:p>
              </p:txBody>
            </p:sp>
          </p:grp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4353C23A-A2BF-4995-DC83-B5E240DC27A4}"/>
                  </a:ext>
                </a:extLst>
              </p:cNvPr>
              <p:cNvCxnSpPr/>
              <p:nvPr/>
            </p:nvCxnSpPr>
            <p:spPr>
              <a:xfrm>
                <a:off x="795528" y="1444752"/>
                <a:ext cx="113385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51EBAC57-7F3A-AFBC-BC3B-0A046F8E09B7}"/>
                  </a:ext>
                </a:extLst>
              </p:cNvPr>
              <p:cNvCxnSpPr/>
              <p:nvPr/>
            </p:nvCxnSpPr>
            <p:spPr>
              <a:xfrm>
                <a:off x="1929384" y="1444752"/>
                <a:ext cx="0" cy="208178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92546BE-F0CC-00E5-E927-EF9FCAF02D35}"/>
                  </a:ext>
                </a:extLst>
              </p:cNvPr>
              <p:cNvCxnSpPr/>
              <p:nvPr/>
            </p:nvCxnSpPr>
            <p:spPr>
              <a:xfrm>
                <a:off x="795528" y="3526536"/>
                <a:ext cx="113385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D904D6A-6BE8-5685-5CE4-D281C558E1C5}"/>
                  </a:ext>
                </a:extLst>
              </p:cNvPr>
              <p:cNvGrpSpPr/>
              <p:nvPr/>
            </p:nvGrpSpPr>
            <p:grpSpPr>
              <a:xfrm>
                <a:off x="1836928" y="1911803"/>
                <a:ext cx="184912" cy="727057"/>
                <a:chOff x="1788668" y="1856232"/>
                <a:chExt cx="285242" cy="900972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C4329C2B-3F4D-2B99-6800-1E5A2339B000}"/>
                    </a:ext>
                  </a:extLst>
                </p:cNvPr>
                <p:cNvGrpSpPr/>
                <p:nvPr/>
              </p:nvGrpSpPr>
              <p:grpSpPr>
                <a:xfrm>
                  <a:off x="1788668" y="1856232"/>
                  <a:ext cx="273812" cy="225243"/>
                  <a:chOff x="1788668" y="1856232"/>
                  <a:chExt cx="273812" cy="225243"/>
                </a:xfrm>
              </p:grpSpPr>
              <p:grpSp>
                <p:nvGrpSpPr>
                  <p:cNvPr id="36" name="Group 35">
                    <a:extLst>
                      <a:ext uri="{FF2B5EF4-FFF2-40B4-BE49-F238E27FC236}">
                        <a16:creationId xmlns:a16="http://schemas.microsoft.com/office/drawing/2014/main" id="{0EACF937-C51B-B639-CF6A-ED783AE97BD8}"/>
                      </a:ext>
                    </a:extLst>
                  </p:cNvPr>
                  <p:cNvGrpSpPr/>
                  <p:nvPr/>
                </p:nvGrpSpPr>
                <p:grpSpPr>
                  <a:xfrm>
                    <a:off x="1929384" y="1856232"/>
                    <a:ext cx="133096" cy="110715"/>
                    <a:chOff x="1929384" y="1856232"/>
                    <a:chExt cx="133096" cy="110715"/>
                  </a:xfrm>
                </p:grpSpPr>
                <p:cxnSp>
                  <p:nvCxnSpPr>
                    <p:cNvPr id="40" name="Straight Connector 39">
                      <a:extLst>
                        <a:ext uri="{FF2B5EF4-FFF2-40B4-BE49-F238E27FC236}">
                          <a16:creationId xmlns:a16="http://schemas.microsoft.com/office/drawing/2014/main" id="{18FC1F43-CCED-5C9E-BDA4-5783C80B845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929384" y="1856232"/>
                      <a:ext cx="133096" cy="57697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Straight Connector 40">
                      <a:extLst>
                        <a:ext uri="{FF2B5EF4-FFF2-40B4-BE49-F238E27FC236}">
                          <a16:creationId xmlns:a16="http://schemas.microsoft.com/office/drawing/2014/main" id="{16DEE6B8-82A5-0BDB-C438-4B4BFB276841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1929384" y="1909249"/>
                      <a:ext cx="133096" cy="57698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7" name="Group 36">
                    <a:extLst>
                      <a:ext uri="{FF2B5EF4-FFF2-40B4-BE49-F238E27FC236}">
                        <a16:creationId xmlns:a16="http://schemas.microsoft.com/office/drawing/2014/main" id="{DAADBF34-5F28-9B21-960B-B1153D7E261C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1788668" y="1970760"/>
                    <a:ext cx="133096" cy="110715"/>
                    <a:chOff x="1929384" y="1856232"/>
                    <a:chExt cx="133096" cy="110715"/>
                  </a:xfrm>
                </p:grpSpPr>
                <p:cxnSp>
                  <p:nvCxnSpPr>
                    <p:cNvPr id="38" name="Straight Connector 37">
                      <a:extLst>
                        <a:ext uri="{FF2B5EF4-FFF2-40B4-BE49-F238E27FC236}">
                          <a16:creationId xmlns:a16="http://schemas.microsoft.com/office/drawing/2014/main" id="{90666109-A21C-EE90-A5C1-B2EF8F648FA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929384" y="1856232"/>
                      <a:ext cx="133096" cy="57697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" name="Straight Connector 38">
                      <a:extLst>
                        <a:ext uri="{FF2B5EF4-FFF2-40B4-BE49-F238E27FC236}">
                          <a16:creationId xmlns:a16="http://schemas.microsoft.com/office/drawing/2014/main" id="{BF7E9B34-27F6-B8A7-C362-8FDBA1764A8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1929384" y="1909249"/>
                      <a:ext cx="133096" cy="57698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397024CA-ABAD-A481-4917-098098C85106}"/>
                    </a:ext>
                  </a:extLst>
                </p:cNvPr>
                <p:cNvGrpSpPr/>
                <p:nvPr/>
              </p:nvGrpSpPr>
              <p:grpSpPr>
                <a:xfrm>
                  <a:off x="1792478" y="2081475"/>
                  <a:ext cx="273812" cy="225243"/>
                  <a:chOff x="1788668" y="1856232"/>
                  <a:chExt cx="273812" cy="225243"/>
                </a:xfrm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F12956C0-AF96-8FB0-84B3-2509CFEC72CB}"/>
                      </a:ext>
                    </a:extLst>
                  </p:cNvPr>
                  <p:cNvGrpSpPr/>
                  <p:nvPr/>
                </p:nvGrpSpPr>
                <p:grpSpPr>
                  <a:xfrm>
                    <a:off x="1929384" y="1856232"/>
                    <a:ext cx="133096" cy="110715"/>
                    <a:chOff x="1929384" y="1856232"/>
                    <a:chExt cx="133096" cy="110715"/>
                  </a:xfrm>
                </p:grpSpPr>
                <p:cxnSp>
                  <p:nvCxnSpPr>
                    <p:cNvPr id="34" name="Straight Connector 33">
                      <a:extLst>
                        <a:ext uri="{FF2B5EF4-FFF2-40B4-BE49-F238E27FC236}">
                          <a16:creationId xmlns:a16="http://schemas.microsoft.com/office/drawing/2014/main" id="{B57706BA-930D-D744-9771-A975123587C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929384" y="1856232"/>
                      <a:ext cx="133096" cy="57697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Straight Connector 34">
                      <a:extLst>
                        <a:ext uri="{FF2B5EF4-FFF2-40B4-BE49-F238E27FC236}">
                          <a16:creationId xmlns:a16="http://schemas.microsoft.com/office/drawing/2014/main" id="{94E5C477-E2A8-647A-57C9-471024FA1BAE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1929384" y="1909249"/>
                      <a:ext cx="133096" cy="57698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CE38CB12-2565-23F1-0A7B-4C0130F92687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1788668" y="1970760"/>
                    <a:ext cx="133096" cy="110715"/>
                    <a:chOff x="1929384" y="1856232"/>
                    <a:chExt cx="133096" cy="110715"/>
                  </a:xfrm>
                </p:grpSpPr>
                <p:cxnSp>
                  <p:nvCxnSpPr>
                    <p:cNvPr id="32" name="Straight Connector 31">
                      <a:extLst>
                        <a:ext uri="{FF2B5EF4-FFF2-40B4-BE49-F238E27FC236}">
                          <a16:creationId xmlns:a16="http://schemas.microsoft.com/office/drawing/2014/main" id="{A0554326-7187-B12F-90FF-5D58CA91AEC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929384" y="1856232"/>
                      <a:ext cx="133096" cy="57697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" name="Straight Connector 32">
                      <a:extLst>
                        <a:ext uri="{FF2B5EF4-FFF2-40B4-BE49-F238E27FC236}">
                          <a16:creationId xmlns:a16="http://schemas.microsoft.com/office/drawing/2014/main" id="{1F5379BE-D334-6293-861B-14CF674D7EC5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1929384" y="1909249"/>
                      <a:ext cx="133096" cy="57698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38C57B1B-B7D4-7DBD-5CAE-7775AA949489}"/>
                    </a:ext>
                  </a:extLst>
                </p:cNvPr>
                <p:cNvGrpSpPr/>
                <p:nvPr/>
              </p:nvGrpSpPr>
              <p:grpSpPr>
                <a:xfrm>
                  <a:off x="1796288" y="2306718"/>
                  <a:ext cx="273812" cy="225243"/>
                  <a:chOff x="1788668" y="1856232"/>
                  <a:chExt cx="273812" cy="225243"/>
                </a:xfrm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2DEB1BD0-3276-56FE-108A-C47AD51F4ADB}"/>
                      </a:ext>
                    </a:extLst>
                  </p:cNvPr>
                  <p:cNvGrpSpPr/>
                  <p:nvPr/>
                </p:nvGrpSpPr>
                <p:grpSpPr>
                  <a:xfrm>
                    <a:off x="1929384" y="1856232"/>
                    <a:ext cx="133096" cy="110715"/>
                    <a:chOff x="1929384" y="1856232"/>
                    <a:chExt cx="133096" cy="110715"/>
                  </a:xfrm>
                </p:grpSpPr>
                <p:cxnSp>
                  <p:nvCxnSpPr>
                    <p:cNvPr id="28" name="Straight Connector 27">
                      <a:extLst>
                        <a:ext uri="{FF2B5EF4-FFF2-40B4-BE49-F238E27FC236}">
                          <a16:creationId xmlns:a16="http://schemas.microsoft.com/office/drawing/2014/main" id="{D9318406-3EE2-F93C-B9D4-8AD85BBA6CC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929384" y="1856232"/>
                      <a:ext cx="133096" cy="57697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" name="Straight Connector 28">
                      <a:extLst>
                        <a:ext uri="{FF2B5EF4-FFF2-40B4-BE49-F238E27FC236}">
                          <a16:creationId xmlns:a16="http://schemas.microsoft.com/office/drawing/2014/main" id="{6DA0A5AE-E72E-43D6-0360-1D15E45CEF3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1929384" y="1909249"/>
                      <a:ext cx="133096" cy="57698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40355EB6-8C6B-07BA-E859-08938697835D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1788668" y="1970760"/>
                    <a:ext cx="133096" cy="110715"/>
                    <a:chOff x="1929384" y="1856232"/>
                    <a:chExt cx="133096" cy="110715"/>
                  </a:xfrm>
                </p:grpSpPr>
                <p:cxnSp>
                  <p:nvCxnSpPr>
                    <p:cNvPr id="26" name="Straight Connector 25">
                      <a:extLst>
                        <a:ext uri="{FF2B5EF4-FFF2-40B4-BE49-F238E27FC236}">
                          <a16:creationId xmlns:a16="http://schemas.microsoft.com/office/drawing/2014/main" id="{94EA2F8C-F28A-6C3B-9D8D-25672C45D6F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929384" y="1856232"/>
                      <a:ext cx="133096" cy="57697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" name="Straight Connector 26">
                      <a:extLst>
                        <a:ext uri="{FF2B5EF4-FFF2-40B4-BE49-F238E27FC236}">
                          <a16:creationId xmlns:a16="http://schemas.microsoft.com/office/drawing/2014/main" id="{73494D70-F3D9-0653-DC7A-BD522632FF9D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1929384" y="1909249"/>
                      <a:ext cx="133096" cy="57698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0A0527F4-84AF-D29C-51A0-E350B140BF69}"/>
                    </a:ext>
                  </a:extLst>
                </p:cNvPr>
                <p:cNvGrpSpPr/>
                <p:nvPr/>
              </p:nvGrpSpPr>
              <p:grpSpPr>
                <a:xfrm>
                  <a:off x="1800098" y="2531961"/>
                  <a:ext cx="273812" cy="225243"/>
                  <a:chOff x="1788668" y="1856232"/>
                  <a:chExt cx="273812" cy="225243"/>
                </a:xfrm>
              </p:grpSpPr>
              <p:grpSp>
                <p:nvGrpSpPr>
                  <p:cNvPr id="18" name="Group 17">
                    <a:extLst>
                      <a:ext uri="{FF2B5EF4-FFF2-40B4-BE49-F238E27FC236}">
                        <a16:creationId xmlns:a16="http://schemas.microsoft.com/office/drawing/2014/main" id="{C24FCE0A-8E3B-7599-C046-456206A2AA9E}"/>
                      </a:ext>
                    </a:extLst>
                  </p:cNvPr>
                  <p:cNvGrpSpPr/>
                  <p:nvPr/>
                </p:nvGrpSpPr>
                <p:grpSpPr>
                  <a:xfrm>
                    <a:off x="1929384" y="1856232"/>
                    <a:ext cx="133096" cy="110715"/>
                    <a:chOff x="1929384" y="1856232"/>
                    <a:chExt cx="133096" cy="110715"/>
                  </a:xfrm>
                </p:grpSpPr>
                <p:cxnSp>
                  <p:nvCxnSpPr>
                    <p:cNvPr id="22" name="Straight Connector 21">
                      <a:extLst>
                        <a:ext uri="{FF2B5EF4-FFF2-40B4-BE49-F238E27FC236}">
                          <a16:creationId xmlns:a16="http://schemas.microsoft.com/office/drawing/2014/main" id="{7955F2E0-5C22-F49D-204F-3E9395548D7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929384" y="1856232"/>
                      <a:ext cx="133096" cy="57697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6C10B4E2-F149-8CD8-043E-7CE082D3B08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1929384" y="1909249"/>
                      <a:ext cx="133096" cy="57698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0356348E-67D9-E6A1-46CC-3E345A10DBCD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1788668" y="1970760"/>
                    <a:ext cx="133096" cy="110715"/>
                    <a:chOff x="1929384" y="1856232"/>
                    <a:chExt cx="133096" cy="110715"/>
                  </a:xfrm>
                </p:grpSpPr>
                <p:cxnSp>
                  <p:nvCxnSpPr>
                    <p:cNvPr id="20" name="Straight Connector 19">
                      <a:extLst>
                        <a:ext uri="{FF2B5EF4-FFF2-40B4-BE49-F238E27FC236}">
                          <a16:creationId xmlns:a16="http://schemas.microsoft.com/office/drawing/2014/main" id="{DB15014E-C81D-1A82-F236-74526F618A9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929384" y="1856232"/>
                      <a:ext cx="133096" cy="57697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1" name="Straight Connector 20">
                      <a:extLst>
                        <a:ext uri="{FF2B5EF4-FFF2-40B4-BE49-F238E27FC236}">
                          <a16:creationId xmlns:a16="http://schemas.microsoft.com/office/drawing/2014/main" id="{F7825C5E-7F8C-F91E-438D-F637CE9B185A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1929384" y="1909249"/>
                      <a:ext cx="133096" cy="57698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2BC636D6-D229-54C7-B7E1-EDE0A6F7DB0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437152" y="2032327"/>
                    <a:ext cx="506164" cy="5232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en-IN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2BC636D6-D229-54C7-B7E1-EDE0A6F7DB0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1437152" y="2032327"/>
                    <a:ext cx="506164" cy="52322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D7B56A4D-BB96-E1FA-68B9-C6B50762C63F}"/>
                    </a:ext>
                  </a:extLst>
                </p:cNvPr>
                <p:cNvSpPr/>
                <p:nvPr/>
              </p:nvSpPr>
              <p:spPr>
                <a:xfrm>
                  <a:off x="754562" y="3258252"/>
                  <a:ext cx="1121076" cy="89614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D7B56A4D-BB96-E1FA-68B9-C6B50762C6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562" y="3258252"/>
                  <a:ext cx="1121076" cy="89614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2F7C9110-8E17-FCFD-2E97-F295F432D641}"/>
                    </a:ext>
                  </a:extLst>
                </p:cNvPr>
                <p:cNvSpPr/>
                <p:nvPr/>
              </p:nvSpPr>
              <p:spPr>
                <a:xfrm>
                  <a:off x="961472" y="4196597"/>
                  <a:ext cx="2328330" cy="92570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IN" sz="280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800" i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ctrlPr>
                                  <a:rPr lang="en-IN" sz="28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8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IN" sz="28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num>
                          <m:den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den>
                        </m:f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2F7C9110-8E17-FCFD-2E97-F295F432D6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472" y="4196597"/>
                  <a:ext cx="2328330" cy="92570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A6148409-924B-AA6A-861A-57FFE8CD950A}"/>
                    </a:ext>
                  </a:extLst>
                </p:cNvPr>
                <p:cNvSpPr/>
                <p:nvPr/>
              </p:nvSpPr>
              <p:spPr>
                <a:xfrm>
                  <a:off x="983936" y="5255091"/>
                  <a:ext cx="230325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 b="0" i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IN" sz="280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A6148409-924B-AA6A-861A-57FFE8CD95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936" y="5255091"/>
                  <a:ext cx="2303259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2719409-10E3-B32E-2654-E13F7DF38FAD}"/>
                </a:ext>
              </a:extLst>
            </p:cNvPr>
            <p:cNvSpPr/>
            <p:nvPr/>
          </p:nvSpPr>
          <p:spPr>
            <a:xfrm>
              <a:off x="0" y="-18057"/>
              <a:ext cx="529811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AC supply along R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8590DB46-A000-54D0-E644-5ED6AF35A5B2}"/>
                    </a:ext>
                  </a:extLst>
                </p:cNvPr>
                <p:cNvSpPr/>
                <p:nvPr/>
              </p:nvSpPr>
              <p:spPr>
                <a:xfrm>
                  <a:off x="865909" y="905056"/>
                  <a:ext cx="2447145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8590DB46-A000-54D0-E644-5ED6AF35A5B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909" y="905056"/>
                  <a:ext cx="2447145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4C72364F-9013-6AB6-50FE-E6623CBB8DC5}"/>
              </a:ext>
            </a:extLst>
          </p:cNvPr>
          <p:cNvSpPr/>
          <p:nvPr/>
        </p:nvSpPr>
        <p:spPr>
          <a:xfrm>
            <a:off x="2" y="0"/>
            <a:ext cx="12191999" cy="6858000"/>
          </a:xfrm>
          <a:custGeom>
            <a:avLst/>
            <a:gdLst>
              <a:gd name="connsiteX0" fmla="*/ 1076563 w 12191999"/>
              <a:gd name="connsiteY0" fmla="*/ 5215332 h 6858000"/>
              <a:gd name="connsiteX1" fmla="*/ 952970 w 12191999"/>
              <a:gd name="connsiteY1" fmla="*/ 5338925 h 6858000"/>
              <a:gd name="connsiteX2" fmla="*/ 952970 w 12191999"/>
              <a:gd name="connsiteY2" fmla="*/ 5833280 h 6858000"/>
              <a:gd name="connsiteX3" fmla="*/ 1076563 w 12191999"/>
              <a:gd name="connsiteY3" fmla="*/ 5956873 h 6858000"/>
              <a:gd name="connsiteX4" fmla="*/ 3276523 w 12191999"/>
              <a:gd name="connsiteY4" fmla="*/ 5956873 h 6858000"/>
              <a:gd name="connsiteX5" fmla="*/ 3400116 w 12191999"/>
              <a:gd name="connsiteY5" fmla="*/ 5833280 h 6858000"/>
              <a:gd name="connsiteX6" fmla="*/ 3400116 w 12191999"/>
              <a:gd name="connsiteY6" fmla="*/ 5338925 h 6858000"/>
              <a:gd name="connsiteX7" fmla="*/ 3276523 w 12191999"/>
              <a:gd name="connsiteY7" fmla="*/ 5215332 h 6858000"/>
              <a:gd name="connsiteX8" fmla="*/ 0 w 12191999"/>
              <a:gd name="connsiteY8" fmla="*/ 0 h 6858000"/>
              <a:gd name="connsiteX9" fmla="*/ 12191999 w 12191999"/>
              <a:gd name="connsiteY9" fmla="*/ 0 h 6858000"/>
              <a:gd name="connsiteX10" fmla="*/ 12191999 w 12191999"/>
              <a:gd name="connsiteY10" fmla="*/ 6858000 h 6858000"/>
              <a:gd name="connsiteX11" fmla="*/ 0 w 12191999"/>
              <a:gd name="connsiteY11" fmla="*/ 6858000 h 6858000"/>
              <a:gd name="connsiteX12" fmla="*/ 0 w 12191999"/>
              <a:gd name="connsiteY12" fmla="*/ 711466 h 6858000"/>
              <a:gd name="connsiteX13" fmla="*/ 123592 w 12191999"/>
              <a:gd name="connsiteY13" fmla="*/ 835059 h 6858000"/>
              <a:gd name="connsiteX14" fmla="*/ 468151 w 12191999"/>
              <a:gd name="connsiteY14" fmla="*/ 835059 h 6858000"/>
              <a:gd name="connsiteX15" fmla="*/ 400097 w 12191999"/>
              <a:gd name="connsiteY15" fmla="*/ 856184 h 6858000"/>
              <a:gd name="connsiteX16" fmla="*/ 148495 w 12191999"/>
              <a:gd name="connsiteY16" fmla="*/ 1235762 h 6858000"/>
              <a:gd name="connsiteX17" fmla="*/ 148495 w 12191999"/>
              <a:gd name="connsiteY17" fmla="*/ 2883520 h 6858000"/>
              <a:gd name="connsiteX18" fmla="*/ 560446 w 12191999"/>
              <a:gd name="connsiteY18" fmla="*/ 3295470 h 6858000"/>
              <a:gd name="connsiteX19" fmla="*/ 3373663 w 12191999"/>
              <a:gd name="connsiteY19" fmla="*/ 3295470 h 6858000"/>
              <a:gd name="connsiteX20" fmla="*/ 3785615 w 12191999"/>
              <a:gd name="connsiteY20" fmla="*/ 2883520 h 6858000"/>
              <a:gd name="connsiteX21" fmla="*/ 3785615 w 12191999"/>
              <a:gd name="connsiteY21" fmla="*/ 1235762 h 6858000"/>
              <a:gd name="connsiteX22" fmla="*/ 3534013 w 12191999"/>
              <a:gd name="connsiteY22" fmla="*/ 856184 h 6858000"/>
              <a:gd name="connsiteX23" fmla="*/ 3465959 w 12191999"/>
              <a:gd name="connsiteY23" fmla="*/ 835059 h 6858000"/>
              <a:gd name="connsiteX24" fmla="*/ 5310852 w 12191999"/>
              <a:gd name="connsiteY24" fmla="*/ 835059 h 6858000"/>
              <a:gd name="connsiteX25" fmla="*/ 5434444 w 12191999"/>
              <a:gd name="connsiteY25" fmla="*/ 711466 h 6858000"/>
              <a:gd name="connsiteX26" fmla="*/ 5434444 w 12191999"/>
              <a:gd name="connsiteY26" fmla="*/ 217111 h 6858000"/>
              <a:gd name="connsiteX27" fmla="*/ 5310852 w 12191999"/>
              <a:gd name="connsiteY27" fmla="*/ 93518 h 6858000"/>
              <a:gd name="connsiteX28" fmla="*/ 123592 w 12191999"/>
              <a:gd name="connsiteY28" fmla="*/ 93518 h 6858000"/>
              <a:gd name="connsiteX29" fmla="*/ 0 w 12191999"/>
              <a:gd name="connsiteY29" fmla="*/ 21711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2191999" h="6858000">
                <a:moveTo>
                  <a:pt x="1076563" y="5215332"/>
                </a:moveTo>
                <a:cubicBezTo>
                  <a:pt x="1008304" y="5215332"/>
                  <a:pt x="952970" y="5270666"/>
                  <a:pt x="952970" y="5338925"/>
                </a:cubicBezTo>
                <a:lnTo>
                  <a:pt x="952970" y="5833280"/>
                </a:lnTo>
                <a:cubicBezTo>
                  <a:pt x="952970" y="5901539"/>
                  <a:pt x="1008304" y="5956873"/>
                  <a:pt x="1076563" y="5956873"/>
                </a:cubicBezTo>
                <a:lnTo>
                  <a:pt x="3276523" y="5956873"/>
                </a:lnTo>
                <a:cubicBezTo>
                  <a:pt x="3344782" y="5956873"/>
                  <a:pt x="3400116" y="5901539"/>
                  <a:pt x="3400116" y="5833280"/>
                </a:cubicBezTo>
                <a:lnTo>
                  <a:pt x="3400116" y="5338925"/>
                </a:lnTo>
                <a:cubicBezTo>
                  <a:pt x="3400116" y="5270666"/>
                  <a:pt x="3344782" y="5215332"/>
                  <a:pt x="3276523" y="5215332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lnTo>
                  <a:pt x="0" y="711466"/>
                </a:lnTo>
                <a:cubicBezTo>
                  <a:pt x="0" y="779725"/>
                  <a:pt x="55334" y="835059"/>
                  <a:pt x="123592" y="835059"/>
                </a:cubicBezTo>
                <a:lnTo>
                  <a:pt x="468151" y="835059"/>
                </a:lnTo>
                <a:lnTo>
                  <a:pt x="400097" y="856184"/>
                </a:lnTo>
                <a:cubicBezTo>
                  <a:pt x="252241" y="918722"/>
                  <a:pt x="148495" y="1065127"/>
                  <a:pt x="148495" y="1235762"/>
                </a:cubicBezTo>
                <a:lnTo>
                  <a:pt x="148495" y="2883520"/>
                </a:lnTo>
                <a:cubicBezTo>
                  <a:pt x="148495" y="3111033"/>
                  <a:pt x="332932" y="3295470"/>
                  <a:pt x="560446" y="3295470"/>
                </a:cubicBezTo>
                <a:lnTo>
                  <a:pt x="3373663" y="3295470"/>
                </a:lnTo>
                <a:cubicBezTo>
                  <a:pt x="3601178" y="3295470"/>
                  <a:pt x="3785615" y="3111033"/>
                  <a:pt x="3785615" y="2883520"/>
                </a:cubicBezTo>
                <a:lnTo>
                  <a:pt x="3785615" y="1235762"/>
                </a:lnTo>
                <a:cubicBezTo>
                  <a:pt x="3785615" y="1065127"/>
                  <a:pt x="3681869" y="918722"/>
                  <a:pt x="3534013" y="856184"/>
                </a:cubicBezTo>
                <a:lnTo>
                  <a:pt x="3465959" y="835059"/>
                </a:lnTo>
                <a:lnTo>
                  <a:pt x="5310852" y="835059"/>
                </a:lnTo>
                <a:cubicBezTo>
                  <a:pt x="5379111" y="835059"/>
                  <a:pt x="5434444" y="779725"/>
                  <a:pt x="5434444" y="711466"/>
                </a:cubicBezTo>
                <a:lnTo>
                  <a:pt x="5434444" y="217111"/>
                </a:lnTo>
                <a:cubicBezTo>
                  <a:pt x="5434444" y="148852"/>
                  <a:pt x="5379111" y="93518"/>
                  <a:pt x="5310852" y="93518"/>
                </a:cubicBezTo>
                <a:lnTo>
                  <a:pt x="123592" y="93518"/>
                </a:lnTo>
                <a:cubicBezTo>
                  <a:pt x="55334" y="93518"/>
                  <a:pt x="0" y="148852"/>
                  <a:pt x="0" y="217111"/>
                </a:cubicBez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525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13878C9-612A-8AF9-36F4-69EDCA3B890F}"/>
              </a:ext>
            </a:extLst>
          </p:cNvPr>
          <p:cNvGrpSpPr/>
          <p:nvPr/>
        </p:nvGrpSpPr>
        <p:grpSpPr>
          <a:xfrm>
            <a:off x="3684686" y="1295053"/>
            <a:ext cx="2588248" cy="1888227"/>
            <a:chOff x="113650" y="905056"/>
            <a:chExt cx="2588248" cy="1888227"/>
          </a:xfrm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406279A9-1BCF-561C-73F6-B4DEB15560AB}"/>
                </a:ext>
              </a:extLst>
            </p:cNvPr>
            <p:cNvSpPr/>
            <p:nvPr/>
          </p:nvSpPr>
          <p:spPr>
            <a:xfrm>
              <a:off x="113650" y="905056"/>
              <a:ext cx="2588248" cy="1888227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800">
                <a:solidFill>
                  <a:schemeClr val="tx1"/>
                </a:solidFill>
              </a:endParaRPr>
            </a:p>
          </p:txBody>
        </p:sp>
        <p:grpSp>
          <p:nvGrpSpPr>
            <p:cNvPr id="45" name="Group 44"/>
            <p:cNvGrpSpPr/>
            <p:nvPr/>
          </p:nvGrpSpPr>
          <p:grpSpPr>
            <a:xfrm rot="5400000">
              <a:off x="557868" y="822765"/>
              <a:ext cx="1516953" cy="2081784"/>
              <a:chOff x="585216" y="1444752"/>
              <a:chExt cx="1516953" cy="2081784"/>
            </a:xfrm>
          </p:grpSpPr>
          <p:cxnSp>
            <p:nvCxnSpPr>
              <p:cNvPr id="46" name="Straight Connector 45"/>
              <p:cNvCxnSpPr/>
              <p:nvPr/>
            </p:nvCxnSpPr>
            <p:spPr>
              <a:xfrm>
                <a:off x="795528" y="1444752"/>
                <a:ext cx="0" cy="82296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795528" y="2703576"/>
                <a:ext cx="0" cy="82296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Oval 47"/>
              <p:cNvSpPr/>
              <p:nvPr/>
            </p:nvSpPr>
            <p:spPr>
              <a:xfrm>
                <a:off x="585216" y="2275332"/>
                <a:ext cx="420624" cy="42062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8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/>
              <p:cNvGrpSpPr/>
              <p:nvPr/>
            </p:nvGrpSpPr>
            <p:grpSpPr>
              <a:xfrm>
                <a:off x="655041" y="2395173"/>
                <a:ext cx="296115" cy="192579"/>
                <a:chOff x="562708" y="3191605"/>
                <a:chExt cx="1292468" cy="1987066"/>
              </a:xfrm>
            </p:grpSpPr>
            <p:sp>
              <p:nvSpPr>
                <p:cNvPr id="64" name="Freeform 63"/>
                <p:cNvSpPr/>
                <p:nvPr/>
              </p:nvSpPr>
              <p:spPr>
                <a:xfrm>
                  <a:off x="562708" y="3191605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/>
                </a:p>
              </p:txBody>
            </p:sp>
            <p:sp>
              <p:nvSpPr>
                <p:cNvPr id="65" name="Freeform 64"/>
                <p:cNvSpPr/>
                <p:nvPr/>
              </p:nvSpPr>
              <p:spPr>
                <a:xfrm rot="10800000">
                  <a:off x="1213338" y="4185138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/>
                </a:p>
              </p:txBody>
            </p:sp>
          </p:grpSp>
          <p:cxnSp>
            <p:nvCxnSpPr>
              <p:cNvPr id="50" name="Straight Connector 49"/>
              <p:cNvCxnSpPr/>
              <p:nvPr/>
            </p:nvCxnSpPr>
            <p:spPr>
              <a:xfrm>
                <a:off x="795528" y="1444752"/>
                <a:ext cx="113385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>
                <a:off x="1929384" y="1444752"/>
                <a:ext cx="0" cy="208178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>
                <a:off x="795528" y="3526536"/>
                <a:ext cx="113385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Rectangle 52"/>
                  <p:cNvSpPr/>
                  <p:nvPr/>
                </p:nvSpPr>
                <p:spPr>
                  <a:xfrm rot="16200000">
                    <a:off x="1350685" y="2110860"/>
                    <a:ext cx="464551" cy="5232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oMath>
                      </m:oMathPara>
                    </a14:m>
                    <a:endParaRPr lang="en-IN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3" name="Rectangle 5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1350685" y="2110860"/>
                    <a:ext cx="464551" cy="52322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5" name="Group 54"/>
              <p:cNvGrpSpPr/>
              <p:nvPr/>
            </p:nvGrpSpPr>
            <p:grpSpPr>
              <a:xfrm>
                <a:off x="1759269" y="2006760"/>
                <a:ext cx="342900" cy="724176"/>
                <a:chOff x="1204546" y="4551816"/>
                <a:chExt cx="342900" cy="724176"/>
              </a:xfrm>
            </p:grpSpPr>
            <p:sp>
              <p:nvSpPr>
                <p:cNvPr id="56" name="Oval 55"/>
                <p:cNvSpPr/>
                <p:nvPr/>
              </p:nvSpPr>
              <p:spPr>
                <a:xfrm>
                  <a:off x="1204546" y="4551816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" name="Oval 56"/>
                <p:cNvSpPr/>
                <p:nvPr/>
              </p:nvSpPr>
              <p:spPr>
                <a:xfrm>
                  <a:off x="1204546" y="4642338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" name="Oval 57"/>
                <p:cNvSpPr/>
                <p:nvPr/>
              </p:nvSpPr>
              <p:spPr>
                <a:xfrm>
                  <a:off x="1204546" y="4732860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Oval 58"/>
                <p:cNvSpPr/>
                <p:nvPr/>
              </p:nvSpPr>
              <p:spPr>
                <a:xfrm>
                  <a:off x="1204546" y="4823382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0" name="Oval 59"/>
                <p:cNvSpPr/>
                <p:nvPr/>
              </p:nvSpPr>
              <p:spPr>
                <a:xfrm>
                  <a:off x="1204546" y="4913904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1" name="Oval 60"/>
                <p:cNvSpPr/>
                <p:nvPr/>
              </p:nvSpPr>
              <p:spPr>
                <a:xfrm>
                  <a:off x="1204546" y="5004426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2" name="Oval 61"/>
                <p:cNvSpPr/>
                <p:nvPr/>
              </p:nvSpPr>
              <p:spPr>
                <a:xfrm>
                  <a:off x="1204546" y="5094948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" name="Oval 62"/>
                <p:cNvSpPr/>
                <p:nvPr/>
              </p:nvSpPr>
              <p:spPr>
                <a:xfrm>
                  <a:off x="1204546" y="5185470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/>
              <p:cNvSpPr/>
              <p:nvPr/>
            </p:nvSpPr>
            <p:spPr>
              <a:xfrm>
                <a:off x="7053396" y="743776"/>
                <a:ext cx="1250086" cy="9103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3" name="Rectangle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396" y="743776"/>
                <a:ext cx="1250086" cy="9103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/>
              <p:cNvSpPr/>
              <p:nvPr/>
            </p:nvSpPr>
            <p:spPr>
              <a:xfrm>
                <a:off x="7338586" y="1882335"/>
                <a:ext cx="91757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𝑑𝑖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4" name="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8586" y="1882335"/>
                <a:ext cx="91757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 84"/>
              <p:cNvSpPr/>
              <p:nvPr/>
            </p:nvSpPr>
            <p:spPr>
              <a:xfrm>
                <a:off x="7119029" y="3027367"/>
                <a:ext cx="1196161" cy="8961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5" name="Rectangle 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029" y="3027367"/>
                <a:ext cx="1196161" cy="8961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angle 85"/>
              <p:cNvSpPr/>
              <p:nvPr/>
            </p:nvSpPr>
            <p:spPr>
              <a:xfrm>
                <a:off x="8185493" y="971958"/>
                <a:ext cx="17440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6" name="Rectangle 8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493" y="971958"/>
                <a:ext cx="174406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/>
              <p:cNvSpPr/>
              <p:nvPr/>
            </p:nvSpPr>
            <p:spPr>
              <a:xfrm>
                <a:off x="7319671" y="4679208"/>
                <a:ext cx="265130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7" name="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9671" y="4679208"/>
                <a:ext cx="265130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Rectangle 97"/>
          <p:cNvSpPr/>
          <p:nvPr/>
        </p:nvSpPr>
        <p:spPr>
          <a:xfrm>
            <a:off x="3556026" y="-18274"/>
            <a:ext cx="52019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AC supply along L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4A2D8E5-5BBF-C1D0-6F54-ECE927604631}"/>
              </a:ext>
            </a:extLst>
          </p:cNvPr>
          <p:cNvGrpSpPr/>
          <p:nvPr/>
        </p:nvGrpSpPr>
        <p:grpSpPr>
          <a:xfrm>
            <a:off x="5928273" y="3936442"/>
            <a:ext cx="1572738" cy="523220"/>
            <a:chOff x="5476318" y="3394392"/>
            <a:chExt cx="1572738" cy="523220"/>
          </a:xfrm>
        </p:grpSpPr>
        <p:sp>
          <p:nvSpPr>
            <p:cNvPr id="109" name="Rectangle: Diagonal Corners Rounded 108">
              <a:extLst>
                <a:ext uri="{FF2B5EF4-FFF2-40B4-BE49-F238E27FC236}">
                  <a16:creationId xmlns:a16="http://schemas.microsoft.com/office/drawing/2014/main" id="{4A7EC444-1EC6-5EA7-051D-20EA631348D1}"/>
                </a:ext>
              </a:extLst>
            </p:cNvPr>
            <p:cNvSpPr/>
            <p:nvPr/>
          </p:nvSpPr>
          <p:spPr>
            <a:xfrm>
              <a:off x="5598238" y="3395396"/>
              <a:ext cx="1274200" cy="461665"/>
            </a:xfrm>
            <a:prstGeom prst="round2Diag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/>
                <p:cNvSpPr/>
                <p:nvPr/>
              </p:nvSpPr>
              <p:spPr>
                <a:xfrm>
                  <a:off x="5476318" y="3394392"/>
                  <a:ext cx="1572738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I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6318" y="3394392"/>
                  <a:ext cx="1572738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tangle 98"/>
              <p:cNvSpPr/>
              <p:nvPr/>
            </p:nvSpPr>
            <p:spPr>
              <a:xfrm>
                <a:off x="4148955" y="774784"/>
                <a:ext cx="24471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9" name="Rectangle 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955" y="774784"/>
                <a:ext cx="244714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Rectangle 99"/>
          <p:cNvSpPr/>
          <p:nvPr/>
        </p:nvSpPr>
        <p:spPr>
          <a:xfrm>
            <a:off x="7352223" y="3828050"/>
            <a:ext cx="42184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rgbClr val="FFFFFF"/>
                </a:solidFill>
              </a:rPr>
              <a:t>Something like resistance</a:t>
            </a:r>
            <a:endParaRPr lang="en-IN" sz="2800" dirty="0">
              <a:solidFill>
                <a:srgbClr val="FFFFFF"/>
              </a:solidFill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7352222" y="4191682"/>
            <a:ext cx="33892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FFFFFF"/>
                </a:solidFill>
              </a:rPr>
              <a:t>Inductive reactance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EC99F79-CA1E-7FE9-7CD7-AB3CFB04B920}"/>
                  </a:ext>
                </a:extLst>
              </p:cNvPr>
              <p:cNvSpPr/>
              <p:nvPr/>
            </p:nvSpPr>
            <p:spPr>
              <a:xfrm>
                <a:off x="8153059" y="1705239"/>
                <a:ext cx="581249" cy="8961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GB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EC99F79-CA1E-7FE9-7CD7-AB3CFB04B9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059" y="1705239"/>
                <a:ext cx="581249" cy="8961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51A8716-9479-06A9-4D70-A00352E334C2}"/>
                  </a:ext>
                </a:extLst>
              </p:cNvPr>
              <p:cNvSpPr/>
              <p:nvPr/>
            </p:nvSpPr>
            <p:spPr>
              <a:xfrm>
                <a:off x="8581283" y="1920608"/>
                <a:ext cx="17874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51A8716-9479-06A9-4D70-A00352E334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1283" y="1920608"/>
                <a:ext cx="178747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AFF0A01-13D7-36F3-39E4-33D9AE9123D1}"/>
                  </a:ext>
                </a:extLst>
              </p:cNvPr>
              <p:cNvSpPr/>
              <p:nvPr/>
            </p:nvSpPr>
            <p:spPr>
              <a:xfrm>
                <a:off x="6363456" y="2540977"/>
                <a:ext cx="28678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800" b="0" i="0" dirty="0">
                    <a:solidFill>
                      <a:srgbClr val="FFFF00"/>
                    </a:solidFill>
                    <a:latin typeface="+mj-lt"/>
                  </a:rPr>
                  <a:t>After integration</a:t>
                </a:r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0AFF0A01-13D7-36F3-39E4-33D9AE9123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456" y="2540977"/>
                <a:ext cx="2867836" cy="523220"/>
              </a:xfrm>
              <a:prstGeom prst="rect">
                <a:avLst/>
              </a:prstGeom>
              <a:blipFill>
                <a:blip r:embed="rId12"/>
                <a:stretch>
                  <a:fillRect t="-11628" r="-2766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199221D-6078-19CE-2605-893C0A6D0DF9}"/>
                  </a:ext>
                </a:extLst>
              </p:cNvPr>
              <p:cNvSpPr/>
              <p:nvPr/>
            </p:nvSpPr>
            <p:spPr>
              <a:xfrm>
                <a:off x="8153059" y="3023976"/>
                <a:ext cx="2082878" cy="9284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IN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199221D-6078-19CE-2605-893C0A6D0D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059" y="3023976"/>
                <a:ext cx="2082878" cy="92845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2825D8-5034-7C75-9646-F89218AA9CBA}"/>
                  </a:ext>
                </a:extLst>
              </p:cNvPr>
              <p:cNvSpPr txBox="1"/>
              <p:nvPr/>
            </p:nvSpPr>
            <p:spPr>
              <a:xfrm>
                <a:off x="8945525" y="3488205"/>
                <a:ext cx="6600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2825D8-5034-7C75-9646-F89218AA9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5525" y="3488205"/>
                <a:ext cx="660076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2A1472-B062-96D6-80B2-12780830C23B}"/>
              </a:ext>
            </a:extLst>
          </p:cNvPr>
          <p:cNvCxnSpPr/>
          <p:nvPr/>
        </p:nvCxnSpPr>
        <p:spPr>
          <a:xfrm>
            <a:off x="3119120" y="19975"/>
            <a:ext cx="0" cy="683802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3E6C9A4-E903-7BDF-B7BE-30B7BB02042C}"/>
                  </a:ext>
                </a:extLst>
              </p:cNvPr>
              <p:cNvSpPr/>
              <p:nvPr/>
            </p:nvSpPr>
            <p:spPr>
              <a:xfrm>
                <a:off x="266468" y="910642"/>
                <a:ext cx="230325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3E6C9A4-E903-7BDF-B7BE-30B7BB0204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68" y="910642"/>
                <a:ext cx="2303259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FC51715-A49E-5A4C-C739-A3442F3BD9E3}"/>
                  </a:ext>
                </a:extLst>
              </p:cNvPr>
              <p:cNvSpPr/>
              <p:nvPr/>
            </p:nvSpPr>
            <p:spPr>
              <a:xfrm>
                <a:off x="266469" y="417376"/>
                <a:ext cx="24471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FC51715-A49E-5A4C-C739-A3442F3BD9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69" y="417376"/>
                <a:ext cx="2447145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ED1F3833-484A-4DC8-1C16-883DC799A3EE}"/>
              </a:ext>
            </a:extLst>
          </p:cNvPr>
          <p:cNvSpPr/>
          <p:nvPr/>
        </p:nvSpPr>
        <p:spPr>
          <a:xfrm>
            <a:off x="20049" y="9815"/>
            <a:ext cx="283500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AC supply along R</a:t>
            </a:r>
          </a:p>
        </p:txBody>
      </p:sp>
    </p:spTree>
    <p:extLst>
      <p:ext uri="{BB962C8B-B14F-4D97-AF65-F5344CB8AC3E}">
        <p14:creationId xmlns:p14="http://schemas.microsoft.com/office/powerpoint/2010/main" val="1848976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4" grpId="0"/>
      <p:bldP spid="85" grpId="0"/>
      <p:bldP spid="86" grpId="0"/>
      <p:bldP spid="87" grpId="0"/>
      <p:bldP spid="99" grpId="0"/>
      <p:bldP spid="100" grpId="0"/>
      <p:bldP spid="101" grpId="0"/>
      <p:bldP spid="2" grpId="0"/>
      <p:bldP spid="3" grpId="0"/>
      <p:bldP spid="4" grpId="0"/>
      <p:bldP spid="5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8EDC9-60E5-6523-9CA4-1BA2ADE33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roup 110">
            <a:extLst>
              <a:ext uri="{FF2B5EF4-FFF2-40B4-BE49-F238E27FC236}">
                <a16:creationId xmlns:a16="http://schemas.microsoft.com/office/drawing/2014/main" id="{C5E074F4-5A40-F29A-ED27-C7BF4C13C238}"/>
              </a:ext>
            </a:extLst>
          </p:cNvPr>
          <p:cNvGrpSpPr/>
          <p:nvPr/>
        </p:nvGrpSpPr>
        <p:grpSpPr>
          <a:xfrm>
            <a:off x="3684686" y="1295053"/>
            <a:ext cx="2588248" cy="1888227"/>
            <a:chOff x="113650" y="905056"/>
            <a:chExt cx="2588248" cy="1888227"/>
          </a:xfrm>
        </p:grpSpPr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BB7C07D2-412E-01C7-D1AA-8724001DC85B}"/>
                </a:ext>
              </a:extLst>
            </p:cNvPr>
            <p:cNvSpPr/>
            <p:nvPr/>
          </p:nvSpPr>
          <p:spPr>
            <a:xfrm>
              <a:off x="113650" y="905056"/>
              <a:ext cx="2588248" cy="1888227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800">
                <a:solidFill>
                  <a:schemeClr val="tx1"/>
                </a:solidFill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2F5B3BA-F459-4931-26BD-45A2D5FA7D8B}"/>
                </a:ext>
              </a:extLst>
            </p:cNvPr>
            <p:cNvGrpSpPr/>
            <p:nvPr/>
          </p:nvGrpSpPr>
          <p:grpSpPr>
            <a:xfrm rot="5400000">
              <a:off x="557868" y="822765"/>
              <a:ext cx="1516953" cy="2081784"/>
              <a:chOff x="585216" y="1444752"/>
              <a:chExt cx="1516953" cy="2081784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73F001FD-7DE3-376F-BDA1-E58444F7D81D}"/>
                  </a:ext>
                </a:extLst>
              </p:cNvPr>
              <p:cNvCxnSpPr/>
              <p:nvPr/>
            </p:nvCxnSpPr>
            <p:spPr>
              <a:xfrm>
                <a:off x="795528" y="1444752"/>
                <a:ext cx="0" cy="82296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61D87581-8541-35FF-385B-67D5CED5195D}"/>
                  </a:ext>
                </a:extLst>
              </p:cNvPr>
              <p:cNvCxnSpPr/>
              <p:nvPr/>
            </p:nvCxnSpPr>
            <p:spPr>
              <a:xfrm>
                <a:off x="795528" y="2703576"/>
                <a:ext cx="0" cy="82296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2CFC2B2F-FAD3-EE4F-C452-789A1E0AF7FD}"/>
                  </a:ext>
                </a:extLst>
              </p:cNvPr>
              <p:cNvSpPr/>
              <p:nvPr/>
            </p:nvSpPr>
            <p:spPr>
              <a:xfrm>
                <a:off x="585216" y="2275332"/>
                <a:ext cx="420624" cy="42062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8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8CE7667D-E50E-E82D-D2EC-F5D898706030}"/>
                  </a:ext>
                </a:extLst>
              </p:cNvPr>
              <p:cNvGrpSpPr/>
              <p:nvPr/>
            </p:nvGrpSpPr>
            <p:grpSpPr>
              <a:xfrm>
                <a:off x="655041" y="2395173"/>
                <a:ext cx="296115" cy="192579"/>
                <a:chOff x="562708" y="3191605"/>
                <a:chExt cx="1292468" cy="1987066"/>
              </a:xfrm>
            </p:grpSpPr>
            <p:sp>
              <p:nvSpPr>
                <p:cNvPr id="64" name="Freeform 63">
                  <a:extLst>
                    <a:ext uri="{FF2B5EF4-FFF2-40B4-BE49-F238E27FC236}">
                      <a16:creationId xmlns:a16="http://schemas.microsoft.com/office/drawing/2014/main" id="{BEED01D1-2C10-6A25-D29A-112931B9CDDC}"/>
                    </a:ext>
                  </a:extLst>
                </p:cNvPr>
                <p:cNvSpPr/>
                <p:nvPr/>
              </p:nvSpPr>
              <p:spPr>
                <a:xfrm>
                  <a:off x="562708" y="3191605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/>
                </a:p>
              </p:txBody>
            </p:sp>
            <p:sp>
              <p:nvSpPr>
                <p:cNvPr id="65" name="Freeform 64">
                  <a:extLst>
                    <a:ext uri="{FF2B5EF4-FFF2-40B4-BE49-F238E27FC236}">
                      <a16:creationId xmlns:a16="http://schemas.microsoft.com/office/drawing/2014/main" id="{C80A3EE4-7C8C-DF02-5274-8D1212B054D9}"/>
                    </a:ext>
                  </a:extLst>
                </p:cNvPr>
                <p:cNvSpPr/>
                <p:nvPr/>
              </p:nvSpPr>
              <p:spPr>
                <a:xfrm rot="10800000">
                  <a:off x="1213338" y="4185138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/>
                </a:p>
              </p:txBody>
            </p:sp>
          </p:grp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E4C11469-E9F0-9C56-6534-65A35CB3B16A}"/>
                  </a:ext>
                </a:extLst>
              </p:cNvPr>
              <p:cNvCxnSpPr/>
              <p:nvPr/>
            </p:nvCxnSpPr>
            <p:spPr>
              <a:xfrm>
                <a:off x="795528" y="1444752"/>
                <a:ext cx="113385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39F33906-83D3-CA88-3060-6CF06DA07906}"/>
                  </a:ext>
                </a:extLst>
              </p:cNvPr>
              <p:cNvCxnSpPr/>
              <p:nvPr/>
            </p:nvCxnSpPr>
            <p:spPr>
              <a:xfrm>
                <a:off x="1929384" y="1444752"/>
                <a:ext cx="0" cy="208178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C35C6538-4177-CF50-D61E-EA55965B9769}"/>
                  </a:ext>
                </a:extLst>
              </p:cNvPr>
              <p:cNvCxnSpPr/>
              <p:nvPr/>
            </p:nvCxnSpPr>
            <p:spPr>
              <a:xfrm>
                <a:off x="795528" y="3526536"/>
                <a:ext cx="113385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82213195-FEAE-0FC3-F30B-A8D10E29D80B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1350685" y="2110860"/>
                    <a:ext cx="464551" cy="523220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oMath>
                      </m:oMathPara>
                    </a14:m>
                    <a:endParaRPr lang="en-IN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82213195-FEAE-0FC3-F30B-A8D10E29D80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1350685" y="2110860"/>
                    <a:ext cx="464551" cy="52322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C7979570-EF4E-AC59-763C-73015D6E42FE}"/>
                  </a:ext>
                </a:extLst>
              </p:cNvPr>
              <p:cNvGrpSpPr/>
              <p:nvPr/>
            </p:nvGrpSpPr>
            <p:grpSpPr>
              <a:xfrm>
                <a:off x="1759269" y="2006760"/>
                <a:ext cx="342900" cy="724176"/>
                <a:chOff x="1204546" y="4551816"/>
                <a:chExt cx="342900" cy="724176"/>
              </a:xfrm>
            </p:grpSpPr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60F54E5A-7EDD-BAD1-A84F-39AF080A075B}"/>
                    </a:ext>
                  </a:extLst>
                </p:cNvPr>
                <p:cNvSpPr/>
                <p:nvPr/>
              </p:nvSpPr>
              <p:spPr>
                <a:xfrm>
                  <a:off x="1204546" y="4551816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194E8FAA-1258-18C5-42C7-EA8118242B5D}"/>
                    </a:ext>
                  </a:extLst>
                </p:cNvPr>
                <p:cNvSpPr/>
                <p:nvPr/>
              </p:nvSpPr>
              <p:spPr>
                <a:xfrm>
                  <a:off x="1204546" y="4642338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B57E77C-CC77-66EA-A7F1-46AB5A726583}"/>
                    </a:ext>
                  </a:extLst>
                </p:cNvPr>
                <p:cNvSpPr/>
                <p:nvPr/>
              </p:nvSpPr>
              <p:spPr>
                <a:xfrm>
                  <a:off x="1204546" y="4732860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7781B6FB-502D-EFDF-5DD6-AF78510D8C99}"/>
                    </a:ext>
                  </a:extLst>
                </p:cNvPr>
                <p:cNvSpPr/>
                <p:nvPr/>
              </p:nvSpPr>
              <p:spPr>
                <a:xfrm>
                  <a:off x="1204546" y="4823382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2F24F8CA-0422-8791-B1A2-4844BB7A8B7F}"/>
                    </a:ext>
                  </a:extLst>
                </p:cNvPr>
                <p:cNvSpPr/>
                <p:nvPr/>
              </p:nvSpPr>
              <p:spPr>
                <a:xfrm>
                  <a:off x="1204546" y="4913904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B321E824-A0F6-F079-5236-AE7BFCEBD275}"/>
                    </a:ext>
                  </a:extLst>
                </p:cNvPr>
                <p:cNvSpPr/>
                <p:nvPr/>
              </p:nvSpPr>
              <p:spPr>
                <a:xfrm>
                  <a:off x="1204546" y="5004426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B78DBEB3-C513-3E89-6537-1BFEA42A00D0}"/>
                    </a:ext>
                  </a:extLst>
                </p:cNvPr>
                <p:cNvSpPr/>
                <p:nvPr/>
              </p:nvSpPr>
              <p:spPr>
                <a:xfrm>
                  <a:off x="1204546" y="5094948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024B6DA4-DC52-EA3D-C152-B7EA6B33635D}"/>
                    </a:ext>
                  </a:extLst>
                </p:cNvPr>
                <p:cNvSpPr/>
                <p:nvPr/>
              </p:nvSpPr>
              <p:spPr>
                <a:xfrm>
                  <a:off x="1204546" y="5185470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80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6D9358BD-F227-C7FC-4948-F213BDC6F2B6}"/>
                  </a:ext>
                </a:extLst>
              </p:cNvPr>
              <p:cNvSpPr/>
              <p:nvPr/>
            </p:nvSpPr>
            <p:spPr>
              <a:xfrm>
                <a:off x="7053396" y="743776"/>
                <a:ext cx="1250086" cy="9103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𝑑𝑖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6D9358BD-F227-C7FC-4948-F213BDC6F2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396" y="743776"/>
                <a:ext cx="1250086" cy="9103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2D783B15-21F2-3767-4499-D2456494E821}"/>
                  </a:ext>
                </a:extLst>
              </p:cNvPr>
              <p:cNvSpPr/>
              <p:nvPr/>
            </p:nvSpPr>
            <p:spPr>
              <a:xfrm>
                <a:off x="7338586" y="1882335"/>
                <a:ext cx="91757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𝑑𝑖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2D783B15-21F2-3767-4499-D2456494E8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8586" y="1882335"/>
                <a:ext cx="91757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23CD7CDD-03C5-2668-7C94-C0311D2A9350}"/>
                  </a:ext>
                </a:extLst>
              </p:cNvPr>
              <p:cNvSpPr/>
              <p:nvPr/>
            </p:nvSpPr>
            <p:spPr>
              <a:xfrm>
                <a:off x="7119029" y="3027367"/>
                <a:ext cx="1196161" cy="8961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23CD7CDD-03C5-2668-7C94-C0311D2A93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029" y="3027367"/>
                <a:ext cx="1196161" cy="8961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F9126496-98CA-06CB-9677-0334D809A5AD}"/>
                  </a:ext>
                </a:extLst>
              </p:cNvPr>
              <p:cNvSpPr/>
              <p:nvPr/>
            </p:nvSpPr>
            <p:spPr>
              <a:xfrm>
                <a:off x="8185493" y="971958"/>
                <a:ext cx="17440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F9126496-98CA-06CB-9677-0334D809A5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493" y="971958"/>
                <a:ext cx="174406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FBF94E49-69D9-E19B-B573-7646B21259F6}"/>
                  </a:ext>
                </a:extLst>
              </p:cNvPr>
              <p:cNvSpPr/>
              <p:nvPr/>
            </p:nvSpPr>
            <p:spPr>
              <a:xfrm>
                <a:off x="7319671" y="4679208"/>
                <a:ext cx="265130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FBF94E49-69D9-E19B-B573-7646B21259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9671" y="4679208"/>
                <a:ext cx="265130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Rectangle 97">
            <a:extLst>
              <a:ext uri="{FF2B5EF4-FFF2-40B4-BE49-F238E27FC236}">
                <a16:creationId xmlns:a16="http://schemas.microsoft.com/office/drawing/2014/main" id="{53653027-B53F-377E-10D2-957085F9DDD0}"/>
              </a:ext>
            </a:extLst>
          </p:cNvPr>
          <p:cNvSpPr/>
          <p:nvPr/>
        </p:nvSpPr>
        <p:spPr>
          <a:xfrm>
            <a:off x="3556026" y="-18274"/>
            <a:ext cx="520193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AC supply along L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B0A627B2-DE75-7CA9-7286-635FD0D8F4F9}"/>
              </a:ext>
            </a:extLst>
          </p:cNvPr>
          <p:cNvGrpSpPr/>
          <p:nvPr/>
        </p:nvGrpSpPr>
        <p:grpSpPr>
          <a:xfrm>
            <a:off x="5928273" y="3936442"/>
            <a:ext cx="1572738" cy="523220"/>
            <a:chOff x="5476318" y="3394392"/>
            <a:chExt cx="1572738" cy="523220"/>
          </a:xfrm>
        </p:grpSpPr>
        <p:sp>
          <p:nvSpPr>
            <p:cNvPr id="109" name="Rectangle: Diagonal Corners Rounded 108">
              <a:extLst>
                <a:ext uri="{FF2B5EF4-FFF2-40B4-BE49-F238E27FC236}">
                  <a16:creationId xmlns:a16="http://schemas.microsoft.com/office/drawing/2014/main" id="{BE91CB05-5EE8-44C2-E635-036A3CF94825}"/>
                </a:ext>
              </a:extLst>
            </p:cNvPr>
            <p:cNvSpPr/>
            <p:nvPr/>
          </p:nvSpPr>
          <p:spPr>
            <a:xfrm>
              <a:off x="5598238" y="3395396"/>
              <a:ext cx="1274200" cy="461665"/>
            </a:xfrm>
            <a:prstGeom prst="round2Diag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DDBDB13-86EA-8EA8-F6B8-6EEBE4E42336}"/>
                    </a:ext>
                  </a:extLst>
                </p:cNvPr>
                <p:cNvSpPr/>
                <p:nvPr/>
              </p:nvSpPr>
              <p:spPr>
                <a:xfrm>
                  <a:off x="5476318" y="3394392"/>
                  <a:ext cx="1572738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I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3DDBDB13-86EA-8EA8-F6B8-6EEBE4E423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6318" y="3394392"/>
                  <a:ext cx="1572738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2422CA90-C871-FA8D-BC81-4308BC7049C8}"/>
                  </a:ext>
                </a:extLst>
              </p:cNvPr>
              <p:cNvSpPr/>
              <p:nvPr/>
            </p:nvSpPr>
            <p:spPr>
              <a:xfrm>
                <a:off x="4148955" y="774784"/>
                <a:ext cx="24471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2422CA90-C871-FA8D-BC81-4308BC7049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955" y="774784"/>
                <a:ext cx="244714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Rectangle 99">
            <a:extLst>
              <a:ext uri="{FF2B5EF4-FFF2-40B4-BE49-F238E27FC236}">
                <a16:creationId xmlns:a16="http://schemas.microsoft.com/office/drawing/2014/main" id="{D50CD81B-5307-264E-9AB1-F48A0E1710D4}"/>
              </a:ext>
            </a:extLst>
          </p:cNvPr>
          <p:cNvSpPr/>
          <p:nvPr/>
        </p:nvSpPr>
        <p:spPr>
          <a:xfrm>
            <a:off x="7352223" y="3828050"/>
            <a:ext cx="42184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rgbClr val="FFFFFF"/>
                </a:solidFill>
              </a:rPr>
              <a:t>Something like resistance</a:t>
            </a:r>
            <a:endParaRPr lang="en-IN" sz="2800" dirty="0">
              <a:solidFill>
                <a:srgbClr val="FFFFFF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D4D4BD3-7082-35FD-9B46-24DF1BDDE579}"/>
              </a:ext>
            </a:extLst>
          </p:cNvPr>
          <p:cNvSpPr/>
          <p:nvPr/>
        </p:nvSpPr>
        <p:spPr>
          <a:xfrm>
            <a:off x="7352222" y="4191682"/>
            <a:ext cx="33892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FFFFFF"/>
                </a:solidFill>
              </a:rPr>
              <a:t>Inductive reactance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254480A-954E-1887-13F7-8548DEF062DA}"/>
                  </a:ext>
                </a:extLst>
              </p:cNvPr>
              <p:cNvSpPr/>
              <p:nvPr/>
            </p:nvSpPr>
            <p:spPr>
              <a:xfrm>
                <a:off x="8153059" y="1705239"/>
                <a:ext cx="581249" cy="8961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GB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254480A-954E-1887-13F7-8548DEF062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059" y="1705239"/>
                <a:ext cx="581249" cy="8961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946FF18-E9A3-8A19-A005-03EA4708D2AE}"/>
                  </a:ext>
                </a:extLst>
              </p:cNvPr>
              <p:cNvSpPr/>
              <p:nvPr/>
            </p:nvSpPr>
            <p:spPr>
              <a:xfrm>
                <a:off x="8581283" y="1920608"/>
                <a:ext cx="178747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946FF18-E9A3-8A19-A005-03EA4708D2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1283" y="1920608"/>
                <a:ext cx="1787477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424D1A1-EFE2-71E3-FA32-B87F6E11F2B1}"/>
                  </a:ext>
                </a:extLst>
              </p:cNvPr>
              <p:cNvSpPr/>
              <p:nvPr/>
            </p:nvSpPr>
            <p:spPr>
              <a:xfrm>
                <a:off x="6363456" y="2540977"/>
                <a:ext cx="286783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800" b="0" i="0" dirty="0">
                    <a:solidFill>
                      <a:srgbClr val="FFFF00"/>
                    </a:solidFill>
                    <a:latin typeface="+mj-lt"/>
                  </a:rPr>
                  <a:t>After integration</a:t>
                </a:r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424D1A1-EFE2-71E3-FA32-B87F6E11F2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456" y="2540977"/>
                <a:ext cx="2867836" cy="523220"/>
              </a:xfrm>
              <a:prstGeom prst="rect">
                <a:avLst/>
              </a:prstGeom>
              <a:blipFill>
                <a:blip r:embed="rId12"/>
                <a:stretch>
                  <a:fillRect t="-11628" r="-2766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E6D478C-7812-55C9-5906-6C0AD8FFD34E}"/>
                  </a:ext>
                </a:extLst>
              </p:cNvPr>
              <p:cNvSpPr/>
              <p:nvPr/>
            </p:nvSpPr>
            <p:spPr>
              <a:xfrm>
                <a:off x="8153059" y="3023976"/>
                <a:ext cx="2082878" cy="9284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  <m:d>
                            <m:d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en-IN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E6D478C-7812-55C9-5906-6C0AD8FFD3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3059" y="3023976"/>
                <a:ext cx="2082878" cy="92845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98C76B-2D97-C9FA-8785-A6B507701E7E}"/>
                  </a:ext>
                </a:extLst>
              </p:cNvPr>
              <p:cNvSpPr txBox="1"/>
              <p:nvPr/>
            </p:nvSpPr>
            <p:spPr>
              <a:xfrm>
                <a:off x="8945525" y="3488205"/>
                <a:ext cx="6600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98C76B-2D97-C9FA-8785-A6B507701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5525" y="3488205"/>
                <a:ext cx="660076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75905F8-F7FE-BD03-5821-E4DD5C846DE2}"/>
              </a:ext>
            </a:extLst>
          </p:cNvPr>
          <p:cNvCxnSpPr/>
          <p:nvPr/>
        </p:nvCxnSpPr>
        <p:spPr>
          <a:xfrm>
            <a:off x="3119120" y="19975"/>
            <a:ext cx="0" cy="683802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EF8BAC0-AE6D-CFCD-9E1F-367F01B567FB}"/>
                  </a:ext>
                </a:extLst>
              </p:cNvPr>
              <p:cNvSpPr/>
              <p:nvPr/>
            </p:nvSpPr>
            <p:spPr>
              <a:xfrm>
                <a:off x="266468" y="910642"/>
                <a:ext cx="230325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EF8BAC0-AE6D-CFCD-9E1F-367F01B567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68" y="910642"/>
                <a:ext cx="2303259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A16248D-2092-38A0-89BE-7F07962A22A2}"/>
                  </a:ext>
                </a:extLst>
              </p:cNvPr>
              <p:cNvSpPr/>
              <p:nvPr/>
            </p:nvSpPr>
            <p:spPr>
              <a:xfrm>
                <a:off x="266469" y="417376"/>
                <a:ext cx="24471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A16248D-2092-38A0-89BE-7F07962A22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69" y="417376"/>
                <a:ext cx="2447145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>
            <a:extLst>
              <a:ext uri="{FF2B5EF4-FFF2-40B4-BE49-F238E27FC236}">
                <a16:creationId xmlns:a16="http://schemas.microsoft.com/office/drawing/2014/main" id="{7B79EE6B-D444-B118-040A-7DFC3F835B40}"/>
              </a:ext>
            </a:extLst>
          </p:cNvPr>
          <p:cNvSpPr/>
          <p:nvPr/>
        </p:nvSpPr>
        <p:spPr>
          <a:xfrm>
            <a:off x="20049" y="9815"/>
            <a:ext cx="283500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AC supply along R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3E6223B-AD99-B787-2BB1-8B29EF6E7CDF}"/>
              </a:ext>
            </a:extLst>
          </p:cNvPr>
          <p:cNvSpPr/>
          <p:nvPr/>
        </p:nvSpPr>
        <p:spPr>
          <a:xfrm>
            <a:off x="2" y="0"/>
            <a:ext cx="12191999" cy="6858000"/>
          </a:xfrm>
          <a:custGeom>
            <a:avLst/>
            <a:gdLst>
              <a:gd name="connsiteX0" fmla="*/ 5946690 w 12191999"/>
              <a:gd name="connsiteY0" fmla="*/ 3818581 h 6858000"/>
              <a:gd name="connsiteX1" fmla="*/ 5852283 w 12191999"/>
              <a:gd name="connsiteY1" fmla="*/ 3912987 h 6858000"/>
              <a:gd name="connsiteX2" fmla="*/ 5852283 w 12191999"/>
              <a:gd name="connsiteY2" fmla="*/ 5108022 h 6858000"/>
              <a:gd name="connsiteX3" fmla="*/ 5946690 w 12191999"/>
              <a:gd name="connsiteY3" fmla="*/ 5202428 h 6858000"/>
              <a:gd name="connsiteX4" fmla="*/ 11625148 w 12191999"/>
              <a:gd name="connsiteY4" fmla="*/ 5202428 h 6858000"/>
              <a:gd name="connsiteX5" fmla="*/ 11719554 w 12191999"/>
              <a:gd name="connsiteY5" fmla="*/ 5108022 h 6858000"/>
              <a:gd name="connsiteX6" fmla="*/ 11719554 w 12191999"/>
              <a:gd name="connsiteY6" fmla="*/ 3912987 h 6858000"/>
              <a:gd name="connsiteX7" fmla="*/ 11625148 w 12191999"/>
              <a:gd name="connsiteY7" fmla="*/ 3818581 h 6858000"/>
              <a:gd name="connsiteX8" fmla="*/ 3735560 w 12191999"/>
              <a:gd name="connsiteY8" fmla="*/ 781552 h 6858000"/>
              <a:gd name="connsiteX9" fmla="*/ 3556027 w 12191999"/>
              <a:gd name="connsiteY9" fmla="*/ 961085 h 6858000"/>
              <a:gd name="connsiteX10" fmla="*/ 3556027 w 12191999"/>
              <a:gd name="connsiteY10" fmla="*/ 3233689 h 6858000"/>
              <a:gd name="connsiteX11" fmla="*/ 3735560 w 12191999"/>
              <a:gd name="connsiteY11" fmla="*/ 3413222 h 6858000"/>
              <a:gd name="connsiteX12" fmla="*/ 6243527 w 12191999"/>
              <a:gd name="connsiteY12" fmla="*/ 3413222 h 6858000"/>
              <a:gd name="connsiteX13" fmla="*/ 6423060 w 12191999"/>
              <a:gd name="connsiteY13" fmla="*/ 3233689 h 6858000"/>
              <a:gd name="connsiteX14" fmla="*/ 6423060 w 12191999"/>
              <a:gd name="connsiteY14" fmla="*/ 961085 h 6858000"/>
              <a:gd name="connsiteX15" fmla="*/ 6243527 w 12191999"/>
              <a:gd name="connsiteY15" fmla="*/ 781552 h 6858000"/>
              <a:gd name="connsiteX16" fmla="*/ 3666666 w 12191999"/>
              <a:gd name="connsiteY16" fmla="*/ 110956 h 6858000"/>
              <a:gd name="connsiteX17" fmla="*/ 3556026 w 12191999"/>
              <a:gd name="connsiteY17" fmla="*/ 221596 h 6858000"/>
              <a:gd name="connsiteX18" fmla="*/ 3556026 w 12191999"/>
              <a:gd name="connsiteY18" fmla="*/ 664144 h 6858000"/>
              <a:gd name="connsiteX19" fmla="*/ 3666666 w 12191999"/>
              <a:gd name="connsiteY19" fmla="*/ 774784 h 6858000"/>
              <a:gd name="connsiteX20" fmla="*/ 9120647 w 12191999"/>
              <a:gd name="connsiteY20" fmla="*/ 774784 h 6858000"/>
              <a:gd name="connsiteX21" fmla="*/ 9231287 w 12191999"/>
              <a:gd name="connsiteY21" fmla="*/ 664144 h 6858000"/>
              <a:gd name="connsiteX22" fmla="*/ 9231287 w 12191999"/>
              <a:gd name="connsiteY22" fmla="*/ 221596 h 6858000"/>
              <a:gd name="connsiteX23" fmla="*/ 9120647 w 12191999"/>
              <a:gd name="connsiteY23" fmla="*/ 110956 h 6858000"/>
              <a:gd name="connsiteX24" fmla="*/ 0 w 12191999"/>
              <a:gd name="connsiteY24" fmla="*/ 0 h 6858000"/>
              <a:gd name="connsiteX25" fmla="*/ 12191999 w 12191999"/>
              <a:gd name="connsiteY25" fmla="*/ 0 h 6858000"/>
              <a:gd name="connsiteX26" fmla="*/ 12191999 w 12191999"/>
              <a:gd name="connsiteY26" fmla="*/ 6858000 h 6858000"/>
              <a:gd name="connsiteX27" fmla="*/ 0 w 12191999"/>
              <a:gd name="connsiteY2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1999" h="6858000">
                <a:moveTo>
                  <a:pt x="5946690" y="3818581"/>
                </a:moveTo>
                <a:cubicBezTo>
                  <a:pt x="5894550" y="3818581"/>
                  <a:pt x="5852283" y="3860848"/>
                  <a:pt x="5852283" y="3912987"/>
                </a:cubicBezTo>
                <a:lnTo>
                  <a:pt x="5852283" y="5108022"/>
                </a:lnTo>
                <a:cubicBezTo>
                  <a:pt x="5852283" y="5160161"/>
                  <a:pt x="5894550" y="5202428"/>
                  <a:pt x="5946690" y="5202428"/>
                </a:cubicBezTo>
                <a:lnTo>
                  <a:pt x="11625148" y="5202428"/>
                </a:lnTo>
                <a:cubicBezTo>
                  <a:pt x="11677287" y="5202428"/>
                  <a:pt x="11719554" y="5160161"/>
                  <a:pt x="11719554" y="5108022"/>
                </a:cubicBezTo>
                <a:lnTo>
                  <a:pt x="11719554" y="3912987"/>
                </a:lnTo>
                <a:cubicBezTo>
                  <a:pt x="11719554" y="3860848"/>
                  <a:pt x="11677287" y="3818581"/>
                  <a:pt x="11625148" y="3818581"/>
                </a:cubicBezTo>
                <a:close/>
                <a:moveTo>
                  <a:pt x="3735560" y="781552"/>
                </a:moveTo>
                <a:cubicBezTo>
                  <a:pt x="3636407" y="781552"/>
                  <a:pt x="3556027" y="861932"/>
                  <a:pt x="3556027" y="961085"/>
                </a:cubicBezTo>
                <a:lnTo>
                  <a:pt x="3556027" y="3233689"/>
                </a:lnTo>
                <a:cubicBezTo>
                  <a:pt x="3556027" y="3332843"/>
                  <a:pt x="3636407" y="3413222"/>
                  <a:pt x="3735560" y="3413222"/>
                </a:cubicBezTo>
                <a:lnTo>
                  <a:pt x="6243527" y="3413222"/>
                </a:lnTo>
                <a:cubicBezTo>
                  <a:pt x="6342680" y="3413222"/>
                  <a:pt x="6423060" y="3332843"/>
                  <a:pt x="6423060" y="3233689"/>
                </a:cubicBezTo>
                <a:lnTo>
                  <a:pt x="6423060" y="961085"/>
                </a:lnTo>
                <a:cubicBezTo>
                  <a:pt x="6423060" y="861932"/>
                  <a:pt x="6342680" y="781552"/>
                  <a:pt x="6243527" y="781552"/>
                </a:cubicBezTo>
                <a:close/>
                <a:moveTo>
                  <a:pt x="3666666" y="110956"/>
                </a:moveTo>
                <a:cubicBezTo>
                  <a:pt x="3605561" y="110956"/>
                  <a:pt x="3556026" y="160491"/>
                  <a:pt x="3556026" y="221596"/>
                </a:cubicBezTo>
                <a:lnTo>
                  <a:pt x="3556026" y="664144"/>
                </a:lnTo>
                <a:cubicBezTo>
                  <a:pt x="3556026" y="725249"/>
                  <a:pt x="3605561" y="774784"/>
                  <a:pt x="3666666" y="774784"/>
                </a:cubicBezTo>
                <a:lnTo>
                  <a:pt x="9120647" y="774784"/>
                </a:lnTo>
                <a:cubicBezTo>
                  <a:pt x="9181752" y="774784"/>
                  <a:pt x="9231287" y="725249"/>
                  <a:pt x="9231287" y="664144"/>
                </a:cubicBezTo>
                <a:lnTo>
                  <a:pt x="9231287" y="221596"/>
                </a:lnTo>
                <a:cubicBezTo>
                  <a:pt x="9231287" y="160491"/>
                  <a:pt x="9181752" y="110956"/>
                  <a:pt x="9120647" y="11095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012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E9D2B75-FF89-AFE9-E400-3082506ADE61}"/>
              </a:ext>
            </a:extLst>
          </p:cNvPr>
          <p:cNvGrpSpPr/>
          <p:nvPr/>
        </p:nvGrpSpPr>
        <p:grpSpPr>
          <a:xfrm>
            <a:off x="3537029" y="1398322"/>
            <a:ext cx="2588248" cy="1924481"/>
            <a:chOff x="532877" y="904236"/>
            <a:chExt cx="2588248" cy="1924481"/>
          </a:xfrm>
        </p:grpSpPr>
        <p:sp>
          <p:nvSpPr>
            <p:cNvPr id="94" name="Rectangle: Rounded Corners 93">
              <a:extLst>
                <a:ext uri="{FF2B5EF4-FFF2-40B4-BE49-F238E27FC236}">
                  <a16:creationId xmlns:a16="http://schemas.microsoft.com/office/drawing/2014/main" id="{9FDBF68E-03D7-B8D4-CCB2-B1F098F9A7D7}"/>
                </a:ext>
              </a:extLst>
            </p:cNvPr>
            <p:cNvSpPr/>
            <p:nvPr/>
          </p:nvSpPr>
          <p:spPr>
            <a:xfrm>
              <a:off x="532877" y="904236"/>
              <a:ext cx="2588248" cy="192448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grpSp>
          <p:nvGrpSpPr>
            <p:cNvPr id="81" name="Group 80"/>
            <p:cNvGrpSpPr/>
            <p:nvPr/>
          </p:nvGrpSpPr>
          <p:grpSpPr>
            <a:xfrm rot="5400000">
              <a:off x="984613" y="890362"/>
              <a:ext cx="1794923" cy="2081784"/>
              <a:chOff x="626054" y="1032670"/>
              <a:chExt cx="1794923" cy="2081784"/>
            </a:xfrm>
          </p:grpSpPr>
          <p:cxnSp>
            <p:nvCxnSpPr>
              <p:cNvPr id="66" name="Straight Connector 65"/>
              <p:cNvCxnSpPr/>
              <p:nvPr/>
            </p:nvCxnSpPr>
            <p:spPr>
              <a:xfrm>
                <a:off x="836366" y="1032670"/>
                <a:ext cx="0" cy="82296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836366" y="2291494"/>
                <a:ext cx="0" cy="82296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8" name="Oval 67"/>
              <p:cNvSpPr/>
              <p:nvPr/>
            </p:nvSpPr>
            <p:spPr>
              <a:xfrm>
                <a:off x="626054" y="1863250"/>
                <a:ext cx="420624" cy="420624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9" name="Group 68"/>
              <p:cNvGrpSpPr/>
              <p:nvPr/>
            </p:nvGrpSpPr>
            <p:grpSpPr>
              <a:xfrm>
                <a:off x="695879" y="1983091"/>
                <a:ext cx="296115" cy="192579"/>
                <a:chOff x="562708" y="3191605"/>
                <a:chExt cx="1292468" cy="1987066"/>
              </a:xfrm>
            </p:grpSpPr>
            <p:sp>
              <p:nvSpPr>
                <p:cNvPr id="70" name="Freeform 69"/>
                <p:cNvSpPr/>
                <p:nvPr/>
              </p:nvSpPr>
              <p:spPr>
                <a:xfrm>
                  <a:off x="562708" y="3191605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71" name="Freeform 70"/>
                <p:cNvSpPr/>
                <p:nvPr/>
              </p:nvSpPr>
              <p:spPr>
                <a:xfrm rot="10800000">
                  <a:off x="1213338" y="4185138"/>
                  <a:ext cx="641838" cy="993533"/>
                </a:xfrm>
                <a:custGeom>
                  <a:avLst/>
                  <a:gdLst>
                    <a:gd name="connsiteX0" fmla="*/ 0 w 641838"/>
                    <a:gd name="connsiteY0" fmla="*/ 984741 h 993533"/>
                    <a:gd name="connsiteX1" fmla="*/ 369277 w 641838"/>
                    <a:gd name="connsiteY1" fmla="*/ 3 h 993533"/>
                    <a:gd name="connsiteX2" fmla="*/ 641838 w 641838"/>
                    <a:gd name="connsiteY2" fmla="*/ 993533 h 993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1838" h="993533">
                      <a:moveTo>
                        <a:pt x="0" y="984741"/>
                      </a:moveTo>
                      <a:cubicBezTo>
                        <a:pt x="131152" y="491639"/>
                        <a:pt x="262304" y="-1462"/>
                        <a:pt x="369277" y="3"/>
                      </a:cubicBezTo>
                      <a:cubicBezTo>
                        <a:pt x="476250" y="1468"/>
                        <a:pt x="559044" y="497500"/>
                        <a:pt x="641838" y="993533"/>
                      </a:cubicBezTo>
                    </a:path>
                  </a:pathLst>
                </a:custGeom>
              </p:spPr>
              <p:style>
                <a:lnRef idx="3">
                  <a:schemeClr val="accent1"/>
                </a:lnRef>
                <a:fillRef idx="0">
                  <a:schemeClr val="accent1"/>
                </a:fillRef>
                <a:effectRef idx="2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cxnSp>
            <p:nvCxnSpPr>
              <p:cNvPr id="72" name="Straight Connector 71"/>
              <p:cNvCxnSpPr/>
              <p:nvPr/>
            </p:nvCxnSpPr>
            <p:spPr>
              <a:xfrm>
                <a:off x="836366" y="1032670"/>
                <a:ext cx="113385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1970222" y="1032670"/>
                <a:ext cx="0" cy="208178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836366" y="3114454"/>
                <a:ext cx="113385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6" name="Group 75"/>
              <p:cNvGrpSpPr/>
              <p:nvPr/>
            </p:nvGrpSpPr>
            <p:grpSpPr>
              <a:xfrm>
                <a:off x="1519467" y="1765741"/>
                <a:ext cx="901510" cy="484274"/>
                <a:chOff x="1266092" y="5107634"/>
                <a:chExt cx="901510" cy="484274"/>
              </a:xfrm>
            </p:grpSpPr>
            <p:sp>
              <p:nvSpPr>
                <p:cNvPr id="77" name="Rectangle 76"/>
                <p:cNvSpPr/>
                <p:nvPr/>
              </p:nvSpPr>
              <p:spPr>
                <a:xfrm>
                  <a:off x="1362456" y="5168900"/>
                  <a:ext cx="677359" cy="351913"/>
                </a:xfrm>
                <a:prstGeom prst="rect">
                  <a:avLst/>
                </a:prstGeom>
                <a:noFill/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8" name="Rectangle 77"/>
                <p:cNvSpPr/>
                <p:nvPr/>
              </p:nvSpPr>
              <p:spPr>
                <a:xfrm>
                  <a:off x="1266092" y="5117465"/>
                  <a:ext cx="133998" cy="47444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2033604" y="5107634"/>
                  <a:ext cx="133998" cy="47444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Rectangle 79"/>
                  <p:cNvSpPr/>
                  <p:nvPr/>
                </p:nvSpPr>
                <p:spPr>
                  <a:xfrm>
                    <a:off x="1482869" y="1855630"/>
                    <a:ext cx="38555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0" name="Rectangle 7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82869" y="1855630"/>
                    <a:ext cx="385554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6406247" y="879984"/>
                <a:ext cx="8864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6247" y="879984"/>
                <a:ext cx="88646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ctangle 90"/>
              <p:cNvSpPr/>
              <p:nvPr/>
            </p:nvSpPr>
            <p:spPr>
              <a:xfrm>
                <a:off x="6279207" y="1393440"/>
                <a:ext cx="1094852" cy="9103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n-GB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1" name="Rectangle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207" y="1393440"/>
                <a:ext cx="1094852" cy="9103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Rectangle 97"/>
          <p:cNvSpPr/>
          <p:nvPr/>
        </p:nvSpPr>
        <p:spPr>
          <a:xfrm>
            <a:off x="3289281" y="-17113"/>
            <a:ext cx="52756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AC supply along C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DA87D3A-D8E8-F196-0F7D-1FFBF814802A}"/>
              </a:ext>
            </a:extLst>
          </p:cNvPr>
          <p:cNvGrpSpPr/>
          <p:nvPr/>
        </p:nvGrpSpPr>
        <p:grpSpPr>
          <a:xfrm>
            <a:off x="6347899" y="3380539"/>
            <a:ext cx="1625638" cy="1185639"/>
            <a:chOff x="3336337" y="5091763"/>
            <a:chExt cx="1625638" cy="1185639"/>
          </a:xfrm>
        </p:grpSpPr>
        <p:sp>
          <p:nvSpPr>
            <p:cNvPr id="110" name="Rectangle: Diagonal Corners Rounded 109">
              <a:extLst>
                <a:ext uri="{FF2B5EF4-FFF2-40B4-BE49-F238E27FC236}">
                  <a16:creationId xmlns:a16="http://schemas.microsoft.com/office/drawing/2014/main" id="{0467C49D-36C8-D3A6-4A15-611E3E5B2D1F}"/>
                </a:ext>
              </a:extLst>
            </p:cNvPr>
            <p:cNvSpPr/>
            <p:nvPr/>
          </p:nvSpPr>
          <p:spPr>
            <a:xfrm>
              <a:off x="3336337" y="5091763"/>
              <a:ext cx="1591251" cy="1185639"/>
            </a:xfrm>
            <a:prstGeom prst="round2Diag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/>
                <p:cNvSpPr/>
                <p:nvPr/>
              </p:nvSpPr>
              <p:spPr>
                <a:xfrm>
                  <a:off x="3336337" y="5187658"/>
                  <a:ext cx="1625638" cy="90178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I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  <m:r>
                          <a:rPr lang="en-IN" sz="28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Rectangle 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6337" y="5187658"/>
                  <a:ext cx="1625638" cy="90178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tangle 98"/>
              <p:cNvSpPr/>
              <p:nvPr/>
            </p:nvSpPr>
            <p:spPr>
              <a:xfrm>
                <a:off x="3509937" y="810324"/>
                <a:ext cx="24471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9" name="Rectangle 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9937" y="810324"/>
                <a:ext cx="244714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Rectangle 101"/>
          <p:cNvSpPr/>
          <p:nvPr/>
        </p:nvSpPr>
        <p:spPr>
          <a:xfrm>
            <a:off x="7973537" y="3351689"/>
            <a:ext cx="42184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rgbClr val="FFFFFF"/>
                </a:solidFill>
              </a:rPr>
              <a:t>Something like resistance</a:t>
            </a:r>
            <a:endParaRPr lang="en-IN" sz="2800" dirty="0">
              <a:solidFill>
                <a:srgbClr val="FFFFFF"/>
              </a:solidFill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7984920" y="3863987"/>
            <a:ext cx="35032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rgbClr val="FFFFFF"/>
                </a:solidFill>
              </a:rPr>
              <a:t>Capacitive </a:t>
            </a:r>
            <a:r>
              <a:rPr lang="en-IN" sz="2800" dirty="0">
                <a:solidFill>
                  <a:srgbClr val="FFFFFF"/>
                </a:solidFill>
              </a:rPr>
              <a:t>reactance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 74"/>
              <p:cNvSpPr/>
              <p:nvPr/>
            </p:nvSpPr>
            <p:spPr>
              <a:xfrm>
                <a:off x="6406247" y="2513605"/>
                <a:ext cx="78156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5" name="Rectangle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6247" y="2513605"/>
                <a:ext cx="78156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4506908-0E22-D278-BEA0-92E2AF8D03FD}"/>
                  </a:ext>
                </a:extLst>
              </p:cNvPr>
              <p:cNvSpPr/>
              <p:nvPr/>
            </p:nvSpPr>
            <p:spPr>
              <a:xfrm>
                <a:off x="7129522" y="882056"/>
                <a:ext cx="71705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4506908-0E22-D278-BEA0-92E2AF8D03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522" y="882056"/>
                <a:ext cx="71705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9E8FD36-A280-B60D-AA82-15116BBAD817}"/>
                  </a:ext>
                </a:extLst>
              </p:cNvPr>
              <p:cNvSpPr/>
              <p:nvPr/>
            </p:nvSpPr>
            <p:spPr>
              <a:xfrm>
                <a:off x="7643288" y="875102"/>
                <a:ext cx="234211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69E8FD36-A280-B60D-AA82-15116BBAD8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3288" y="875102"/>
                <a:ext cx="234211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F25A98-26E7-83F4-7D78-F07AB7421D50}"/>
                  </a:ext>
                </a:extLst>
              </p:cNvPr>
              <p:cNvSpPr/>
              <p:nvPr/>
            </p:nvSpPr>
            <p:spPr>
              <a:xfrm>
                <a:off x="7195317" y="1628440"/>
                <a:ext cx="226491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F25A98-26E7-83F4-7D78-F07AB7421D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5317" y="1628440"/>
                <a:ext cx="2264914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061EB4E-4BC0-D84A-ED90-090891907859}"/>
                  </a:ext>
                </a:extLst>
              </p:cNvPr>
              <p:cNvSpPr/>
              <p:nvPr/>
            </p:nvSpPr>
            <p:spPr>
              <a:xfrm>
                <a:off x="7050308" y="2276031"/>
                <a:ext cx="2495940" cy="9567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type m:val="lin"/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den>
                          </m:f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061EB4E-4BC0-D84A-ED90-0908919078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0308" y="2276031"/>
                <a:ext cx="2495940" cy="95673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9BCAEB-84D1-6174-0FDD-7FC7355188A0}"/>
              </a:ext>
            </a:extLst>
          </p:cNvPr>
          <p:cNvCxnSpPr/>
          <p:nvPr/>
        </p:nvCxnSpPr>
        <p:spPr>
          <a:xfrm>
            <a:off x="3119120" y="19975"/>
            <a:ext cx="0" cy="683802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30BB8A7-686E-2376-DCFA-C8B1B74BCFE1}"/>
                  </a:ext>
                </a:extLst>
              </p:cNvPr>
              <p:cNvSpPr/>
              <p:nvPr/>
            </p:nvSpPr>
            <p:spPr>
              <a:xfrm>
                <a:off x="7950533" y="4370204"/>
                <a:ext cx="238360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30BB8A7-686E-2376-DCFA-C8B1B74BCF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0533" y="4370204"/>
                <a:ext cx="2383601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A4E406-4DA2-5635-50F4-57B215D39A9B}"/>
                  </a:ext>
                </a:extLst>
              </p:cNvPr>
              <p:cNvSpPr/>
              <p:nvPr/>
            </p:nvSpPr>
            <p:spPr>
              <a:xfrm>
                <a:off x="203753" y="2580571"/>
                <a:ext cx="265130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A4E406-4DA2-5635-50F4-57B215D39A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53" y="2580571"/>
                <a:ext cx="2651303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F84DCA0A-CA14-3886-2FCF-6B980D5557BF}"/>
              </a:ext>
            </a:extLst>
          </p:cNvPr>
          <p:cNvSpPr/>
          <p:nvPr/>
        </p:nvSpPr>
        <p:spPr>
          <a:xfrm>
            <a:off x="19958" y="1496303"/>
            <a:ext cx="241085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AC supply along 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DEB081C-03F1-2B8F-C20C-721A959E48CD}"/>
              </a:ext>
            </a:extLst>
          </p:cNvPr>
          <p:cNvGrpSpPr/>
          <p:nvPr/>
        </p:nvGrpSpPr>
        <p:grpSpPr>
          <a:xfrm>
            <a:off x="730816" y="2049115"/>
            <a:ext cx="1572738" cy="523220"/>
            <a:chOff x="5476318" y="3394392"/>
            <a:chExt cx="1572738" cy="523220"/>
          </a:xfrm>
        </p:grpSpPr>
        <p:sp>
          <p:nvSpPr>
            <p:cNvPr id="10" name="Rectangle: Diagonal Corners Rounded 9">
              <a:extLst>
                <a:ext uri="{FF2B5EF4-FFF2-40B4-BE49-F238E27FC236}">
                  <a16:creationId xmlns:a16="http://schemas.microsoft.com/office/drawing/2014/main" id="{340950F6-2A10-C64F-6E70-9FD5E9ED8C30}"/>
                </a:ext>
              </a:extLst>
            </p:cNvPr>
            <p:cNvSpPr/>
            <p:nvPr/>
          </p:nvSpPr>
          <p:spPr>
            <a:xfrm>
              <a:off x="5598238" y="3395396"/>
              <a:ext cx="1274200" cy="461665"/>
            </a:xfrm>
            <a:prstGeom prst="round2Diag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6AE2AF2-C7CD-22B3-54DD-10B838735F51}"/>
                    </a:ext>
                  </a:extLst>
                </p:cNvPr>
                <p:cNvSpPr/>
                <p:nvPr/>
              </p:nvSpPr>
              <p:spPr>
                <a:xfrm>
                  <a:off x="5476318" y="3394392"/>
                  <a:ext cx="1572738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I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9E4C3E95-4999-996D-6775-63EA0E83F9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6318" y="3394392"/>
                  <a:ext cx="1572738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FEBFF6C-45BF-46BD-A7DA-88F279ABF440}"/>
                  </a:ext>
                </a:extLst>
              </p:cNvPr>
              <p:cNvSpPr/>
              <p:nvPr/>
            </p:nvSpPr>
            <p:spPr>
              <a:xfrm>
                <a:off x="193979" y="3103791"/>
                <a:ext cx="24471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FEBFF6C-45BF-46BD-A7DA-88F279ABF4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79" y="3103791"/>
                <a:ext cx="2447145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490E36B-95A9-9DAD-AFD0-D990575BFF0B}"/>
                  </a:ext>
                </a:extLst>
              </p:cNvPr>
              <p:cNvSpPr/>
              <p:nvPr/>
            </p:nvSpPr>
            <p:spPr>
              <a:xfrm>
                <a:off x="266468" y="920802"/>
                <a:ext cx="230325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490E36B-95A9-9DAD-AFD0-D990575BFF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68" y="920802"/>
                <a:ext cx="2303259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6C22289-FBC3-0856-63E8-370E14E69E8F}"/>
                  </a:ext>
                </a:extLst>
              </p:cNvPr>
              <p:cNvSpPr/>
              <p:nvPr/>
            </p:nvSpPr>
            <p:spPr>
              <a:xfrm>
                <a:off x="266469" y="427536"/>
                <a:ext cx="24471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46C22289-FBC3-0856-63E8-370E14E69E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69" y="427536"/>
                <a:ext cx="2447145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EC06BB0F-EEF9-6720-D72E-2B4114400103}"/>
              </a:ext>
            </a:extLst>
          </p:cNvPr>
          <p:cNvSpPr/>
          <p:nvPr/>
        </p:nvSpPr>
        <p:spPr>
          <a:xfrm>
            <a:off x="20049" y="19975"/>
            <a:ext cx="283500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AC supply along R</a:t>
            </a:r>
          </a:p>
        </p:txBody>
      </p:sp>
    </p:spTree>
    <p:extLst>
      <p:ext uri="{BB962C8B-B14F-4D97-AF65-F5344CB8AC3E}">
        <p14:creationId xmlns:p14="http://schemas.microsoft.com/office/powerpoint/2010/main" val="4203872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1" grpId="0"/>
      <p:bldP spid="99" grpId="0"/>
      <p:bldP spid="102" grpId="0"/>
      <p:bldP spid="103" grpId="0"/>
      <p:bldP spid="75" grpId="0"/>
      <p:bldP spid="2" grpId="0"/>
      <p:bldP spid="3" grpId="0"/>
      <p:bldP spid="4" grpId="0"/>
      <p:bldP spid="5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09A74-D5BD-1563-81ED-160BA8B76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15B4CBE8-BE8B-01F3-3798-014B961F17BF}"/>
              </a:ext>
            </a:extLst>
          </p:cNvPr>
          <p:cNvGrpSpPr/>
          <p:nvPr/>
        </p:nvGrpSpPr>
        <p:grpSpPr>
          <a:xfrm>
            <a:off x="19958" y="-17113"/>
            <a:ext cx="12172042" cy="6875113"/>
            <a:chOff x="19958" y="-17113"/>
            <a:chExt cx="12172042" cy="6875113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B3C0CCE8-9F81-59D6-4F13-22491377FB4D}"/>
                </a:ext>
              </a:extLst>
            </p:cNvPr>
            <p:cNvGrpSpPr/>
            <p:nvPr/>
          </p:nvGrpSpPr>
          <p:grpSpPr>
            <a:xfrm>
              <a:off x="3537029" y="1398322"/>
              <a:ext cx="2588248" cy="1924481"/>
              <a:chOff x="532877" y="904236"/>
              <a:chExt cx="2588248" cy="1924481"/>
            </a:xfrm>
          </p:grpSpPr>
          <p:sp>
            <p:nvSpPr>
              <p:cNvPr id="94" name="Rectangle: Rounded Corners 93">
                <a:extLst>
                  <a:ext uri="{FF2B5EF4-FFF2-40B4-BE49-F238E27FC236}">
                    <a16:creationId xmlns:a16="http://schemas.microsoft.com/office/drawing/2014/main" id="{CBE4FE57-F92D-7B15-D9B2-39A0CA2EE837}"/>
                  </a:ext>
                </a:extLst>
              </p:cNvPr>
              <p:cNvSpPr/>
              <p:nvPr/>
            </p:nvSpPr>
            <p:spPr>
              <a:xfrm>
                <a:off x="532877" y="904236"/>
                <a:ext cx="2588248" cy="1924481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81" name="Group 80">
                <a:extLst>
                  <a:ext uri="{FF2B5EF4-FFF2-40B4-BE49-F238E27FC236}">
                    <a16:creationId xmlns:a16="http://schemas.microsoft.com/office/drawing/2014/main" id="{75B6CB4B-3DFC-FB6A-9532-6F8D46C076E6}"/>
                  </a:ext>
                </a:extLst>
              </p:cNvPr>
              <p:cNvGrpSpPr/>
              <p:nvPr/>
            </p:nvGrpSpPr>
            <p:grpSpPr>
              <a:xfrm rot="5400000">
                <a:off x="984613" y="890362"/>
                <a:ext cx="1794923" cy="2081784"/>
                <a:chOff x="626054" y="1032670"/>
                <a:chExt cx="1794923" cy="2081784"/>
              </a:xfrm>
            </p:grpSpPr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B67A45A6-9B4C-8A8A-2D2E-76438975E050}"/>
                    </a:ext>
                  </a:extLst>
                </p:cNvPr>
                <p:cNvCxnSpPr/>
                <p:nvPr/>
              </p:nvCxnSpPr>
              <p:spPr>
                <a:xfrm>
                  <a:off x="836366" y="1032670"/>
                  <a:ext cx="0" cy="82296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5C1FCEFE-6937-1804-FEA8-9F02FAA8FA1C}"/>
                    </a:ext>
                  </a:extLst>
                </p:cNvPr>
                <p:cNvCxnSpPr/>
                <p:nvPr/>
              </p:nvCxnSpPr>
              <p:spPr>
                <a:xfrm>
                  <a:off x="836366" y="2291494"/>
                  <a:ext cx="0" cy="82296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C67D9599-6C9A-6CC3-A663-A50A3D0AB7B4}"/>
                    </a:ext>
                  </a:extLst>
                </p:cNvPr>
                <p:cNvSpPr/>
                <p:nvPr/>
              </p:nvSpPr>
              <p:spPr>
                <a:xfrm>
                  <a:off x="626054" y="1863250"/>
                  <a:ext cx="420624" cy="420624"/>
                </a:xfrm>
                <a:prstGeom prst="ellipse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69" name="Group 68">
                  <a:extLst>
                    <a:ext uri="{FF2B5EF4-FFF2-40B4-BE49-F238E27FC236}">
                      <a16:creationId xmlns:a16="http://schemas.microsoft.com/office/drawing/2014/main" id="{13D5F813-AA48-8243-D65A-A8B7182A9C6A}"/>
                    </a:ext>
                  </a:extLst>
                </p:cNvPr>
                <p:cNvGrpSpPr/>
                <p:nvPr/>
              </p:nvGrpSpPr>
              <p:grpSpPr>
                <a:xfrm>
                  <a:off x="695879" y="1983091"/>
                  <a:ext cx="296115" cy="192579"/>
                  <a:chOff x="562708" y="3191605"/>
                  <a:chExt cx="1292468" cy="1987066"/>
                </a:xfrm>
              </p:grpSpPr>
              <p:sp>
                <p:nvSpPr>
                  <p:cNvPr id="70" name="Freeform 69">
                    <a:extLst>
                      <a:ext uri="{FF2B5EF4-FFF2-40B4-BE49-F238E27FC236}">
                        <a16:creationId xmlns:a16="http://schemas.microsoft.com/office/drawing/2014/main" id="{368C1EED-2880-7D0A-7A7C-B0A8E229F7F4}"/>
                      </a:ext>
                    </a:extLst>
                  </p:cNvPr>
                  <p:cNvSpPr/>
                  <p:nvPr/>
                </p:nvSpPr>
                <p:spPr>
                  <a:xfrm>
                    <a:off x="562708" y="3191605"/>
                    <a:ext cx="641838" cy="993533"/>
                  </a:xfrm>
                  <a:custGeom>
                    <a:avLst/>
                    <a:gdLst>
                      <a:gd name="connsiteX0" fmla="*/ 0 w 641838"/>
                      <a:gd name="connsiteY0" fmla="*/ 984741 h 993533"/>
                      <a:gd name="connsiteX1" fmla="*/ 369277 w 641838"/>
                      <a:gd name="connsiteY1" fmla="*/ 3 h 993533"/>
                      <a:gd name="connsiteX2" fmla="*/ 641838 w 641838"/>
                      <a:gd name="connsiteY2" fmla="*/ 993533 h 9935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41838" h="993533">
                        <a:moveTo>
                          <a:pt x="0" y="984741"/>
                        </a:moveTo>
                        <a:cubicBezTo>
                          <a:pt x="131152" y="491639"/>
                          <a:pt x="262304" y="-1462"/>
                          <a:pt x="369277" y="3"/>
                        </a:cubicBezTo>
                        <a:cubicBezTo>
                          <a:pt x="476250" y="1468"/>
                          <a:pt x="559044" y="497500"/>
                          <a:pt x="641838" y="993533"/>
                        </a:cubicBezTo>
                      </a:path>
                    </a:pathLst>
                  </a:custGeom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sp>
                <p:nvSpPr>
                  <p:cNvPr id="71" name="Freeform 70">
                    <a:extLst>
                      <a:ext uri="{FF2B5EF4-FFF2-40B4-BE49-F238E27FC236}">
                        <a16:creationId xmlns:a16="http://schemas.microsoft.com/office/drawing/2014/main" id="{6B91EA01-442F-6963-0D69-75D0039F6AB7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213338" y="4185138"/>
                    <a:ext cx="641838" cy="993533"/>
                  </a:xfrm>
                  <a:custGeom>
                    <a:avLst/>
                    <a:gdLst>
                      <a:gd name="connsiteX0" fmla="*/ 0 w 641838"/>
                      <a:gd name="connsiteY0" fmla="*/ 984741 h 993533"/>
                      <a:gd name="connsiteX1" fmla="*/ 369277 w 641838"/>
                      <a:gd name="connsiteY1" fmla="*/ 3 h 993533"/>
                      <a:gd name="connsiteX2" fmla="*/ 641838 w 641838"/>
                      <a:gd name="connsiteY2" fmla="*/ 993533 h 99353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41838" h="993533">
                        <a:moveTo>
                          <a:pt x="0" y="984741"/>
                        </a:moveTo>
                        <a:cubicBezTo>
                          <a:pt x="131152" y="491639"/>
                          <a:pt x="262304" y="-1462"/>
                          <a:pt x="369277" y="3"/>
                        </a:cubicBezTo>
                        <a:cubicBezTo>
                          <a:pt x="476250" y="1468"/>
                          <a:pt x="559044" y="497500"/>
                          <a:pt x="641838" y="993533"/>
                        </a:cubicBezTo>
                      </a:path>
                    </a:pathLst>
                  </a:custGeom>
                </p:spPr>
                <p:style>
                  <a:lnRef idx="3">
                    <a:schemeClr val="accent1"/>
                  </a:lnRef>
                  <a:fillRef idx="0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</p:grp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A2B637AC-4C5E-7D32-493D-ACA67C3059AD}"/>
                    </a:ext>
                  </a:extLst>
                </p:cNvPr>
                <p:cNvCxnSpPr/>
                <p:nvPr/>
              </p:nvCxnSpPr>
              <p:spPr>
                <a:xfrm>
                  <a:off x="836366" y="1032670"/>
                  <a:ext cx="1133856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505E8669-F5AC-0F0B-C256-249F909C5145}"/>
                    </a:ext>
                  </a:extLst>
                </p:cNvPr>
                <p:cNvCxnSpPr/>
                <p:nvPr/>
              </p:nvCxnSpPr>
              <p:spPr>
                <a:xfrm>
                  <a:off x="1970222" y="1032670"/>
                  <a:ext cx="0" cy="2081784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C8488221-5868-D254-B0CB-EC84A036DD03}"/>
                    </a:ext>
                  </a:extLst>
                </p:cNvPr>
                <p:cNvCxnSpPr/>
                <p:nvPr/>
              </p:nvCxnSpPr>
              <p:spPr>
                <a:xfrm>
                  <a:off x="836366" y="3114454"/>
                  <a:ext cx="1133856" cy="0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8E1DEA5B-9FAC-7BFA-63A8-A9773C47C158}"/>
                    </a:ext>
                  </a:extLst>
                </p:cNvPr>
                <p:cNvGrpSpPr/>
                <p:nvPr/>
              </p:nvGrpSpPr>
              <p:grpSpPr>
                <a:xfrm>
                  <a:off x="1519467" y="1765741"/>
                  <a:ext cx="901510" cy="484274"/>
                  <a:chOff x="1266092" y="5107634"/>
                  <a:chExt cx="901510" cy="484274"/>
                </a:xfrm>
              </p:grpSpPr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1F614023-3F74-D6BC-D963-0CCD07D1593B}"/>
                      </a:ext>
                    </a:extLst>
                  </p:cNvPr>
                  <p:cNvSpPr/>
                  <p:nvPr/>
                </p:nvSpPr>
                <p:spPr>
                  <a:xfrm>
                    <a:off x="1362456" y="5168900"/>
                    <a:ext cx="677359" cy="351913"/>
                  </a:xfrm>
                  <a:prstGeom prst="rect">
                    <a:avLst/>
                  </a:prstGeom>
                  <a:noFill/>
                  <a:ln w="28575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BF24616B-2DE9-E063-93C6-919AA246EAA4}"/>
                      </a:ext>
                    </a:extLst>
                  </p:cNvPr>
                  <p:cNvSpPr/>
                  <p:nvPr/>
                </p:nvSpPr>
                <p:spPr>
                  <a:xfrm>
                    <a:off x="1266092" y="5117465"/>
                    <a:ext cx="133998" cy="47444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9" name="Rectangle 78">
                    <a:extLst>
                      <a:ext uri="{FF2B5EF4-FFF2-40B4-BE49-F238E27FC236}">
                        <a16:creationId xmlns:a16="http://schemas.microsoft.com/office/drawing/2014/main" id="{2BFBB850-0F29-F8C2-2B9A-4CAFE6ADC87E}"/>
                      </a:ext>
                    </a:extLst>
                  </p:cNvPr>
                  <p:cNvSpPr/>
                  <p:nvPr/>
                </p:nvSpPr>
                <p:spPr>
                  <a:xfrm>
                    <a:off x="2033604" y="5107634"/>
                    <a:ext cx="133998" cy="47444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>
                      <a:solidFill>
                        <a:schemeClr val="tx1"/>
                      </a:solidFill>
                    </a:endParaRP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0" name="Rectangle 79">
                      <a:extLst>
                        <a:ext uri="{FF2B5EF4-FFF2-40B4-BE49-F238E27FC236}">
                          <a16:creationId xmlns:a16="http://schemas.microsoft.com/office/drawing/2014/main" id="{4110C5E3-4750-D8D9-8F5A-5E2CE08284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82869" y="1855630"/>
                      <a:ext cx="385554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oMath>
                        </m:oMathPara>
                      </a14:m>
                      <a:endParaRPr lang="en-IN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0" name="Rectangle 79">
                      <a:extLst>
                        <a:ext uri="{FF2B5EF4-FFF2-40B4-BE49-F238E27FC236}">
                          <a16:creationId xmlns:a16="http://schemas.microsoft.com/office/drawing/2014/main" id="{4110C5E3-4750-D8D9-8F5A-5E2CE082842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82869" y="1855630"/>
                      <a:ext cx="385554" cy="369332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96A846B0-A081-5269-B713-77A310400867}"/>
                    </a:ext>
                  </a:extLst>
                </p:cNvPr>
                <p:cNvSpPr/>
                <p:nvPr/>
              </p:nvSpPr>
              <p:spPr>
                <a:xfrm>
                  <a:off x="6406247" y="879984"/>
                  <a:ext cx="88646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8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96A846B0-A081-5269-B713-77A3104008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6247" y="879984"/>
                  <a:ext cx="886461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44160D7C-B952-A89A-37A8-47DABCF0F907}"/>
                    </a:ext>
                  </a:extLst>
                </p:cNvPr>
                <p:cNvSpPr/>
                <p:nvPr/>
              </p:nvSpPr>
              <p:spPr>
                <a:xfrm>
                  <a:off x="6279207" y="1393440"/>
                  <a:ext cx="1094852" cy="9103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GB" sz="28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8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𝑑𝑄</m:t>
                            </m:r>
                          </m:num>
                          <m:den>
                            <m:r>
                              <a:rPr lang="en-GB" sz="28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44160D7C-B952-A89A-37A8-47DABCF0F9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9207" y="1393440"/>
                  <a:ext cx="1094852" cy="9103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54214B37-1FB7-3E8F-2BFB-3A5D6D19E46C}"/>
                </a:ext>
              </a:extLst>
            </p:cNvPr>
            <p:cNvSpPr/>
            <p:nvPr/>
          </p:nvSpPr>
          <p:spPr>
            <a:xfrm>
              <a:off x="3289281" y="-17113"/>
              <a:ext cx="5275675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AC supply along C</a:t>
              </a: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7DCB01C2-F08C-699E-AB80-F314B067E89C}"/>
                </a:ext>
              </a:extLst>
            </p:cNvPr>
            <p:cNvGrpSpPr/>
            <p:nvPr/>
          </p:nvGrpSpPr>
          <p:grpSpPr>
            <a:xfrm>
              <a:off x="6347899" y="3380539"/>
              <a:ext cx="1625638" cy="1185639"/>
              <a:chOff x="3336337" y="5091763"/>
              <a:chExt cx="1625638" cy="1185639"/>
            </a:xfrm>
          </p:grpSpPr>
          <p:sp>
            <p:nvSpPr>
              <p:cNvPr id="110" name="Rectangle: Diagonal Corners Rounded 109">
                <a:extLst>
                  <a:ext uri="{FF2B5EF4-FFF2-40B4-BE49-F238E27FC236}">
                    <a16:creationId xmlns:a16="http://schemas.microsoft.com/office/drawing/2014/main" id="{C8B7BFB0-09A0-3B85-1AE4-D4055E856CBD}"/>
                  </a:ext>
                </a:extLst>
              </p:cNvPr>
              <p:cNvSpPr/>
              <p:nvPr/>
            </p:nvSpPr>
            <p:spPr>
              <a:xfrm>
                <a:off x="3336337" y="5091763"/>
                <a:ext cx="1591251" cy="1185639"/>
              </a:xfrm>
              <a:prstGeom prst="round2Diag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91FE2D7B-1479-B81D-12BF-4BFDAD6B61C7}"/>
                      </a:ext>
                    </a:extLst>
                  </p:cNvPr>
                  <p:cNvSpPr/>
                  <p:nvPr/>
                </p:nvSpPr>
                <p:spPr>
                  <a:xfrm>
                    <a:off x="3336337" y="5187658"/>
                    <a:ext cx="1625638" cy="901785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IN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I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  <m:r>
                            <a:rPr lang="en-IN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oMath>
                      </m:oMathPara>
                    </a14:m>
                    <a:endParaRPr lang="en-IN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91FE2D7B-1479-B81D-12BF-4BFDAD6B61C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6337" y="5187658"/>
                    <a:ext cx="1625638" cy="90178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DAE8456D-1696-A01E-B0B8-5D1527C5F8B4}"/>
                    </a:ext>
                  </a:extLst>
                </p:cNvPr>
                <p:cNvSpPr/>
                <p:nvPr/>
              </p:nvSpPr>
              <p:spPr>
                <a:xfrm>
                  <a:off x="3509937" y="810324"/>
                  <a:ext cx="2447145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DAE8456D-1696-A01E-B0B8-5D1527C5F8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09937" y="810324"/>
                  <a:ext cx="2447145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80180C1-69A4-510D-4643-625CA11DA170}"/>
                </a:ext>
              </a:extLst>
            </p:cNvPr>
            <p:cNvSpPr/>
            <p:nvPr/>
          </p:nvSpPr>
          <p:spPr>
            <a:xfrm>
              <a:off x="7973537" y="3351689"/>
              <a:ext cx="421846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GB" sz="2800" dirty="0">
                  <a:solidFill>
                    <a:srgbClr val="FFFFFF"/>
                  </a:solidFill>
                </a:rPr>
                <a:t>Something like resistance</a:t>
              </a:r>
              <a:endParaRPr lang="en-IN" sz="2800" dirty="0">
                <a:solidFill>
                  <a:srgbClr val="FFFFFF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0F59C0A2-300C-1A72-BA3A-FA987FC3E7F0}"/>
                </a:ext>
              </a:extLst>
            </p:cNvPr>
            <p:cNvSpPr/>
            <p:nvPr/>
          </p:nvSpPr>
          <p:spPr>
            <a:xfrm>
              <a:off x="7984920" y="3863987"/>
              <a:ext cx="350326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GB" sz="2800" dirty="0">
                  <a:solidFill>
                    <a:srgbClr val="FFFFFF"/>
                  </a:solidFill>
                </a:rPr>
                <a:t>Capacitive </a:t>
              </a:r>
              <a:r>
                <a:rPr lang="en-IN" sz="2800" dirty="0">
                  <a:solidFill>
                    <a:srgbClr val="FFFFFF"/>
                  </a:solidFill>
                </a:rPr>
                <a:t>reactance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DCED8A7B-C9DE-25D7-0585-2AA33DD406DF}"/>
                    </a:ext>
                  </a:extLst>
                </p:cNvPr>
                <p:cNvSpPr/>
                <p:nvPr/>
              </p:nvSpPr>
              <p:spPr>
                <a:xfrm>
                  <a:off x="6406247" y="2513605"/>
                  <a:ext cx="781560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DCED8A7B-C9DE-25D7-0585-2AA33DD406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6247" y="2513605"/>
                  <a:ext cx="781560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98189E13-EF3E-0232-09BD-DB9A1A66A101}"/>
                    </a:ext>
                  </a:extLst>
                </p:cNvPr>
                <p:cNvSpPr/>
                <p:nvPr/>
              </p:nvSpPr>
              <p:spPr>
                <a:xfrm>
                  <a:off x="7129522" y="882056"/>
                  <a:ext cx="717056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8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8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98189E13-EF3E-0232-09BD-DB9A1A66A10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9522" y="882056"/>
                  <a:ext cx="717056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CD9424FC-769A-4E4F-7101-81EAD81F7890}"/>
                    </a:ext>
                  </a:extLst>
                </p:cNvPr>
                <p:cNvSpPr/>
                <p:nvPr/>
              </p:nvSpPr>
              <p:spPr>
                <a:xfrm>
                  <a:off x="7643288" y="875102"/>
                  <a:ext cx="2342115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28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CD9424FC-769A-4E4F-7101-81EAD81F78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43288" y="875102"/>
                  <a:ext cx="2342115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8A837006-12A5-6D47-5A6E-8893013B717E}"/>
                    </a:ext>
                  </a:extLst>
                </p:cNvPr>
                <p:cNvSpPr/>
                <p:nvPr/>
              </p:nvSpPr>
              <p:spPr>
                <a:xfrm>
                  <a:off x="7195317" y="1628440"/>
                  <a:ext cx="226491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GB" sz="28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IN" sz="28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8A837006-12A5-6D47-5A6E-8893013B717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5317" y="1628440"/>
                  <a:ext cx="2264914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B33E664C-3B98-6A8E-A095-B1F5B7C75936}"/>
                    </a:ext>
                  </a:extLst>
                </p:cNvPr>
                <p:cNvSpPr/>
                <p:nvPr/>
              </p:nvSpPr>
              <p:spPr>
                <a:xfrm>
                  <a:off x="7050308" y="2276031"/>
                  <a:ext cx="2495940" cy="9567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IN" sz="28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IN" sz="28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num>
                          <m:den>
                            <m:f>
                              <m:fPr>
                                <m:type m:val="lin"/>
                                <m:ctrlPr>
                                  <a:rPr lang="en-IN" sz="28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i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800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den>
                            </m:f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B33E664C-3B98-6A8E-A095-B1F5B7C759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0308" y="2276031"/>
                  <a:ext cx="2495940" cy="95673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B4910CE-1D6A-26CC-819B-F47FE9AA9B1A}"/>
                </a:ext>
              </a:extLst>
            </p:cNvPr>
            <p:cNvCxnSpPr/>
            <p:nvPr/>
          </p:nvCxnSpPr>
          <p:spPr>
            <a:xfrm>
              <a:off x="3119120" y="19975"/>
              <a:ext cx="0" cy="683802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8BE89C0-EA31-7BE4-85D7-F46A58141479}"/>
                    </a:ext>
                  </a:extLst>
                </p:cNvPr>
                <p:cNvSpPr/>
                <p:nvPr/>
              </p:nvSpPr>
              <p:spPr>
                <a:xfrm>
                  <a:off x="7950533" y="4370204"/>
                  <a:ext cx="238360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E8BE89C0-EA31-7BE4-85D7-F46A581414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0533" y="4370204"/>
                  <a:ext cx="2383601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64A570D-561C-871C-6EC2-839E1E825F3C}"/>
                    </a:ext>
                  </a:extLst>
                </p:cNvPr>
                <p:cNvSpPr/>
                <p:nvPr/>
              </p:nvSpPr>
              <p:spPr>
                <a:xfrm>
                  <a:off x="203753" y="2580571"/>
                  <a:ext cx="2651303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=−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B64A570D-561C-871C-6EC2-839E1E825F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753" y="2580571"/>
                  <a:ext cx="2651303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4E3F8BE-F76C-1FC3-DEA5-43A21FAF207B}"/>
                </a:ext>
              </a:extLst>
            </p:cNvPr>
            <p:cNvSpPr/>
            <p:nvPr/>
          </p:nvSpPr>
          <p:spPr>
            <a:xfrm>
              <a:off x="19958" y="1496303"/>
              <a:ext cx="2410853" cy="46166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400" b="1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AC supply along L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EBE5F70-E960-85AC-2A21-D0508D1BB004}"/>
                </a:ext>
              </a:extLst>
            </p:cNvPr>
            <p:cNvGrpSpPr/>
            <p:nvPr/>
          </p:nvGrpSpPr>
          <p:grpSpPr>
            <a:xfrm>
              <a:off x="730816" y="2049115"/>
              <a:ext cx="1572738" cy="523220"/>
              <a:chOff x="5476318" y="3394392"/>
              <a:chExt cx="1572738" cy="523220"/>
            </a:xfrm>
          </p:grpSpPr>
          <p:sp>
            <p:nvSpPr>
              <p:cNvPr id="10" name="Rectangle: Diagonal Corners Rounded 9">
                <a:extLst>
                  <a:ext uri="{FF2B5EF4-FFF2-40B4-BE49-F238E27FC236}">
                    <a16:creationId xmlns:a16="http://schemas.microsoft.com/office/drawing/2014/main" id="{F3F667A9-F7DD-85E7-1C17-6448057184BD}"/>
                  </a:ext>
                </a:extLst>
              </p:cNvPr>
              <p:cNvSpPr/>
              <p:nvPr/>
            </p:nvSpPr>
            <p:spPr>
              <a:xfrm>
                <a:off x="5598238" y="3395396"/>
                <a:ext cx="1274200" cy="461665"/>
              </a:xfrm>
              <a:prstGeom prst="round2Diag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8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DE7E798A-8A29-0052-C5E5-D77086D072C7}"/>
                      </a:ext>
                    </a:extLst>
                  </p:cNvPr>
                  <p:cNvSpPr/>
                  <p:nvPr/>
                </p:nvSpPr>
                <p:spPr>
                  <a:xfrm>
                    <a:off x="5476318" y="3394392"/>
                    <a:ext cx="1572738" cy="5232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lang="en-IN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Rectangle 10">
                    <a:extLst>
                      <a:ext uri="{FF2B5EF4-FFF2-40B4-BE49-F238E27FC236}">
                        <a16:creationId xmlns:a16="http://schemas.microsoft.com/office/drawing/2014/main" id="{DE7E798A-8A29-0052-C5E5-D77086D072C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6318" y="3394392"/>
                    <a:ext cx="1572738" cy="52322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752806F8-998D-AF1A-E5A5-EDA029BE8B90}"/>
                    </a:ext>
                  </a:extLst>
                </p:cNvPr>
                <p:cNvSpPr/>
                <p:nvPr/>
              </p:nvSpPr>
              <p:spPr>
                <a:xfrm>
                  <a:off x="193979" y="3103791"/>
                  <a:ext cx="2447145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752806F8-998D-AF1A-E5A5-EDA029BE8B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979" y="3103791"/>
                  <a:ext cx="2447145" cy="52322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1D8AB8D6-09B4-30BF-1264-380B33BB7798}"/>
                    </a:ext>
                  </a:extLst>
                </p:cNvPr>
                <p:cNvSpPr/>
                <p:nvPr/>
              </p:nvSpPr>
              <p:spPr>
                <a:xfrm>
                  <a:off x="266468" y="920802"/>
                  <a:ext cx="230325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IN" sz="28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1D8AB8D6-09B4-30BF-1264-380B33BB77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468" y="920802"/>
                  <a:ext cx="2303259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F798F3F1-986B-1943-F3AF-F13CD75F0475}"/>
                    </a:ext>
                  </a:extLst>
                </p:cNvPr>
                <p:cNvSpPr/>
                <p:nvPr/>
              </p:nvSpPr>
              <p:spPr>
                <a:xfrm>
                  <a:off x="266469" y="427536"/>
                  <a:ext cx="2447145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800" i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F798F3F1-986B-1943-F3AF-F13CD75F047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469" y="427536"/>
                  <a:ext cx="2447145" cy="52322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7B1633F-1EBA-A190-2D8E-7E3BE2AE2F48}"/>
                </a:ext>
              </a:extLst>
            </p:cNvPr>
            <p:cNvSpPr/>
            <p:nvPr/>
          </p:nvSpPr>
          <p:spPr>
            <a:xfrm>
              <a:off x="20049" y="19975"/>
              <a:ext cx="2835007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AC supply along R</a:t>
              </a:r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8B448C6-6B77-71A4-DAD1-1418FA277769}"/>
              </a:ext>
            </a:extLst>
          </p:cNvPr>
          <p:cNvSpPr/>
          <p:nvPr/>
        </p:nvSpPr>
        <p:spPr>
          <a:xfrm>
            <a:off x="2" y="0"/>
            <a:ext cx="12191999" cy="6858000"/>
          </a:xfrm>
          <a:custGeom>
            <a:avLst/>
            <a:gdLst>
              <a:gd name="connsiteX0" fmla="*/ 3507816 w 12191999"/>
              <a:gd name="connsiteY0" fmla="*/ 843259 h 6858000"/>
              <a:gd name="connsiteX1" fmla="*/ 3312776 w 12191999"/>
              <a:gd name="connsiteY1" fmla="*/ 1038298 h 6858000"/>
              <a:gd name="connsiteX2" fmla="*/ 3312776 w 12191999"/>
              <a:gd name="connsiteY2" fmla="*/ 3281395 h 6858000"/>
              <a:gd name="connsiteX3" fmla="*/ 3507816 w 12191999"/>
              <a:gd name="connsiteY3" fmla="*/ 3476434 h 6858000"/>
              <a:gd name="connsiteX4" fmla="*/ 6198938 w 12191999"/>
              <a:gd name="connsiteY4" fmla="*/ 3476434 h 6858000"/>
              <a:gd name="connsiteX5" fmla="*/ 6198938 w 12191999"/>
              <a:gd name="connsiteY5" fmla="*/ 4774004 h 6858000"/>
              <a:gd name="connsiteX6" fmla="*/ 6318359 w 12191999"/>
              <a:gd name="connsiteY6" fmla="*/ 4893425 h 6858000"/>
              <a:gd name="connsiteX7" fmla="*/ 12072570 w 12191999"/>
              <a:gd name="connsiteY7" fmla="*/ 4893425 h 6858000"/>
              <a:gd name="connsiteX8" fmla="*/ 12191991 w 12191999"/>
              <a:gd name="connsiteY8" fmla="*/ 4774004 h 6858000"/>
              <a:gd name="connsiteX9" fmla="*/ 12191991 w 12191999"/>
              <a:gd name="connsiteY9" fmla="*/ 3400580 h 6858000"/>
              <a:gd name="connsiteX10" fmla="*/ 12072570 w 12191999"/>
              <a:gd name="connsiteY10" fmla="*/ 3281159 h 6858000"/>
              <a:gd name="connsiteX11" fmla="*/ 6406245 w 12191999"/>
              <a:gd name="connsiteY11" fmla="*/ 3281159 h 6858000"/>
              <a:gd name="connsiteX12" fmla="*/ 6406245 w 12191999"/>
              <a:gd name="connsiteY12" fmla="*/ 1038298 h 6858000"/>
              <a:gd name="connsiteX13" fmla="*/ 6211206 w 12191999"/>
              <a:gd name="connsiteY13" fmla="*/ 843259 h 6858000"/>
              <a:gd name="connsiteX14" fmla="*/ 3423505 w 12191999"/>
              <a:gd name="connsiteY14" fmla="*/ 19975 h 6858000"/>
              <a:gd name="connsiteX15" fmla="*/ 3289281 w 12191999"/>
              <a:gd name="connsiteY15" fmla="*/ 154199 h 6858000"/>
              <a:gd name="connsiteX16" fmla="*/ 3289281 w 12191999"/>
              <a:gd name="connsiteY16" fmla="*/ 691076 h 6858000"/>
              <a:gd name="connsiteX17" fmla="*/ 3423505 w 12191999"/>
              <a:gd name="connsiteY17" fmla="*/ 825300 h 6858000"/>
              <a:gd name="connsiteX18" fmla="*/ 8938656 w 12191999"/>
              <a:gd name="connsiteY18" fmla="*/ 825300 h 6858000"/>
              <a:gd name="connsiteX19" fmla="*/ 9072880 w 12191999"/>
              <a:gd name="connsiteY19" fmla="*/ 691076 h 6858000"/>
              <a:gd name="connsiteX20" fmla="*/ 9072880 w 12191999"/>
              <a:gd name="connsiteY20" fmla="*/ 154199 h 6858000"/>
              <a:gd name="connsiteX21" fmla="*/ 8938656 w 12191999"/>
              <a:gd name="connsiteY21" fmla="*/ 19975 h 6858000"/>
              <a:gd name="connsiteX22" fmla="*/ 0 w 12191999"/>
              <a:gd name="connsiteY22" fmla="*/ 0 h 6858000"/>
              <a:gd name="connsiteX23" fmla="*/ 12191999 w 12191999"/>
              <a:gd name="connsiteY23" fmla="*/ 0 h 6858000"/>
              <a:gd name="connsiteX24" fmla="*/ 12191999 w 12191999"/>
              <a:gd name="connsiteY24" fmla="*/ 6858000 h 6858000"/>
              <a:gd name="connsiteX25" fmla="*/ 0 w 12191999"/>
              <a:gd name="connsiteY2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1999" h="6858000">
                <a:moveTo>
                  <a:pt x="3507816" y="843259"/>
                </a:moveTo>
                <a:cubicBezTo>
                  <a:pt x="3400098" y="843259"/>
                  <a:pt x="3312776" y="930581"/>
                  <a:pt x="3312776" y="1038298"/>
                </a:cubicBezTo>
                <a:lnTo>
                  <a:pt x="3312776" y="3281395"/>
                </a:lnTo>
                <a:cubicBezTo>
                  <a:pt x="3312776" y="3389112"/>
                  <a:pt x="3400098" y="3476434"/>
                  <a:pt x="3507816" y="3476434"/>
                </a:cubicBezTo>
                <a:lnTo>
                  <a:pt x="6198938" y="3476434"/>
                </a:lnTo>
                <a:lnTo>
                  <a:pt x="6198938" y="4774004"/>
                </a:lnTo>
                <a:cubicBezTo>
                  <a:pt x="6198938" y="4839958"/>
                  <a:pt x="6252405" y="4893425"/>
                  <a:pt x="6318359" y="4893425"/>
                </a:cubicBezTo>
                <a:lnTo>
                  <a:pt x="12072570" y="4893425"/>
                </a:lnTo>
                <a:cubicBezTo>
                  <a:pt x="12138524" y="4893425"/>
                  <a:pt x="12191991" y="4839958"/>
                  <a:pt x="12191991" y="4774004"/>
                </a:cubicBezTo>
                <a:lnTo>
                  <a:pt x="12191991" y="3400580"/>
                </a:lnTo>
                <a:cubicBezTo>
                  <a:pt x="12191991" y="3334626"/>
                  <a:pt x="12138524" y="3281159"/>
                  <a:pt x="12072570" y="3281159"/>
                </a:cubicBezTo>
                <a:lnTo>
                  <a:pt x="6406245" y="3281159"/>
                </a:lnTo>
                <a:lnTo>
                  <a:pt x="6406245" y="1038298"/>
                </a:lnTo>
                <a:cubicBezTo>
                  <a:pt x="6406245" y="930581"/>
                  <a:pt x="6318923" y="843259"/>
                  <a:pt x="6211206" y="843259"/>
                </a:cubicBezTo>
                <a:close/>
                <a:moveTo>
                  <a:pt x="3423505" y="19975"/>
                </a:moveTo>
                <a:cubicBezTo>
                  <a:pt x="3349375" y="19975"/>
                  <a:pt x="3289281" y="80069"/>
                  <a:pt x="3289281" y="154199"/>
                </a:cubicBezTo>
                <a:lnTo>
                  <a:pt x="3289281" y="691076"/>
                </a:lnTo>
                <a:cubicBezTo>
                  <a:pt x="3289281" y="765206"/>
                  <a:pt x="3349375" y="825300"/>
                  <a:pt x="3423505" y="825300"/>
                </a:cubicBezTo>
                <a:lnTo>
                  <a:pt x="8938656" y="825300"/>
                </a:lnTo>
                <a:cubicBezTo>
                  <a:pt x="9012786" y="825300"/>
                  <a:pt x="9072880" y="765206"/>
                  <a:pt x="9072880" y="691076"/>
                </a:cubicBezTo>
                <a:lnTo>
                  <a:pt x="9072880" y="154199"/>
                </a:lnTo>
                <a:cubicBezTo>
                  <a:pt x="9072880" y="80069"/>
                  <a:pt x="9012786" y="19975"/>
                  <a:pt x="8938656" y="19975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365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5D636-B1B1-2FEA-7ABF-E71EED8B5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5C4D978E-708A-E832-B61D-E8F6ACDC8589}"/>
                  </a:ext>
                </a:extLst>
              </p:cNvPr>
              <p:cNvSpPr/>
              <p:nvPr/>
            </p:nvSpPr>
            <p:spPr>
              <a:xfrm>
                <a:off x="203753" y="4825459"/>
                <a:ext cx="238360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5C4D978E-708A-E832-B61D-E8F6ACDC85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53" y="4825459"/>
                <a:ext cx="2383601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51716B8-2797-3426-352C-A7F3B028C7F0}"/>
                  </a:ext>
                </a:extLst>
              </p:cNvPr>
              <p:cNvSpPr/>
              <p:nvPr/>
            </p:nvSpPr>
            <p:spPr>
              <a:xfrm>
                <a:off x="203753" y="2580571"/>
                <a:ext cx="265130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51716B8-2797-3426-352C-A7F3B028C7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53" y="2580571"/>
                <a:ext cx="2651303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A9DF3658-EBE6-1507-31A0-1EF2DC285F39}"/>
              </a:ext>
            </a:extLst>
          </p:cNvPr>
          <p:cNvSpPr/>
          <p:nvPr/>
        </p:nvSpPr>
        <p:spPr>
          <a:xfrm>
            <a:off x="19958" y="1496303"/>
            <a:ext cx="241085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AC supply along 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6EEE56-069E-7FDF-25DD-74044EF75C90}"/>
              </a:ext>
            </a:extLst>
          </p:cNvPr>
          <p:cNvGrpSpPr/>
          <p:nvPr/>
        </p:nvGrpSpPr>
        <p:grpSpPr>
          <a:xfrm>
            <a:off x="730816" y="2049115"/>
            <a:ext cx="1572738" cy="523220"/>
            <a:chOff x="5476318" y="3394392"/>
            <a:chExt cx="1572738" cy="523220"/>
          </a:xfrm>
        </p:grpSpPr>
        <p:sp>
          <p:nvSpPr>
            <p:cNvPr id="9" name="Rectangle: Diagonal Corners Rounded 8">
              <a:extLst>
                <a:ext uri="{FF2B5EF4-FFF2-40B4-BE49-F238E27FC236}">
                  <a16:creationId xmlns:a16="http://schemas.microsoft.com/office/drawing/2014/main" id="{072D41AF-29A7-0C34-BD27-6325D7F2D311}"/>
                </a:ext>
              </a:extLst>
            </p:cNvPr>
            <p:cNvSpPr/>
            <p:nvPr/>
          </p:nvSpPr>
          <p:spPr>
            <a:xfrm>
              <a:off x="5598238" y="3395396"/>
              <a:ext cx="1274200" cy="461665"/>
            </a:xfrm>
            <a:prstGeom prst="round2Diag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9E4C3E95-4999-996D-6775-63EA0E83F9FA}"/>
                    </a:ext>
                  </a:extLst>
                </p:cNvPr>
                <p:cNvSpPr/>
                <p:nvPr/>
              </p:nvSpPr>
              <p:spPr>
                <a:xfrm>
                  <a:off x="5476318" y="3394392"/>
                  <a:ext cx="1572738" cy="52322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I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GB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IN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9E4C3E95-4999-996D-6775-63EA0E83F9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6318" y="3394392"/>
                  <a:ext cx="1572738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367D61E-3A1C-57CF-2FEC-D035704B8EF1}"/>
                  </a:ext>
                </a:extLst>
              </p:cNvPr>
              <p:cNvSpPr/>
              <p:nvPr/>
            </p:nvSpPr>
            <p:spPr>
              <a:xfrm>
                <a:off x="193979" y="3103791"/>
                <a:ext cx="24471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367D61E-3A1C-57CF-2FEC-D035704B8E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79" y="3103791"/>
                <a:ext cx="244714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C100D98-8A73-65FA-9CC8-8BB1A1766474}"/>
                  </a:ext>
                </a:extLst>
              </p:cNvPr>
              <p:cNvSpPr/>
              <p:nvPr/>
            </p:nvSpPr>
            <p:spPr>
              <a:xfrm>
                <a:off x="266468" y="920802"/>
                <a:ext cx="230325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C100D98-8A73-65FA-9CC8-8BB1A17664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68" y="920802"/>
                <a:ext cx="2303259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EA25018-79DA-AA7D-9B07-6900396D279E}"/>
                  </a:ext>
                </a:extLst>
              </p:cNvPr>
              <p:cNvSpPr/>
              <p:nvPr/>
            </p:nvSpPr>
            <p:spPr>
              <a:xfrm>
                <a:off x="266469" y="427536"/>
                <a:ext cx="24471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EA25018-79DA-AA7D-9B07-6900396D27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69" y="427536"/>
                <a:ext cx="2447145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BB5A939D-A5FF-F4CB-B06F-E0C6E1C9AE9E}"/>
              </a:ext>
            </a:extLst>
          </p:cNvPr>
          <p:cNvSpPr/>
          <p:nvPr/>
        </p:nvSpPr>
        <p:spPr>
          <a:xfrm>
            <a:off x="20049" y="19975"/>
            <a:ext cx="283500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AC supply along 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5B1617-9591-5267-F6C9-25678776D54C}"/>
              </a:ext>
            </a:extLst>
          </p:cNvPr>
          <p:cNvCxnSpPr/>
          <p:nvPr/>
        </p:nvCxnSpPr>
        <p:spPr>
          <a:xfrm>
            <a:off x="3119120" y="19975"/>
            <a:ext cx="0" cy="683802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687D42B-6174-5DD2-070B-EB257EE533BE}"/>
              </a:ext>
            </a:extLst>
          </p:cNvPr>
          <p:cNvSpPr/>
          <p:nvPr/>
        </p:nvSpPr>
        <p:spPr>
          <a:xfrm>
            <a:off x="-48820" y="3669140"/>
            <a:ext cx="282378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AC supply along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FCCDC6C-D42E-772F-EFAA-A9D42475E29F}"/>
                  </a:ext>
                </a:extLst>
              </p:cNvPr>
              <p:cNvSpPr/>
              <p:nvPr/>
            </p:nvSpPr>
            <p:spPr>
              <a:xfrm>
                <a:off x="175883" y="4290131"/>
                <a:ext cx="244714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FCCDC6C-D42E-772F-EFAA-A9D42475E2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83" y="4290131"/>
                <a:ext cx="2447145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EC7A0FF-4B7C-6ED5-B7F7-3482D8CF3DB4}"/>
              </a:ext>
            </a:extLst>
          </p:cNvPr>
          <p:cNvSpPr/>
          <p:nvPr/>
        </p:nvSpPr>
        <p:spPr>
          <a:xfrm>
            <a:off x="3171367" y="1341429"/>
            <a:ext cx="3233337" cy="2561762"/>
          </a:xfrm>
          <a:prstGeom prst="roundRect">
            <a:avLst>
              <a:gd name="adj" fmla="val 943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17F80D62-DDA3-565B-8853-5F02D9B3FB02}"/>
              </a:ext>
            </a:extLst>
          </p:cNvPr>
          <p:cNvSpPr/>
          <p:nvPr/>
        </p:nvSpPr>
        <p:spPr>
          <a:xfrm>
            <a:off x="6448474" y="1345364"/>
            <a:ext cx="2802815" cy="2663534"/>
          </a:xfrm>
          <a:prstGeom prst="roundRect">
            <a:avLst>
              <a:gd name="adj" fmla="val 1014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F3DFC32-8666-1914-38BD-774B8F0D2162}"/>
              </a:ext>
            </a:extLst>
          </p:cNvPr>
          <p:cNvSpPr/>
          <p:nvPr/>
        </p:nvSpPr>
        <p:spPr>
          <a:xfrm>
            <a:off x="9303536" y="1335204"/>
            <a:ext cx="2979293" cy="2663534"/>
          </a:xfrm>
          <a:prstGeom prst="roundRect">
            <a:avLst>
              <a:gd name="adj" fmla="val 1188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104186" y="10160"/>
            <a:ext cx="49920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Phase discussion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1254DED-D138-DEA5-B135-488B84671C62}"/>
              </a:ext>
            </a:extLst>
          </p:cNvPr>
          <p:cNvGrpSpPr/>
          <p:nvPr/>
        </p:nvGrpSpPr>
        <p:grpSpPr>
          <a:xfrm>
            <a:off x="3400246" y="1651639"/>
            <a:ext cx="2454550" cy="2151174"/>
            <a:chOff x="1093117" y="2825911"/>
            <a:chExt cx="1838130" cy="1610942"/>
          </a:xfrm>
        </p:grpSpPr>
        <p:grpSp>
          <p:nvGrpSpPr>
            <p:cNvPr id="24" name="Group 23"/>
            <p:cNvGrpSpPr/>
            <p:nvPr/>
          </p:nvGrpSpPr>
          <p:grpSpPr>
            <a:xfrm>
              <a:off x="1093117" y="2825911"/>
              <a:ext cx="1838130" cy="1610942"/>
              <a:chOff x="442877" y="1700894"/>
              <a:chExt cx="1838130" cy="1610942"/>
            </a:xfrm>
          </p:grpSpPr>
          <p:cxnSp>
            <p:nvCxnSpPr>
              <p:cNvPr id="26" name="Straight Arrow Connector 25"/>
              <p:cNvCxnSpPr/>
              <p:nvPr/>
            </p:nvCxnSpPr>
            <p:spPr>
              <a:xfrm flipV="1">
                <a:off x="808536" y="1700894"/>
                <a:ext cx="0" cy="16109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/>
              <p:nvPr/>
            </p:nvCxnSpPr>
            <p:spPr>
              <a:xfrm>
                <a:off x="442877" y="3007496"/>
                <a:ext cx="183813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Arrow Connector 24"/>
            <p:cNvCxnSpPr/>
            <p:nvPr/>
          </p:nvCxnSpPr>
          <p:spPr>
            <a:xfrm flipV="1">
              <a:off x="1448462" y="3073709"/>
              <a:ext cx="1073416" cy="107341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B5183CD-190F-A1CB-08C4-72A071FD8655}"/>
              </a:ext>
            </a:extLst>
          </p:cNvPr>
          <p:cNvGrpSpPr/>
          <p:nvPr/>
        </p:nvGrpSpPr>
        <p:grpSpPr>
          <a:xfrm>
            <a:off x="6359609" y="1578476"/>
            <a:ext cx="1838130" cy="1610942"/>
            <a:chOff x="5047833" y="2825911"/>
            <a:chExt cx="1838130" cy="1610942"/>
          </a:xfrm>
        </p:grpSpPr>
        <p:grpSp>
          <p:nvGrpSpPr>
            <p:cNvPr id="28" name="Group 27"/>
            <p:cNvGrpSpPr/>
            <p:nvPr/>
          </p:nvGrpSpPr>
          <p:grpSpPr>
            <a:xfrm>
              <a:off x="5047833" y="2825911"/>
              <a:ext cx="1838130" cy="1610942"/>
              <a:chOff x="4525425" y="1710037"/>
              <a:chExt cx="1838130" cy="1610942"/>
            </a:xfrm>
          </p:grpSpPr>
          <p:cxnSp>
            <p:nvCxnSpPr>
              <p:cNvPr id="31" name="Straight Arrow Connector 30"/>
              <p:cNvCxnSpPr/>
              <p:nvPr/>
            </p:nvCxnSpPr>
            <p:spPr>
              <a:xfrm flipV="1">
                <a:off x="4891084" y="1710037"/>
                <a:ext cx="0" cy="16109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/>
              <p:nvPr/>
            </p:nvCxnSpPr>
            <p:spPr>
              <a:xfrm>
                <a:off x="4525425" y="3016639"/>
                <a:ext cx="183813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Straight Arrow Connector 28"/>
            <p:cNvCxnSpPr/>
            <p:nvPr/>
          </p:nvCxnSpPr>
          <p:spPr>
            <a:xfrm flipV="1">
              <a:off x="5413492" y="3321694"/>
              <a:ext cx="810819" cy="81081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6097729" y="3034246"/>
                  <a:ext cx="44037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7729" y="3034246"/>
                  <a:ext cx="440377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D1E92B9-9EDC-93A9-6638-FEE938196AD6}"/>
              </a:ext>
            </a:extLst>
          </p:cNvPr>
          <p:cNvGrpSpPr/>
          <p:nvPr/>
        </p:nvGrpSpPr>
        <p:grpSpPr>
          <a:xfrm>
            <a:off x="10268221" y="1565108"/>
            <a:ext cx="1838130" cy="1610942"/>
            <a:chOff x="9439345" y="2801284"/>
            <a:chExt cx="1838130" cy="1610942"/>
          </a:xfrm>
        </p:grpSpPr>
        <p:grpSp>
          <p:nvGrpSpPr>
            <p:cNvPr id="33" name="Group 32"/>
            <p:cNvGrpSpPr/>
            <p:nvPr/>
          </p:nvGrpSpPr>
          <p:grpSpPr>
            <a:xfrm>
              <a:off x="9439345" y="2801284"/>
              <a:ext cx="1838130" cy="1610942"/>
              <a:chOff x="8789105" y="1676267"/>
              <a:chExt cx="1838130" cy="1610942"/>
            </a:xfrm>
          </p:grpSpPr>
          <p:cxnSp>
            <p:nvCxnSpPr>
              <p:cNvPr id="36" name="Straight Arrow Connector 35"/>
              <p:cNvCxnSpPr/>
              <p:nvPr/>
            </p:nvCxnSpPr>
            <p:spPr>
              <a:xfrm flipV="1">
                <a:off x="9154764" y="1676267"/>
                <a:ext cx="0" cy="161094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/>
              <p:cNvCxnSpPr/>
              <p:nvPr/>
            </p:nvCxnSpPr>
            <p:spPr>
              <a:xfrm>
                <a:off x="8789105" y="2982869"/>
                <a:ext cx="183813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Arrow Connector 33"/>
            <p:cNvCxnSpPr/>
            <p:nvPr/>
          </p:nvCxnSpPr>
          <p:spPr>
            <a:xfrm flipV="1">
              <a:off x="9805004" y="3287700"/>
              <a:ext cx="810819" cy="81081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/>
                <p:cNvSpPr/>
                <p:nvPr/>
              </p:nvSpPr>
              <p:spPr>
                <a:xfrm>
                  <a:off x="10489241" y="3000252"/>
                  <a:ext cx="44037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9241" y="3000252"/>
                  <a:ext cx="44037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541DEE0-627E-D99D-63F0-FA71120ED7E5}"/>
              </a:ext>
            </a:extLst>
          </p:cNvPr>
          <p:cNvGrpSpPr/>
          <p:nvPr/>
        </p:nvGrpSpPr>
        <p:grpSpPr>
          <a:xfrm>
            <a:off x="3043756" y="743925"/>
            <a:ext cx="8488268" cy="625284"/>
            <a:chOff x="2194560" y="882821"/>
            <a:chExt cx="8488268" cy="625284"/>
          </a:xfrm>
        </p:grpSpPr>
        <p:sp>
          <p:nvSpPr>
            <p:cNvPr id="42" name="TextBox 41"/>
            <p:cNvSpPr txBox="1"/>
            <p:nvPr/>
          </p:nvSpPr>
          <p:spPr>
            <a:xfrm>
              <a:off x="2194560" y="923330"/>
              <a:ext cx="20624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Resistor</a:t>
              </a:r>
              <a:endParaRPr lang="en-IN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620348" y="913221"/>
              <a:ext cx="20624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Capacitor</a:t>
              </a:r>
              <a:endParaRPr lang="en-IN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704653" y="882821"/>
              <a:ext cx="20624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3200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Inductor</a:t>
              </a:r>
              <a:endParaRPr lang="en-IN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3353920" y="4113023"/>
                <a:ext cx="2500876" cy="954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𝑏𝑜𝑡h</m:t>
                      </m:r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𝑎𝑟𝑒</m:t>
                      </m:r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b="0" i="1" dirty="0">
                  <a:solidFill>
                    <a:srgbClr val="FFFFFF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m:rPr>
                          <m:nor/>
                        </m:rP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𝑠𝑎𝑚𝑒</m:t>
                      </m:r>
                      <m:r>
                        <m:rPr>
                          <m:nor/>
                        </m:rP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𝑝h𝑎𝑠𝑒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920" y="4113023"/>
                <a:ext cx="2500876" cy="95410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6264634" y="4031964"/>
                <a:ext cx="2892587" cy="954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𝑉𝑜𝑙𝑡𝑎𝑔𝑒</m:t>
                      </m:r>
                    </m:oMath>
                  </m:oMathPara>
                </a14:m>
                <a:endParaRPr lang="en-IN" sz="2800" i="1" dirty="0">
                  <a:solidFill>
                    <a:srgbClr val="FFFFFF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𝑙𝑒𝑎𝑑𝑖𝑛𝑔</m:t>
                      </m:r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90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4634" y="4031964"/>
                <a:ext cx="2892587" cy="95410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9449553" y="3969314"/>
                <a:ext cx="2833276" cy="95410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𝐶𝑢𝑟𝑟𝑒𝑛𝑡</m:t>
                      </m:r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sz="2800" b="0" i="1" dirty="0">
                  <a:solidFill>
                    <a:srgbClr val="FFFFFF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𝑙𝑒𝑎𝑑𝑖𝑛𝑔</m:t>
                      </m:r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90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9553" y="3969314"/>
                <a:ext cx="2833276" cy="95410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/>
          <p:nvPr/>
        </p:nvCxnSpPr>
        <p:spPr>
          <a:xfrm flipV="1">
            <a:off x="3888529" y="2313684"/>
            <a:ext cx="1082729" cy="108272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3BA6619-681A-6682-400E-4DAFC45012E9}"/>
              </a:ext>
            </a:extLst>
          </p:cNvPr>
          <p:cNvGrpSpPr/>
          <p:nvPr/>
        </p:nvGrpSpPr>
        <p:grpSpPr>
          <a:xfrm>
            <a:off x="6725267" y="2894222"/>
            <a:ext cx="1480873" cy="1093257"/>
            <a:chOff x="4957427" y="3991502"/>
            <a:chExt cx="1480873" cy="1093257"/>
          </a:xfrm>
        </p:grpSpPr>
        <p:cxnSp>
          <p:nvCxnSpPr>
            <p:cNvPr id="53" name="Straight Arrow Connector 52"/>
            <p:cNvCxnSpPr/>
            <p:nvPr/>
          </p:nvCxnSpPr>
          <p:spPr>
            <a:xfrm>
              <a:off x="4957427" y="3991502"/>
              <a:ext cx="1153064" cy="100896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/>
                <p:cNvSpPr/>
                <p:nvPr/>
              </p:nvSpPr>
              <p:spPr>
                <a:xfrm>
                  <a:off x="6013440" y="4715427"/>
                  <a:ext cx="42486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Rectangle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3440" y="4715427"/>
                  <a:ext cx="424860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E40885F-ED2E-E5EA-01D6-A8385F4D147B}"/>
              </a:ext>
            </a:extLst>
          </p:cNvPr>
          <p:cNvGrpSpPr/>
          <p:nvPr/>
        </p:nvGrpSpPr>
        <p:grpSpPr>
          <a:xfrm>
            <a:off x="9440770" y="1585646"/>
            <a:ext cx="1193109" cy="1285841"/>
            <a:chOff x="8577170" y="2682926"/>
            <a:chExt cx="1193109" cy="1285841"/>
          </a:xfrm>
        </p:grpSpPr>
        <p:cxnSp>
          <p:nvCxnSpPr>
            <p:cNvPr id="57" name="Straight Arrow Connector 56"/>
            <p:cNvCxnSpPr/>
            <p:nvPr/>
          </p:nvCxnSpPr>
          <p:spPr>
            <a:xfrm flipH="1" flipV="1">
              <a:off x="8577170" y="2924758"/>
              <a:ext cx="1193109" cy="104400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Rectangle 57"/>
                <p:cNvSpPr/>
                <p:nvPr/>
              </p:nvSpPr>
              <p:spPr>
                <a:xfrm>
                  <a:off x="8636424" y="2682926"/>
                  <a:ext cx="42486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Rectangle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6424" y="2682926"/>
                  <a:ext cx="424860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4BCAC28-7A07-CA8C-3868-94556DCFE4EE}"/>
                  </a:ext>
                </a:extLst>
              </p:cNvPr>
              <p:cNvSpPr/>
              <p:nvPr/>
            </p:nvSpPr>
            <p:spPr>
              <a:xfrm>
                <a:off x="4812421" y="1761734"/>
                <a:ext cx="4403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4BCAC28-7A07-CA8C-3868-94556DCFE4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421" y="1761734"/>
                <a:ext cx="440377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E8DC402-B78D-2494-D8AB-0E151B832D8C}"/>
                  </a:ext>
                </a:extLst>
              </p:cNvPr>
              <p:cNvSpPr/>
              <p:nvPr/>
            </p:nvSpPr>
            <p:spPr>
              <a:xfrm>
                <a:off x="4467590" y="2175396"/>
                <a:ext cx="4403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E8DC402-B78D-2494-D8AB-0E151B832D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7590" y="2175396"/>
                <a:ext cx="440377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90857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0038" y="0"/>
            <a:ext cx="51200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Power discussion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4DB4A7-1CCA-001D-2367-6CA380BE0510}"/>
                  </a:ext>
                </a:extLst>
              </p:cNvPr>
              <p:cNvSpPr txBox="1"/>
              <p:nvPr/>
            </p:nvSpPr>
            <p:spPr>
              <a:xfrm>
                <a:off x="778327" y="760912"/>
                <a:ext cx="700495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>
                    <a:solidFill>
                      <a:srgbClr val="FFFF00"/>
                    </a:solidFill>
                  </a:rPr>
                  <a:t>Let say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func>
                      <m:funcPr>
                        <m:ctrlPr>
                          <a:rPr lang="en-US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  <m:r>
                      <a:rPr lang="en-US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m:rPr>
                        <m:sty m:val="p"/>
                      </m:rPr>
                      <a:rPr lang="en-US" sz="280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800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34DB4A7-1CCA-001D-2367-6CA380BE0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27" y="760912"/>
                <a:ext cx="7004957" cy="523220"/>
              </a:xfrm>
              <a:prstGeom prst="rect">
                <a:avLst/>
              </a:prstGeom>
              <a:blipFill>
                <a:blip r:embed="rId2"/>
                <a:stretch>
                  <a:fillRect l="-1828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17FA769-1B5E-379E-C36C-6B51C039B590}"/>
                  </a:ext>
                </a:extLst>
              </p:cNvPr>
              <p:cNvSpPr/>
              <p:nvPr/>
            </p:nvSpPr>
            <p:spPr>
              <a:xfrm>
                <a:off x="1744281" y="1313592"/>
                <a:ext cx="109876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17FA769-1B5E-379E-C36C-6B51C039B5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281" y="1313592"/>
                <a:ext cx="109876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D5C47D8-5D9B-9EB4-D701-6371F0A9EDE3}"/>
                  </a:ext>
                </a:extLst>
              </p:cNvPr>
              <p:cNvSpPr/>
              <p:nvPr/>
            </p:nvSpPr>
            <p:spPr>
              <a:xfrm>
                <a:off x="2664124" y="1351693"/>
                <a:ext cx="100598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𝑉𝐼</m:t>
                      </m:r>
                      <m:r>
                        <a:rPr lang="en-US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D5C47D8-5D9B-9EB4-D701-6371F0A9ED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124" y="1351693"/>
                <a:ext cx="1005981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77BDCE-F8A2-8E9D-7ABB-943B8ADDE9A2}"/>
                  </a:ext>
                </a:extLst>
              </p:cNvPr>
              <p:cNvSpPr txBox="1"/>
              <p:nvPr/>
            </p:nvSpPr>
            <p:spPr>
              <a:xfrm>
                <a:off x="3347356" y="1346563"/>
                <a:ext cx="22043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func>
                        <m:func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077BDCE-F8A2-8E9D-7ABB-943B8ADDE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356" y="1346563"/>
                <a:ext cx="220435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B9DE33-739A-D6FE-A640-81B189030027}"/>
                  </a:ext>
                </a:extLst>
              </p:cNvPr>
              <p:cNvSpPr txBox="1"/>
              <p:nvPr/>
            </p:nvSpPr>
            <p:spPr>
              <a:xfrm>
                <a:off x="4953000" y="1368335"/>
                <a:ext cx="284117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8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0B9DE33-739A-D6FE-A640-81B189030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1368335"/>
                <a:ext cx="284117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D40358-E9A8-69FF-D801-F88586D60097}"/>
                  </a:ext>
                </a:extLst>
              </p:cNvPr>
              <p:cNvSpPr txBox="1"/>
              <p:nvPr/>
            </p:nvSpPr>
            <p:spPr>
              <a:xfrm>
                <a:off x="3320142" y="2021477"/>
                <a:ext cx="22043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func>
                        <m:func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D40358-E9A8-69FF-D801-F88586D60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0142" y="2021477"/>
                <a:ext cx="2204356" cy="523220"/>
              </a:xfrm>
              <a:prstGeom prst="rect">
                <a:avLst/>
              </a:prstGeom>
              <a:blipFill>
                <a:blip r:embed="rId7"/>
                <a:stretch>
                  <a:fillRect r="-1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D16CF7-8025-B8A1-75C6-F398EA8A4488}"/>
                  </a:ext>
                </a:extLst>
              </p:cNvPr>
              <p:cNvSpPr txBox="1"/>
              <p:nvPr/>
            </p:nvSpPr>
            <p:spPr>
              <a:xfrm>
                <a:off x="5453743" y="2026921"/>
                <a:ext cx="55734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5D16CF7-8025-B8A1-75C6-F398EA8A4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3743" y="2026921"/>
                <a:ext cx="557348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FE77E8-2ADC-2B57-03CA-576A172CE8EA}"/>
                  </a:ext>
                </a:extLst>
              </p:cNvPr>
              <p:cNvSpPr txBox="1"/>
              <p:nvPr/>
            </p:nvSpPr>
            <p:spPr>
              <a:xfrm>
                <a:off x="3325585" y="2647406"/>
                <a:ext cx="11647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FE77E8-2ADC-2B57-03CA-576A172CE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585" y="2647406"/>
                <a:ext cx="116477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5A4A1D-185B-257E-DF96-4F97B872FF06}"/>
                  </a:ext>
                </a:extLst>
              </p:cNvPr>
              <p:cNvSpPr txBox="1"/>
              <p:nvPr/>
            </p:nvSpPr>
            <p:spPr>
              <a:xfrm>
                <a:off x="4234540" y="2636522"/>
                <a:ext cx="690154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func>
                        <m:func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5A4A1D-185B-257E-DF96-4F97B872F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540" y="2636522"/>
                <a:ext cx="690154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C24F808-DE8E-FB76-DA5A-F01A9106FC93}"/>
                  </a:ext>
                </a:extLst>
              </p:cNvPr>
              <p:cNvSpPr/>
              <p:nvPr/>
            </p:nvSpPr>
            <p:spPr>
              <a:xfrm>
                <a:off x="1798710" y="3507064"/>
                <a:ext cx="1718291" cy="5582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𝑎𝑣𝑒𝑟𝑔𝑒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C24F808-DE8E-FB76-DA5A-F01A9106FC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8710" y="3507064"/>
                <a:ext cx="1718291" cy="5582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>
            <a:extLst>
              <a:ext uri="{FF2B5EF4-FFF2-40B4-BE49-F238E27FC236}">
                <a16:creationId xmlns:a16="http://schemas.microsoft.com/office/drawing/2014/main" id="{B7DB0F84-9118-E50E-8343-0DD28DA040DB}"/>
              </a:ext>
            </a:extLst>
          </p:cNvPr>
          <p:cNvSpPr/>
          <p:nvPr/>
        </p:nvSpPr>
        <p:spPr>
          <a:xfrm rot="5400000">
            <a:off x="5064127" y="2620518"/>
            <a:ext cx="232535" cy="1314759"/>
          </a:xfrm>
          <a:prstGeom prst="rightBrac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3814DF-C689-2726-F75E-3AEC00526315}"/>
                  </a:ext>
                </a:extLst>
              </p:cNvPr>
              <p:cNvSpPr txBox="1"/>
              <p:nvPr/>
            </p:nvSpPr>
            <p:spPr>
              <a:xfrm>
                <a:off x="4191000" y="3413760"/>
                <a:ext cx="2301240" cy="700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2800" dirty="0">
                    <a:solidFill>
                      <a:schemeClr val="bg1"/>
                    </a:solidFill>
                  </a:rPr>
                  <a:t>Averge value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3814DF-C689-2726-F75E-3AEC00526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3413760"/>
                <a:ext cx="2301240" cy="700705"/>
              </a:xfrm>
              <a:prstGeom prst="rect">
                <a:avLst/>
              </a:prstGeom>
              <a:blipFill>
                <a:blip r:embed="rId12"/>
                <a:stretch>
                  <a:fillRect l="-5570" b="-1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Brace 17">
            <a:extLst>
              <a:ext uri="{FF2B5EF4-FFF2-40B4-BE49-F238E27FC236}">
                <a16:creationId xmlns:a16="http://schemas.microsoft.com/office/drawing/2014/main" id="{7D9F08C1-27E3-6590-6DFA-8BB138DDAC6E}"/>
              </a:ext>
            </a:extLst>
          </p:cNvPr>
          <p:cNvSpPr/>
          <p:nvPr/>
        </p:nvSpPr>
        <p:spPr>
          <a:xfrm rot="5400000">
            <a:off x="9526842" y="2150683"/>
            <a:ext cx="175930" cy="2197825"/>
          </a:xfrm>
          <a:prstGeom prst="rightBrace">
            <a:avLst/>
          </a:prstGeom>
          <a:ln w="190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3D7C90-145A-F4AE-EA04-F1E8941EFFC3}"/>
                  </a:ext>
                </a:extLst>
              </p:cNvPr>
              <p:cNvSpPr txBox="1"/>
              <p:nvPr/>
            </p:nvSpPr>
            <p:spPr>
              <a:xfrm>
                <a:off x="8488680" y="3413760"/>
                <a:ext cx="24841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2800" dirty="0">
                    <a:solidFill>
                      <a:schemeClr val="bg1"/>
                    </a:solidFill>
                  </a:rPr>
                  <a:t>Averge value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13D7C90-145A-F4AE-EA04-F1E8941EF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8680" y="3413760"/>
                <a:ext cx="2484120" cy="523220"/>
              </a:xfrm>
              <a:prstGeom prst="rect">
                <a:avLst/>
              </a:prstGeom>
              <a:blipFill>
                <a:blip r:embed="rId13"/>
                <a:stretch>
                  <a:fillRect l="-5160"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7997660-7BA1-37E5-F873-AC0692C9987D}"/>
                  </a:ext>
                </a:extLst>
              </p:cNvPr>
              <p:cNvSpPr/>
              <p:nvPr/>
            </p:nvSpPr>
            <p:spPr>
              <a:xfrm>
                <a:off x="1813950" y="4253824"/>
                <a:ext cx="1718291" cy="5582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𝑎𝑣𝑒𝑟𝑔𝑒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7997660-7BA1-37E5-F873-AC0692C998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950" y="4253824"/>
                <a:ext cx="1718291" cy="55823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555719-7051-BCEB-FB0E-396BCAB2DC8E}"/>
                  </a:ext>
                </a:extLst>
              </p:cNvPr>
              <p:cNvSpPr txBox="1"/>
              <p:nvPr/>
            </p:nvSpPr>
            <p:spPr>
              <a:xfrm>
                <a:off x="3493225" y="4034246"/>
                <a:ext cx="1164772" cy="896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3555719-7051-BCEB-FB0E-396BCAB2D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3225" y="4034246"/>
                <a:ext cx="1164772" cy="896143"/>
              </a:xfrm>
              <a:prstGeom prst="rect">
                <a:avLst/>
              </a:prstGeom>
              <a:blipFill>
                <a:blip r:embed="rId15"/>
                <a:stretch>
                  <a:fillRect r="-51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55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3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453A41-3981-66A6-31EB-558FC7BEFA39}"/>
              </a:ext>
            </a:extLst>
          </p:cNvPr>
          <p:cNvSpPr/>
          <p:nvPr/>
        </p:nvSpPr>
        <p:spPr>
          <a:xfrm>
            <a:off x="222254" y="155959"/>
            <a:ext cx="15932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Note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A0DE1D-A707-C951-CF37-A77C28481142}"/>
                  </a:ext>
                </a:extLst>
              </p:cNvPr>
              <p:cNvSpPr txBox="1"/>
              <p:nvPr/>
            </p:nvSpPr>
            <p:spPr>
              <a:xfrm>
                <a:off x="3965665" y="148046"/>
                <a:ext cx="5330736" cy="896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</m:e>
                      </m:func>
                      <m:r>
                        <a:rPr lang="en-US" sz="2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 →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FFFF00"/>
                          </a:solidFill>
                        </a:rPr>
                        <m:t>universal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FFFF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FFFF00"/>
                          </a:solidFill>
                        </a:rPr>
                        <m:t>formula</m:t>
                      </m:r>
                    </m:oMath>
                  </m:oMathPara>
                </a14:m>
                <a:endParaRPr lang="en-US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2A0DE1D-A707-C951-CF37-A77C28481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665" y="148046"/>
                <a:ext cx="5330736" cy="8961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5480D5-2AEC-30FB-3A0A-9F8B4A75C426}"/>
                  </a:ext>
                </a:extLst>
              </p:cNvPr>
              <p:cNvSpPr txBox="1"/>
              <p:nvPr/>
            </p:nvSpPr>
            <p:spPr>
              <a:xfrm>
                <a:off x="2011681" y="332087"/>
                <a:ext cx="2103119" cy="558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𝑎𝑣𝑒𝑟𝑔𝑒</m:t>
                        </m:r>
                      </m:sub>
                    </m:sSub>
                    <m:r>
                      <a:rPr lang="en-IN" sz="280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5480D5-2AEC-30FB-3A0A-9F8B4A75C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681" y="332087"/>
                <a:ext cx="2103119" cy="5582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94B9242-BDED-E147-5377-1FB70CE4F075}"/>
                  </a:ext>
                </a:extLst>
              </p:cNvPr>
              <p:cNvSpPr txBox="1"/>
              <p:nvPr/>
            </p:nvSpPr>
            <p:spPr>
              <a:xfrm>
                <a:off x="2035814" y="1139807"/>
                <a:ext cx="698471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GB" sz="28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Cos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FFFF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IN" sz="28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is called</a:t>
                </a: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94B9242-BDED-E147-5377-1FB70CE4F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814" y="1139807"/>
                <a:ext cx="6984711" cy="523220"/>
              </a:xfrm>
              <a:prstGeom prst="rect">
                <a:avLst/>
              </a:prstGeom>
              <a:blipFill>
                <a:blip r:embed="rId4"/>
                <a:stretch>
                  <a:fillRect l="-1571" t="-11628" b="-39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57A69B71-3F6D-2D62-C089-634BA6466C19}"/>
              </a:ext>
            </a:extLst>
          </p:cNvPr>
          <p:cNvSpPr txBox="1"/>
          <p:nvPr/>
        </p:nvSpPr>
        <p:spPr>
          <a:xfrm>
            <a:off x="4458975" y="1063607"/>
            <a:ext cx="2094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 factor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B2C700-0ABF-272E-0B90-28D98BF7070F}"/>
              </a:ext>
            </a:extLst>
          </p:cNvPr>
          <p:cNvSpPr txBox="1"/>
          <p:nvPr/>
        </p:nvSpPr>
        <p:spPr>
          <a:xfrm>
            <a:off x="2051054" y="1703687"/>
            <a:ext cx="6984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Apparent power loss </a:t>
            </a:r>
            <a:endParaRPr lang="en-IN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994D3E4-E1B0-9D11-9EE0-F6D2E2CC60C4}"/>
                  </a:ext>
                </a:extLst>
              </p:cNvPr>
              <p:cNvSpPr txBox="1"/>
              <p:nvPr/>
            </p:nvSpPr>
            <p:spPr>
              <a:xfrm>
                <a:off x="5394960" y="1580606"/>
                <a:ext cx="1252946" cy="896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994D3E4-E1B0-9D11-9EE0-F6D2E2CC6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960" y="1580606"/>
                <a:ext cx="1252946" cy="8961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34E3AB9B-FBBD-C02A-988B-6600A4C42DA6}"/>
              </a:ext>
            </a:extLst>
          </p:cNvPr>
          <p:cNvSpPr txBox="1"/>
          <p:nvPr/>
        </p:nvSpPr>
        <p:spPr>
          <a:xfrm>
            <a:off x="2020575" y="2480927"/>
            <a:ext cx="53251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 loss happen only across</a:t>
            </a:r>
            <a:endParaRPr lang="en-IN" sz="28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955CCB5-792A-731D-F78A-8FBE57A409D0}"/>
              </a:ext>
            </a:extLst>
          </p:cNvPr>
          <p:cNvSpPr txBox="1"/>
          <p:nvPr/>
        </p:nvSpPr>
        <p:spPr>
          <a:xfrm>
            <a:off x="6873240" y="2480927"/>
            <a:ext cx="1820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resistor</a:t>
            </a:r>
            <a:endParaRPr lang="en-IN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CBDA8AF-9016-BEAC-5FA5-6743F4D6CF9F}"/>
                  </a:ext>
                </a:extLst>
              </p:cNvPr>
              <p:cNvSpPr/>
              <p:nvPr/>
            </p:nvSpPr>
            <p:spPr>
              <a:xfrm>
                <a:off x="2035814" y="4294957"/>
                <a:ext cx="2846664" cy="5564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IN" sz="2800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𝑝𝑜𝑤𝑒𝑟</m:t>
                        </m:r>
                      </m:sub>
                    </m:sSub>
                  </m:oMath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BCBDA8AF-9016-BEAC-5FA5-6743F4D6CF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814" y="4294957"/>
                <a:ext cx="2846664" cy="5564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1DB685A-522F-3FC6-B877-353B852AEF61}"/>
                  </a:ext>
                </a:extLst>
              </p:cNvPr>
              <p:cNvSpPr txBox="1"/>
              <p:nvPr/>
            </p:nvSpPr>
            <p:spPr>
              <a:xfrm>
                <a:off x="2035814" y="3087889"/>
                <a:ext cx="9653265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GB" sz="28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We can use DC formula[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800" b="0" i="1" smtClean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0" i="1" smtClean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𝑉𝐼</m:t>
                    </m:r>
                  </m:oMath>
                </a14:m>
                <a:r>
                  <a:rPr lang="en-GB" sz="2800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b="0" i="1" dirty="0" smtClean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800" b="0" i="1" dirty="0" smtClean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800" b="0" i="1" dirty="0" smtClean="0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dirty="0" smtClean="0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IN" sz="2800" b="0" i="1" dirty="0" smtClean="0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b="0" i="1" dirty="0" smtClean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2800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b="0" i="1" dirty="0" smtClean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800" b="0" i="1" dirty="0" smtClean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IN" sz="2800" b="0" i="1" dirty="0" smtClean="0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800" b="0" i="1" dirty="0" smtClean="0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IN" sz="2800" b="0" i="1" dirty="0" smtClean="0">
                            <a:solidFill>
                              <a:srgbClr val="FFFF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800" b="0" i="1" dirty="0" smtClean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800" b="0" i="1" dirty="0" smtClean="0"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28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] for power if we use RMS value</a:t>
                </a:r>
                <a:endParaRPr lang="en-IN" sz="28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1DB685A-522F-3FC6-B877-353B852AE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814" y="3087889"/>
                <a:ext cx="9653265" cy="954107"/>
              </a:xfrm>
              <a:prstGeom prst="rect">
                <a:avLst/>
              </a:prstGeom>
              <a:blipFill>
                <a:blip r:embed="rId7"/>
                <a:stretch>
                  <a:fillRect l="-1137" t="-7051" r="-1832" b="-2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BFBF48E-79F5-79F4-E0B7-B72FB86C162B}"/>
                  </a:ext>
                </a:extLst>
              </p:cNvPr>
              <p:cNvSpPr/>
              <p:nvPr/>
            </p:nvSpPr>
            <p:spPr>
              <a:xfrm>
                <a:off x="2645748" y="4351655"/>
                <a:ext cx="284666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IN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FBFBF48E-79F5-79F4-E0B7-B72FB86C16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5748" y="4351655"/>
                <a:ext cx="284666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3886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33" grpId="0"/>
      <p:bldP spid="40" grpId="0"/>
      <p:bldP spid="46" grpId="0"/>
      <p:bldP spid="47" grpId="0"/>
      <p:bldP spid="50" grpId="0"/>
      <p:bldP spid="53" grpId="0"/>
      <p:bldP spid="54" grpId="0"/>
      <p:bldP spid="55" grpId="0"/>
      <p:bldP spid="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4D4324-48CC-01A2-7D04-FB8A2A953F4A}"/>
              </a:ext>
            </a:extLst>
          </p:cNvPr>
          <p:cNvSpPr/>
          <p:nvPr/>
        </p:nvSpPr>
        <p:spPr>
          <a:xfrm>
            <a:off x="0" y="0"/>
            <a:ext cx="49239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Wattless current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3CF59DB-1539-01D5-B556-AD9C1E4DBA6E}"/>
              </a:ext>
            </a:extLst>
          </p:cNvPr>
          <p:cNvGrpSpPr/>
          <p:nvPr/>
        </p:nvGrpSpPr>
        <p:grpSpPr>
          <a:xfrm>
            <a:off x="993475" y="1082170"/>
            <a:ext cx="3213010" cy="1937254"/>
            <a:chOff x="1052261" y="822117"/>
            <a:chExt cx="3213010" cy="193725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E0D61A1-CBBB-9ECE-9973-9A58D3C057A7}"/>
                </a:ext>
              </a:extLst>
            </p:cNvPr>
            <p:cNvGrpSpPr/>
            <p:nvPr/>
          </p:nvGrpSpPr>
          <p:grpSpPr>
            <a:xfrm rot="563813">
              <a:off x="1052261" y="1257287"/>
              <a:ext cx="2544763" cy="1429468"/>
              <a:chOff x="1052074" y="1259558"/>
              <a:chExt cx="2544763" cy="1429468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902A4CE0-B00D-F41B-7E56-F26F2FF8C86D}"/>
                  </a:ext>
                </a:extLst>
              </p:cNvPr>
              <p:cNvCxnSpPr>
                <a:cxnSpLocks/>
              </p:cNvCxnSpPr>
              <p:nvPr/>
            </p:nvCxnSpPr>
            <p:spPr>
              <a:xfrm rot="21036187">
                <a:off x="1056517" y="2481639"/>
                <a:ext cx="2540320" cy="747"/>
              </a:xfrm>
              <a:prstGeom prst="straightConnector1">
                <a:avLst/>
              </a:prstGeom>
              <a:ln w="1905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B72CA6DD-82D1-7A3D-B673-B194682D9C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2074" y="1259558"/>
                <a:ext cx="1444906" cy="1429468"/>
              </a:xfrm>
              <a:prstGeom prst="straightConnector1">
                <a:avLst/>
              </a:prstGeom>
              <a:ln w="1905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9539890-39FC-E9B3-3DF3-FD0BABA80DA2}"/>
                    </a:ext>
                  </a:extLst>
                </p:cNvPr>
                <p:cNvSpPr txBox="1"/>
                <p:nvPr/>
              </p:nvSpPr>
              <p:spPr>
                <a:xfrm>
                  <a:off x="3350871" y="2236151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9539890-39FC-E9B3-3DF3-FD0BABA80D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0871" y="2236151"/>
                  <a:ext cx="914400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F96BEEB-26F0-935F-7B7B-C93B38C7B94C}"/>
                    </a:ext>
                  </a:extLst>
                </p:cNvPr>
                <p:cNvSpPr txBox="1"/>
                <p:nvPr/>
              </p:nvSpPr>
              <p:spPr>
                <a:xfrm>
                  <a:off x="2025040" y="822117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F96BEEB-26F0-935F-7B7B-C93B38C7B9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5040" y="822117"/>
                  <a:ext cx="91440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B3A7537-FC95-A5E8-A92F-9A5BCF1AC18C}"/>
                    </a:ext>
                  </a:extLst>
                </p:cNvPr>
                <p:cNvSpPr txBox="1"/>
                <p:nvPr/>
              </p:nvSpPr>
              <p:spPr>
                <a:xfrm>
                  <a:off x="1110640" y="2012562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B3A7537-FC95-A5E8-A92F-9A5BCF1AC1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640" y="2012562"/>
                  <a:ext cx="91440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D583AAF-1042-6CE6-E86C-A008CD01DAF1}"/>
              </a:ext>
            </a:extLst>
          </p:cNvPr>
          <p:cNvCxnSpPr/>
          <p:nvPr/>
        </p:nvCxnSpPr>
        <p:spPr>
          <a:xfrm>
            <a:off x="914990" y="3019424"/>
            <a:ext cx="1474546" cy="0"/>
          </a:xfrm>
          <a:prstGeom prst="straightConnector1">
            <a:avLst/>
          </a:prstGeom>
          <a:ln w="19050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BB2967-7C96-2CB2-91B6-B3E17142E255}"/>
              </a:ext>
            </a:extLst>
          </p:cNvPr>
          <p:cNvCxnSpPr>
            <a:cxnSpLocks/>
          </p:cNvCxnSpPr>
          <p:nvPr/>
        </p:nvCxnSpPr>
        <p:spPr>
          <a:xfrm>
            <a:off x="2552762" y="1554894"/>
            <a:ext cx="0" cy="1178077"/>
          </a:xfrm>
          <a:prstGeom prst="straightConnector1">
            <a:avLst/>
          </a:prstGeom>
          <a:ln w="19050">
            <a:solidFill>
              <a:srgbClr val="FFFF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8881549-05FC-35F0-5E7B-6ABA895B11EC}"/>
                  </a:ext>
                </a:extLst>
              </p:cNvPr>
              <p:cNvSpPr txBox="1"/>
              <p:nvPr/>
            </p:nvSpPr>
            <p:spPr>
              <a:xfrm>
                <a:off x="1051854" y="3140435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𝐼𝑐𝑜𝑠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8881549-05FC-35F0-5E7B-6ABA895B1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854" y="3140435"/>
                <a:ext cx="914400" cy="523220"/>
              </a:xfrm>
              <a:prstGeom prst="rect">
                <a:avLst/>
              </a:prstGeom>
              <a:blipFill>
                <a:blip r:embed="rId6"/>
                <a:stretch>
                  <a:fillRect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391392C-B758-960F-57E6-52E3C71B45AE}"/>
                  </a:ext>
                </a:extLst>
              </p:cNvPr>
              <p:cNvSpPr txBox="1"/>
              <p:nvPr/>
            </p:nvSpPr>
            <p:spPr>
              <a:xfrm>
                <a:off x="2590947" y="1907944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𝐼𝑠𝑖𝑛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391392C-B758-960F-57E6-52E3C71B4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947" y="1907944"/>
                <a:ext cx="91440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A6A5ACFF-1A86-DD13-AE89-FFE5E3756706}"/>
              </a:ext>
            </a:extLst>
          </p:cNvPr>
          <p:cNvSpPr txBox="1"/>
          <p:nvPr/>
        </p:nvSpPr>
        <p:spPr>
          <a:xfrm>
            <a:off x="4127642" y="1367535"/>
            <a:ext cx="42155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Wattless current 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A0A132A-F71B-A2D8-995F-378F0A8716C6}"/>
                  </a:ext>
                </a:extLst>
              </p:cNvPr>
              <p:cNvSpPr txBox="1"/>
              <p:nvPr/>
            </p:nvSpPr>
            <p:spPr>
              <a:xfrm>
                <a:off x="6440178" y="1340579"/>
                <a:ext cx="21077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𝐼𝑠𝑖𝑛</m:t>
                      </m:r>
                      <m:r>
                        <a:rPr lang="en-IN" sz="2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 err="1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A0A132A-F71B-A2D8-995F-378F0A871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0178" y="1340579"/>
                <a:ext cx="210779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3892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7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3F3EB5-2361-146B-6AE9-B36C8A713841}"/>
              </a:ext>
            </a:extLst>
          </p:cNvPr>
          <p:cNvSpPr/>
          <p:nvPr/>
        </p:nvSpPr>
        <p:spPr>
          <a:xfrm>
            <a:off x="4466249" y="2804160"/>
            <a:ext cx="2763256" cy="923330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LC circuit</a:t>
            </a:r>
          </a:p>
        </p:txBody>
      </p:sp>
    </p:spTree>
    <p:extLst>
      <p:ext uri="{BB962C8B-B14F-4D97-AF65-F5344CB8AC3E}">
        <p14:creationId xmlns:p14="http://schemas.microsoft.com/office/powerpoint/2010/main" val="4048740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E0D3CF5-C5ED-E129-0A4B-E3A2E5AF2C4C}"/>
              </a:ext>
            </a:extLst>
          </p:cNvPr>
          <p:cNvSpPr/>
          <p:nvPr/>
        </p:nvSpPr>
        <p:spPr>
          <a:xfrm>
            <a:off x="575922" y="985001"/>
            <a:ext cx="1986242" cy="37196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594413" y="2578285"/>
            <a:ext cx="1774658" cy="1982513"/>
            <a:chOff x="372344" y="989288"/>
            <a:chExt cx="1774658" cy="2081784"/>
          </a:xfrm>
        </p:grpSpPr>
        <p:cxnSp>
          <p:nvCxnSpPr>
            <p:cNvPr id="6" name="Straight Connector 5"/>
            <p:cNvCxnSpPr/>
            <p:nvPr/>
          </p:nvCxnSpPr>
          <p:spPr>
            <a:xfrm>
              <a:off x="840361" y="989288"/>
              <a:ext cx="0" cy="82296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840361" y="2248112"/>
              <a:ext cx="0" cy="82296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840361" y="989288"/>
              <a:ext cx="1133856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1974217" y="989288"/>
              <a:ext cx="0" cy="2081784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840361" y="3071072"/>
              <a:ext cx="1133856" cy="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1444923" y="1732340"/>
                  <a:ext cx="365741" cy="38782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4923" y="1732340"/>
                  <a:ext cx="365741" cy="38782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" name="Group 14"/>
            <p:cNvGrpSpPr/>
            <p:nvPr/>
          </p:nvGrpSpPr>
          <p:grpSpPr>
            <a:xfrm>
              <a:off x="1804102" y="1551296"/>
              <a:ext cx="342900" cy="724176"/>
              <a:chOff x="1204546" y="4551816"/>
              <a:chExt cx="342900" cy="724176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1204546" y="4551816"/>
                <a:ext cx="342900" cy="90522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1204546" y="4642338"/>
                <a:ext cx="342900" cy="90522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1204546" y="4732860"/>
                <a:ext cx="342900" cy="90522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1204546" y="4823382"/>
                <a:ext cx="342900" cy="90522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1204546" y="4913904"/>
                <a:ext cx="342900" cy="90522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1204546" y="5004426"/>
                <a:ext cx="342900" cy="90522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1204546" y="5094948"/>
                <a:ext cx="342900" cy="90522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40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1204546" y="5185470"/>
                <a:ext cx="342900" cy="90522"/>
              </a:xfrm>
              <a:prstGeom prst="ellipse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IN" sz="24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408942" y="1791198"/>
              <a:ext cx="873466" cy="484274"/>
              <a:chOff x="1266092" y="5107634"/>
              <a:chExt cx="873466" cy="484274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1362456" y="5168900"/>
                <a:ext cx="677359" cy="35191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1266092" y="5117465"/>
                <a:ext cx="133998" cy="47444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2005560" y="5107634"/>
                <a:ext cx="133998" cy="47444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372344" y="1881087"/>
                  <a:ext cx="385554" cy="38782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344" y="1881087"/>
                  <a:ext cx="385554" cy="38782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3" name="Straight Arrow Connector 32"/>
          <p:cNvCxnSpPr>
            <a:cxnSpLocks/>
            <a:stCxn id="34" idx="2"/>
          </p:cNvCxnSpPr>
          <p:nvPr/>
        </p:nvCxnSpPr>
        <p:spPr>
          <a:xfrm>
            <a:off x="1112013" y="1631217"/>
            <a:ext cx="12999" cy="637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469625" y="1169552"/>
                <a:ext cx="128477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𝐸𝑛𝑒𝑟𝑔𝑦</m:t>
                      </m:r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25" y="1169552"/>
                <a:ext cx="1284775" cy="461665"/>
              </a:xfrm>
              <a:prstGeom prst="rect">
                <a:avLst/>
              </a:prstGeom>
              <a:blipFill>
                <a:blip r:embed="rId4"/>
                <a:stretch>
                  <a:fillRect l="-474" r="-474" b="-157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/>
          <p:cNvSpPr/>
          <p:nvPr/>
        </p:nvSpPr>
        <p:spPr>
          <a:xfrm>
            <a:off x="2886105" y="923330"/>
            <a:ext cx="428478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800" i="0" dirty="0">
                <a:solidFill>
                  <a:srgbClr val="FFFFFF"/>
                </a:solidFill>
                <a:latin typeface="+mj-lt"/>
              </a:rPr>
              <a:t>Neither capacitor nor inductor can lose energy</a:t>
            </a:r>
            <a:endParaRPr lang="en-IN" sz="280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1889" y="0"/>
            <a:ext cx="2763256" cy="923330"/>
          </a:xfrm>
          <a:prstGeom prst="rect">
            <a:avLst/>
          </a:prstGeom>
          <a:noFill/>
        </p:spPr>
        <p:txBody>
          <a:bodyPr wrap="none" lIns="91440" tIns="45720" rIns="91440" bIns="45720" anchor="ctr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LC circuit</a:t>
            </a:r>
          </a:p>
        </p:txBody>
      </p:sp>
    </p:spTree>
    <p:extLst>
      <p:ext uri="{BB962C8B-B14F-4D97-AF65-F5344CB8AC3E}">
        <p14:creationId xmlns:p14="http://schemas.microsoft.com/office/powerpoint/2010/main" val="184512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35BB4ADF-5C4E-7D0D-EC75-05FCB4419F18}"/>
              </a:ext>
            </a:extLst>
          </p:cNvPr>
          <p:cNvGrpSpPr/>
          <p:nvPr/>
        </p:nvGrpSpPr>
        <p:grpSpPr>
          <a:xfrm>
            <a:off x="394274" y="129941"/>
            <a:ext cx="11687932" cy="2110339"/>
            <a:chOff x="1751798" y="866883"/>
            <a:chExt cx="10574332" cy="1490872"/>
          </a:xfrm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11DF2A6B-DBAA-870B-849D-11C1AEFD5FD0}"/>
                </a:ext>
              </a:extLst>
            </p:cNvPr>
            <p:cNvSpPr/>
            <p:nvPr/>
          </p:nvSpPr>
          <p:spPr>
            <a:xfrm>
              <a:off x="1751798" y="866883"/>
              <a:ext cx="10574332" cy="1490872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2050" name="Picture 2" descr="LC Oscillation | Formulas, Definition, Examples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284" b="57425"/>
            <a:stretch/>
          </p:blipFill>
          <p:spPr bwMode="auto">
            <a:xfrm>
              <a:off x="1876927" y="965167"/>
              <a:ext cx="10347690" cy="1231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DE3FCD-DDB4-BAD4-498A-7A11FB94043E}"/>
                  </a:ext>
                </a:extLst>
              </p:cNvPr>
              <p:cNvSpPr txBox="1"/>
              <p:nvPr/>
            </p:nvSpPr>
            <p:spPr>
              <a:xfrm>
                <a:off x="1259944" y="2484120"/>
                <a:ext cx="914400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DE3FCD-DDB4-BAD4-498A-7A11FB940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944" y="2484120"/>
                <a:ext cx="914400" cy="898964"/>
              </a:xfrm>
              <a:prstGeom prst="rect">
                <a:avLst/>
              </a:prstGeom>
              <a:blipFill>
                <a:blip r:embed="rId3"/>
                <a:stretch>
                  <a:fillRect r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0501D9-3DC9-CA07-42E2-4E9BD78D5D38}"/>
                  </a:ext>
                </a:extLst>
              </p:cNvPr>
              <p:cNvSpPr txBox="1"/>
              <p:nvPr/>
            </p:nvSpPr>
            <p:spPr>
              <a:xfrm>
                <a:off x="5794092" y="2484120"/>
                <a:ext cx="914400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0501D9-3DC9-CA07-42E2-4E9BD78D5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092" y="2484120"/>
                <a:ext cx="914400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36DEDB-108F-5DA2-82B0-56FD6878EA9E}"/>
                  </a:ext>
                </a:extLst>
              </p:cNvPr>
              <p:cNvSpPr txBox="1"/>
              <p:nvPr/>
            </p:nvSpPr>
            <p:spPr>
              <a:xfrm>
                <a:off x="8723373" y="2484120"/>
                <a:ext cx="2750479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36DEDB-108F-5DA2-82B0-56FD6878E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3373" y="2484120"/>
                <a:ext cx="2750479" cy="8989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CF35912-A2DA-EFB2-4EF0-07E1811A8820}"/>
              </a:ext>
            </a:extLst>
          </p:cNvPr>
          <p:cNvSpPr/>
          <p:nvPr/>
        </p:nvSpPr>
        <p:spPr>
          <a:xfrm>
            <a:off x="3327410" y="2444411"/>
            <a:ext cx="5293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=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6C44EE-B8B4-1FB1-2169-2A194898C0C7}"/>
              </a:ext>
            </a:extLst>
          </p:cNvPr>
          <p:cNvSpPr/>
          <p:nvPr/>
        </p:nvSpPr>
        <p:spPr>
          <a:xfrm>
            <a:off x="7434786" y="2499257"/>
            <a:ext cx="5293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=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B19DBFBE-B170-0282-8A09-7C6EC97C96AD}"/>
              </a:ext>
            </a:extLst>
          </p:cNvPr>
          <p:cNvGrpSpPr/>
          <p:nvPr/>
        </p:nvGrpSpPr>
        <p:grpSpPr>
          <a:xfrm>
            <a:off x="1359006" y="3765512"/>
            <a:ext cx="6154919" cy="523220"/>
            <a:chOff x="759048" y="4256058"/>
            <a:chExt cx="6154919" cy="523220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D84F9180-2CD0-3DCC-3824-FC16D989F512}"/>
                </a:ext>
              </a:extLst>
            </p:cNvPr>
            <p:cNvSpPr txBox="1"/>
            <p:nvPr/>
          </p:nvSpPr>
          <p:spPr>
            <a:xfrm>
              <a:off x="1051831" y="4256058"/>
              <a:ext cx="58621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800" dirty="0">
                  <a:solidFill>
                    <a:schemeClr val="bg1"/>
                  </a:solidFill>
                </a:rPr>
                <a:t>Used to _________________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E1465FD7-6C8F-F3B5-EDEB-434AFAA0FBAA}"/>
                </a:ext>
              </a:extLst>
            </p:cNvPr>
            <p:cNvSpPr/>
            <p:nvPr/>
          </p:nvSpPr>
          <p:spPr>
            <a:xfrm>
              <a:off x="759048" y="4394930"/>
              <a:ext cx="203200" cy="203200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3510A19C-3DC5-CC54-2C60-F57A83577BC9}"/>
              </a:ext>
            </a:extLst>
          </p:cNvPr>
          <p:cNvSpPr txBox="1"/>
          <p:nvPr/>
        </p:nvSpPr>
        <p:spPr>
          <a:xfrm>
            <a:off x="3065003" y="3731515"/>
            <a:ext cx="2962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</a:rPr>
              <a:t>Convert DC to AC 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F79B4890-CB4C-53D8-3FAF-707D3AC72C04}"/>
              </a:ext>
            </a:extLst>
          </p:cNvPr>
          <p:cNvGrpSpPr/>
          <p:nvPr/>
        </p:nvGrpSpPr>
        <p:grpSpPr>
          <a:xfrm>
            <a:off x="1387426" y="4545194"/>
            <a:ext cx="6154919" cy="523220"/>
            <a:chOff x="759048" y="4256058"/>
            <a:chExt cx="6154919" cy="523220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5D23EB39-5278-0B5B-066F-842534010BC1}"/>
                </a:ext>
              </a:extLst>
            </p:cNvPr>
            <p:cNvSpPr txBox="1"/>
            <p:nvPr/>
          </p:nvSpPr>
          <p:spPr>
            <a:xfrm>
              <a:off x="1051831" y="4256058"/>
              <a:ext cx="58621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800" dirty="0">
                  <a:solidFill>
                    <a:schemeClr val="bg1"/>
                  </a:solidFill>
                </a:rPr>
                <a:t>Tank circuit as it ___________</a:t>
              </a:r>
              <a:endParaRPr lang="en-IN" sz="2800" dirty="0">
                <a:solidFill>
                  <a:schemeClr val="bg1"/>
                </a:solidFill>
              </a:endParaRP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4661C2CE-93EC-0DAF-3C43-CD3A731525B6}"/>
                </a:ext>
              </a:extLst>
            </p:cNvPr>
            <p:cNvSpPr/>
            <p:nvPr/>
          </p:nvSpPr>
          <p:spPr>
            <a:xfrm>
              <a:off x="759048" y="4394930"/>
              <a:ext cx="203200" cy="203200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3" name="TextBox 112">
            <a:extLst>
              <a:ext uri="{FF2B5EF4-FFF2-40B4-BE49-F238E27FC236}">
                <a16:creationId xmlns:a16="http://schemas.microsoft.com/office/drawing/2014/main" id="{6C2ADA46-D571-A1A4-3F96-136C0F7E8B75}"/>
              </a:ext>
            </a:extLst>
          </p:cNvPr>
          <p:cNvSpPr txBox="1"/>
          <p:nvPr/>
        </p:nvSpPr>
        <p:spPr>
          <a:xfrm>
            <a:off x="4216352" y="4511197"/>
            <a:ext cx="2567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</a:rPr>
              <a:t>Store energy</a:t>
            </a:r>
            <a:endParaRPr lang="en-IN" sz="2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7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4" grpId="0"/>
      <p:bldP spid="6" grpId="0"/>
      <p:bldP spid="94" grpId="0"/>
      <p:bldP spid="1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053BA97-2C0A-775C-F29F-31CA4A725DA0}"/>
              </a:ext>
            </a:extLst>
          </p:cNvPr>
          <p:cNvSpPr/>
          <p:nvPr/>
        </p:nvSpPr>
        <p:spPr>
          <a:xfrm>
            <a:off x="-662473" y="-815910"/>
            <a:ext cx="6923314" cy="2136710"/>
          </a:xfrm>
          <a:prstGeom prst="roundRect">
            <a:avLst>
              <a:gd name="adj" fmla="val 29030"/>
            </a:avLst>
          </a:prstGeom>
          <a:blipFill>
            <a:blip r:embed="rId2"/>
            <a:stretch>
              <a:fillRect/>
            </a:stretch>
          </a:blipFill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983951-B077-99D0-4340-EDAF2CEB9E6C}"/>
                  </a:ext>
                </a:extLst>
              </p:cNvPr>
              <p:cNvSpPr txBox="1"/>
              <p:nvPr/>
            </p:nvSpPr>
            <p:spPr>
              <a:xfrm>
                <a:off x="237931" y="121817"/>
                <a:ext cx="914400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1983951-B077-99D0-4340-EDAF2CEB9E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931" y="121817"/>
                <a:ext cx="914400" cy="898964"/>
              </a:xfrm>
              <a:prstGeom prst="rect">
                <a:avLst/>
              </a:prstGeom>
              <a:blipFill>
                <a:blip r:embed="rId3"/>
                <a:stretch>
                  <a:fillRect r="-2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968070-9F12-35B1-FCC0-62FEDBEF8B23}"/>
                  </a:ext>
                </a:extLst>
              </p:cNvPr>
              <p:cNvSpPr txBox="1"/>
              <p:nvPr/>
            </p:nvSpPr>
            <p:spPr>
              <a:xfrm>
                <a:off x="2178170" y="121817"/>
                <a:ext cx="914400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9968070-9F12-35B1-FCC0-62FEDBEF8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170" y="121817"/>
                <a:ext cx="914400" cy="8989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A85B38-B744-2945-1155-203EC107EBDE}"/>
                  </a:ext>
                </a:extLst>
              </p:cNvPr>
              <p:cNvSpPr txBox="1"/>
              <p:nvPr/>
            </p:nvSpPr>
            <p:spPr>
              <a:xfrm>
                <a:off x="3642545" y="121817"/>
                <a:ext cx="2750479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A85B38-B744-2945-1155-203EC107E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545" y="121817"/>
                <a:ext cx="2750479" cy="8989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4D776666-EE78-0F30-CA9E-B7FF2B4D9386}"/>
              </a:ext>
            </a:extLst>
          </p:cNvPr>
          <p:cNvSpPr/>
          <p:nvPr/>
        </p:nvSpPr>
        <p:spPr>
          <a:xfrm>
            <a:off x="1437650" y="97451"/>
            <a:ext cx="5293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=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0B9F5A-EB4C-6093-F757-4E921F7D529C}"/>
              </a:ext>
            </a:extLst>
          </p:cNvPr>
          <p:cNvSpPr/>
          <p:nvPr/>
        </p:nvSpPr>
        <p:spPr>
          <a:xfrm>
            <a:off x="3121866" y="121817"/>
            <a:ext cx="5293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=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2EFCB5C-9B7F-FEDC-680E-96386F568F80}"/>
              </a:ext>
            </a:extLst>
          </p:cNvPr>
          <p:cNvGrpSpPr/>
          <p:nvPr/>
        </p:nvGrpSpPr>
        <p:grpSpPr>
          <a:xfrm>
            <a:off x="94183" y="1320800"/>
            <a:ext cx="6298841" cy="1821302"/>
            <a:chOff x="94183" y="1320800"/>
            <a:chExt cx="6298841" cy="182130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9687B4A-ED87-397E-3AC4-06211FACC396}"/>
                </a:ext>
              </a:extLst>
            </p:cNvPr>
            <p:cNvSpPr txBox="1"/>
            <p:nvPr/>
          </p:nvSpPr>
          <p:spPr>
            <a:xfrm>
              <a:off x="1635760" y="1326220"/>
              <a:ext cx="4757264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N" sz="2800" dirty="0">
                  <a:solidFill>
                    <a:srgbClr val="FFFF00"/>
                  </a:solidFill>
                </a:rPr>
                <a:t>Suppose a capacitor is changed to voltage V then connected to inductor L find maximum current that pass from it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14BA54C-1C51-3721-9C23-26AD979F0D20}"/>
                </a:ext>
              </a:extLst>
            </p:cNvPr>
            <p:cNvSpPr/>
            <p:nvPr/>
          </p:nvSpPr>
          <p:spPr>
            <a:xfrm>
              <a:off x="94183" y="1320800"/>
              <a:ext cx="154157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Question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DE57AF0-B690-7F10-77BD-7CC3146C5DD5}"/>
              </a:ext>
            </a:extLst>
          </p:cNvPr>
          <p:cNvGrpSpPr/>
          <p:nvPr/>
        </p:nvGrpSpPr>
        <p:grpSpPr>
          <a:xfrm>
            <a:off x="94183" y="3375782"/>
            <a:ext cx="6298840" cy="1384995"/>
            <a:chOff x="94183" y="3375782"/>
            <a:chExt cx="6298840" cy="138499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5C77E8-F872-6AD5-B534-8EF749003CC7}"/>
                </a:ext>
              </a:extLst>
            </p:cNvPr>
            <p:cNvSpPr txBox="1"/>
            <p:nvPr/>
          </p:nvSpPr>
          <p:spPr>
            <a:xfrm>
              <a:off x="1635759" y="3375782"/>
              <a:ext cx="4757264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IN" sz="2800" dirty="0">
                  <a:solidFill>
                    <a:srgbClr val="FFFF00"/>
                  </a:solidFill>
                </a:rPr>
                <a:t>Find current in Inductor when it have 3 times the energy of capacitor.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3B566DB-635C-F4D5-7A27-DAC1BB853559}"/>
                </a:ext>
              </a:extLst>
            </p:cNvPr>
            <p:cNvSpPr/>
            <p:nvPr/>
          </p:nvSpPr>
          <p:spPr>
            <a:xfrm>
              <a:off x="94183" y="3390890"/>
              <a:ext cx="154157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Question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84975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864B6F33-AA9C-D9AB-5E8B-44CF5F8261FD}"/>
              </a:ext>
            </a:extLst>
          </p:cNvPr>
          <p:cNvGrpSpPr/>
          <p:nvPr/>
        </p:nvGrpSpPr>
        <p:grpSpPr>
          <a:xfrm>
            <a:off x="518160" y="682261"/>
            <a:ext cx="3174579" cy="4773659"/>
            <a:chOff x="1472355" y="343380"/>
            <a:chExt cx="2092539" cy="371963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5C8D503-14A8-7E29-596E-BD5F22FAF6A7}"/>
                </a:ext>
              </a:extLst>
            </p:cNvPr>
            <p:cNvSpPr/>
            <p:nvPr/>
          </p:nvSpPr>
          <p:spPr>
            <a:xfrm>
              <a:off x="1578652" y="343380"/>
              <a:ext cx="1986242" cy="371963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66A3285-7A44-D3F0-CC81-5A4A37BB23C0}"/>
                </a:ext>
              </a:extLst>
            </p:cNvPr>
            <p:cNvGrpSpPr/>
            <p:nvPr/>
          </p:nvGrpSpPr>
          <p:grpSpPr>
            <a:xfrm>
              <a:off x="1633741" y="1936664"/>
              <a:ext cx="1738060" cy="1982513"/>
              <a:chOff x="408942" y="989288"/>
              <a:chExt cx="1738060" cy="2081784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B3BBAC4-774F-C4A2-58A8-EA4C1B35D761}"/>
                  </a:ext>
                </a:extLst>
              </p:cNvPr>
              <p:cNvCxnSpPr/>
              <p:nvPr/>
            </p:nvCxnSpPr>
            <p:spPr>
              <a:xfrm>
                <a:off x="840361" y="989288"/>
                <a:ext cx="0" cy="82296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3AF1FEFA-64FB-149A-949D-E34AB5F9AD33}"/>
                  </a:ext>
                </a:extLst>
              </p:cNvPr>
              <p:cNvCxnSpPr/>
              <p:nvPr/>
            </p:nvCxnSpPr>
            <p:spPr>
              <a:xfrm>
                <a:off x="840361" y="2248112"/>
                <a:ext cx="0" cy="82296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66B8510-F1C7-D8F1-E2BA-D4102329BB3F}"/>
                  </a:ext>
                </a:extLst>
              </p:cNvPr>
              <p:cNvCxnSpPr/>
              <p:nvPr/>
            </p:nvCxnSpPr>
            <p:spPr>
              <a:xfrm>
                <a:off x="840361" y="989288"/>
                <a:ext cx="113385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EB38B34-C3EC-1001-CD04-AC27A452155D}"/>
                  </a:ext>
                </a:extLst>
              </p:cNvPr>
              <p:cNvCxnSpPr/>
              <p:nvPr/>
            </p:nvCxnSpPr>
            <p:spPr>
              <a:xfrm>
                <a:off x="1974217" y="989288"/>
                <a:ext cx="0" cy="2081784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2606C2E2-CF0B-7A9B-8E06-23B4349A8270}"/>
                  </a:ext>
                </a:extLst>
              </p:cNvPr>
              <p:cNvCxnSpPr/>
              <p:nvPr/>
            </p:nvCxnSpPr>
            <p:spPr>
              <a:xfrm>
                <a:off x="840361" y="3071072"/>
                <a:ext cx="113385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A3647BBD-79B0-F059-14AE-7D4ABA4A8EC2}"/>
                      </a:ext>
                    </a:extLst>
                  </p:cNvPr>
                  <p:cNvSpPr/>
                  <p:nvPr/>
                </p:nvSpPr>
                <p:spPr>
                  <a:xfrm>
                    <a:off x="1444923" y="1732340"/>
                    <a:ext cx="365741" cy="387826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oMath>
                      </m:oMathPara>
                    </a14:m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Rectangle 1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4923" y="1732340"/>
                    <a:ext cx="365741" cy="38782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DEF9B23E-50FA-5220-986C-F5F50232DD6F}"/>
                  </a:ext>
                </a:extLst>
              </p:cNvPr>
              <p:cNvGrpSpPr/>
              <p:nvPr/>
            </p:nvGrpSpPr>
            <p:grpSpPr>
              <a:xfrm>
                <a:off x="1804102" y="1551296"/>
                <a:ext cx="342900" cy="724176"/>
                <a:chOff x="1204546" y="4551816"/>
                <a:chExt cx="342900" cy="724176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A1C2C6D-CADD-B701-2D6F-CC13D88CAD23}"/>
                    </a:ext>
                  </a:extLst>
                </p:cNvPr>
                <p:cNvSpPr/>
                <p:nvPr/>
              </p:nvSpPr>
              <p:spPr>
                <a:xfrm>
                  <a:off x="1204546" y="4551816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48E7B2FB-B275-5A27-0620-615B09CADF0F}"/>
                    </a:ext>
                  </a:extLst>
                </p:cNvPr>
                <p:cNvSpPr/>
                <p:nvPr/>
              </p:nvSpPr>
              <p:spPr>
                <a:xfrm>
                  <a:off x="1204546" y="4642338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CD961955-6094-06EE-36D8-8098916068B0}"/>
                    </a:ext>
                  </a:extLst>
                </p:cNvPr>
                <p:cNvSpPr/>
                <p:nvPr/>
              </p:nvSpPr>
              <p:spPr>
                <a:xfrm>
                  <a:off x="1204546" y="4732860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E7BC22A1-BB9D-2BF5-C55E-5D6EABE03719}"/>
                    </a:ext>
                  </a:extLst>
                </p:cNvPr>
                <p:cNvSpPr/>
                <p:nvPr/>
              </p:nvSpPr>
              <p:spPr>
                <a:xfrm>
                  <a:off x="1204546" y="4823382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D9B9F8EC-0C55-6D2C-B0DF-9EE91818369D}"/>
                    </a:ext>
                  </a:extLst>
                </p:cNvPr>
                <p:cNvSpPr/>
                <p:nvPr/>
              </p:nvSpPr>
              <p:spPr>
                <a:xfrm>
                  <a:off x="1204546" y="4913904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AE4A0563-2DC7-581A-073F-581D21E1C598}"/>
                    </a:ext>
                  </a:extLst>
                </p:cNvPr>
                <p:cNvSpPr/>
                <p:nvPr/>
              </p:nvSpPr>
              <p:spPr>
                <a:xfrm>
                  <a:off x="1204546" y="5004426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B686E853-A0F5-99E1-0FEC-6EAEC1B72EA0}"/>
                    </a:ext>
                  </a:extLst>
                </p:cNvPr>
                <p:cNvSpPr/>
                <p:nvPr/>
              </p:nvSpPr>
              <p:spPr>
                <a:xfrm>
                  <a:off x="1204546" y="5094948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1A8E7E56-2D38-2E09-4BE3-ED39D132FE00}"/>
                    </a:ext>
                  </a:extLst>
                </p:cNvPr>
                <p:cNvSpPr/>
                <p:nvPr/>
              </p:nvSpPr>
              <p:spPr>
                <a:xfrm>
                  <a:off x="1204546" y="5185470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05581187-9517-2CFD-BF0E-E6B14E19D289}"/>
                  </a:ext>
                </a:extLst>
              </p:cNvPr>
              <p:cNvGrpSpPr/>
              <p:nvPr/>
            </p:nvGrpSpPr>
            <p:grpSpPr>
              <a:xfrm>
                <a:off x="408942" y="1791198"/>
                <a:ext cx="873466" cy="484274"/>
                <a:chOff x="1266092" y="5107634"/>
                <a:chExt cx="873466" cy="484274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63BC0E1-157D-299E-036A-D88ED421A2D1}"/>
                    </a:ext>
                  </a:extLst>
                </p:cNvPr>
                <p:cNvSpPr/>
                <p:nvPr/>
              </p:nvSpPr>
              <p:spPr>
                <a:xfrm>
                  <a:off x="1362456" y="5168900"/>
                  <a:ext cx="677359" cy="351913"/>
                </a:xfrm>
                <a:prstGeom prst="rect">
                  <a:avLst/>
                </a:prstGeom>
                <a:noFill/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56E233E3-35EA-34B6-D983-A1D0412C9433}"/>
                    </a:ext>
                  </a:extLst>
                </p:cNvPr>
                <p:cNvSpPr/>
                <p:nvPr/>
              </p:nvSpPr>
              <p:spPr>
                <a:xfrm>
                  <a:off x="1266092" y="5117466"/>
                  <a:ext cx="133998" cy="47444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33D13B33-8B8E-15BC-2917-1BBF57E63C71}"/>
                    </a:ext>
                  </a:extLst>
                </p:cNvPr>
                <p:cNvSpPr/>
                <p:nvPr/>
              </p:nvSpPr>
              <p:spPr>
                <a:xfrm>
                  <a:off x="2005560" y="5107634"/>
                  <a:ext cx="133998" cy="47444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2F566C86-327E-7AE8-0D7A-D5D4AE43A7F0}"/>
                      </a:ext>
                    </a:extLst>
                  </p:cNvPr>
                  <p:cNvSpPr/>
                  <p:nvPr/>
                </p:nvSpPr>
                <p:spPr>
                  <a:xfrm>
                    <a:off x="463784" y="1332477"/>
                    <a:ext cx="385554" cy="38782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2F566C86-327E-7AE8-0D7A-D5D4AE43A7F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784" y="1332477"/>
                    <a:ext cx="385554" cy="38782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A3093010-AF9E-2BD4-857E-37AC6BFA8C23}"/>
                </a:ext>
              </a:extLst>
            </p:cNvPr>
            <p:cNvCxnSpPr>
              <a:cxnSpLocks/>
              <a:stCxn id="35" idx="2"/>
            </p:cNvCxnSpPr>
            <p:nvPr/>
          </p:nvCxnSpPr>
          <p:spPr>
            <a:xfrm>
              <a:off x="2114743" y="989596"/>
              <a:ext cx="12999" cy="637825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0D56161D-BE29-80BD-129F-A67D90C8E542}"/>
                    </a:ext>
                  </a:extLst>
                </p:cNvPr>
                <p:cNvSpPr/>
                <p:nvPr/>
              </p:nvSpPr>
              <p:spPr>
                <a:xfrm>
                  <a:off x="1472355" y="527931"/>
                  <a:ext cx="128477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𝐸𝑛𝑒𝑟𝑔𝑦</m:t>
                        </m:r>
                      </m:oMath>
                    </m:oMathPara>
                  </a14:m>
                  <a:endParaRPr lang="en-IN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0D56161D-BE29-80BD-129F-A67D90C8E5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2355" y="527931"/>
                  <a:ext cx="1284775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474" r="-474" b="-17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BC219AD-2501-D6F1-07C7-BB6D17A63136}"/>
              </a:ext>
            </a:extLst>
          </p:cNvPr>
          <p:cNvGrpSpPr/>
          <p:nvPr/>
        </p:nvGrpSpPr>
        <p:grpSpPr>
          <a:xfrm rot="19800000">
            <a:off x="8259869" y="65271"/>
            <a:ext cx="453314" cy="5518921"/>
            <a:chOff x="5161033" y="-466280"/>
            <a:chExt cx="436828" cy="531819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0241098-C954-2CE0-DB13-FBAF6A270CDC}"/>
                </a:ext>
              </a:extLst>
            </p:cNvPr>
            <p:cNvSpPr/>
            <p:nvPr/>
          </p:nvSpPr>
          <p:spPr>
            <a:xfrm>
              <a:off x="5161033" y="2192819"/>
              <a:ext cx="429208" cy="2659099"/>
            </a:xfrm>
            <a:custGeom>
              <a:avLst/>
              <a:gdLst>
                <a:gd name="connsiteX0" fmla="*/ 203562 w 429208"/>
                <a:gd name="connsiteY0" fmla="*/ 0 h 2659099"/>
                <a:gd name="connsiteX1" fmla="*/ 234041 w 429208"/>
                <a:gd name="connsiteY1" fmla="*/ 0 h 2659099"/>
                <a:gd name="connsiteX2" fmla="*/ 241661 w 429208"/>
                <a:gd name="connsiteY2" fmla="*/ 7620 h 2659099"/>
                <a:gd name="connsiteX3" fmla="*/ 241661 w 429208"/>
                <a:gd name="connsiteY3" fmla="*/ 2235354 h 2659099"/>
                <a:gd name="connsiteX4" fmla="*/ 298138 w 429208"/>
                <a:gd name="connsiteY4" fmla="*/ 2246756 h 2659099"/>
                <a:gd name="connsiteX5" fmla="*/ 429208 w 429208"/>
                <a:gd name="connsiteY5" fmla="*/ 2444495 h 2659099"/>
                <a:gd name="connsiteX6" fmla="*/ 214604 w 429208"/>
                <a:gd name="connsiteY6" fmla="*/ 2659099 h 2659099"/>
                <a:gd name="connsiteX7" fmla="*/ 0 w 429208"/>
                <a:gd name="connsiteY7" fmla="*/ 2444495 h 2659099"/>
                <a:gd name="connsiteX8" fmla="*/ 131070 w 429208"/>
                <a:gd name="connsiteY8" fmla="*/ 2246756 h 2659099"/>
                <a:gd name="connsiteX9" fmla="*/ 195942 w 429208"/>
                <a:gd name="connsiteY9" fmla="*/ 2233659 h 2659099"/>
                <a:gd name="connsiteX10" fmla="*/ 195942 w 429208"/>
                <a:gd name="connsiteY10" fmla="*/ 7620 h 2659099"/>
                <a:gd name="connsiteX11" fmla="*/ 203562 w 429208"/>
                <a:gd name="connsiteY11" fmla="*/ 0 h 2659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9208" h="2659099">
                  <a:moveTo>
                    <a:pt x="203562" y="0"/>
                  </a:moveTo>
                  <a:lnTo>
                    <a:pt x="234041" y="0"/>
                  </a:lnTo>
                  <a:cubicBezTo>
                    <a:pt x="238249" y="0"/>
                    <a:pt x="241661" y="3412"/>
                    <a:pt x="241661" y="7620"/>
                  </a:cubicBezTo>
                  <a:lnTo>
                    <a:pt x="241661" y="2235354"/>
                  </a:lnTo>
                  <a:lnTo>
                    <a:pt x="298138" y="2246756"/>
                  </a:lnTo>
                  <a:cubicBezTo>
                    <a:pt x="375163" y="2279334"/>
                    <a:pt x="429208" y="2355603"/>
                    <a:pt x="429208" y="2444495"/>
                  </a:cubicBezTo>
                  <a:cubicBezTo>
                    <a:pt x="429208" y="2563018"/>
                    <a:pt x="333127" y="2659099"/>
                    <a:pt x="214604" y="2659099"/>
                  </a:cubicBezTo>
                  <a:cubicBezTo>
                    <a:pt x="96081" y="2659099"/>
                    <a:pt x="0" y="2563018"/>
                    <a:pt x="0" y="2444495"/>
                  </a:cubicBezTo>
                  <a:cubicBezTo>
                    <a:pt x="0" y="2355603"/>
                    <a:pt x="54046" y="2279334"/>
                    <a:pt x="131070" y="2246756"/>
                  </a:cubicBezTo>
                  <a:lnTo>
                    <a:pt x="195942" y="2233659"/>
                  </a:lnTo>
                  <a:lnTo>
                    <a:pt x="195942" y="7620"/>
                  </a:lnTo>
                  <a:cubicBezTo>
                    <a:pt x="195942" y="3412"/>
                    <a:pt x="199354" y="0"/>
                    <a:pt x="20356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C8B5A52-A253-9749-F380-D60E5E830423}"/>
                </a:ext>
              </a:extLst>
            </p:cNvPr>
            <p:cNvSpPr/>
            <p:nvPr/>
          </p:nvSpPr>
          <p:spPr>
            <a:xfrm rot="10800000">
              <a:off x="5168653" y="-466280"/>
              <a:ext cx="429208" cy="2659099"/>
            </a:xfrm>
            <a:custGeom>
              <a:avLst/>
              <a:gdLst>
                <a:gd name="connsiteX0" fmla="*/ 203562 w 429208"/>
                <a:gd name="connsiteY0" fmla="*/ 0 h 2659099"/>
                <a:gd name="connsiteX1" fmla="*/ 234041 w 429208"/>
                <a:gd name="connsiteY1" fmla="*/ 0 h 2659099"/>
                <a:gd name="connsiteX2" fmla="*/ 241661 w 429208"/>
                <a:gd name="connsiteY2" fmla="*/ 7620 h 2659099"/>
                <a:gd name="connsiteX3" fmla="*/ 241661 w 429208"/>
                <a:gd name="connsiteY3" fmla="*/ 2235354 h 2659099"/>
                <a:gd name="connsiteX4" fmla="*/ 298138 w 429208"/>
                <a:gd name="connsiteY4" fmla="*/ 2246756 h 2659099"/>
                <a:gd name="connsiteX5" fmla="*/ 429208 w 429208"/>
                <a:gd name="connsiteY5" fmla="*/ 2444495 h 2659099"/>
                <a:gd name="connsiteX6" fmla="*/ 214604 w 429208"/>
                <a:gd name="connsiteY6" fmla="*/ 2659099 h 2659099"/>
                <a:gd name="connsiteX7" fmla="*/ 0 w 429208"/>
                <a:gd name="connsiteY7" fmla="*/ 2444495 h 2659099"/>
                <a:gd name="connsiteX8" fmla="*/ 131070 w 429208"/>
                <a:gd name="connsiteY8" fmla="*/ 2246756 h 2659099"/>
                <a:gd name="connsiteX9" fmla="*/ 195942 w 429208"/>
                <a:gd name="connsiteY9" fmla="*/ 2233659 h 2659099"/>
                <a:gd name="connsiteX10" fmla="*/ 195942 w 429208"/>
                <a:gd name="connsiteY10" fmla="*/ 7620 h 2659099"/>
                <a:gd name="connsiteX11" fmla="*/ 203562 w 429208"/>
                <a:gd name="connsiteY11" fmla="*/ 0 h 2659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9208" h="2659099">
                  <a:moveTo>
                    <a:pt x="203562" y="0"/>
                  </a:moveTo>
                  <a:lnTo>
                    <a:pt x="234041" y="0"/>
                  </a:lnTo>
                  <a:cubicBezTo>
                    <a:pt x="238249" y="0"/>
                    <a:pt x="241661" y="3412"/>
                    <a:pt x="241661" y="7620"/>
                  </a:cubicBezTo>
                  <a:lnTo>
                    <a:pt x="241661" y="2235354"/>
                  </a:lnTo>
                  <a:lnTo>
                    <a:pt x="298138" y="2246756"/>
                  </a:lnTo>
                  <a:cubicBezTo>
                    <a:pt x="375163" y="2279334"/>
                    <a:pt x="429208" y="2355603"/>
                    <a:pt x="429208" y="2444495"/>
                  </a:cubicBezTo>
                  <a:cubicBezTo>
                    <a:pt x="429208" y="2563018"/>
                    <a:pt x="333127" y="2659099"/>
                    <a:pt x="214604" y="2659099"/>
                  </a:cubicBezTo>
                  <a:cubicBezTo>
                    <a:pt x="96081" y="2659099"/>
                    <a:pt x="0" y="2563018"/>
                    <a:pt x="0" y="2444495"/>
                  </a:cubicBezTo>
                  <a:cubicBezTo>
                    <a:pt x="0" y="2355603"/>
                    <a:pt x="54046" y="2279334"/>
                    <a:pt x="131070" y="2246756"/>
                  </a:cubicBezTo>
                  <a:lnTo>
                    <a:pt x="195942" y="2233659"/>
                  </a:lnTo>
                  <a:lnTo>
                    <a:pt x="195942" y="7620"/>
                  </a:lnTo>
                  <a:cubicBezTo>
                    <a:pt x="195942" y="3412"/>
                    <a:pt x="199354" y="0"/>
                    <a:pt x="203562" y="0"/>
                  </a:cubicBez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CF216557-7E98-AE9C-89C2-36F9A0C188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692" y="1662254"/>
            <a:ext cx="2001308" cy="200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775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3600000">
                                      <p:cBhvr>
                                        <p:cTn id="6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1DF82-BE76-DAE1-4D93-9835C8ADA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204D8FA2-151D-71E3-49A1-43620C1E310D}"/>
                  </a:ext>
                </a:extLst>
              </p:cNvPr>
              <p:cNvSpPr/>
              <p:nvPr/>
            </p:nvSpPr>
            <p:spPr>
              <a:xfrm>
                <a:off x="3331424" y="0"/>
                <a:ext cx="36958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204D8FA2-151D-71E3-49A1-43620C1E31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1424" y="0"/>
                <a:ext cx="369588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DE702996-1E59-5C99-22E7-28FFD7F33E59}"/>
                  </a:ext>
                </a:extLst>
              </p:cNvPr>
              <p:cNvSpPr/>
              <p:nvPr/>
            </p:nvSpPr>
            <p:spPr>
              <a:xfrm>
                <a:off x="3331424" y="550427"/>
                <a:ext cx="36958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DE702996-1E59-5C99-22E7-28FFD7F33E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1424" y="550427"/>
                <a:ext cx="369588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C94831A8-BA47-BC07-2CF4-601AEACB1A5F}"/>
                  </a:ext>
                </a:extLst>
              </p:cNvPr>
              <p:cNvSpPr/>
              <p:nvPr/>
            </p:nvSpPr>
            <p:spPr>
              <a:xfrm>
                <a:off x="3299747" y="981765"/>
                <a:ext cx="897040" cy="9569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IN" sz="28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C94831A8-BA47-BC07-2CF4-601AEACB1A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747" y="981765"/>
                <a:ext cx="897040" cy="9569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63169522-A78F-045A-E097-574FDA3ABD6C}"/>
                  </a:ext>
                </a:extLst>
              </p:cNvPr>
              <p:cNvSpPr/>
              <p:nvPr/>
            </p:nvSpPr>
            <p:spPr>
              <a:xfrm>
                <a:off x="3299747" y="1979738"/>
                <a:ext cx="1022524" cy="8989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63169522-A78F-045A-E097-574FDA3ABD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747" y="1979738"/>
                <a:ext cx="1022524" cy="8989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98F70338-5CCB-6969-43B1-D56DB93FB9FB}"/>
                  </a:ext>
                </a:extLst>
              </p:cNvPr>
              <p:cNvSpPr/>
              <p:nvPr/>
            </p:nvSpPr>
            <p:spPr>
              <a:xfrm>
                <a:off x="3336029" y="2945860"/>
                <a:ext cx="496996" cy="901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98F70338-5CCB-6969-43B1-D56DB93FB9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6029" y="2945860"/>
                <a:ext cx="496996" cy="9017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AB4A4843-F0B6-6FCE-AF87-5C87FAFB10E9}"/>
                  </a:ext>
                </a:extLst>
              </p:cNvPr>
              <p:cNvSpPr/>
              <p:nvPr/>
            </p:nvSpPr>
            <p:spPr>
              <a:xfrm>
                <a:off x="3353513" y="4064627"/>
                <a:ext cx="46455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AB4A4843-F0B6-6FCE-AF87-5C87FAFB10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3513" y="4064627"/>
                <a:ext cx="46455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4E2DF7D0-A35D-FFEE-6E42-4AB9B1A3D1D0}"/>
                  </a:ext>
                </a:extLst>
              </p:cNvPr>
              <p:cNvSpPr/>
              <p:nvPr/>
            </p:nvSpPr>
            <p:spPr>
              <a:xfrm>
                <a:off x="2980425" y="4281795"/>
                <a:ext cx="1851341" cy="13653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IN" sz="28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𝐿𝐶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4E2DF7D0-A35D-FFEE-6E42-4AB9B1A3D1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425" y="4281795"/>
                <a:ext cx="1851341" cy="13653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B4E2FD0E-6036-E2F2-D546-E336ECAE8FEF}"/>
              </a:ext>
            </a:extLst>
          </p:cNvPr>
          <p:cNvGrpSpPr/>
          <p:nvPr/>
        </p:nvGrpSpPr>
        <p:grpSpPr>
          <a:xfrm>
            <a:off x="0" y="41201"/>
            <a:ext cx="2716014" cy="5772926"/>
            <a:chOff x="7115567" y="343380"/>
            <a:chExt cx="2716014" cy="57729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D9905D6A-0395-8D3F-8AA2-9619D321CD0B}"/>
                    </a:ext>
                  </a:extLst>
                </p:cNvPr>
                <p:cNvSpPr/>
                <p:nvPr/>
              </p:nvSpPr>
              <p:spPr>
                <a:xfrm>
                  <a:off x="7587573" y="343380"/>
                  <a:ext cx="468077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8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D9905D6A-0395-8D3F-8AA2-9619D321CD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7573" y="343380"/>
                  <a:ext cx="468077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B84A925F-B551-3C87-12D3-2FFE28CC40BD}"/>
                    </a:ext>
                  </a:extLst>
                </p:cNvPr>
                <p:cNvSpPr/>
                <p:nvPr/>
              </p:nvSpPr>
              <p:spPr>
                <a:xfrm>
                  <a:off x="7587573" y="852606"/>
                  <a:ext cx="472502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8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B84A925F-B551-3C87-12D3-2FFE28CC40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87573" y="852606"/>
                  <a:ext cx="472502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BE97BC0A-73B1-2CFD-7B4C-BD6B8C2F649A}"/>
                    </a:ext>
                  </a:extLst>
                </p:cNvPr>
                <p:cNvSpPr/>
                <p:nvPr/>
              </p:nvSpPr>
              <p:spPr>
                <a:xfrm>
                  <a:off x="7373142" y="1362386"/>
                  <a:ext cx="1111907" cy="89896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IN" sz="280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sz="28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sSup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8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BE97BC0A-73B1-2CFD-7B4C-BD6B8C2F64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3142" y="1362386"/>
                  <a:ext cx="1111907" cy="89896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360A7EF6-7158-DFEC-2999-3CFDD969A428}"/>
                    </a:ext>
                  </a:extLst>
                </p:cNvPr>
                <p:cNvSpPr/>
                <p:nvPr/>
              </p:nvSpPr>
              <p:spPr>
                <a:xfrm>
                  <a:off x="7346954" y="2300585"/>
                  <a:ext cx="1216295" cy="89896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IN" sz="280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sz="28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IN" sz="2800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8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80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360A7EF6-7158-DFEC-2999-3CFDD969A4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6954" y="2300585"/>
                  <a:ext cx="1216295" cy="89896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980CAE33-7269-7430-E802-E9657197DF3E}"/>
                    </a:ext>
                  </a:extLst>
                </p:cNvPr>
                <p:cNvSpPr/>
                <p:nvPr/>
              </p:nvSpPr>
              <p:spPr>
                <a:xfrm>
                  <a:off x="7307957" y="3468634"/>
                  <a:ext cx="475708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8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Rectangle 73">
                  <a:extLst>
                    <a:ext uri="{FF2B5EF4-FFF2-40B4-BE49-F238E27FC236}">
                      <a16:creationId xmlns:a16="http://schemas.microsoft.com/office/drawing/2014/main" id="{980CAE33-7269-7430-E802-E9657197DF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07957" y="3468634"/>
                  <a:ext cx="475708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BFF7AA0D-F7CD-A08B-2C12-68D349AE0D2B}"/>
                    </a:ext>
                  </a:extLst>
                </p:cNvPr>
                <p:cNvSpPr/>
                <p:nvPr/>
              </p:nvSpPr>
              <p:spPr>
                <a:xfrm>
                  <a:off x="7387418" y="4305539"/>
                  <a:ext cx="573939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28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BFF7AA0D-F7CD-A08B-2C12-68D349AE0D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7418" y="4305539"/>
                  <a:ext cx="573939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F32202C0-7D9A-1AB9-B725-F0F428EABB04}"/>
                </a:ext>
              </a:extLst>
            </p:cNvPr>
            <p:cNvCxnSpPr/>
            <p:nvPr/>
          </p:nvCxnSpPr>
          <p:spPr>
            <a:xfrm>
              <a:off x="8981980" y="568085"/>
              <a:ext cx="819698" cy="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CCD5A3EA-6B82-EC36-A12E-52882AEFEB51}"/>
                </a:ext>
              </a:extLst>
            </p:cNvPr>
            <p:cNvCxnSpPr/>
            <p:nvPr/>
          </p:nvCxnSpPr>
          <p:spPr>
            <a:xfrm>
              <a:off x="8981980" y="1114216"/>
              <a:ext cx="819698" cy="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1B1B9AFF-E7C2-C798-35E4-D0BCAF5FCDC1}"/>
                </a:ext>
              </a:extLst>
            </p:cNvPr>
            <p:cNvCxnSpPr/>
            <p:nvPr/>
          </p:nvCxnSpPr>
          <p:spPr>
            <a:xfrm>
              <a:off x="8981980" y="1858446"/>
              <a:ext cx="819698" cy="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86E9C16E-1406-6C19-6E85-AB092E3D20C0}"/>
                </a:ext>
              </a:extLst>
            </p:cNvPr>
            <p:cNvCxnSpPr/>
            <p:nvPr/>
          </p:nvCxnSpPr>
          <p:spPr>
            <a:xfrm>
              <a:off x="8981980" y="2736866"/>
              <a:ext cx="819698" cy="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F2A8FCFB-210E-BD33-1D6C-BC2A9FA87546}"/>
                </a:ext>
              </a:extLst>
            </p:cNvPr>
            <p:cNvCxnSpPr/>
            <p:nvPr/>
          </p:nvCxnSpPr>
          <p:spPr>
            <a:xfrm>
              <a:off x="8981980" y="3730244"/>
              <a:ext cx="819698" cy="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8FC4E0BC-2716-BD01-C006-CF01B9A20327}"/>
                </a:ext>
              </a:extLst>
            </p:cNvPr>
            <p:cNvCxnSpPr/>
            <p:nvPr/>
          </p:nvCxnSpPr>
          <p:spPr>
            <a:xfrm>
              <a:off x="8981980" y="4580424"/>
              <a:ext cx="819698" cy="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08418E98-3845-F5D7-EA89-25AB920201A0}"/>
                    </a:ext>
                  </a:extLst>
                </p:cNvPr>
                <p:cNvSpPr/>
                <p:nvPr/>
              </p:nvSpPr>
              <p:spPr>
                <a:xfrm>
                  <a:off x="7115567" y="4750932"/>
                  <a:ext cx="1737527" cy="136537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IN" sz="28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IN" sz="2800" b="0" i="1" smtClean="0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IN" sz="28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8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800" b="0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rad>
                      </m:oMath>
                    </m:oMathPara>
                  </a14:m>
                  <a:endParaRPr lang="en-IN" sz="2800" dirty="0">
                    <a:solidFill>
                      <a:srgbClr val="FFFFFF"/>
                    </a:solidFill>
                  </a:endParaRPr>
                </a:p>
              </p:txBody>
            </p:sp>
          </mc:Choice>
          <mc:Fallback xmlns=""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08418E98-3845-F5D7-EA89-25AB920201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5567" y="4750932"/>
                  <a:ext cx="1737527" cy="136537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A1BE9ED-7225-E311-BC3D-1B04508D1588}"/>
                </a:ext>
              </a:extLst>
            </p:cNvPr>
            <p:cNvCxnSpPr/>
            <p:nvPr/>
          </p:nvCxnSpPr>
          <p:spPr>
            <a:xfrm>
              <a:off x="9011883" y="5378421"/>
              <a:ext cx="819698" cy="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289C17F-BE9C-7980-E3DC-2AB201B05B58}"/>
              </a:ext>
            </a:extLst>
          </p:cNvPr>
          <p:cNvGrpSpPr/>
          <p:nvPr/>
        </p:nvGrpSpPr>
        <p:grpSpPr>
          <a:xfrm>
            <a:off x="5321889" y="330113"/>
            <a:ext cx="6154919" cy="523220"/>
            <a:chOff x="759048" y="4256058"/>
            <a:chExt cx="6154919" cy="523220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FE00B71-BE31-6EB0-AAA6-5C6E418514D6}"/>
                </a:ext>
              </a:extLst>
            </p:cNvPr>
            <p:cNvSpPr txBox="1"/>
            <p:nvPr/>
          </p:nvSpPr>
          <p:spPr>
            <a:xfrm>
              <a:off x="1051831" y="4256058"/>
              <a:ext cx="58621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800" dirty="0">
                  <a:solidFill>
                    <a:schemeClr val="bg1"/>
                  </a:solidFill>
                </a:rPr>
                <a:t> L is called ______________ 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8438AA99-ABCE-A0CB-7043-9B45922ADD09}"/>
                </a:ext>
              </a:extLst>
            </p:cNvPr>
            <p:cNvSpPr/>
            <p:nvPr/>
          </p:nvSpPr>
          <p:spPr>
            <a:xfrm>
              <a:off x="759048" y="4394930"/>
              <a:ext cx="203200" cy="203200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38BD9229-A817-01CC-622C-00E2752E32E6}"/>
              </a:ext>
            </a:extLst>
          </p:cNvPr>
          <p:cNvSpPr txBox="1"/>
          <p:nvPr/>
        </p:nvSpPr>
        <p:spPr>
          <a:xfrm>
            <a:off x="7214614" y="296116"/>
            <a:ext cx="3285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 electrical  inertia 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5A2BB5F-3751-145F-7C36-4D158D3C88FC}"/>
              </a:ext>
            </a:extLst>
          </p:cNvPr>
          <p:cNvGrpSpPr/>
          <p:nvPr/>
        </p:nvGrpSpPr>
        <p:grpSpPr>
          <a:xfrm>
            <a:off x="5367609" y="1137833"/>
            <a:ext cx="1383711" cy="523220"/>
            <a:chOff x="759048" y="4256058"/>
            <a:chExt cx="1383711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E4C91985-7782-AE68-32A3-CC257825981F}"/>
                    </a:ext>
                  </a:extLst>
                </p:cNvPr>
                <p:cNvSpPr txBox="1"/>
                <p:nvPr/>
              </p:nvSpPr>
              <p:spPr>
                <a:xfrm>
                  <a:off x="1051831" y="4256058"/>
                  <a:ext cx="10909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m:oMathPara>
                  </a14:m>
                  <a:endParaRPr lang="en-US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E4C91985-7782-AE68-32A3-CC25782598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1831" y="4256058"/>
                  <a:ext cx="1090928" cy="5232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A3A1CB2-1E68-24C1-CCBD-D6E464393D69}"/>
                </a:ext>
              </a:extLst>
            </p:cNvPr>
            <p:cNvSpPr/>
            <p:nvPr/>
          </p:nvSpPr>
          <p:spPr>
            <a:xfrm>
              <a:off x="759048" y="4394930"/>
              <a:ext cx="203200" cy="203200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A4EF09-F7CD-D172-65BF-950A494E1482}"/>
                  </a:ext>
                </a:extLst>
              </p:cNvPr>
              <p:cNvSpPr txBox="1"/>
              <p:nvPr/>
            </p:nvSpPr>
            <p:spPr>
              <a:xfrm>
                <a:off x="5858254" y="920956"/>
                <a:ext cx="3285746" cy="898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sz="2800" b="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A4EF09-F7CD-D172-65BF-950A494E1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254" y="920956"/>
                <a:ext cx="3285746" cy="89896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1F36DC-FC7E-0F78-7CEA-9F65F6EBD4A4}"/>
                  </a:ext>
                </a:extLst>
              </p:cNvPr>
              <p:cNvSpPr txBox="1"/>
              <p:nvPr/>
            </p:nvSpPr>
            <p:spPr>
              <a:xfrm>
                <a:off x="5873494" y="1881076"/>
                <a:ext cx="3209546" cy="901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US" sz="2800" b="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1F36DC-FC7E-0F78-7CEA-9F65F6EBD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3494" y="1881076"/>
                <a:ext cx="3209546" cy="90172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572E93-9088-AD85-3D4A-88D4105F44EA}"/>
                  </a:ext>
                </a:extLst>
              </p:cNvPr>
              <p:cNvSpPr txBox="1"/>
              <p:nvPr/>
            </p:nvSpPr>
            <p:spPr>
              <a:xfrm>
                <a:off x="7336534" y="2063956"/>
                <a:ext cx="3209546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ad>
                        <m:radPr>
                          <m:degHide m:val="on"/>
                          <m:ctrlPr>
                            <a:rPr lang="en-US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𝐿𝐶</m:t>
                          </m:r>
                        </m:e>
                      </m:rad>
                    </m:oMath>
                  </m:oMathPara>
                </a14:m>
                <a:endParaRPr lang="en-US" sz="2800" b="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1572E93-9088-AD85-3D4A-88D4105F4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6534" y="2063956"/>
                <a:ext cx="3209546" cy="57394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C2BB4E-271E-E8BE-2ECB-E02FE689BC32}"/>
                  </a:ext>
                </a:extLst>
              </p:cNvPr>
              <p:cNvSpPr txBox="1"/>
              <p:nvPr/>
            </p:nvSpPr>
            <p:spPr>
              <a:xfrm>
                <a:off x="5827774" y="2978356"/>
                <a:ext cx="273710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800" b="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C2BB4E-271E-E8BE-2ECB-E02FE689B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774" y="2978356"/>
                <a:ext cx="2737106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9B4FC0A-F8A1-FA8E-4D2B-31126594DF2E}"/>
                  </a:ext>
                </a:extLst>
              </p:cNvPr>
              <p:cNvSpPr txBox="1"/>
              <p:nvPr/>
            </p:nvSpPr>
            <p:spPr>
              <a:xfrm>
                <a:off x="6742174" y="2749756"/>
                <a:ext cx="3209546" cy="982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ad>
                            <m:radPr>
                              <m:degHide m:val="on"/>
                              <m:ctrlPr>
                                <a:rPr lang="en-US" sz="2800" b="0" i="1" dirty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800" b="0" i="1" dirty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800" b="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9B4FC0A-F8A1-FA8E-4D2B-31126594DF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2174" y="2749756"/>
                <a:ext cx="3209546" cy="9823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43B7B1FE-A621-F679-C5D4-2F7BFAFA5C62}"/>
              </a:ext>
            </a:extLst>
          </p:cNvPr>
          <p:cNvSpPr/>
          <p:nvPr/>
        </p:nvSpPr>
        <p:spPr>
          <a:xfrm>
            <a:off x="5219463" y="3836015"/>
            <a:ext cx="19664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NOTE: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30FB20-21F8-545C-C1D8-213CFF4025DF}"/>
              </a:ext>
            </a:extLst>
          </p:cNvPr>
          <p:cNvSpPr txBox="1"/>
          <p:nvPr/>
        </p:nvSpPr>
        <p:spPr>
          <a:xfrm>
            <a:off x="7162800" y="3855720"/>
            <a:ext cx="47701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Can do 100 question from topic  SHM on a line</a:t>
            </a:r>
          </a:p>
        </p:txBody>
      </p:sp>
    </p:spTree>
    <p:extLst>
      <p:ext uri="{BB962C8B-B14F-4D97-AF65-F5344CB8AC3E}">
        <p14:creationId xmlns:p14="http://schemas.microsoft.com/office/powerpoint/2010/main" val="1241962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  <p:bldP spid="65" grpId="0"/>
      <p:bldP spid="66" grpId="0"/>
      <p:bldP spid="67" grpId="0"/>
      <p:bldP spid="68" grpId="0"/>
      <p:bldP spid="108" grpId="0"/>
      <p:bldP spid="5" grpId="0"/>
      <p:bldP spid="8" grpId="0"/>
      <p:bldP spid="9" grpId="0"/>
      <p:bldP spid="14" grpId="0"/>
      <p:bldP spid="24" grpId="0"/>
      <p:bldP spid="25" grpId="0"/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0E0EF1-23BA-71D1-C21F-86735F11E674}"/>
              </a:ext>
            </a:extLst>
          </p:cNvPr>
          <p:cNvSpPr/>
          <p:nvPr/>
        </p:nvSpPr>
        <p:spPr>
          <a:xfrm>
            <a:off x="1010969" y="3013501"/>
            <a:ext cx="987789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4800" dirty="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LC oscillator practical situation (with R)</a:t>
            </a:r>
            <a:endParaRPr lang="en-US" sz="4800" b="0" cap="none" spc="0" dirty="0">
              <a:ln w="0"/>
              <a:solidFill>
                <a:srgbClr val="FFFF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922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EB4A94B-2BA8-7DC9-4FE0-62A2AEE804AC}"/>
              </a:ext>
            </a:extLst>
          </p:cNvPr>
          <p:cNvGrpSpPr/>
          <p:nvPr/>
        </p:nvGrpSpPr>
        <p:grpSpPr>
          <a:xfrm>
            <a:off x="274320" y="1270535"/>
            <a:ext cx="1914052" cy="2524225"/>
            <a:chOff x="0" y="904775"/>
            <a:chExt cx="1914052" cy="2524225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AB31633-2C5C-E921-74BA-3252B58338B3}"/>
                </a:ext>
              </a:extLst>
            </p:cNvPr>
            <p:cNvSpPr/>
            <p:nvPr/>
          </p:nvSpPr>
          <p:spPr>
            <a:xfrm>
              <a:off x="0" y="904775"/>
              <a:ext cx="1914052" cy="252422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55" name="Group 54"/>
            <p:cNvGrpSpPr/>
            <p:nvPr/>
          </p:nvGrpSpPr>
          <p:grpSpPr>
            <a:xfrm>
              <a:off x="141767" y="1094491"/>
              <a:ext cx="1772285" cy="1982513"/>
              <a:chOff x="229690" y="509931"/>
              <a:chExt cx="1772285" cy="1982513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697707" y="509931"/>
                <a:ext cx="0" cy="78371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697707" y="1708727"/>
                <a:ext cx="0" cy="78371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>
                <a:off x="697707" y="509931"/>
                <a:ext cx="113385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>
                <a:off x="1831563" y="509931"/>
                <a:ext cx="0" cy="1982513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697707" y="2492444"/>
                <a:ext cx="1133856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ctangle 10"/>
                  <p:cNvSpPr/>
                  <p:nvPr/>
                </p:nvSpPr>
                <p:spPr>
                  <a:xfrm>
                    <a:off x="1302269" y="1217550"/>
                    <a:ext cx="36574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oMath>
                      </m:oMathPara>
                    </a14:m>
                    <a:endParaRPr lang="en-IN" dirty="0">
                      <a:solidFill>
                        <a:srgbClr val="FFFF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Rectangle 1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02269" y="1217550"/>
                    <a:ext cx="365741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2" name="Group 11"/>
              <p:cNvGrpSpPr/>
              <p:nvPr/>
            </p:nvGrpSpPr>
            <p:grpSpPr>
              <a:xfrm>
                <a:off x="1659075" y="703767"/>
                <a:ext cx="342900" cy="689643"/>
                <a:chOff x="1204546" y="4551816"/>
                <a:chExt cx="342900" cy="724176"/>
              </a:xfrm>
            </p:grpSpPr>
            <p:sp>
              <p:nvSpPr>
                <p:cNvPr id="18" name="Oval 17"/>
                <p:cNvSpPr/>
                <p:nvPr/>
              </p:nvSpPr>
              <p:spPr>
                <a:xfrm>
                  <a:off x="1204546" y="4551816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9" name="Oval 18"/>
                <p:cNvSpPr/>
                <p:nvPr/>
              </p:nvSpPr>
              <p:spPr>
                <a:xfrm>
                  <a:off x="1204546" y="4642338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1204546" y="4732860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1" name="Oval 20"/>
                <p:cNvSpPr/>
                <p:nvPr/>
              </p:nvSpPr>
              <p:spPr>
                <a:xfrm>
                  <a:off x="1204546" y="4823382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204546" y="4913904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3" name="Oval 22"/>
                <p:cNvSpPr/>
                <p:nvPr/>
              </p:nvSpPr>
              <p:spPr>
                <a:xfrm>
                  <a:off x="1204546" y="5004426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4" name="Oval 23"/>
                <p:cNvSpPr/>
                <p:nvPr/>
              </p:nvSpPr>
              <p:spPr>
                <a:xfrm>
                  <a:off x="1204546" y="5094948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25" name="Oval 24"/>
                <p:cNvSpPr/>
                <p:nvPr/>
              </p:nvSpPr>
              <p:spPr>
                <a:xfrm>
                  <a:off x="1204546" y="5185470"/>
                  <a:ext cx="342900" cy="90522"/>
                </a:xfrm>
                <a:prstGeom prst="ellipse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13" name="Group 12"/>
              <p:cNvGrpSpPr/>
              <p:nvPr/>
            </p:nvGrpSpPr>
            <p:grpSpPr>
              <a:xfrm>
                <a:off x="266288" y="1273601"/>
                <a:ext cx="873466" cy="461181"/>
                <a:chOff x="1266092" y="5107634"/>
                <a:chExt cx="873466" cy="484274"/>
              </a:xfrm>
            </p:grpSpPr>
            <p:sp>
              <p:nvSpPr>
                <p:cNvPr id="15" name="Rectangle 14"/>
                <p:cNvSpPr/>
                <p:nvPr/>
              </p:nvSpPr>
              <p:spPr>
                <a:xfrm>
                  <a:off x="1362456" y="5168900"/>
                  <a:ext cx="677359" cy="351913"/>
                </a:xfrm>
                <a:prstGeom prst="rect">
                  <a:avLst/>
                </a:prstGeom>
                <a:noFill/>
                <a:ln w="2857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6" name="Rectangle 15"/>
                <p:cNvSpPr/>
                <p:nvPr/>
              </p:nvSpPr>
              <p:spPr>
                <a:xfrm>
                  <a:off x="1266092" y="5117465"/>
                  <a:ext cx="133998" cy="47444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FFFFFF"/>
                    </a:solidFill>
                  </a:endParaRPr>
                </a:p>
              </p:txBody>
            </p:sp>
            <p:sp>
              <p:nvSpPr>
                <p:cNvPr id="17" name="Rectangle 16"/>
                <p:cNvSpPr/>
                <p:nvPr/>
              </p:nvSpPr>
              <p:spPr>
                <a:xfrm>
                  <a:off x="2005560" y="5107634"/>
                  <a:ext cx="133998" cy="47444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FFFFFF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/>
                  <p:cNvSpPr/>
                  <p:nvPr/>
                </p:nvSpPr>
                <p:spPr>
                  <a:xfrm>
                    <a:off x="229690" y="1359204"/>
                    <a:ext cx="38555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oMath>
                      </m:oMathPara>
                    </a14:m>
                    <a:endParaRPr lang="en-IN" dirty="0">
                      <a:solidFill>
                        <a:srgbClr val="FFFFFF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4" name="Rectangle 1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9690" y="1359204"/>
                    <a:ext cx="38555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6" name="Group 25"/>
              <p:cNvGrpSpPr/>
              <p:nvPr/>
            </p:nvGrpSpPr>
            <p:grpSpPr>
              <a:xfrm>
                <a:off x="1738069" y="1596632"/>
                <a:ext cx="184912" cy="727057"/>
                <a:chOff x="1788668" y="1856232"/>
                <a:chExt cx="285242" cy="900972"/>
              </a:xfrm>
            </p:grpSpPr>
            <p:grpSp>
              <p:nvGrpSpPr>
                <p:cNvPr id="27" name="Group 26"/>
                <p:cNvGrpSpPr/>
                <p:nvPr/>
              </p:nvGrpSpPr>
              <p:grpSpPr>
                <a:xfrm>
                  <a:off x="1788668" y="1856232"/>
                  <a:ext cx="273812" cy="225243"/>
                  <a:chOff x="1788668" y="1856232"/>
                  <a:chExt cx="273812" cy="225243"/>
                </a:xfrm>
              </p:grpSpPr>
              <p:grpSp>
                <p:nvGrpSpPr>
                  <p:cNvPr id="49" name="Group 48"/>
                  <p:cNvGrpSpPr/>
                  <p:nvPr/>
                </p:nvGrpSpPr>
                <p:grpSpPr>
                  <a:xfrm>
                    <a:off x="1929384" y="1856232"/>
                    <a:ext cx="133096" cy="110715"/>
                    <a:chOff x="1929384" y="1856232"/>
                    <a:chExt cx="133096" cy="110715"/>
                  </a:xfrm>
                </p:grpSpPr>
                <p:cxnSp>
                  <p:nvCxnSpPr>
                    <p:cNvPr id="53" name="Straight Connector 52"/>
                    <p:cNvCxnSpPr/>
                    <p:nvPr/>
                  </p:nvCxnSpPr>
                  <p:spPr>
                    <a:xfrm>
                      <a:off x="1929384" y="1856232"/>
                      <a:ext cx="133096" cy="57697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" name="Straight Connector 53"/>
                    <p:cNvCxnSpPr/>
                    <p:nvPr/>
                  </p:nvCxnSpPr>
                  <p:spPr>
                    <a:xfrm flipV="1">
                      <a:off x="1929384" y="1909249"/>
                      <a:ext cx="133096" cy="57698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0" name="Group 49"/>
                  <p:cNvGrpSpPr/>
                  <p:nvPr/>
                </p:nvGrpSpPr>
                <p:grpSpPr>
                  <a:xfrm rot="10800000">
                    <a:off x="1788668" y="1970760"/>
                    <a:ext cx="133096" cy="110715"/>
                    <a:chOff x="1929384" y="1856232"/>
                    <a:chExt cx="133096" cy="110715"/>
                  </a:xfrm>
                </p:grpSpPr>
                <p:cxnSp>
                  <p:nvCxnSpPr>
                    <p:cNvPr id="51" name="Straight Connector 50"/>
                    <p:cNvCxnSpPr/>
                    <p:nvPr/>
                  </p:nvCxnSpPr>
                  <p:spPr>
                    <a:xfrm>
                      <a:off x="1929384" y="1856232"/>
                      <a:ext cx="133096" cy="57697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" name="Straight Connector 51"/>
                    <p:cNvCxnSpPr/>
                    <p:nvPr/>
                  </p:nvCxnSpPr>
                  <p:spPr>
                    <a:xfrm flipV="1">
                      <a:off x="1929384" y="1909249"/>
                      <a:ext cx="133096" cy="57698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8" name="Group 27"/>
                <p:cNvGrpSpPr/>
                <p:nvPr/>
              </p:nvGrpSpPr>
              <p:grpSpPr>
                <a:xfrm>
                  <a:off x="1792478" y="2081475"/>
                  <a:ext cx="273812" cy="225243"/>
                  <a:chOff x="1788668" y="1856232"/>
                  <a:chExt cx="273812" cy="225243"/>
                </a:xfrm>
              </p:grpSpPr>
              <p:grpSp>
                <p:nvGrpSpPr>
                  <p:cNvPr id="43" name="Group 42"/>
                  <p:cNvGrpSpPr/>
                  <p:nvPr/>
                </p:nvGrpSpPr>
                <p:grpSpPr>
                  <a:xfrm>
                    <a:off x="1929384" y="1856232"/>
                    <a:ext cx="133096" cy="110715"/>
                    <a:chOff x="1929384" y="1856232"/>
                    <a:chExt cx="133096" cy="110715"/>
                  </a:xfrm>
                </p:grpSpPr>
                <p:cxnSp>
                  <p:nvCxnSpPr>
                    <p:cNvPr id="47" name="Straight Connector 46"/>
                    <p:cNvCxnSpPr/>
                    <p:nvPr/>
                  </p:nvCxnSpPr>
                  <p:spPr>
                    <a:xfrm>
                      <a:off x="1929384" y="1856232"/>
                      <a:ext cx="133096" cy="57697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Straight Connector 47"/>
                    <p:cNvCxnSpPr/>
                    <p:nvPr/>
                  </p:nvCxnSpPr>
                  <p:spPr>
                    <a:xfrm flipV="1">
                      <a:off x="1929384" y="1909249"/>
                      <a:ext cx="133096" cy="57698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4" name="Group 43"/>
                  <p:cNvGrpSpPr/>
                  <p:nvPr/>
                </p:nvGrpSpPr>
                <p:grpSpPr>
                  <a:xfrm rot="10800000">
                    <a:off x="1788668" y="1970760"/>
                    <a:ext cx="133096" cy="110715"/>
                    <a:chOff x="1929384" y="1856232"/>
                    <a:chExt cx="133096" cy="110715"/>
                  </a:xfrm>
                </p:grpSpPr>
                <p:cxnSp>
                  <p:nvCxnSpPr>
                    <p:cNvPr id="45" name="Straight Connector 44"/>
                    <p:cNvCxnSpPr/>
                    <p:nvPr/>
                  </p:nvCxnSpPr>
                  <p:spPr>
                    <a:xfrm>
                      <a:off x="1929384" y="1856232"/>
                      <a:ext cx="133096" cy="57697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6" name="Straight Connector 45"/>
                    <p:cNvCxnSpPr/>
                    <p:nvPr/>
                  </p:nvCxnSpPr>
                  <p:spPr>
                    <a:xfrm flipV="1">
                      <a:off x="1929384" y="1909249"/>
                      <a:ext cx="133096" cy="57698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29" name="Group 28"/>
                <p:cNvGrpSpPr/>
                <p:nvPr/>
              </p:nvGrpSpPr>
              <p:grpSpPr>
                <a:xfrm>
                  <a:off x="1796288" y="2306718"/>
                  <a:ext cx="273812" cy="225243"/>
                  <a:chOff x="1788668" y="1856232"/>
                  <a:chExt cx="273812" cy="225243"/>
                </a:xfrm>
              </p:grpSpPr>
              <p:grpSp>
                <p:nvGrpSpPr>
                  <p:cNvPr id="37" name="Group 36"/>
                  <p:cNvGrpSpPr/>
                  <p:nvPr/>
                </p:nvGrpSpPr>
                <p:grpSpPr>
                  <a:xfrm>
                    <a:off x="1929384" y="1856232"/>
                    <a:ext cx="133096" cy="110715"/>
                    <a:chOff x="1929384" y="1856232"/>
                    <a:chExt cx="133096" cy="110715"/>
                  </a:xfrm>
                </p:grpSpPr>
                <p:cxnSp>
                  <p:nvCxnSpPr>
                    <p:cNvPr id="41" name="Straight Connector 40"/>
                    <p:cNvCxnSpPr/>
                    <p:nvPr/>
                  </p:nvCxnSpPr>
                  <p:spPr>
                    <a:xfrm>
                      <a:off x="1929384" y="1856232"/>
                      <a:ext cx="133096" cy="57697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" name="Straight Connector 41"/>
                    <p:cNvCxnSpPr/>
                    <p:nvPr/>
                  </p:nvCxnSpPr>
                  <p:spPr>
                    <a:xfrm flipV="1">
                      <a:off x="1929384" y="1909249"/>
                      <a:ext cx="133096" cy="57698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8" name="Group 37"/>
                  <p:cNvGrpSpPr/>
                  <p:nvPr/>
                </p:nvGrpSpPr>
                <p:grpSpPr>
                  <a:xfrm rot="10800000">
                    <a:off x="1788668" y="1970760"/>
                    <a:ext cx="133096" cy="110715"/>
                    <a:chOff x="1929384" y="1856232"/>
                    <a:chExt cx="133096" cy="110715"/>
                  </a:xfrm>
                </p:grpSpPr>
                <p:cxnSp>
                  <p:nvCxnSpPr>
                    <p:cNvPr id="39" name="Straight Connector 38"/>
                    <p:cNvCxnSpPr/>
                    <p:nvPr/>
                  </p:nvCxnSpPr>
                  <p:spPr>
                    <a:xfrm>
                      <a:off x="1929384" y="1856232"/>
                      <a:ext cx="133096" cy="57697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Straight Connector 39"/>
                    <p:cNvCxnSpPr/>
                    <p:nvPr/>
                  </p:nvCxnSpPr>
                  <p:spPr>
                    <a:xfrm flipV="1">
                      <a:off x="1929384" y="1909249"/>
                      <a:ext cx="133096" cy="57698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30" name="Group 29"/>
                <p:cNvGrpSpPr/>
                <p:nvPr/>
              </p:nvGrpSpPr>
              <p:grpSpPr>
                <a:xfrm>
                  <a:off x="1800098" y="2531961"/>
                  <a:ext cx="273812" cy="225243"/>
                  <a:chOff x="1788668" y="1856232"/>
                  <a:chExt cx="273812" cy="225243"/>
                </a:xfrm>
              </p:grpSpPr>
              <p:grpSp>
                <p:nvGrpSpPr>
                  <p:cNvPr id="31" name="Group 30"/>
                  <p:cNvGrpSpPr/>
                  <p:nvPr/>
                </p:nvGrpSpPr>
                <p:grpSpPr>
                  <a:xfrm>
                    <a:off x="1929384" y="1856232"/>
                    <a:ext cx="133096" cy="110715"/>
                    <a:chOff x="1929384" y="1856232"/>
                    <a:chExt cx="133096" cy="110715"/>
                  </a:xfrm>
                </p:grpSpPr>
                <p:cxnSp>
                  <p:nvCxnSpPr>
                    <p:cNvPr id="35" name="Straight Connector 34"/>
                    <p:cNvCxnSpPr/>
                    <p:nvPr/>
                  </p:nvCxnSpPr>
                  <p:spPr>
                    <a:xfrm>
                      <a:off x="1929384" y="1856232"/>
                      <a:ext cx="133096" cy="57697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" name="Straight Connector 35"/>
                    <p:cNvCxnSpPr/>
                    <p:nvPr/>
                  </p:nvCxnSpPr>
                  <p:spPr>
                    <a:xfrm flipV="1">
                      <a:off x="1929384" y="1909249"/>
                      <a:ext cx="133096" cy="57698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2" name="Group 31"/>
                  <p:cNvGrpSpPr/>
                  <p:nvPr/>
                </p:nvGrpSpPr>
                <p:grpSpPr>
                  <a:xfrm rot="10800000">
                    <a:off x="1788668" y="1970760"/>
                    <a:ext cx="133096" cy="110715"/>
                    <a:chOff x="1929384" y="1856232"/>
                    <a:chExt cx="133096" cy="110715"/>
                  </a:xfrm>
                </p:grpSpPr>
                <p:cxnSp>
                  <p:nvCxnSpPr>
                    <p:cNvPr id="33" name="Straight Connector 32"/>
                    <p:cNvCxnSpPr/>
                    <p:nvPr/>
                  </p:nvCxnSpPr>
                  <p:spPr>
                    <a:xfrm>
                      <a:off x="1929384" y="1856232"/>
                      <a:ext cx="133096" cy="57697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" name="Straight Connector 33"/>
                    <p:cNvCxnSpPr/>
                    <p:nvPr/>
                  </p:nvCxnSpPr>
                  <p:spPr>
                    <a:xfrm flipV="1">
                      <a:off x="1929384" y="1909249"/>
                      <a:ext cx="133096" cy="57698"/>
                    </a:xfrm>
                    <a:prstGeom prst="line">
                      <a:avLst/>
                    </a:prstGeom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</p:grpSp>
      <p:sp>
        <p:nvSpPr>
          <p:cNvPr id="56" name="Rectangle 55"/>
          <p:cNvSpPr/>
          <p:nvPr/>
        </p:nvSpPr>
        <p:spPr>
          <a:xfrm>
            <a:off x="127049" y="0"/>
            <a:ext cx="987789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4800" dirty="0">
                <a:ln w="0"/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LC oscillator practical situation (with R)</a:t>
            </a:r>
            <a:endParaRPr lang="en-US" sz="4800" b="0" cap="none" spc="0" dirty="0">
              <a:ln w="0"/>
              <a:solidFill>
                <a:srgbClr val="FFFF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B57FFC-56B8-0214-B3D1-83079D87E953}"/>
              </a:ext>
            </a:extLst>
          </p:cNvPr>
          <p:cNvGrpSpPr/>
          <p:nvPr/>
        </p:nvGrpSpPr>
        <p:grpSpPr>
          <a:xfrm>
            <a:off x="2331720" y="1196757"/>
            <a:ext cx="5113418" cy="2598003"/>
            <a:chOff x="2057400" y="830997"/>
            <a:chExt cx="5113418" cy="259800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CE10A2F-BA8B-3E5B-EA41-32C93CF96D75}"/>
                </a:ext>
              </a:extLst>
            </p:cNvPr>
            <p:cNvSpPr/>
            <p:nvPr/>
          </p:nvSpPr>
          <p:spPr>
            <a:xfrm>
              <a:off x="2057400" y="830997"/>
              <a:ext cx="5113418" cy="259800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aphicFrame>
          <p:nvGraphicFramePr>
            <p:cNvPr id="57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3381436"/>
                </p:ext>
              </p:extLst>
            </p:nvPr>
          </p:nvGraphicFramePr>
          <p:xfrm>
            <a:off x="2269623" y="977419"/>
            <a:ext cx="4716463" cy="2232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4" imgW="4716720" imgH="2232720" progId="Paint.Picture">
                    <p:embed/>
                  </p:oleObj>
                </mc:Choice>
                <mc:Fallback>
                  <p:oleObj name="Bitmap Image" r:id="rId4" imgW="4716720" imgH="2232720" progId="Paint.Picture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269623" y="977419"/>
                          <a:ext cx="4716463" cy="2232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3A25093-089D-8962-2C34-BAE97E53460E}"/>
              </a:ext>
            </a:extLst>
          </p:cNvPr>
          <p:cNvGrpSpPr/>
          <p:nvPr/>
        </p:nvGrpSpPr>
        <p:grpSpPr>
          <a:xfrm>
            <a:off x="1033368" y="4043240"/>
            <a:ext cx="6154919" cy="523220"/>
            <a:chOff x="759048" y="3677480"/>
            <a:chExt cx="6154919" cy="523220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2673104-590C-B3FA-1B40-94B563EDC621}"/>
                </a:ext>
              </a:extLst>
            </p:cNvPr>
            <p:cNvSpPr txBox="1"/>
            <p:nvPr/>
          </p:nvSpPr>
          <p:spPr>
            <a:xfrm>
              <a:off x="1051831" y="3677480"/>
              <a:ext cx="58621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chemeClr val="bg1"/>
                  </a:solidFill>
                </a:rPr>
                <a:t>Amplitude decrease exponential </a:t>
              </a: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281574C-E313-2633-7F00-E927E52B3C25}"/>
                </a:ext>
              </a:extLst>
            </p:cNvPr>
            <p:cNvSpPr/>
            <p:nvPr/>
          </p:nvSpPr>
          <p:spPr>
            <a:xfrm>
              <a:off x="759048" y="3837490"/>
              <a:ext cx="203200" cy="203200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1477904-E676-94C1-38E2-A89278985C31}"/>
              </a:ext>
            </a:extLst>
          </p:cNvPr>
          <p:cNvGrpSpPr/>
          <p:nvPr/>
        </p:nvGrpSpPr>
        <p:grpSpPr>
          <a:xfrm>
            <a:off x="1033368" y="4621818"/>
            <a:ext cx="6154919" cy="523220"/>
            <a:chOff x="759048" y="4256058"/>
            <a:chExt cx="6154919" cy="523220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C30B605-2C5A-4660-0B9C-6965B600308C}"/>
                </a:ext>
              </a:extLst>
            </p:cNvPr>
            <p:cNvSpPr txBox="1"/>
            <p:nvPr/>
          </p:nvSpPr>
          <p:spPr>
            <a:xfrm>
              <a:off x="1051831" y="4256058"/>
              <a:ext cx="586213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chemeClr val="bg1"/>
                  </a:solidFill>
                </a:rPr>
                <a:t>Frequency remain constant</a:t>
              </a: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E396CFBF-B34C-A3D7-70B3-6D30E0959059}"/>
                </a:ext>
              </a:extLst>
            </p:cNvPr>
            <p:cNvSpPr/>
            <p:nvPr/>
          </p:nvSpPr>
          <p:spPr>
            <a:xfrm>
              <a:off x="759048" y="4394930"/>
              <a:ext cx="203200" cy="203200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854887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F3F89A-BD83-D061-D8EB-AD9C56A4927D}"/>
              </a:ext>
            </a:extLst>
          </p:cNvPr>
          <p:cNvSpPr/>
          <p:nvPr/>
        </p:nvSpPr>
        <p:spPr>
          <a:xfrm>
            <a:off x="3731635" y="2967335"/>
            <a:ext cx="4728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RLC with supply</a:t>
            </a:r>
          </a:p>
        </p:txBody>
      </p:sp>
    </p:spTree>
    <p:extLst>
      <p:ext uri="{BB962C8B-B14F-4D97-AF65-F5344CB8AC3E}">
        <p14:creationId xmlns:p14="http://schemas.microsoft.com/office/powerpoint/2010/main" val="735916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64FD2C0-06A4-01E8-239B-1834C26EA40C}"/>
              </a:ext>
            </a:extLst>
          </p:cNvPr>
          <p:cNvCxnSpPr>
            <a:cxnSpLocks/>
            <a:stCxn id="69" idx="0"/>
          </p:cNvCxnSpPr>
          <p:nvPr/>
        </p:nvCxnSpPr>
        <p:spPr>
          <a:xfrm>
            <a:off x="641193" y="1211932"/>
            <a:ext cx="1132612" cy="14584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368FEAF-0993-1327-8CE6-B93A468924C2}"/>
              </a:ext>
            </a:extLst>
          </p:cNvPr>
          <p:cNvCxnSpPr>
            <a:cxnSpLocks/>
          </p:cNvCxnSpPr>
          <p:nvPr/>
        </p:nvCxnSpPr>
        <p:spPr>
          <a:xfrm>
            <a:off x="2468583" y="1211903"/>
            <a:ext cx="1176981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6CD146B-91B8-065F-0BDD-30B3FB1ED3EF}"/>
              </a:ext>
            </a:extLst>
          </p:cNvPr>
          <p:cNvCxnSpPr>
            <a:cxnSpLocks/>
          </p:cNvCxnSpPr>
          <p:nvPr/>
        </p:nvCxnSpPr>
        <p:spPr>
          <a:xfrm>
            <a:off x="4358195" y="1226516"/>
            <a:ext cx="1499232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E42204C-54FA-A0C2-92AD-8C3DE5C6646F}"/>
              </a:ext>
            </a:extLst>
          </p:cNvPr>
          <p:cNvSpPr/>
          <p:nvPr/>
        </p:nvSpPr>
        <p:spPr>
          <a:xfrm>
            <a:off x="-10539" y="0"/>
            <a:ext cx="4728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RLC with supply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F4B16C1-318D-2476-AE2F-1CFE2DE85E2F}"/>
              </a:ext>
            </a:extLst>
          </p:cNvPr>
          <p:cNvSpPr/>
          <p:nvPr/>
        </p:nvSpPr>
        <p:spPr>
          <a:xfrm flipV="1">
            <a:off x="1779947" y="1140439"/>
            <a:ext cx="688636" cy="163797"/>
          </a:xfrm>
          <a:custGeom>
            <a:avLst/>
            <a:gdLst>
              <a:gd name="connsiteX0" fmla="*/ 0 w 1082040"/>
              <a:gd name="connsiteY0" fmla="*/ 69055 h 199177"/>
              <a:gd name="connsiteX1" fmla="*/ 182880 w 1082040"/>
              <a:gd name="connsiteY1" fmla="*/ 61435 h 199177"/>
              <a:gd name="connsiteX2" fmla="*/ 281940 w 1082040"/>
              <a:gd name="connsiteY2" fmla="*/ 198595 h 199177"/>
              <a:gd name="connsiteX3" fmla="*/ 358140 w 1082040"/>
              <a:gd name="connsiteY3" fmla="*/ 475 h 199177"/>
              <a:gd name="connsiteX4" fmla="*/ 358140 w 1082040"/>
              <a:gd name="connsiteY4" fmla="*/ 475 h 199177"/>
              <a:gd name="connsiteX5" fmla="*/ 502920 w 1082040"/>
              <a:gd name="connsiteY5" fmla="*/ 175735 h 199177"/>
              <a:gd name="connsiteX6" fmla="*/ 586740 w 1082040"/>
              <a:gd name="connsiteY6" fmla="*/ 8095 h 199177"/>
              <a:gd name="connsiteX7" fmla="*/ 739140 w 1082040"/>
              <a:gd name="connsiteY7" fmla="*/ 137635 h 199177"/>
              <a:gd name="connsiteX8" fmla="*/ 807720 w 1082040"/>
              <a:gd name="connsiteY8" fmla="*/ 475 h 199177"/>
              <a:gd name="connsiteX9" fmla="*/ 891540 w 1082040"/>
              <a:gd name="connsiteY9" fmla="*/ 91915 h 199177"/>
              <a:gd name="connsiteX10" fmla="*/ 1082040 w 1082040"/>
              <a:gd name="connsiteY10" fmla="*/ 76675 h 199177"/>
              <a:gd name="connsiteX0" fmla="*/ 0 w 1082040"/>
              <a:gd name="connsiteY0" fmla="*/ 69055 h 199118"/>
              <a:gd name="connsiteX1" fmla="*/ 182880 w 1082040"/>
              <a:gd name="connsiteY1" fmla="*/ 61435 h 199118"/>
              <a:gd name="connsiteX2" fmla="*/ 281940 w 1082040"/>
              <a:gd name="connsiteY2" fmla="*/ 198595 h 199118"/>
              <a:gd name="connsiteX3" fmla="*/ 358140 w 1082040"/>
              <a:gd name="connsiteY3" fmla="*/ 475 h 199118"/>
              <a:gd name="connsiteX4" fmla="*/ 358140 w 1082040"/>
              <a:gd name="connsiteY4" fmla="*/ 475 h 199118"/>
              <a:gd name="connsiteX5" fmla="*/ 502920 w 1082040"/>
              <a:gd name="connsiteY5" fmla="*/ 175735 h 199118"/>
              <a:gd name="connsiteX6" fmla="*/ 586740 w 1082040"/>
              <a:gd name="connsiteY6" fmla="*/ 8095 h 199118"/>
              <a:gd name="connsiteX7" fmla="*/ 739140 w 1082040"/>
              <a:gd name="connsiteY7" fmla="*/ 137635 h 199118"/>
              <a:gd name="connsiteX8" fmla="*/ 807720 w 1082040"/>
              <a:gd name="connsiteY8" fmla="*/ 475 h 199118"/>
              <a:gd name="connsiteX9" fmla="*/ 891540 w 1082040"/>
              <a:gd name="connsiteY9" fmla="*/ 91915 h 199118"/>
              <a:gd name="connsiteX10" fmla="*/ 1082040 w 1082040"/>
              <a:gd name="connsiteY10" fmla="*/ 76675 h 199118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24"/>
              <a:gd name="connsiteX1" fmla="*/ 193040 w 1092200"/>
              <a:gd name="connsiteY1" fmla="*/ 61435 h 199124"/>
              <a:gd name="connsiteX2" fmla="*/ 292100 w 1092200"/>
              <a:gd name="connsiteY2" fmla="*/ 198595 h 199124"/>
              <a:gd name="connsiteX3" fmla="*/ 368300 w 1092200"/>
              <a:gd name="connsiteY3" fmla="*/ 475 h 199124"/>
              <a:gd name="connsiteX4" fmla="*/ 368300 w 1092200"/>
              <a:gd name="connsiteY4" fmla="*/ 475 h 199124"/>
              <a:gd name="connsiteX5" fmla="*/ 513080 w 1092200"/>
              <a:gd name="connsiteY5" fmla="*/ 175735 h 199124"/>
              <a:gd name="connsiteX6" fmla="*/ 596900 w 1092200"/>
              <a:gd name="connsiteY6" fmla="*/ 8095 h 199124"/>
              <a:gd name="connsiteX7" fmla="*/ 749300 w 1092200"/>
              <a:gd name="connsiteY7" fmla="*/ 137635 h 199124"/>
              <a:gd name="connsiteX8" fmla="*/ 817880 w 1092200"/>
              <a:gd name="connsiteY8" fmla="*/ 475 h 199124"/>
              <a:gd name="connsiteX9" fmla="*/ 901700 w 1092200"/>
              <a:gd name="connsiteY9" fmla="*/ 91915 h 199124"/>
              <a:gd name="connsiteX10" fmla="*/ 1092200 w 1092200"/>
              <a:gd name="connsiteY10" fmla="*/ 76675 h 199124"/>
              <a:gd name="connsiteX0" fmla="*/ 0 w 1092200"/>
              <a:gd name="connsiteY0" fmla="*/ 111760 h 251989"/>
              <a:gd name="connsiteX1" fmla="*/ 193040 w 1092200"/>
              <a:gd name="connsiteY1" fmla="*/ 114300 h 251989"/>
              <a:gd name="connsiteX2" fmla="*/ 292100 w 1092200"/>
              <a:gd name="connsiteY2" fmla="*/ 251460 h 251989"/>
              <a:gd name="connsiteX3" fmla="*/ 368300 w 1092200"/>
              <a:gd name="connsiteY3" fmla="*/ 53340 h 251989"/>
              <a:gd name="connsiteX4" fmla="*/ 368300 w 1092200"/>
              <a:gd name="connsiteY4" fmla="*/ 0 h 251989"/>
              <a:gd name="connsiteX5" fmla="*/ 513080 w 1092200"/>
              <a:gd name="connsiteY5" fmla="*/ 228600 h 251989"/>
              <a:gd name="connsiteX6" fmla="*/ 596900 w 1092200"/>
              <a:gd name="connsiteY6" fmla="*/ 60960 h 251989"/>
              <a:gd name="connsiteX7" fmla="*/ 749300 w 1092200"/>
              <a:gd name="connsiteY7" fmla="*/ 190500 h 251989"/>
              <a:gd name="connsiteX8" fmla="*/ 817880 w 1092200"/>
              <a:gd name="connsiteY8" fmla="*/ 53340 h 251989"/>
              <a:gd name="connsiteX9" fmla="*/ 901700 w 1092200"/>
              <a:gd name="connsiteY9" fmla="*/ 144780 h 251989"/>
              <a:gd name="connsiteX10" fmla="*/ 1092200 w 1092200"/>
              <a:gd name="connsiteY10" fmla="*/ 129540 h 251989"/>
              <a:gd name="connsiteX0" fmla="*/ 0 w 1092200"/>
              <a:gd name="connsiteY0" fmla="*/ 111760 h 267068"/>
              <a:gd name="connsiteX1" fmla="*/ 193040 w 1092200"/>
              <a:gd name="connsiteY1" fmla="*/ 114300 h 267068"/>
              <a:gd name="connsiteX2" fmla="*/ 292100 w 1092200"/>
              <a:gd name="connsiteY2" fmla="*/ 251460 h 267068"/>
              <a:gd name="connsiteX3" fmla="*/ 368300 w 1092200"/>
              <a:gd name="connsiteY3" fmla="*/ 53340 h 267068"/>
              <a:gd name="connsiteX4" fmla="*/ 368300 w 1092200"/>
              <a:gd name="connsiteY4" fmla="*/ 0 h 267068"/>
              <a:gd name="connsiteX5" fmla="*/ 513080 w 1092200"/>
              <a:gd name="connsiteY5" fmla="*/ 266700 h 267068"/>
              <a:gd name="connsiteX6" fmla="*/ 596900 w 1092200"/>
              <a:gd name="connsiteY6" fmla="*/ 60960 h 267068"/>
              <a:gd name="connsiteX7" fmla="*/ 749300 w 1092200"/>
              <a:gd name="connsiteY7" fmla="*/ 190500 h 267068"/>
              <a:gd name="connsiteX8" fmla="*/ 817880 w 1092200"/>
              <a:gd name="connsiteY8" fmla="*/ 53340 h 267068"/>
              <a:gd name="connsiteX9" fmla="*/ 901700 w 1092200"/>
              <a:gd name="connsiteY9" fmla="*/ 144780 h 267068"/>
              <a:gd name="connsiteX10" fmla="*/ 1092200 w 1092200"/>
              <a:gd name="connsiteY10" fmla="*/ 129540 h 267068"/>
              <a:gd name="connsiteX0" fmla="*/ 0 w 1092200"/>
              <a:gd name="connsiteY0" fmla="*/ 111780 h 267088"/>
              <a:gd name="connsiteX1" fmla="*/ 193040 w 1092200"/>
              <a:gd name="connsiteY1" fmla="*/ 114320 h 267088"/>
              <a:gd name="connsiteX2" fmla="*/ 292100 w 1092200"/>
              <a:gd name="connsiteY2" fmla="*/ 251480 h 267088"/>
              <a:gd name="connsiteX3" fmla="*/ 368300 w 1092200"/>
              <a:gd name="connsiteY3" fmla="*/ 20 h 267088"/>
              <a:gd name="connsiteX4" fmla="*/ 513080 w 1092200"/>
              <a:gd name="connsiteY4" fmla="*/ 266720 h 267088"/>
              <a:gd name="connsiteX5" fmla="*/ 596900 w 1092200"/>
              <a:gd name="connsiteY5" fmla="*/ 60980 h 267088"/>
              <a:gd name="connsiteX6" fmla="*/ 749300 w 1092200"/>
              <a:gd name="connsiteY6" fmla="*/ 190520 h 267088"/>
              <a:gd name="connsiteX7" fmla="*/ 817880 w 1092200"/>
              <a:gd name="connsiteY7" fmla="*/ 53360 h 267088"/>
              <a:gd name="connsiteX8" fmla="*/ 901700 w 1092200"/>
              <a:gd name="connsiteY8" fmla="*/ 144800 h 267088"/>
              <a:gd name="connsiteX9" fmla="*/ 1092200 w 1092200"/>
              <a:gd name="connsiteY9" fmla="*/ 129560 h 267088"/>
              <a:gd name="connsiteX0" fmla="*/ 0 w 1092200"/>
              <a:gd name="connsiteY0" fmla="*/ 119958 h 274902"/>
              <a:gd name="connsiteX1" fmla="*/ 193040 w 1092200"/>
              <a:gd name="connsiteY1" fmla="*/ 122498 h 274902"/>
              <a:gd name="connsiteX2" fmla="*/ 292100 w 1092200"/>
              <a:gd name="connsiteY2" fmla="*/ 259658 h 274902"/>
              <a:gd name="connsiteX3" fmla="*/ 368300 w 1092200"/>
              <a:gd name="connsiteY3" fmla="*/ 8198 h 274902"/>
              <a:gd name="connsiteX4" fmla="*/ 513080 w 1092200"/>
              <a:gd name="connsiteY4" fmla="*/ 274898 h 274902"/>
              <a:gd name="connsiteX5" fmla="*/ 591820 w 1092200"/>
              <a:gd name="connsiteY5" fmla="*/ 578 h 274902"/>
              <a:gd name="connsiteX6" fmla="*/ 749300 w 1092200"/>
              <a:gd name="connsiteY6" fmla="*/ 198698 h 274902"/>
              <a:gd name="connsiteX7" fmla="*/ 817880 w 1092200"/>
              <a:gd name="connsiteY7" fmla="*/ 61538 h 274902"/>
              <a:gd name="connsiteX8" fmla="*/ 901700 w 1092200"/>
              <a:gd name="connsiteY8" fmla="*/ 152978 h 274902"/>
              <a:gd name="connsiteX9" fmla="*/ 1092200 w 1092200"/>
              <a:gd name="connsiteY9" fmla="*/ 137738 h 274902"/>
              <a:gd name="connsiteX0" fmla="*/ 0 w 1092200"/>
              <a:gd name="connsiteY0" fmla="*/ 119381 h 274325"/>
              <a:gd name="connsiteX1" fmla="*/ 193040 w 1092200"/>
              <a:gd name="connsiteY1" fmla="*/ 121921 h 274325"/>
              <a:gd name="connsiteX2" fmla="*/ 292100 w 1092200"/>
              <a:gd name="connsiteY2" fmla="*/ 259081 h 274325"/>
              <a:gd name="connsiteX3" fmla="*/ 368300 w 1092200"/>
              <a:gd name="connsiteY3" fmla="*/ 7621 h 274325"/>
              <a:gd name="connsiteX4" fmla="*/ 513080 w 1092200"/>
              <a:gd name="connsiteY4" fmla="*/ 274321 h 274325"/>
              <a:gd name="connsiteX5" fmla="*/ 591820 w 1092200"/>
              <a:gd name="connsiteY5" fmla="*/ 1 h 274325"/>
              <a:gd name="connsiteX6" fmla="*/ 734060 w 1092200"/>
              <a:gd name="connsiteY6" fmla="*/ 271781 h 274325"/>
              <a:gd name="connsiteX7" fmla="*/ 817880 w 1092200"/>
              <a:gd name="connsiteY7" fmla="*/ 60961 h 274325"/>
              <a:gd name="connsiteX8" fmla="*/ 901700 w 1092200"/>
              <a:gd name="connsiteY8" fmla="*/ 152401 h 274325"/>
              <a:gd name="connsiteX9" fmla="*/ 1092200 w 1092200"/>
              <a:gd name="connsiteY9" fmla="*/ 13716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51318 h 306262"/>
              <a:gd name="connsiteX1" fmla="*/ 193040 w 1087120"/>
              <a:gd name="connsiteY1" fmla="*/ 153858 h 306262"/>
              <a:gd name="connsiteX2" fmla="*/ 292100 w 1087120"/>
              <a:gd name="connsiteY2" fmla="*/ 291018 h 306262"/>
              <a:gd name="connsiteX3" fmla="*/ 368300 w 1087120"/>
              <a:gd name="connsiteY3" fmla="*/ 39558 h 306262"/>
              <a:gd name="connsiteX4" fmla="*/ 513080 w 1087120"/>
              <a:gd name="connsiteY4" fmla="*/ 306258 h 306262"/>
              <a:gd name="connsiteX5" fmla="*/ 591820 w 1087120"/>
              <a:gd name="connsiteY5" fmla="*/ 31938 h 306262"/>
              <a:gd name="connsiteX6" fmla="*/ 734060 w 1087120"/>
              <a:gd name="connsiteY6" fmla="*/ 303718 h 306262"/>
              <a:gd name="connsiteX7" fmla="*/ 821436 w 1087120"/>
              <a:gd name="connsiteY7" fmla="*/ 1458 h 306262"/>
              <a:gd name="connsiteX8" fmla="*/ 901700 w 1087120"/>
              <a:gd name="connsiteY8" fmla="*/ 184338 h 306262"/>
              <a:gd name="connsiteX9" fmla="*/ 1087120 w 1087120"/>
              <a:gd name="connsiteY9" fmla="*/ 179258 h 306262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07825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68300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7120" h="274582">
                <a:moveTo>
                  <a:pt x="0" y="119380"/>
                </a:moveTo>
                <a:cubicBezTo>
                  <a:pt x="83185" y="120015"/>
                  <a:pt x="146682" y="96053"/>
                  <a:pt x="193040" y="121920"/>
                </a:cubicBezTo>
                <a:cubicBezTo>
                  <a:pt x="239398" y="147787"/>
                  <a:pt x="240896" y="205787"/>
                  <a:pt x="278146" y="274582"/>
                </a:cubicBezTo>
                <a:cubicBezTo>
                  <a:pt x="311871" y="186748"/>
                  <a:pt x="337899" y="80744"/>
                  <a:pt x="377192" y="7620"/>
                </a:cubicBezTo>
                <a:cubicBezTo>
                  <a:pt x="399430" y="27507"/>
                  <a:pt x="453758" y="224656"/>
                  <a:pt x="495298" y="274320"/>
                </a:cubicBezTo>
                <a:cubicBezTo>
                  <a:pt x="533737" y="202185"/>
                  <a:pt x="570403" y="60639"/>
                  <a:pt x="607825" y="0"/>
                </a:cubicBezTo>
                <a:cubicBezTo>
                  <a:pt x="642146" y="56730"/>
                  <a:pt x="677072" y="198897"/>
                  <a:pt x="719833" y="269240"/>
                </a:cubicBezTo>
                <a:cubicBezTo>
                  <a:pt x="757943" y="191210"/>
                  <a:pt x="789120" y="80567"/>
                  <a:pt x="817880" y="10160"/>
                </a:cubicBezTo>
                <a:cubicBezTo>
                  <a:pt x="851292" y="70410"/>
                  <a:pt x="855980" y="152987"/>
                  <a:pt x="901700" y="165687"/>
                </a:cubicBezTo>
                <a:cubicBezTo>
                  <a:pt x="967740" y="165687"/>
                  <a:pt x="994574" y="172362"/>
                  <a:pt x="1087120" y="167250"/>
                </a:cubicBezTo>
              </a:path>
            </a:pathLst>
          </a:custGeom>
          <a:noFill/>
          <a:ln w="19050">
            <a:solidFill>
              <a:srgbClr val="FE9E1C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239A969-D858-3B5C-21B1-09AB95AA418F}"/>
              </a:ext>
            </a:extLst>
          </p:cNvPr>
          <p:cNvGrpSpPr/>
          <p:nvPr/>
        </p:nvGrpSpPr>
        <p:grpSpPr>
          <a:xfrm>
            <a:off x="5857427" y="1055511"/>
            <a:ext cx="685714" cy="333652"/>
            <a:chOff x="5377910" y="3964770"/>
            <a:chExt cx="825067" cy="314187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7CC0087-6E58-165A-858F-700816AE743D}"/>
                </a:ext>
              </a:extLst>
            </p:cNvPr>
            <p:cNvSpPr/>
            <p:nvPr/>
          </p:nvSpPr>
          <p:spPr>
            <a:xfrm>
              <a:off x="5377910" y="4117937"/>
              <a:ext cx="315567" cy="7862"/>
            </a:xfrm>
            <a:custGeom>
              <a:avLst/>
              <a:gdLst>
                <a:gd name="connsiteX0" fmla="*/ 0 w 335280"/>
                <a:gd name="connsiteY0" fmla="*/ 733 h 8353"/>
                <a:gd name="connsiteX1" fmla="*/ 175260 w 335280"/>
                <a:gd name="connsiteY1" fmla="*/ 733 h 8353"/>
                <a:gd name="connsiteX2" fmla="*/ 335280 w 335280"/>
                <a:gd name="connsiteY2" fmla="*/ 8353 h 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5280" h="8353">
                  <a:moveTo>
                    <a:pt x="0" y="733"/>
                  </a:moveTo>
                  <a:cubicBezTo>
                    <a:pt x="59690" y="98"/>
                    <a:pt x="119380" y="-537"/>
                    <a:pt x="175260" y="733"/>
                  </a:cubicBezTo>
                  <a:cubicBezTo>
                    <a:pt x="231140" y="2003"/>
                    <a:pt x="283210" y="5178"/>
                    <a:pt x="335280" y="8353"/>
                  </a:cubicBezTo>
                </a:path>
              </a:pathLst>
            </a:custGeom>
            <a:noFill/>
            <a:ln w="19050">
              <a:solidFill>
                <a:schemeClr val="accent6">
                  <a:lumMod val="60000"/>
                  <a:lumOff val="40000"/>
                </a:schemeClr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0496F8C-7CD0-CF50-0B8C-78B15BC2A49B}"/>
                </a:ext>
              </a:extLst>
            </p:cNvPr>
            <p:cNvSpPr/>
            <p:nvPr/>
          </p:nvSpPr>
          <p:spPr>
            <a:xfrm>
              <a:off x="5887410" y="4112038"/>
              <a:ext cx="315567" cy="7862"/>
            </a:xfrm>
            <a:custGeom>
              <a:avLst/>
              <a:gdLst>
                <a:gd name="connsiteX0" fmla="*/ 0 w 335280"/>
                <a:gd name="connsiteY0" fmla="*/ 733 h 8353"/>
                <a:gd name="connsiteX1" fmla="*/ 175260 w 335280"/>
                <a:gd name="connsiteY1" fmla="*/ 733 h 8353"/>
                <a:gd name="connsiteX2" fmla="*/ 335280 w 335280"/>
                <a:gd name="connsiteY2" fmla="*/ 8353 h 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5280" h="8353">
                  <a:moveTo>
                    <a:pt x="0" y="733"/>
                  </a:moveTo>
                  <a:cubicBezTo>
                    <a:pt x="59690" y="98"/>
                    <a:pt x="119380" y="-537"/>
                    <a:pt x="175260" y="733"/>
                  </a:cubicBezTo>
                  <a:cubicBezTo>
                    <a:pt x="231140" y="2003"/>
                    <a:pt x="283210" y="5178"/>
                    <a:pt x="335280" y="8353"/>
                  </a:cubicBezTo>
                </a:path>
              </a:pathLst>
            </a:custGeom>
            <a:noFill/>
            <a:ln w="19050">
              <a:solidFill>
                <a:schemeClr val="accent6">
                  <a:lumMod val="60000"/>
                  <a:lumOff val="40000"/>
                </a:schemeClr>
              </a:solidFill>
              <a:headEnd type="none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1C3EE71-9B6E-FF38-5D10-463D876449F1}"/>
                </a:ext>
              </a:extLst>
            </p:cNvPr>
            <p:cNvSpPr/>
            <p:nvPr/>
          </p:nvSpPr>
          <p:spPr>
            <a:xfrm>
              <a:off x="5887633" y="3964773"/>
              <a:ext cx="0" cy="314184"/>
            </a:xfrm>
            <a:custGeom>
              <a:avLst/>
              <a:gdLst>
                <a:gd name="connsiteX0" fmla="*/ 0 w 3810"/>
                <a:gd name="connsiteY0" fmla="*/ 0 h 453390"/>
                <a:gd name="connsiteX1" fmla="*/ 3810 w 3810"/>
                <a:gd name="connsiteY1" fmla="*/ 45339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" h="453390">
                  <a:moveTo>
                    <a:pt x="0" y="0"/>
                  </a:moveTo>
                  <a:lnTo>
                    <a:pt x="3810" y="453390"/>
                  </a:lnTo>
                </a:path>
              </a:pathLst>
            </a:custGeom>
            <a:noFill/>
            <a:ln w="19050" cap="rnd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D8579D5-7773-1938-BDBD-EFD200DE87DE}"/>
                </a:ext>
              </a:extLst>
            </p:cNvPr>
            <p:cNvSpPr/>
            <p:nvPr/>
          </p:nvSpPr>
          <p:spPr>
            <a:xfrm>
              <a:off x="5686085" y="3964770"/>
              <a:ext cx="0" cy="314184"/>
            </a:xfrm>
            <a:custGeom>
              <a:avLst/>
              <a:gdLst>
                <a:gd name="connsiteX0" fmla="*/ 0 w 3810"/>
                <a:gd name="connsiteY0" fmla="*/ 0 h 453390"/>
                <a:gd name="connsiteX1" fmla="*/ 3810 w 3810"/>
                <a:gd name="connsiteY1" fmla="*/ 45339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" h="453390">
                  <a:moveTo>
                    <a:pt x="0" y="0"/>
                  </a:moveTo>
                  <a:lnTo>
                    <a:pt x="3810" y="453390"/>
                  </a:lnTo>
                </a:path>
              </a:pathLst>
            </a:custGeom>
            <a:noFill/>
            <a:ln w="19050" cap="rnd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72B60F3-9021-1FAA-96FB-C314F6FC5328}"/>
              </a:ext>
            </a:extLst>
          </p:cNvPr>
          <p:cNvGrpSpPr/>
          <p:nvPr/>
        </p:nvGrpSpPr>
        <p:grpSpPr>
          <a:xfrm>
            <a:off x="3669559" y="1140166"/>
            <a:ext cx="688636" cy="160171"/>
            <a:chOff x="1396758" y="2373096"/>
            <a:chExt cx="688636" cy="160171"/>
          </a:xfrm>
        </p:grpSpPr>
        <p:sp>
          <p:nvSpPr>
            <p:cNvPr id="13" name="Oval 4">
              <a:extLst>
                <a:ext uri="{FF2B5EF4-FFF2-40B4-BE49-F238E27FC236}">
                  <a16:creationId xmlns:a16="http://schemas.microsoft.com/office/drawing/2014/main" id="{32576474-0ECD-0C3F-5E5D-DA0B274EEB6D}"/>
                </a:ext>
              </a:extLst>
            </p:cNvPr>
            <p:cNvSpPr/>
            <p:nvPr/>
          </p:nvSpPr>
          <p:spPr>
            <a:xfrm>
              <a:off x="1396758" y="2373533"/>
              <a:ext cx="193457" cy="157706"/>
            </a:xfrm>
            <a:custGeom>
              <a:avLst/>
              <a:gdLst>
                <a:gd name="connsiteX0" fmla="*/ 0 w 561178"/>
                <a:gd name="connsiteY0" fmla="*/ 575973 h 1151945"/>
                <a:gd name="connsiteX1" fmla="*/ 280589 w 561178"/>
                <a:gd name="connsiteY1" fmla="*/ 0 h 1151945"/>
                <a:gd name="connsiteX2" fmla="*/ 561178 w 561178"/>
                <a:gd name="connsiteY2" fmla="*/ 575973 h 1151945"/>
                <a:gd name="connsiteX3" fmla="*/ 280589 w 561178"/>
                <a:gd name="connsiteY3" fmla="*/ 1151946 h 1151945"/>
                <a:gd name="connsiteX4" fmla="*/ 0 w 561178"/>
                <a:gd name="connsiteY4" fmla="*/ 575973 h 1151945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4" fmla="*/ 91440 w 561178"/>
                <a:gd name="connsiteY4" fmla="*/ 667413 h 1151946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0" fmla="*/ 0 w 566944"/>
                <a:gd name="connsiteY0" fmla="*/ 575973 h 1063455"/>
                <a:gd name="connsiteX1" fmla="*/ 280589 w 566944"/>
                <a:gd name="connsiteY1" fmla="*/ 0 h 1063455"/>
                <a:gd name="connsiteX2" fmla="*/ 561178 w 566944"/>
                <a:gd name="connsiteY2" fmla="*/ 575973 h 1063455"/>
                <a:gd name="connsiteX3" fmla="*/ 450195 w 566944"/>
                <a:gd name="connsiteY3" fmla="*/ 1063455 h 1063455"/>
                <a:gd name="connsiteX0" fmla="*/ 0 w 561178"/>
                <a:gd name="connsiteY0" fmla="*/ 575973 h 1063455"/>
                <a:gd name="connsiteX1" fmla="*/ 280589 w 561178"/>
                <a:gd name="connsiteY1" fmla="*/ 0 h 1063455"/>
                <a:gd name="connsiteX2" fmla="*/ 561178 w 561178"/>
                <a:gd name="connsiteY2" fmla="*/ 575973 h 1063455"/>
                <a:gd name="connsiteX3" fmla="*/ 450195 w 561178"/>
                <a:gd name="connsiteY3" fmla="*/ 1063455 h 106345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12837 w 574015"/>
                <a:gd name="connsiteY0" fmla="*/ 576908 h 1052961"/>
                <a:gd name="connsiteX1" fmla="*/ 23454 w 574015"/>
                <a:gd name="connsiteY1" fmla="*/ 445290 h 1052961"/>
                <a:gd name="connsiteX2" fmla="*/ 293426 w 574015"/>
                <a:gd name="connsiteY2" fmla="*/ 935 h 1052961"/>
                <a:gd name="connsiteX3" fmla="*/ 574015 w 574015"/>
                <a:gd name="connsiteY3" fmla="*/ 576908 h 1052961"/>
                <a:gd name="connsiteX4" fmla="*/ 457317 w 574015"/>
                <a:gd name="connsiteY4" fmla="*/ 1052960 h 1052961"/>
                <a:gd name="connsiteX0" fmla="*/ 0 w 953773"/>
                <a:gd name="connsiteY0" fmla="*/ 576908 h 1052961"/>
                <a:gd name="connsiteX1" fmla="*/ 403212 w 953773"/>
                <a:gd name="connsiteY1" fmla="*/ 445290 h 1052961"/>
                <a:gd name="connsiteX2" fmla="*/ 673184 w 953773"/>
                <a:gd name="connsiteY2" fmla="*/ 935 h 1052961"/>
                <a:gd name="connsiteX3" fmla="*/ 953773 w 953773"/>
                <a:gd name="connsiteY3" fmla="*/ 576908 h 1052961"/>
                <a:gd name="connsiteX4" fmla="*/ 837075 w 953773"/>
                <a:gd name="connsiteY4" fmla="*/ 1052960 h 1052961"/>
                <a:gd name="connsiteX0" fmla="*/ 0 w 953773"/>
                <a:gd name="connsiteY0" fmla="*/ 576093 h 1052146"/>
                <a:gd name="connsiteX1" fmla="*/ 413365 w 953773"/>
                <a:gd name="connsiteY1" fmla="*/ 525624 h 1052146"/>
                <a:gd name="connsiteX2" fmla="*/ 673184 w 953773"/>
                <a:gd name="connsiteY2" fmla="*/ 120 h 1052146"/>
                <a:gd name="connsiteX3" fmla="*/ 953773 w 953773"/>
                <a:gd name="connsiteY3" fmla="*/ 576093 h 1052146"/>
                <a:gd name="connsiteX4" fmla="*/ 837075 w 953773"/>
                <a:gd name="connsiteY4" fmla="*/ 1052145 h 1052146"/>
                <a:gd name="connsiteX0" fmla="*/ 0 w 953773"/>
                <a:gd name="connsiteY0" fmla="*/ 576247 h 1052300"/>
                <a:gd name="connsiteX1" fmla="*/ 413365 w 953773"/>
                <a:gd name="connsiteY1" fmla="*/ 525778 h 1052300"/>
                <a:gd name="connsiteX2" fmla="*/ 673184 w 953773"/>
                <a:gd name="connsiteY2" fmla="*/ 274 h 1052300"/>
                <a:gd name="connsiteX3" fmla="*/ 953773 w 953773"/>
                <a:gd name="connsiteY3" fmla="*/ 576247 h 1052300"/>
                <a:gd name="connsiteX4" fmla="*/ 837075 w 953773"/>
                <a:gd name="connsiteY4" fmla="*/ 1052299 h 1052300"/>
                <a:gd name="connsiteX0" fmla="*/ 0 w 953773"/>
                <a:gd name="connsiteY0" fmla="*/ 575975 h 1052028"/>
                <a:gd name="connsiteX1" fmla="*/ 413365 w 953773"/>
                <a:gd name="connsiteY1" fmla="*/ 525506 h 1052028"/>
                <a:gd name="connsiteX2" fmla="*/ 673184 w 953773"/>
                <a:gd name="connsiteY2" fmla="*/ 2 h 1052028"/>
                <a:gd name="connsiteX3" fmla="*/ 953773 w 953773"/>
                <a:gd name="connsiteY3" fmla="*/ 575975 h 1052028"/>
                <a:gd name="connsiteX4" fmla="*/ 837075 w 953773"/>
                <a:gd name="connsiteY4" fmla="*/ 1052027 h 1052028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63718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3264 h 1049173"/>
                <a:gd name="connsiteX1" fmla="*/ 504745 w 1021462"/>
                <a:gd name="connsiteY1" fmla="*/ 505746 h 1049173"/>
                <a:gd name="connsiteX2" fmla="*/ 751027 w 1021462"/>
                <a:gd name="connsiteY2" fmla="*/ 528 h 1049173"/>
                <a:gd name="connsiteX3" fmla="*/ 1021462 w 1021462"/>
                <a:gd name="connsiteY3" fmla="*/ 573120 h 1049173"/>
                <a:gd name="connsiteX4" fmla="*/ 904764 w 1021462"/>
                <a:gd name="connsiteY4" fmla="*/ 1049172 h 1049173"/>
                <a:gd name="connsiteX0" fmla="*/ 0 w 1021462"/>
                <a:gd name="connsiteY0" fmla="*/ 583397 h 1049306"/>
                <a:gd name="connsiteX1" fmla="*/ 504745 w 1021462"/>
                <a:gd name="connsiteY1" fmla="*/ 505879 h 1049306"/>
                <a:gd name="connsiteX2" fmla="*/ 751027 w 1021462"/>
                <a:gd name="connsiteY2" fmla="*/ 661 h 1049306"/>
                <a:gd name="connsiteX3" fmla="*/ 1021462 w 1021462"/>
                <a:gd name="connsiteY3" fmla="*/ 573253 h 1049306"/>
                <a:gd name="connsiteX4" fmla="*/ 904764 w 1021462"/>
                <a:gd name="connsiteY4" fmla="*/ 1049305 h 1049306"/>
                <a:gd name="connsiteX0" fmla="*/ 0 w 1021462"/>
                <a:gd name="connsiteY0" fmla="*/ 583154 h 1049063"/>
                <a:gd name="connsiteX1" fmla="*/ 504745 w 1021462"/>
                <a:gd name="connsiteY1" fmla="*/ 505636 h 1049063"/>
                <a:gd name="connsiteX2" fmla="*/ 751027 w 1021462"/>
                <a:gd name="connsiteY2" fmla="*/ 418 h 1049063"/>
                <a:gd name="connsiteX3" fmla="*/ 1021462 w 1021462"/>
                <a:gd name="connsiteY3" fmla="*/ 573010 h 1049063"/>
                <a:gd name="connsiteX4" fmla="*/ 904764 w 1021462"/>
                <a:gd name="connsiteY4" fmla="*/ 1049062 h 1049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1462" h="1049063">
                  <a:moveTo>
                    <a:pt x="0" y="583154"/>
                  </a:moveTo>
                  <a:cubicBezTo>
                    <a:pt x="154069" y="578124"/>
                    <a:pt x="493516" y="634316"/>
                    <a:pt x="504745" y="505636"/>
                  </a:cubicBezTo>
                  <a:cubicBezTo>
                    <a:pt x="534588" y="157179"/>
                    <a:pt x="631910" y="12857"/>
                    <a:pt x="751027" y="418"/>
                  </a:cubicBezTo>
                  <a:cubicBezTo>
                    <a:pt x="870144" y="-12021"/>
                    <a:pt x="1021462" y="254909"/>
                    <a:pt x="1021462" y="573010"/>
                  </a:cubicBezTo>
                  <a:cubicBezTo>
                    <a:pt x="1018605" y="882538"/>
                    <a:pt x="969303" y="1049708"/>
                    <a:pt x="904764" y="1049062"/>
                  </a:cubicBezTo>
                </a:path>
              </a:pathLst>
            </a:custGeom>
            <a:noFill/>
            <a:ln w="19050">
              <a:solidFill>
                <a:srgbClr val="F6C9AB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Oval 9">
              <a:extLst>
                <a:ext uri="{FF2B5EF4-FFF2-40B4-BE49-F238E27FC236}">
                  <a16:creationId xmlns:a16="http://schemas.microsoft.com/office/drawing/2014/main" id="{35E2464D-64C2-03DD-8CB1-EB38625F6A78}"/>
                </a:ext>
              </a:extLst>
            </p:cNvPr>
            <p:cNvSpPr/>
            <p:nvPr/>
          </p:nvSpPr>
          <p:spPr>
            <a:xfrm>
              <a:off x="1552476" y="2373096"/>
              <a:ext cx="102244" cy="15859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rgbClr val="F6C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Oval 9">
              <a:extLst>
                <a:ext uri="{FF2B5EF4-FFF2-40B4-BE49-F238E27FC236}">
                  <a16:creationId xmlns:a16="http://schemas.microsoft.com/office/drawing/2014/main" id="{70A1B99F-575E-033E-F3FB-707E94A3F05A}"/>
                </a:ext>
              </a:extLst>
            </p:cNvPr>
            <p:cNvSpPr/>
            <p:nvPr/>
          </p:nvSpPr>
          <p:spPr>
            <a:xfrm>
              <a:off x="1621571" y="2373526"/>
              <a:ext cx="102244" cy="15859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rgbClr val="F6C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Oval 9">
              <a:extLst>
                <a:ext uri="{FF2B5EF4-FFF2-40B4-BE49-F238E27FC236}">
                  <a16:creationId xmlns:a16="http://schemas.microsoft.com/office/drawing/2014/main" id="{C9378B54-EED3-5EC5-043F-314671295EFB}"/>
                </a:ext>
              </a:extLst>
            </p:cNvPr>
            <p:cNvSpPr/>
            <p:nvPr/>
          </p:nvSpPr>
          <p:spPr>
            <a:xfrm>
              <a:off x="1691035" y="2373910"/>
              <a:ext cx="102244" cy="15859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rgbClr val="F6C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val 9">
              <a:extLst>
                <a:ext uri="{FF2B5EF4-FFF2-40B4-BE49-F238E27FC236}">
                  <a16:creationId xmlns:a16="http://schemas.microsoft.com/office/drawing/2014/main" id="{4C37CA52-FDBC-EA9C-6658-2D398DC4B9F5}"/>
                </a:ext>
              </a:extLst>
            </p:cNvPr>
            <p:cNvSpPr/>
            <p:nvPr/>
          </p:nvSpPr>
          <p:spPr>
            <a:xfrm>
              <a:off x="1760499" y="2374293"/>
              <a:ext cx="102244" cy="15859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rgbClr val="F6C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val 9">
              <a:extLst>
                <a:ext uri="{FF2B5EF4-FFF2-40B4-BE49-F238E27FC236}">
                  <a16:creationId xmlns:a16="http://schemas.microsoft.com/office/drawing/2014/main" id="{943311E7-A05C-4082-2204-A80363D7BCF9}"/>
                </a:ext>
              </a:extLst>
            </p:cNvPr>
            <p:cNvSpPr/>
            <p:nvPr/>
          </p:nvSpPr>
          <p:spPr>
            <a:xfrm>
              <a:off x="1829963" y="2374676"/>
              <a:ext cx="102244" cy="15859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rgbClr val="F6C9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val 4">
              <a:extLst>
                <a:ext uri="{FF2B5EF4-FFF2-40B4-BE49-F238E27FC236}">
                  <a16:creationId xmlns:a16="http://schemas.microsoft.com/office/drawing/2014/main" id="{F9241A54-B79C-1497-12B1-0E7DA0135966}"/>
                </a:ext>
              </a:extLst>
            </p:cNvPr>
            <p:cNvSpPr/>
            <p:nvPr/>
          </p:nvSpPr>
          <p:spPr>
            <a:xfrm flipH="1">
              <a:off x="1892929" y="2375530"/>
              <a:ext cx="192465" cy="157706"/>
            </a:xfrm>
            <a:custGeom>
              <a:avLst/>
              <a:gdLst>
                <a:gd name="connsiteX0" fmla="*/ 0 w 561178"/>
                <a:gd name="connsiteY0" fmla="*/ 575973 h 1151945"/>
                <a:gd name="connsiteX1" fmla="*/ 280589 w 561178"/>
                <a:gd name="connsiteY1" fmla="*/ 0 h 1151945"/>
                <a:gd name="connsiteX2" fmla="*/ 561178 w 561178"/>
                <a:gd name="connsiteY2" fmla="*/ 575973 h 1151945"/>
                <a:gd name="connsiteX3" fmla="*/ 280589 w 561178"/>
                <a:gd name="connsiteY3" fmla="*/ 1151946 h 1151945"/>
                <a:gd name="connsiteX4" fmla="*/ 0 w 561178"/>
                <a:gd name="connsiteY4" fmla="*/ 575973 h 1151945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4" fmla="*/ 91440 w 561178"/>
                <a:gd name="connsiteY4" fmla="*/ 667413 h 1151946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0" fmla="*/ 0 w 566944"/>
                <a:gd name="connsiteY0" fmla="*/ 575973 h 1063455"/>
                <a:gd name="connsiteX1" fmla="*/ 280589 w 566944"/>
                <a:gd name="connsiteY1" fmla="*/ 0 h 1063455"/>
                <a:gd name="connsiteX2" fmla="*/ 561178 w 566944"/>
                <a:gd name="connsiteY2" fmla="*/ 575973 h 1063455"/>
                <a:gd name="connsiteX3" fmla="*/ 450195 w 566944"/>
                <a:gd name="connsiteY3" fmla="*/ 1063455 h 1063455"/>
                <a:gd name="connsiteX0" fmla="*/ 0 w 561178"/>
                <a:gd name="connsiteY0" fmla="*/ 575973 h 1063455"/>
                <a:gd name="connsiteX1" fmla="*/ 280589 w 561178"/>
                <a:gd name="connsiteY1" fmla="*/ 0 h 1063455"/>
                <a:gd name="connsiteX2" fmla="*/ 561178 w 561178"/>
                <a:gd name="connsiteY2" fmla="*/ 575973 h 1063455"/>
                <a:gd name="connsiteX3" fmla="*/ 450195 w 561178"/>
                <a:gd name="connsiteY3" fmla="*/ 1063455 h 106345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12837 w 574015"/>
                <a:gd name="connsiteY0" fmla="*/ 576908 h 1052961"/>
                <a:gd name="connsiteX1" fmla="*/ 23454 w 574015"/>
                <a:gd name="connsiteY1" fmla="*/ 445290 h 1052961"/>
                <a:gd name="connsiteX2" fmla="*/ 293426 w 574015"/>
                <a:gd name="connsiteY2" fmla="*/ 935 h 1052961"/>
                <a:gd name="connsiteX3" fmla="*/ 574015 w 574015"/>
                <a:gd name="connsiteY3" fmla="*/ 576908 h 1052961"/>
                <a:gd name="connsiteX4" fmla="*/ 457317 w 574015"/>
                <a:gd name="connsiteY4" fmla="*/ 1052960 h 1052961"/>
                <a:gd name="connsiteX0" fmla="*/ 0 w 953773"/>
                <a:gd name="connsiteY0" fmla="*/ 576908 h 1052961"/>
                <a:gd name="connsiteX1" fmla="*/ 403212 w 953773"/>
                <a:gd name="connsiteY1" fmla="*/ 445290 h 1052961"/>
                <a:gd name="connsiteX2" fmla="*/ 673184 w 953773"/>
                <a:gd name="connsiteY2" fmla="*/ 935 h 1052961"/>
                <a:gd name="connsiteX3" fmla="*/ 953773 w 953773"/>
                <a:gd name="connsiteY3" fmla="*/ 576908 h 1052961"/>
                <a:gd name="connsiteX4" fmla="*/ 837075 w 953773"/>
                <a:gd name="connsiteY4" fmla="*/ 1052960 h 1052961"/>
                <a:gd name="connsiteX0" fmla="*/ 0 w 953773"/>
                <a:gd name="connsiteY0" fmla="*/ 576093 h 1052146"/>
                <a:gd name="connsiteX1" fmla="*/ 413365 w 953773"/>
                <a:gd name="connsiteY1" fmla="*/ 525624 h 1052146"/>
                <a:gd name="connsiteX2" fmla="*/ 673184 w 953773"/>
                <a:gd name="connsiteY2" fmla="*/ 120 h 1052146"/>
                <a:gd name="connsiteX3" fmla="*/ 953773 w 953773"/>
                <a:gd name="connsiteY3" fmla="*/ 576093 h 1052146"/>
                <a:gd name="connsiteX4" fmla="*/ 837075 w 953773"/>
                <a:gd name="connsiteY4" fmla="*/ 1052145 h 1052146"/>
                <a:gd name="connsiteX0" fmla="*/ 0 w 953773"/>
                <a:gd name="connsiteY0" fmla="*/ 576247 h 1052300"/>
                <a:gd name="connsiteX1" fmla="*/ 413365 w 953773"/>
                <a:gd name="connsiteY1" fmla="*/ 525778 h 1052300"/>
                <a:gd name="connsiteX2" fmla="*/ 673184 w 953773"/>
                <a:gd name="connsiteY2" fmla="*/ 274 h 1052300"/>
                <a:gd name="connsiteX3" fmla="*/ 953773 w 953773"/>
                <a:gd name="connsiteY3" fmla="*/ 576247 h 1052300"/>
                <a:gd name="connsiteX4" fmla="*/ 837075 w 953773"/>
                <a:gd name="connsiteY4" fmla="*/ 1052299 h 1052300"/>
                <a:gd name="connsiteX0" fmla="*/ 0 w 953773"/>
                <a:gd name="connsiteY0" fmla="*/ 575975 h 1052028"/>
                <a:gd name="connsiteX1" fmla="*/ 413365 w 953773"/>
                <a:gd name="connsiteY1" fmla="*/ 525506 h 1052028"/>
                <a:gd name="connsiteX2" fmla="*/ 673184 w 953773"/>
                <a:gd name="connsiteY2" fmla="*/ 2 h 1052028"/>
                <a:gd name="connsiteX3" fmla="*/ 953773 w 953773"/>
                <a:gd name="connsiteY3" fmla="*/ 575975 h 1052028"/>
                <a:gd name="connsiteX4" fmla="*/ 837075 w 953773"/>
                <a:gd name="connsiteY4" fmla="*/ 1052027 h 1052028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63718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3264 h 1049173"/>
                <a:gd name="connsiteX1" fmla="*/ 504745 w 1021462"/>
                <a:gd name="connsiteY1" fmla="*/ 505746 h 1049173"/>
                <a:gd name="connsiteX2" fmla="*/ 751027 w 1021462"/>
                <a:gd name="connsiteY2" fmla="*/ 528 h 1049173"/>
                <a:gd name="connsiteX3" fmla="*/ 1021462 w 1021462"/>
                <a:gd name="connsiteY3" fmla="*/ 573120 h 1049173"/>
                <a:gd name="connsiteX4" fmla="*/ 904764 w 1021462"/>
                <a:gd name="connsiteY4" fmla="*/ 1049172 h 1049173"/>
                <a:gd name="connsiteX0" fmla="*/ 0 w 1021462"/>
                <a:gd name="connsiteY0" fmla="*/ 583397 h 1049306"/>
                <a:gd name="connsiteX1" fmla="*/ 504745 w 1021462"/>
                <a:gd name="connsiteY1" fmla="*/ 505879 h 1049306"/>
                <a:gd name="connsiteX2" fmla="*/ 751027 w 1021462"/>
                <a:gd name="connsiteY2" fmla="*/ 661 h 1049306"/>
                <a:gd name="connsiteX3" fmla="*/ 1021462 w 1021462"/>
                <a:gd name="connsiteY3" fmla="*/ 573253 h 1049306"/>
                <a:gd name="connsiteX4" fmla="*/ 904764 w 1021462"/>
                <a:gd name="connsiteY4" fmla="*/ 1049305 h 1049306"/>
                <a:gd name="connsiteX0" fmla="*/ 0 w 1021462"/>
                <a:gd name="connsiteY0" fmla="*/ 583154 h 1049063"/>
                <a:gd name="connsiteX1" fmla="*/ 504745 w 1021462"/>
                <a:gd name="connsiteY1" fmla="*/ 505636 h 1049063"/>
                <a:gd name="connsiteX2" fmla="*/ 751027 w 1021462"/>
                <a:gd name="connsiteY2" fmla="*/ 418 h 1049063"/>
                <a:gd name="connsiteX3" fmla="*/ 1021462 w 1021462"/>
                <a:gd name="connsiteY3" fmla="*/ 573010 h 1049063"/>
                <a:gd name="connsiteX4" fmla="*/ 904764 w 1021462"/>
                <a:gd name="connsiteY4" fmla="*/ 1049062 h 1049063"/>
                <a:gd name="connsiteX0" fmla="*/ 0 w 1016229"/>
                <a:gd name="connsiteY0" fmla="*/ 556784 h 1049063"/>
                <a:gd name="connsiteX1" fmla="*/ 499512 w 1016229"/>
                <a:gd name="connsiteY1" fmla="*/ 505636 h 1049063"/>
                <a:gd name="connsiteX2" fmla="*/ 745794 w 1016229"/>
                <a:gd name="connsiteY2" fmla="*/ 418 h 1049063"/>
                <a:gd name="connsiteX3" fmla="*/ 1016229 w 1016229"/>
                <a:gd name="connsiteY3" fmla="*/ 573010 h 1049063"/>
                <a:gd name="connsiteX4" fmla="*/ 899531 w 1016229"/>
                <a:gd name="connsiteY4" fmla="*/ 1049062 h 1049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6229" h="1049063">
                  <a:moveTo>
                    <a:pt x="0" y="556784"/>
                  </a:moveTo>
                  <a:cubicBezTo>
                    <a:pt x="154069" y="551754"/>
                    <a:pt x="488283" y="634316"/>
                    <a:pt x="499512" y="505636"/>
                  </a:cubicBezTo>
                  <a:cubicBezTo>
                    <a:pt x="529355" y="157179"/>
                    <a:pt x="626677" y="12857"/>
                    <a:pt x="745794" y="418"/>
                  </a:cubicBezTo>
                  <a:cubicBezTo>
                    <a:pt x="864911" y="-12021"/>
                    <a:pt x="1016229" y="254909"/>
                    <a:pt x="1016229" y="573010"/>
                  </a:cubicBezTo>
                  <a:cubicBezTo>
                    <a:pt x="1013372" y="882538"/>
                    <a:pt x="964070" y="1049708"/>
                    <a:pt x="899531" y="1049062"/>
                  </a:cubicBezTo>
                </a:path>
              </a:pathLst>
            </a:custGeom>
            <a:noFill/>
            <a:ln w="19050">
              <a:solidFill>
                <a:srgbClr val="F6C9AB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CAD69943-389D-E682-42F2-243E9B065701}"/>
              </a:ext>
            </a:extLst>
          </p:cNvPr>
          <p:cNvGrpSpPr/>
          <p:nvPr/>
        </p:nvGrpSpPr>
        <p:grpSpPr>
          <a:xfrm>
            <a:off x="1779947" y="2075400"/>
            <a:ext cx="1088580" cy="523220"/>
            <a:chOff x="2172633" y="2155371"/>
            <a:chExt cx="1088580" cy="523220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928C661-AD8B-F457-C8DD-D005839FF447}"/>
                </a:ext>
              </a:extLst>
            </p:cNvPr>
            <p:cNvCxnSpPr>
              <a:cxnSpLocks/>
            </p:cNvCxnSpPr>
            <p:nvPr/>
          </p:nvCxnSpPr>
          <p:spPr>
            <a:xfrm>
              <a:off x="2172633" y="2155371"/>
              <a:ext cx="1088580" cy="0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8B06C4B-F11B-6396-C9E9-A3598BDE37BB}"/>
                    </a:ext>
                  </a:extLst>
                </p:cNvPr>
                <p:cNvSpPr txBox="1"/>
                <p:nvPr/>
              </p:nvSpPr>
              <p:spPr>
                <a:xfrm>
                  <a:off x="2172633" y="2155371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8B06C4B-F11B-6396-C9E9-A3598BDE37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2633" y="2155371"/>
                  <a:ext cx="914400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1110CF09-1690-9C01-7D5B-EE3FA5D0B6AC}"/>
              </a:ext>
            </a:extLst>
          </p:cNvPr>
          <p:cNvGrpSpPr/>
          <p:nvPr/>
        </p:nvGrpSpPr>
        <p:grpSpPr>
          <a:xfrm>
            <a:off x="3574667" y="2075400"/>
            <a:ext cx="1191387" cy="523220"/>
            <a:chOff x="3967353" y="2155371"/>
            <a:chExt cx="1191387" cy="523220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970E20C6-ABEF-7CCB-4A62-FB39D1811797}"/>
                </a:ext>
              </a:extLst>
            </p:cNvPr>
            <p:cNvCxnSpPr>
              <a:cxnSpLocks/>
            </p:cNvCxnSpPr>
            <p:nvPr/>
          </p:nvCxnSpPr>
          <p:spPr>
            <a:xfrm>
              <a:off x="3967353" y="2155371"/>
              <a:ext cx="1191387" cy="0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4C04AA04-3DE6-4210-FDB5-B933191BCFC0}"/>
                    </a:ext>
                  </a:extLst>
                </p:cNvPr>
                <p:cNvSpPr txBox="1"/>
                <p:nvPr/>
              </p:nvSpPr>
              <p:spPr>
                <a:xfrm>
                  <a:off x="4038250" y="2155371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4C04AA04-3DE6-4210-FDB5-B933191BCF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8250" y="2155371"/>
                  <a:ext cx="914400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43CADE7-7D89-C01F-9AD3-08DE1D7CF7D0}"/>
              </a:ext>
            </a:extLst>
          </p:cNvPr>
          <p:cNvGrpSpPr/>
          <p:nvPr/>
        </p:nvGrpSpPr>
        <p:grpSpPr>
          <a:xfrm>
            <a:off x="5695958" y="2075400"/>
            <a:ext cx="1150356" cy="523220"/>
            <a:chOff x="6088644" y="2155371"/>
            <a:chExt cx="1150356" cy="523220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BF6267C-14E5-9B48-49A7-7BD3F43B4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88644" y="2155371"/>
              <a:ext cx="1150356" cy="0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9C2FFA3-CC12-A1B7-59A8-F452F824858E}"/>
                    </a:ext>
                  </a:extLst>
                </p:cNvPr>
                <p:cNvSpPr txBox="1"/>
                <p:nvPr/>
              </p:nvSpPr>
              <p:spPr>
                <a:xfrm>
                  <a:off x="6230438" y="2155371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9C2FFA3-CC12-A1B7-59A8-F452F82485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438" y="2155371"/>
                  <a:ext cx="91440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51DB7DF-DA90-CE06-BABC-6A9E599427C5}"/>
              </a:ext>
            </a:extLst>
          </p:cNvPr>
          <p:cNvGrpSpPr/>
          <p:nvPr/>
        </p:nvGrpSpPr>
        <p:grpSpPr>
          <a:xfrm>
            <a:off x="1779947" y="3346895"/>
            <a:ext cx="1012527" cy="523220"/>
            <a:chOff x="2172633" y="3426866"/>
            <a:chExt cx="1012527" cy="523220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B3BA92B-81E9-DFED-7F87-981C04279066}"/>
                </a:ext>
              </a:extLst>
            </p:cNvPr>
            <p:cNvCxnSpPr>
              <a:cxnSpLocks/>
            </p:cNvCxnSpPr>
            <p:nvPr/>
          </p:nvCxnSpPr>
          <p:spPr>
            <a:xfrm>
              <a:off x="2172633" y="3426866"/>
              <a:ext cx="1012527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D9FF609-6A2B-86C4-40A8-7FE940BE0E27}"/>
                    </a:ext>
                  </a:extLst>
                </p:cNvPr>
                <p:cNvSpPr txBox="1"/>
                <p:nvPr/>
              </p:nvSpPr>
              <p:spPr>
                <a:xfrm>
                  <a:off x="2172633" y="3426866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FD9FF609-6A2B-86C4-40A8-7FE940BE0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2633" y="3426866"/>
                  <a:ext cx="91440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7472404-EA20-2D39-1E07-D0C1FAA63B02}"/>
              </a:ext>
            </a:extLst>
          </p:cNvPr>
          <p:cNvGrpSpPr/>
          <p:nvPr/>
        </p:nvGrpSpPr>
        <p:grpSpPr>
          <a:xfrm>
            <a:off x="3574667" y="2766099"/>
            <a:ext cx="533338" cy="1053236"/>
            <a:chOff x="3967353" y="2846070"/>
            <a:chExt cx="533338" cy="1053236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BE4A3ADF-F6D4-4B28-D940-032CFD407F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7353" y="2846070"/>
              <a:ext cx="0" cy="1053236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E28F107-CB41-FE75-F215-DDAA44D9521B}"/>
                    </a:ext>
                  </a:extLst>
                </p:cNvPr>
                <p:cNvSpPr txBox="1"/>
                <p:nvPr/>
              </p:nvSpPr>
              <p:spPr>
                <a:xfrm>
                  <a:off x="4010713" y="3372688"/>
                  <a:ext cx="48997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6E28F107-CB41-FE75-F215-DDAA44D952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0713" y="3372688"/>
                  <a:ext cx="489978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9887D45-C888-1BB8-CEDC-55FF0C573B46}"/>
              </a:ext>
            </a:extLst>
          </p:cNvPr>
          <p:cNvGrpSpPr/>
          <p:nvPr/>
        </p:nvGrpSpPr>
        <p:grpSpPr>
          <a:xfrm>
            <a:off x="5695958" y="3346895"/>
            <a:ext cx="598994" cy="523220"/>
            <a:chOff x="6088644" y="3426866"/>
            <a:chExt cx="598994" cy="523220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2B3A4C8D-292B-2694-BFC2-D6D3869F1BB2}"/>
                </a:ext>
              </a:extLst>
            </p:cNvPr>
            <p:cNvCxnSpPr>
              <a:cxnSpLocks/>
            </p:cNvCxnSpPr>
            <p:nvPr/>
          </p:nvCxnSpPr>
          <p:spPr>
            <a:xfrm>
              <a:off x="6088644" y="3426866"/>
              <a:ext cx="0" cy="523220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C15DC3C-B578-685D-248F-4FA9DE79FFF8}"/>
                    </a:ext>
                  </a:extLst>
                </p:cNvPr>
                <p:cNvSpPr txBox="1"/>
                <p:nvPr/>
              </p:nvSpPr>
              <p:spPr>
                <a:xfrm>
                  <a:off x="6140796" y="3426866"/>
                  <a:ext cx="54684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EC15DC3C-B578-685D-248F-4FA9DE79FF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0796" y="3426866"/>
                  <a:ext cx="546842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175FFFEB-798D-AFF4-84ED-5BDCF01BBB5E}"/>
              </a:ext>
            </a:extLst>
          </p:cNvPr>
          <p:cNvSpPr/>
          <p:nvPr/>
        </p:nvSpPr>
        <p:spPr>
          <a:xfrm flipH="1">
            <a:off x="3256270" y="1226517"/>
            <a:ext cx="4076688" cy="3770482"/>
          </a:xfrm>
          <a:custGeom>
            <a:avLst/>
            <a:gdLst>
              <a:gd name="connsiteX0" fmla="*/ 1214060 w 1518860"/>
              <a:gd name="connsiteY0" fmla="*/ 160599 h 2014803"/>
              <a:gd name="connsiteX1" fmla="*/ 253940 w 1518860"/>
              <a:gd name="connsiteY1" fmla="*/ 152979 h 2014803"/>
              <a:gd name="connsiteX2" fmla="*/ 93920 w 1518860"/>
              <a:gd name="connsiteY2" fmla="*/ 1768419 h 2014803"/>
              <a:gd name="connsiteX3" fmla="*/ 1518860 w 1518860"/>
              <a:gd name="connsiteY3" fmla="*/ 1981779 h 2014803"/>
              <a:gd name="connsiteX0" fmla="*/ 1252494 w 1557294"/>
              <a:gd name="connsiteY0" fmla="*/ 37566 h 1891770"/>
              <a:gd name="connsiteX1" fmla="*/ 170454 w 1557294"/>
              <a:gd name="connsiteY1" fmla="*/ 433806 h 1891770"/>
              <a:gd name="connsiteX2" fmla="*/ 132354 w 1557294"/>
              <a:gd name="connsiteY2" fmla="*/ 1645386 h 1891770"/>
              <a:gd name="connsiteX3" fmla="*/ 1557294 w 1557294"/>
              <a:gd name="connsiteY3" fmla="*/ 1858746 h 1891770"/>
              <a:gd name="connsiteX0" fmla="*/ 1262285 w 1567085"/>
              <a:gd name="connsiteY0" fmla="*/ 69432 h 1923636"/>
              <a:gd name="connsiteX1" fmla="*/ 157385 w 1567085"/>
              <a:gd name="connsiteY1" fmla="*/ 267552 h 1923636"/>
              <a:gd name="connsiteX2" fmla="*/ 142145 w 1567085"/>
              <a:gd name="connsiteY2" fmla="*/ 1677252 h 1923636"/>
              <a:gd name="connsiteX3" fmla="*/ 1567085 w 1567085"/>
              <a:gd name="connsiteY3" fmla="*/ 1890612 h 1923636"/>
              <a:gd name="connsiteX0" fmla="*/ 1270383 w 1575183"/>
              <a:gd name="connsiteY0" fmla="*/ 46728 h 1900932"/>
              <a:gd name="connsiteX1" fmla="*/ 165483 w 1575183"/>
              <a:gd name="connsiteY1" fmla="*/ 244848 h 1900932"/>
              <a:gd name="connsiteX2" fmla="*/ 150243 w 1575183"/>
              <a:gd name="connsiteY2" fmla="*/ 1654548 h 1900932"/>
              <a:gd name="connsiteX3" fmla="*/ 1575183 w 1575183"/>
              <a:gd name="connsiteY3" fmla="*/ 1867908 h 1900932"/>
              <a:gd name="connsiteX0" fmla="*/ 1270383 w 1575183"/>
              <a:gd name="connsiteY0" fmla="*/ 0 h 1854204"/>
              <a:gd name="connsiteX1" fmla="*/ 165483 w 1575183"/>
              <a:gd name="connsiteY1" fmla="*/ 198120 h 1854204"/>
              <a:gd name="connsiteX2" fmla="*/ 150243 w 1575183"/>
              <a:gd name="connsiteY2" fmla="*/ 1607820 h 1854204"/>
              <a:gd name="connsiteX3" fmla="*/ 1575183 w 1575183"/>
              <a:gd name="connsiteY3" fmla="*/ 1821180 h 1854204"/>
              <a:gd name="connsiteX0" fmla="*/ 1262286 w 1567086"/>
              <a:gd name="connsiteY0" fmla="*/ 10669 h 1834393"/>
              <a:gd name="connsiteX1" fmla="*/ 157386 w 1567086"/>
              <a:gd name="connsiteY1" fmla="*/ 178309 h 1834393"/>
              <a:gd name="connsiteX2" fmla="*/ 142146 w 1567086"/>
              <a:gd name="connsiteY2" fmla="*/ 1588009 h 1834393"/>
              <a:gd name="connsiteX3" fmla="*/ 1567086 w 1567086"/>
              <a:gd name="connsiteY3" fmla="*/ 1801369 h 1834393"/>
              <a:gd name="connsiteX0" fmla="*/ 1262286 w 1567086"/>
              <a:gd name="connsiteY0" fmla="*/ 10669 h 1834393"/>
              <a:gd name="connsiteX1" fmla="*/ 157386 w 1567086"/>
              <a:gd name="connsiteY1" fmla="*/ 178309 h 1834393"/>
              <a:gd name="connsiteX2" fmla="*/ 142146 w 1567086"/>
              <a:gd name="connsiteY2" fmla="*/ 1588009 h 1834393"/>
              <a:gd name="connsiteX3" fmla="*/ 1567086 w 1567086"/>
              <a:gd name="connsiteY3" fmla="*/ 1801369 h 1834393"/>
              <a:gd name="connsiteX0" fmla="*/ 1239970 w 1544770"/>
              <a:gd name="connsiteY0" fmla="*/ 10669 h 1834393"/>
              <a:gd name="connsiteX1" fmla="*/ 135070 w 1544770"/>
              <a:gd name="connsiteY1" fmla="*/ 178309 h 1834393"/>
              <a:gd name="connsiteX2" fmla="*/ 119830 w 1544770"/>
              <a:gd name="connsiteY2" fmla="*/ 1588009 h 1834393"/>
              <a:gd name="connsiteX3" fmla="*/ 1544770 w 1544770"/>
              <a:gd name="connsiteY3" fmla="*/ 1801369 h 1834393"/>
              <a:gd name="connsiteX0" fmla="*/ 1195979 w 1500779"/>
              <a:gd name="connsiteY0" fmla="*/ 10669 h 1834393"/>
              <a:gd name="connsiteX1" fmla="*/ 91079 w 1500779"/>
              <a:gd name="connsiteY1" fmla="*/ 178309 h 1834393"/>
              <a:gd name="connsiteX2" fmla="*/ 75839 w 1500779"/>
              <a:gd name="connsiteY2" fmla="*/ 1588009 h 1834393"/>
              <a:gd name="connsiteX3" fmla="*/ 1500779 w 1500779"/>
              <a:gd name="connsiteY3" fmla="*/ 1801369 h 1834393"/>
              <a:gd name="connsiteX0" fmla="*/ 1194938 w 1499738"/>
              <a:gd name="connsiteY0" fmla="*/ 10669 h 1834393"/>
              <a:gd name="connsiteX1" fmla="*/ 90038 w 1499738"/>
              <a:gd name="connsiteY1" fmla="*/ 178309 h 1834393"/>
              <a:gd name="connsiteX2" fmla="*/ 74798 w 1499738"/>
              <a:gd name="connsiteY2" fmla="*/ 1588009 h 1834393"/>
              <a:gd name="connsiteX3" fmla="*/ 1499738 w 1499738"/>
              <a:gd name="connsiteY3" fmla="*/ 1801369 h 1834393"/>
              <a:gd name="connsiteX0" fmla="*/ 1194938 w 1499738"/>
              <a:gd name="connsiteY0" fmla="*/ 22622 h 1846346"/>
              <a:gd name="connsiteX1" fmla="*/ 90038 w 1499738"/>
              <a:gd name="connsiteY1" fmla="*/ 190262 h 1846346"/>
              <a:gd name="connsiteX2" fmla="*/ 74798 w 1499738"/>
              <a:gd name="connsiteY2" fmla="*/ 1599962 h 1846346"/>
              <a:gd name="connsiteX3" fmla="*/ 1499738 w 1499738"/>
              <a:gd name="connsiteY3" fmla="*/ 1813322 h 1846346"/>
              <a:gd name="connsiteX0" fmla="*/ 1251036 w 1565996"/>
              <a:gd name="connsiteY0" fmla="*/ 22622 h 1790202"/>
              <a:gd name="connsiteX1" fmla="*/ 146136 w 1565996"/>
              <a:gd name="connsiteY1" fmla="*/ 190262 h 1790202"/>
              <a:gd name="connsiteX2" fmla="*/ 130896 w 1565996"/>
              <a:gd name="connsiteY2" fmla="*/ 1599962 h 1790202"/>
              <a:gd name="connsiteX3" fmla="*/ 1565996 w 1565996"/>
              <a:gd name="connsiteY3" fmla="*/ 1747282 h 1790202"/>
              <a:gd name="connsiteX0" fmla="*/ 1251036 w 1565996"/>
              <a:gd name="connsiteY0" fmla="*/ 22622 h 1779644"/>
              <a:gd name="connsiteX1" fmla="*/ 146136 w 1565996"/>
              <a:gd name="connsiteY1" fmla="*/ 190262 h 1779644"/>
              <a:gd name="connsiteX2" fmla="*/ 130896 w 1565996"/>
              <a:gd name="connsiteY2" fmla="*/ 1599962 h 1779644"/>
              <a:gd name="connsiteX3" fmla="*/ 1565996 w 1565996"/>
              <a:gd name="connsiteY3" fmla="*/ 1747282 h 1779644"/>
              <a:gd name="connsiteX0" fmla="*/ 1251036 w 1736060"/>
              <a:gd name="connsiteY0" fmla="*/ 22622 h 1782309"/>
              <a:gd name="connsiteX1" fmla="*/ 146136 w 1736060"/>
              <a:gd name="connsiteY1" fmla="*/ 190262 h 1782309"/>
              <a:gd name="connsiteX2" fmla="*/ 130896 w 1736060"/>
              <a:gd name="connsiteY2" fmla="*/ 1599962 h 1782309"/>
              <a:gd name="connsiteX3" fmla="*/ 1736060 w 1736060"/>
              <a:gd name="connsiteY3" fmla="*/ 1751817 h 1782309"/>
              <a:gd name="connsiteX0" fmla="*/ 1251036 w 1736060"/>
              <a:gd name="connsiteY0" fmla="*/ 22622 h 1771164"/>
              <a:gd name="connsiteX1" fmla="*/ 146136 w 1736060"/>
              <a:gd name="connsiteY1" fmla="*/ 190262 h 1771164"/>
              <a:gd name="connsiteX2" fmla="*/ 130896 w 1736060"/>
              <a:gd name="connsiteY2" fmla="*/ 1599962 h 1771164"/>
              <a:gd name="connsiteX3" fmla="*/ 1736060 w 1736060"/>
              <a:gd name="connsiteY3" fmla="*/ 1751817 h 1771164"/>
              <a:gd name="connsiteX0" fmla="*/ 1284659 w 1758345"/>
              <a:gd name="connsiteY0" fmla="*/ 3681 h 1774899"/>
              <a:gd name="connsiteX1" fmla="*/ 168421 w 1758345"/>
              <a:gd name="connsiteY1" fmla="*/ 193997 h 1774899"/>
              <a:gd name="connsiteX2" fmla="*/ 153181 w 1758345"/>
              <a:gd name="connsiteY2" fmla="*/ 1603697 h 1774899"/>
              <a:gd name="connsiteX3" fmla="*/ 1758345 w 1758345"/>
              <a:gd name="connsiteY3" fmla="*/ 1755552 h 1774899"/>
              <a:gd name="connsiteX0" fmla="*/ 1284659 w 1758345"/>
              <a:gd name="connsiteY0" fmla="*/ 8680 h 1779898"/>
              <a:gd name="connsiteX1" fmla="*/ 168421 w 1758345"/>
              <a:gd name="connsiteY1" fmla="*/ 198996 h 1779898"/>
              <a:gd name="connsiteX2" fmla="*/ 153181 w 1758345"/>
              <a:gd name="connsiteY2" fmla="*/ 1608696 h 1779898"/>
              <a:gd name="connsiteX3" fmla="*/ 1758345 w 1758345"/>
              <a:gd name="connsiteY3" fmla="*/ 1760551 h 1779898"/>
              <a:gd name="connsiteX0" fmla="*/ 1246346 w 1756312"/>
              <a:gd name="connsiteY0" fmla="*/ 6879 h 1785353"/>
              <a:gd name="connsiteX1" fmla="*/ 166388 w 1756312"/>
              <a:gd name="connsiteY1" fmla="*/ 204451 h 1785353"/>
              <a:gd name="connsiteX2" fmla="*/ 151148 w 1756312"/>
              <a:gd name="connsiteY2" fmla="*/ 1614151 h 1785353"/>
              <a:gd name="connsiteX3" fmla="*/ 1756312 w 1756312"/>
              <a:gd name="connsiteY3" fmla="*/ 1766006 h 1785353"/>
              <a:gd name="connsiteX0" fmla="*/ 1246346 w 1756312"/>
              <a:gd name="connsiteY0" fmla="*/ 2602 h 1802844"/>
              <a:gd name="connsiteX1" fmla="*/ 166388 w 1756312"/>
              <a:gd name="connsiteY1" fmla="*/ 221942 h 1802844"/>
              <a:gd name="connsiteX2" fmla="*/ 151148 w 1756312"/>
              <a:gd name="connsiteY2" fmla="*/ 1631642 h 1802844"/>
              <a:gd name="connsiteX3" fmla="*/ 1756312 w 1756312"/>
              <a:gd name="connsiteY3" fmla="*/ 1783497 h 1802844"/>
              <a:gd name="connsiteX0" fmla="*/ 1251133 w 1756564"/>
              <a:gd name="connsiteY0" fmla="*/ 5074 h 1791711"/>
              <a:gd name="connsiteX1" fmla="*/ 166640 w 1756564"/>
              <a:gd name="connsiteY1" fmla="*/ 210809 h 1791711"/>
              <a:gd name="connsiteX2" fmla="*/ 151400 w 1756564"/>
              <a:gd name="connsiteY2" fmla="*/ 1620509 h 1791711"/>
              <a:gd name="connsiteX3" fmla="*/ 1756564 w 1756564"/>
              <a:gd name="connsiteY3" fmla="*/ 1772364 h 1791711"/>
              <a:gd name="connsiteX0" fmla="*/ 793126 w 1733920"/>
              <a:gd name="connsiteY0" fmla="*/ 4465 h 1794125"/>
              <a:gd name="connsiteX1" fmla="*/ 143996 w 1733920"/>
              <a:gd name="connsiteY1" fmla="*/ 213223 h 1794125"/>
              <a:gd name="connsiteX2" fmla="*/ 128756 w 1733920"/>
              <a:gd name="connsiteY2" fmla="*/ 1622923 h 1794125"/>
              <a:gd name="connsiteX3" fmla="*/ 1733920 w 1733920"/>
              <a:gd name="connsiteY3" fmla="*/ 1774778 h 1794125"/>
              <a:gd name="connsiteX0" fmla="*/ 779693 w 1720487"/>
              <a:gd name="connsiteY0" fmla="*/ 0 h 1789660"/>
              <a:gd name="connsiteX1" fmla="*/ 130563 w 1720487"/>
              <a:gd name="connsiteY1" fmla="*/ 208758 h 1789660"/>
              <a:gd name="connsiteX2" fmla="*/ 115323 w 1720487"/>
              <a:gd name="connsiteY2" fmla="*/ 1618458 h 1789660"/>
              <a:gd name="connsiteX3" fmla="*/ 1720487 w 1720487"/>
              <a:gd name="connsiteY3" fmla="*/ 1770313 h 1789660"/>
              <a:gd name="connsiteX0" fmla="*/ 779693 w 1720487"/>
              <a:gd name="connsiteY0" fmla="*/ 17 h 1789677"/>
              <a:gd name="connsiteX1" fmla="*/ 130563 w 1720487"/>
              <a:gd name="connsiteY1" fmla="*/ 208775 h 1789677"/>
              <a:gd name="connsiteX2" fmla="*/ 115323 w 1720487"/>
              <a:gd name="connsiteY2" fmla="*/ 1618475 h 1789677"/>
              <a:gd name="connsiteX3" fmla="*/ 1720487 w 1720487"/>
              <a:gd name="connsiteY3" fmla="*/ 1770330 h 1789677"/>
              <a:gd name="connsiteX0" fmla="*/ 798454 w 1739248"/>
              <a:gd name="connsiteY0" fmla="*/ 27 h 1789687"/>
              <a:gd name="connsiteX1" fmla="*/ 149324 w 1739248"/>
              <a:gd name="connsiteY1" fmla="*/ 208785 h 1789687"/>
              <a:gd name="connsiteX2" fmla="*/ 134084 w 1739248"/>
              <a:gd name="connsiteY2" fmla="*/ 1618485 h 1789687"/>
              <a:gd name="connsiteX3" fmla="*/ 1739248 w 1739248"/>
              <a:gd name="connsiteY3" fmla="*/ 1770340 h 1789687"/>
              <a:gd name="connsiteX0" fmla="*/ 579695 w 1724565"/>
              <a:gd name="connsiteY0" fmla="*/ 8404 h 1788994"/>
              <a:gd name="connsiteX1" fmla="*/ 134641 w 1724565"/>
              <a:gd name="connsiteY1" fmla="*/ 208092 h 1788994"/>
              <a:gd name="connsiteX2" fmla="*/ 119401 w 1724565"/>
              <a:gd name="connsiteY2" fmla="*/ 1617792 h 1788994"/>
              <a:gd name="connsiteX3" fmla="*/ 1724565 w 1724565"/>
              <a:gd name="connsiteY3" fmla="*/ 1769647 h 1788994"/>
              <a:gd name="connsiteX0" fmla="*/ 605052 w 1749922"/>
              <a:gd name="connsiteY0" fmla="*/ 12 h 1780602"/>
              <a:gd name="connsiteX1" fmla="*/ 91972 w 1749922"/>
              <a:gd name="connsiteY1" fmla="*/ 358426 h 1780602"/>
              <a:gd name="connsiteX2" fmla="*/ 144758 w 1749922"/>
              <a:gd name="connsiteY2" fmla="*/ 1609400 h 1780602"/>
              <a:gd name="connsiteX3" fmla="*/ 1749922 w 1749922"/>
              <a:gd name="connsiteY3" fmla="*/ 1761255 h 1780602"/>
              <a:gd name="connsiteX0" fmla="*/ 601166 w 1746036"/>
              <a:gd name="connsiteY0" fmla="*/ 27 h 1780617"/>
              <a:gd name="connsiteX1" fmla="*/ 97156 w 1746036"/>
              <a:gd name="connsiteY1" fmla="*/ 308555 h 1780617"/>
              <a:gd name="connsiteX2" fmla="*/ 140872 w 1746036"/>
              <a:gd name="connsiteY2" fmla="*/ 1609415 h 1780617"/>
              <a:gd name="connsiteX3" fmla="*/ 1746036 w 1746036"/>
              <a:gd name="connsiteY3" fmla="*/ 1761270 h 1780617"/>
              <a:gd name="connsiteX0" fmla="*/ 609116 w 1753986"/>
              <a:gd name="connsiteY0" fmla="*/ 17 h 1780607"/>
              <a:gd name="connsiteX1" fmla="*/ 86965 w 1753986"/>
              <a:gd name="connsiteY1" fmla="*/ 340290 h 1780607"/>
              <a:gd name="connsiteX2" fmla="*/ 148822 w 1753986"/>
              <a:gd name="connsiteY2" fmla="*/ 1609405 h 1780607"/>
              <a:gd name="connsiteX3" fmla="*/ 1753986 w 1753986"/>
              <a:gd name="connsiteY3" fmla="*/ 1761260 h 1780607"/>
              <a:gd name="connsiteX0" fmla="*/ 385595 w 1741997"/>
              <a:gd name="connsiteY0" fmla="*/ 20 h 1762470"/>
              <a:gd name="connsiteX1" fmla="*/ 74976 w 1741997"/>
              <a:gd name="connsiteY1" fmla="*/ 322153 h 1762470"/>
              <a:gd name="connsiteX2" fmla="*/ 136833 w 1741997"/>
              <a:gd name="connsiteY2" fmla="*/ 1591268 h 1762470"/>
              <a:gd name="connsiteX3" fmla="*/ 1741997 w 1741997"/>
              <a:gd name="connsiteY3" fmla="*/ 1743123 h 1762470"/>
              <a:gd name="connsiteX0" fmla="*/ 429105 w 1785507"/>
              <a:gd name="connsiteY0" fmla="*/ 10 h 1762460"/>
              <a:gd name="connsiteX1" fmla="*/ 34858 w 1785507"/>
              <a:gd name="connsiteY1" fmla="*/ 376564 h 1762460"/>
              <a:gd name="connsiteX2" fmla="*/ 180343 w 1785507"/>
              <a:gd name="connsiteY2" fmla="*/ 1591258 h 1762460"/>
              <a:gd name="connsiteX3" fmla="*/ 1785507 w 1785507"/>
              <a:gd name="connsiteY3" fmla="*/ 1743113 h 1762460"/>
              <a:gd name="connsiteX0" fmla="*/ 467788 w 1824190"/>
              <a:gd name="connsiteY0" fmla="*/ 10 h 1768027"/>
              <a:gd name="connsiteX1" fmla="*/ 73541 w 1824190"/>
              <a:gd name="connsiteY1" fmla="*/ 376564 h 1768027"/>
              <a:gd name="connsiteX2" fmla="*/ 145236 w 1824190"/>
              <a:gd name="connsiteY2" fmla="*/ 1603351 h 1768027"/>
              <a:gd name="connsiteX3" fmla="*/ 1824190 w 1824190"/>
              <a:gd name="connsiteY3" fmla="*/ 1743113 h 1768027"/>
              <a:gd name="connsiteX0" fmla="*/ 482183 w 1838585"/>
              <a:gd name="connsiteY0" fmla="*/ 12 h 1768029"/>
              <a:gd name="connsiteX1" fmla="*/ 58420 w 1838585"/>
              <a:gd name="connsiteY1" fmla="*/ 362961 h 1768029"/>
              <a:gd name="connsiteX2" fmla="*/ 159631 w 1838585"/>
              <a:gd name="connsiteY2" fmla="*/ 1603353 h 1768029"/>
              <a:gd name="connsiteX3" fmla="*/ 1838585 w 1838585"/>
              <a:gd name="connsiteY3" fmla="*/ 1743115 h 1768029"/>
              <a:gd name="connsiteX0" fmla="*/ 484141 w 1840543"/>
              <a:gd name="connsiteY0" fmla="*/ 8 h 1768025"/>
              <a:gd name="connsiteX1" fmla="*/ 56689 w 1840543"/>
              <a:gd name="connsiteY1" fmla="*/ 399237 h 1768025"/>
              <a:gd name="connsiteX2" fmla="*/ 161589 w 1840543"/>
              <a:gd name="connsiteY2" fmla="*/ 1603349 h 1768025"/>
              <a:gd name="connsiteX3" fmla="*/ 1840543 w 1840543"/>
              <a:gd name="connsiteY3" fmla="*/ 1743111 h 1768025"/>
              <a:gd name="connsiteX0" fmla="*/ 497243 w 1841347"/>
              <a:gd name="connsiteY0" fmla="*/ 8 h 1792211"/>
              <a:gd name="connsiteX1" fmla="*/ 57493 w 1841347"/>
              <a:gd name="connsiteY1" fmla="*/ 423423 h 1792211"/>
              <a:gd name="connsiteX2" fmla="*/ 162393 w 1841347"/>
              <a:gd name="connsiteY2" fmla="*/ 1627535 h 1792211"/>
              <a:gd name="connsiteX3" fmla="*/ 1841347 w 1841347"/>
              <a:gd name="connsiteY3" fmla="*/ 1767297 h 1792211"/>
              <a:gd name="connsiteX0" fmla="*/ 497243 w 1764619"/>
              <a:gd name="connsiteY0" fmla="*/ 8 h 1792211"/>
              <a:gd name="connsiteX1" fmla="*/ 57493 w 1764619"/>
              <a:gd name="connsiteY1" fmla="*/ 423423 h 1792211"/>
              <a:gd name="connsiteX2" fmla="*/ 162393 w 1764619"/>
              <a:gd name="connsiteY2" fmla="*/ 1627535 h 1792211"/>
              <a:gd name="connsiteX3" fmla="*/ 1764619 w 1764619"/>
              <a:gd name="connsiteY3" fmla="*/ 1767297 h 1792211"/>
              <a:gd name="connsiteX0" fmla="*/ 426668 w 1694044"/>
              <a:gd name="connsiteY0" fmla="*/ 8 h 1792211"/>
              <a:gd name="connsiteX1" fmla="*/ 199969 w 1694044"/>
              <a:gd name="connsiteY1" fmla="*/ 423423 h 1792211"/>
              <a:gd name="connsiteX2" fmla="*/ 91818 w 1694044"/>
              <a:gd name="connsiteY2" fmla="*/ 1627535 h 1792211"/>
              <a:gd name="connsiteX3" fmla="*/ 1694044 w 1694044"/>
              <a:gd name="connsiteY3" fmla="*/ 1767297 h 1792211"/>
              <a:gd name="connsiteX0" fmla="*/ 286925 w 1554301"/>
              <a:gd name="connsiteY0" fmla="*/ 8 h 1792211"/>
              <a:gd name="connsiteX1" fmla="*/ 60226 w 1554301"/>
              <a:gd name="connsiteY1" fmla="*/ 423423 h 1792211"/>
              <a:gd name="connsiteX2" fmla="*/ 138011 w 1554301"/>
              <a:gd name="connsiteY2" fmla="*/ 1627535 h 1792211"/>
              <a:gd name="connsiteX3" fmla="*/ 1554301 w 1554301"/>
              <a:gd name="connsiteY3" fmla="*/ 1767297 h 1792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4301" h="1792211">
                <a:moveTo>
                  <a:pt x="286925" y="8"/>
                </a:moveTo>
                <a:cubicBezTo>
                  <a:pt x="54664" y="-1258"/>
                  <a:pt x="85045" y="152169"/>
                  <a:pt x="60226" y="423423"/>
                </a:cubicBezTo>
                <a:cubicBezTo>
                  <a:pt x="35407" y="694678"/>
                  <a:pt x="-98632" y="1368032"/>
                  <a:pt x="138011" y="1627535"/>
                </a:cubicBezTo>
                <a:cubicBezTo>
                  <a:pt x="374654" y="1887038"/>
                  <a:pt x="992134" y="1760407"/>
                  <a:pt x="1554301" y="1767297"/>
                </a:cubicBezTo>
              </a:path>
            </a:pathLst>
          </a:cu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E8D15BEB-666E-D150-51E5-898EC4E4F3E5}"/>
              </a:ext>
            </a:extLst>
          </p:cNvPr>
          <p:cNvSpPr/>
          <p:nvPr/>
        </p:nvSpPr>
        <p:spPr>
          <a:xfrm>
            <a:off x="-47246" y="1211904"/>
            <a:ext cx="2784673" cy="3821008"/>
          </a:xfrm>
          <a:custGeom>
            <a:avLst/>
            <a:gdLst>
              <a:gd name="connsiteX0" fmla="*/ 1214060 w 1518860"/>
              <a:gd name="connsiteY0" fmla="*/ 160599 h 2014803"/>
              <a:gd name="connsiteX1" fmla="*/ 253940 w 1518860"/>
              <a:gd name="connsiteY1" fmla="*/ 152979 h 2014803"/>
              <a:gd name="connsiteX2" fmla="*/ 93920 w 1518860"/>
              <a:gd name="connsiteY2" fmla="*/ 1768419 h 2014803"/>
              <a:gd name="connsiteX3" fmla="*/ 1518860 w 1518860"/>
              <a:gd name="connsiteY3" fmla="*/ 1981779 h 2014803"/>
              <a:gd name="connsiteX0" fmla="*/ 1252494 w 1557294"/>
              <a:gd name="connsiteY0" fmla="*/ 37566 h 1891770"/>
              <a:gd name="connsiteX1" fmla="*/ 170454 w 1557294"/>
              <a:gd name="connsiteY1" fmla="*/ 433806 h 1891770"/>
              <a:gd name="connsiteX2" fmla="*/ 132354 w 1557294"/>
              <a:gd name="connsiteY2" fmla="*/ 1645386 h 1891770"/>
              <a:gd name="connsiteX3" fmla="*/ 1557294 w 1557294"/>
              <a:gd name="connsiteY3" fmla="*/ 1858746 h 1891770"/>
              <a:gd name="connsiteX0" fmla="*/ 1262285 w 1567085"/>
              <a:gd name="connsiteY0" fmla="*/ 69432 h 1923636"/>
              <a:gd name="connsiteX1" fmla="*/ 157385 w 1567085"/>
              <a:gd name="connsiteY1" fmla="*/ 267552 h 1923636"/>
              <a:gd name="connsiteX2" fmla="*/ 142145 w 1567085"/>
              <a:gd name="connsiteY2" fmla="*/ 1677252 h 1923636"/>
              <a:gd name="connsiteX3" fmla="*/ 1567085 w 1567085"/>
              <a:gd name="connsiteY3" fmla="*/ 1890612 h 1923636"/>
              <a:gd name="connsiteX0" fmla="*/ 1270383 w 1575183"/>
              <a:gd name="connsiteY0" fmla="*/ 46728 h 1900932"/>
              <a:gd name="connsiteX1" fmla="*/ 165483 w 1575183"/>
              <a:gd name="connsiteY1" fmla="*/ 244848 h 1900932"/>
              <a:gd name="connsiteX2" fmla="*/ 150243 w 1575183"/>
              <a:gd name="connsiteY2" fmla="*/ 1654548 h 1900932"/>
              <a:gd name="connsiteX3" fmla="*/ 1575183 w 1575183"/>
              <a:gd name="connsiteY3" fmla="*/ 1867908 h 1900932"/>
              <a:gd name="connsiteX0" fmla="*/ 1270383 w 1575183"/>
              <a:gd name="connsiteY0" fmla="*/ 0 h 1854204"/>
              <a:gd name="connsiteX1" fmla="*/ 165483 w 1575183"/>
              <a:gd name="connsiteY1" fmla="*/ 198120 h 1854204"/>
              <a:gd name="connsiteX2" fmla="*/ 150243 w 1575183"/>
              <a:gd name="connsiteY2" fmla="*/ 1607820 h 1854204"/>
              <a:gd name="connsiteX3" fmla="*/ 1575183 w 1575183"/>
              <a:gd name="connsiteY3" fmla="*/ 1821180 h 1854204"/>
              <a:gd name="connsiteX0" fmla="*/ 1262286 w 1567086"/>
              <a:gd name="connsiteY0" fmla="*/ 10669 h 1834393"/>
              <a:gd name="connsiteX1" fmla="*/ 157386 w 1567086"/>
              <a:gd name="connsiteY1" fmla="*/ 178309 h 1834393"/>
              <a:gd name="connsiteX2" fmla="*/ 142146 w 1567086"/>
              <a:gd name="connsiteY2" fmla="*/ 1588009 h 1834393"/>
              <a:gd name="connsiteX3" fmla="*/ 1567086 w 1567086"/>
              <a:gd name="connsiteY3" fmla="*/ 1801369 h 1834393"/>
              <a:gd name="connsiteX0" fmla="*/ 1262286 w 1567086"/>
              <a:gd name="connsiteY0" fmla="*/ 10669 h 1834393"/>
              <a:gd name="connsiteX1" fmla="*/ 157386 w 1567086"/>
              <a:gd name="connsiteY1" fmla="*/ 178309 h 1834393"/>
              <a:gd name="connsiteX2" fmla="*/ 142146 w 1567086"/>
              <a:gd name="connsiteY2" fmla="*/ 1588009 h 1834393"/>
              <a:gd name="connsiteX3" fmla="*/ 1567086 w 1567086"/>
              <a:gd name="connsiteY3" fmla="*/ 1801369 h 1834393"/>
              <a:gd name="connsiteX0" fmla="*/ 1239970 w 1544770"/>
              <a:gd name="connsiteY0" fmla="*/ 10669 h 1834393"/>
              <a:gd name="connsiteX1" fmla="*/ 135070 w 1544770"/>
              <a:gd name="connsiteY1" fmla="*/ 178309 h 1834393"/>
              <a:gd name="connsiteX2" fmla="*/ 119830 w 1544770"/>
              <a:gd name="connsiteY2" fmla="*/ 1588009 h 1834393"/>
              <a:gd name="connsiteX3" fmla="*/ 1544770 w 1544770"/>
              <a:gd name="connsiteY3" fmla="*/ 1801369 h 1834393"/>
              <a:gd name="connsiteX0" fmla="*/ 1195979 w 1500779"/>
              <a:gd name="connsiteY0" fmla="*/ 10669 h 1834393"/>
              <a:gd name="connsiteX1" fmla="*/ 91079 w 1500779"/>
              <a:gd name="connsiteY1" fmla="*/ 178309 h 1834393"/>
              <a:gd name="connsiteX2" fmla="*/ 75839 w 1500779"/>
              <a:gd name="connsiteY2" fmla="*/ 1588009 h 1834393"/>
              <a:gd name="connsiteX3" fmla="*/ 1500779 w 1500779"/>
              <a:gd name="connsiteY3" fmla="*/ 1801369 h 1834393"/>
              <a:gd name="connsiteX0" fmla="*/ 1194938 w 1499738"/>
              <a:gd name="connsiteY0" fmla="*/ 10669 h 1834393"/>
              <a:gd name="connsiteX1" fmla="*/ 90038 w 1499738"/>
              <a:gd name="connsiteY1" fmla="*/ 178309 h 1834393"/>
              <a:gd name="connsiteX2" fmla="*/ 74798 w 1499738"/>
              <a:gd name="connsiteY2" fmla="*/ 1588009 h 1834393"/>
              <a:gd name="connsiteX3" fmla="*/ 1499738 w 1499738"/>
              <a:gd name="connsiteY3" fmla="*/ 1801369 h 1834393"/>
              <a:gd name="connsiteX0" fmla="*/ 1194938 w 1499738"/>
              <a:gd name="connsiteY0" fmla="*/ 22622 h 1846346"/>
              <a:gd name="connsiteX1" fmla="*/ 90038 w 1499738"/>
              <a:gd name="connsiteY1" fmla="*/ 190262 h 1846346"/>
              <a:gd name="connsiteX2" fmla="*/ 74798 w 1499738"/>
              <a:gd name="connsiteY2" fmla="*/ 1599962 h 1846346"/>
              <a:gd name="connsiteX3" fmla="*/ 1499738 w 1499738"/>
              <a:gd name="connsiteY3" fmla="*/ 1813322 h 1846346"/>
              <a:gd name="connsiteX0" fmla="*/ 1251036 w 1565996"/>
              <a:gd name="connsiteY0" fmla="*/ 22622 h 1790202"/>
              <a:gd name="connsiteX1" fmla="*/ 146136 w 1565996"/>
              <a:gd name="connsiteY1" fmla="*/ 190262 h 1790202"/>
              <a:gd name="connsiteX2" fmla="*/ 130896 w 1565996"/>
              <a:gd name="connsiteY2" fmla="*/ 1599962 h 1790202"/>
              <a:gd name="connsiteX3" fmla="*/ 1565996 w 1565996"/>
              <a:gd name="connsiteY3" fmla="*/ 1747282 h 1790202"/>
              <a:gd name="connsiteX0" fmla="*/ 1251036 w 1565996"/>
              <a:gd name="connsiteY0" fmla="*/ 22622 h 1779644"/>
              <a:gd name="connsiteX1" fmla="*/ 146136 w 1565996"/>
              <a:gd name="connsiteY1" fmla="*/ 190262 h 1779644"/>
              <a:gd name="connsiteX2" fmla="*/ 130896 w 1565996"/>
              <a:gd name="connsiteY2" fmla="*/ 1599962 h 1779644"/>
              <a:gd name="connsiteX3" fmla="*/ 1565996 w 1565996"/>
              <a:gd name="connsiteY3" fmla="*/ 1747282 h 1779644"/>
              <a:gd name="connsiteX0" fmla="*/ 1251036 w 1736060"/>
              <a:gd name="connsiteY0" fmla="*/ 22622 h 1782309"/>
              <a:gd name="connsiteX1" fmla="*/ 146136 w 1736060"/>
              <a:gd name="connsiteY1" fmla="*/ 190262 h 1782309"/>
              <a:gd name="connsiteX2" fmla="*/ 130896 w 1736060"/>
              <a:gd name="connsiteY2" fmla="*/ 1599962 h 1782309"/>
              <a:gd name="connsiteX3" fmla="*/ 1736060 w 1736060"/>
              <a:gd name="connsiteY3" fmla="*/ 1751817 h 1782309"/>
              <a:gd name="connsiteX0" fmla="*/ 1251036 w 1736060"/>
              <a:gd name="connsiteY0" fmla="*/ 22622 h 1771164"/>
              <a:gd name="connsiteX1" fmla="*/ 146136 w 1736060"/>
              <a:gd name="connsiteY1" fmla="*/ 190262 h 1771164"/>
              <a:gd name="connsiteX2" fmla="*/ 130896 w 1736060"/>
              <a:gd name="connsiteY2" fmla="*/ 1599962 h 1771164"/>
              <a:gd name="connsiteX3" fmla="*/ 1736060 w 1736060"/>
              <a:gd name="connsiteY3" fmla="*/ 1751817 h 1771164"/>
              <a:gd name="connsiteX0" fmla="*/ 1284659 w 1758345"/>
              <a:gd name="connsiteY0" fmla="*/ 3681 h 1774899"/>
              <a:gd name="connsiteX1" fmla="*/ 168421 w 1758345"/>
              <a:gd name="connsiteY1" fmla="*/ 193997 h 1774899"/>
              <a:gd name="connsiteX2" fmla="*/ 153181 w 1758345"/>
              <a:gd name="connsiteY2" fmla="*/ 1603697 h 1774899"/>
              <a:gd name="connsiteX3" fmla="*/ 1758345 w 1758345"/>
              <a:gd name="connsiteY3" fmla="*/ 1755552 h 1774899"/>
              <a:gd name="connsiteX0" fmla="*/ 1284659 w 1758345"/>
              <a:gd name="connsiteY0" fmla="*/ 8680 h 1779898"/>
              <a:gd name="connsiteX1" fmla="*/ 168421 w 1758345"/>
              <a:gd name="connsiteY1" fmla="*/ 198996 h 1779898"/>
              <a:gd name="connsiteX2" fmla="*/ 153181 w 1758345"/>
              <a:gd name="connsiteY2" fmla="*/ 1608696 h 1779898"/>
              <a:gd name="connsiteX3" fmla="*/ 1758345 w 1758345"/>
              <a:gd name="connsiteY3" fmla="*/ 1760551 h 1779898"/>
              <a:gd name="connsiteX0" fmla="*/ 1246346 w 1756312"/>
              <a:gd name="connsiteY0" fmla="*/ 6879 h 1785353"/>
              <a:gd name="connsiteX1" fmla="*/ 166388 w 1756312"/>
              <a:gd name="connsiteY1" fmla="*/ 204451 h 1785353"/>
              <a:gd name="connsiteX2" fmla="*/ 151148 w 1756312"/>
              <a:gd name="connsiteY2" fmla="*/ 1614151 h 1785353"/>
              <a:gd name="connsiteX3" fmla="*/ 1756312 w 1756312"/>
              <a:gd name="connsiteY3" fmla="*/ 1766006 h 1785353"/>
              <a:gd name="connsiteX0" fmla="*/ 1246346 w 1756312"/>
              <a:gd name="connsiteY0" fmla="*/ 2602 h 1802844"/>
              <a:gd name="connsiteX1" fmla="*/ 166388 w 1756312"/>
              <a:gd name="connsiteY1" fmla="*/ 221942 h 1802844"/>
              <a:gd name="connsiteX2" fmla="*/ 151148 w 1756312"/>
              <a:gd name="connsiteY2" fmla="*/ 1631642 h 1802844"/>
              <a:gd name="connsiteX3" fmla="*/ 1756312 w 1756312"/>
              <a:gd name="connsiteY3" fmla="*/ 1783497 h 1802844"/>
              <a:gd name="connsiteX0" fmla="*/ 1251133 w 1756564"/>
              <a:gd name="connsiteY0" fmla="*/ 5074 h 1791711"/>
              <a:gd name="connsiteX1" fmla="*/ 166640 w 1756564"/>
              <a:gd name="connsiteY1" fmla="*/ 210809 h 1791711"/>
              <a:gd name="connsiteX2" fmla="*/ 151400 w 1756564"/>
              <a:gd name="connsiteY2" fmla="*/ 1620509 h 1791711"/>
              <a:gd name="connsiteX3" fmla="*/ 1756564 w 1756564"/>
              <a:gd name="connsiteY3" fmla="*/ 1772364 h 1791711"/>
              <a:gd name="connsiteX0" fmla="*/ 793126 w 1733920"/>
              <a:gd name="connsiteY0" fmla="*/ 4465 h 1794125"/>
              <a:gd name="connsiteX1" fmla="*/ 143996 w 1733920"/>
              <a:gd name="connsiteY1" fmla="*/ 213223 h 1794125"/>
              <a:gd name="connsiteX2" fmla="*/ 128756 w 1733920"/>
              <a:gd name="connsiteY2" fmla="*/ 1622923 h 1794125"/>
              <a:gd name="connsiteX3" fmla="*/ 1733920 w 1733920"/>
              <a:gd name="connsiteY3" fmla="*/ 1774778 h 1794125"/>
              <a:gd name="connsiteX0" fmla="*/ 779693 w 1720487"/>
              <a:gd name="connsiteY0" fmla="*/ 0 h 1789660"/>
              <a:gd name="connsiteX1" fmla="*/ 130563 w 1720487"/>
              <a:gd name="connsiteY1" fmla="*/ 208758 h 1789660"/>
              <a:gd name="connsiteX2" fmla="*/ 115323 w 1720487"/>
              <a:gd name="connsiteY2" fmla="*/ 1618458 h 1789660"/>
              <a:gd name="connsiteX3" fmla="*/ 1720487 w 1720487"/>
              <a:gd name="connsiteY3" fmla="*/ 1770313 h 1789660"/>
              <a:gd name="connsiteX0" fmla="*/ 779693 w 1720487"/>
              <a:gd name="connsiteY0" fmla="*/ 17 h 1789677"/>
              <a:gd name="connsiteX1" fmla="*/ 130563 w 1720487"/>
              <a:gd name="connsiteY1" fmla="*/ 208775 h 1789677"/>
              <a:gd name="connsiteX2" fmla="*/ 115323 w 1720487"/>
              <a:gd name="connsiteY2" fmla="*/ 1618475 h 1789677"/>
              <a:gd name="connsiteX3" fmla="*/ 1720487 w 1720487"/>
              <a:gd name="connsiteY3" fmla="*/ 1770330 h 1789677"/>
              <a:gd name="connsiteX0" fmla="*/ 798454 w 1739248"/>
              <a:gd name="connsiteY0" fmla="*/ 27 h 1789687"/>
              <a:gd name="connsiteX1" fmla="*/ 149324 w 1739248"/>
              <a:gd name="connsiteY1" fmla="*/ 208785 h 1789687"/>
              <a:gd name="connsiteX2" fmla="*/ 134084 w 1739248"/>
              <a:gd name="connsiteY2" fmla="*/ 1618485 h 1789687"/>
              <a:gd name="connsiteX3" fmla="*/ 1739248 w 1739248"/>
              <a:gd name="connsiteY3" fmla="*/ 1770340 h 1789687"/>
              <a:gd name="connsiteX0" fmla="*/ 579695 w 1724565"/>
              <a:gd name="connsiteY0" fmla="*/ 8404 h 1788994"/>
              <a:gd name="connsiteX1" fmla="*/ 134641 w 1724565"/>
              <a:gd name="connsiteY1" fmla="*/ 208092 h 1788994"/>
              <a:gd name="connsiteX2" fmla="*/ 119401 w 1724565"/>
              <a:gd name="connsiteY2" fmla="*/ 1617792 h 1788994"/>
              <a:gd name="connsiteX3" fmla="*/ 1724565 w 1724565"/>
              <a:gd name="connsiteY3" fmla="*/ 1769647 h 1788994"/>
              <a:gd name="connsiteX0" fmla="*/ 605052 w 1749922"/>
              <a:gd name="connsiteY0" fmla="*/ 12 h 1780602"/>
              <a:gd name="connsiteX1" fmla="*/ 91972 w 1749922"/>
              <a:gd name="connsiteY1" fmla="*/ 358426 h 1780602"/>
              <a:gd name="connsiteX2" fmla="*/ 144758 w 1749922"/>
              <a:gd name="connsiteY2" fmla="*/ 1609400 h 1780602"/>
              <a:gd name="connsiteX3" fmla="*/ 1749922 w 1749922"/>
              <a:gd name="connsiteY3" fmla="*/ 1761255 h 1780602"/>
              <a:gd name="connsiteX0" fmla="*/ 601166 w 1746036"/>
              <a:gd name="connsiteY0" fmla="*/ 27 h 1780617"/>
              <a:gd name="connsiteX1" fmla="*/ 97156 w 1746036"/>
              <a:gd name="connsiteY1" fmla="*/ 308555 h 1780617"/>
              <a:gd name="connsiteX2" fmla="*/ 140872 w 1746036"/>
              <a:gd name="connsiteY2" fmla="*/ 1609415 h 1780617"/>
              <a:gd name="connsiteX3" fmla="*/ 1746036 w 1746036"/>
              <a:gd name="connsiteY3" fmla="*/ 1761270 h 1780617"/>
              <a:gd name="connsiteX0" fmla="*/ 609116 w 1753986"/>
              <a:gd name="connsiteY0" fmla="*/ 17 h 1780607"/>
              <a:gd name="connsiteX1" fmla="*/ 86965 w 1753986"/>
              <a:gd name="connsiteY1" fmla="*/ 340290 h 1780607"/>
              <a:gd name="connsiteX2" fmla="*/ 148822 w 1753986"/>
              <a:gd name="connsiteY2" fmla="*/ 1609405 h 1780607"/>
              <a:gd name="connsiteX3" fmla="*/ 1753986 w 1753986"/>
              <a:gd name="connsiteY3" fmla="*/ 1761260 h 1780607"/>
              <a:gd name="connsiteX0" fmla="*/ 385595 w 1741997"/>
              <a:gd name="connsiteY0" fmla="*/ 20 h 1762470"/>
              <a:gd name="connsiteX1" fmla="*/ 74976 w 1741997"/>
              <a:gd name="connsiteY1" fmla="*/ 322153 h 1762470"/>
              <a:gd name="connsiteX2" fmla="*/ 136833 w 1741997"/>
              <a:gd name="connsiteY2" fmla="*/ 1591268 h 1762470"/>
              <a:gd name="connsiteX3" fmla="*/ 1741997 w 1741997"/>
              <a:gd name="connsiteY3" fmla="*/ 1743123 h 1762470"/>
              <a:gd name="connsiteX0" fmla="*/ 429105 w 1785507"/>
              <a:gd name="connsiteY0" fmla="*/ 10 h 1762460"/>
              <a:gd name="connsiteX1" fmla="*/ 34858 w 1785507"/>
              <a:gd name="connsiteY1" fmla="*/ 376564 h 1762460"/>
              <a:gd name="connsiteX2" fmla="*/ 180343 w 1785507"/>
              <a:gd name="connsiteY2" fmla="*/ 1591258 h 1762460"/>
              <a:gd name="connsiteX3" fmla="*/ 1785507 w 1785507"/>
              <a:gd name="connsiteY3" fmla="*/ 1743113 h 1762460"/>
              <a:gd name="connsiteX0" fmla="*/ 467788 w 1824190"/>
              <a:gd name="connsiteY0" fmla="*/ 10 h 1768027"/>
              <a:gd name="connsiteX1" fmla="*/ 73541 w 1824190"/>
              <a:gd name="connsiteY1" fmla="*/ 376564 h 1768027"/>
              <a:gd name="connsiteX2" fmla="*/ 145236 w 1824190"/>
              <a:gd name="connsiteY2" fmla="*/ 1603351 h 1768027"/>
              <a:gd name="connsiteX3" fmla="*/ 1824190 w 1824190"/>
              <a:gd name="connsiteY3" fmla="*/ 1743113 h 1768027"/>
              <a:gd name="connsiteX0" fmla="*/ 466506 w 1822908"/>
              <a:gd name="connsiteY0" fmla="*/ 14 h 1768031"/>
              <a:gd name="connsiteX1" fmla="*/ 72259 w 1822908"/>
              <a:gd name="connsiteY1" fmla="*/ 376568 h 1768031"/>
              <a:gd name="connsiteX2" fmla="*/ 143954 w 1822908"/>
              <a:gd name="connsiteY2" fmla="*/ 1603355 h 1768031"/>
              <a:gd name="connsiteX3" fmla="*/ 1822908 w 1822908"/>
              <a:gd name="connsiteY3" fmla="*/ 1743117 h 1768031"/>
              <a:gd name="connsiteX0" fmla="*/ 475152 w 1831554"/>
              <a:gd name="connsiteY0" fmla="*/ 13 h 1768030"/>
              <a:gd name="connsiteX1" fmla="*/ 62458 w 1831554"/>
              <a:gd name="connsiteY1" fmla="*/ 385637 h 1768030"/>
              <a:gd name="connsiteX2" fmla="*/ 152600 w 1831554"/>
              <a:gd name="connsiteY2" fmla="*/ 1603354 h 1768030"/>
              <a:gd name="connsiteX3" fmla="*/ 1831554 w 1831554"/>
              <a:gd name="connsiteY3" fmla="*/ 1743116 h 1768030"/>
              <a:gd name="connsiteX0" fmla="*/ 475152 w 1921947"/>
              <a:gd name="connsiteY0" fmla="*/ 13 h 1769217"/>
              <a:gd name="connsiteX1" fmla="*/ 62458 w 1921947"/>
              <a:gd name="connsiteY1" fmla="*/ 385637 h 1769217"/>
              <a:gd name="connsiteX2" fmla="*/ 152600 w 1921947"/>
              <a:gd name="connsiteY2" fmla="*/ 1603354 h 1769217"/>
              <a:gd name="connsiteX3" fmla="*/ 1921947 w 1921947"/>
              <a:gd name="connsiteY3" fmla="*/ 1745383 h 1769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1947" h="1769217">
                <a:moveTo>
                  <a:pt x="475152" y="13"/>
                </a:moveTo>
                <a:cubicBezTo>
                  <a:pt x="242891" y="-1253"/>
                  <a:pt x="112527" y="91203"/>
                  <a:pt x="62458" y="385637"/>
                </a:cubicBezTo>
                <a:cubicBezTo>
                  <a:pt x="12389" y="680071"/>
                  <a:pt x="-84043" y="1343851"/>
                  <a:pt x="152600" y="1603354"/>
                </a:cubicBezTo>
                <a:cubicBezTo>
                  <a:pt x="389243" y="1862857"/>
                  <a:pt x="1359780" y="1738493"/>
                  <a:pt x="1921947" y="1745383"/>
                </a:cubicBezTo>
              </a:path>
            </a:pathLst>
          </a:cu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Subtitle 2">
                <a:extLst>
                  <a:ext uri="{FF2B5EF4-FFF2-40B4-BE49-F238E27FC236}">
                    <a16:creationId xmlns:a16="http://schemas.microsoft.com/office/drawing/2014/main" id="{8B1D19CC-77B6-26B9-4FD1-56FEEFF8A52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07923" y="5301056"/>
                <a:ext cx="1249150" cy="480131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>
                <a:spAutoFit/>
              </a:bodyPr>
              <a:lstStyle>
                <a:lvl1pPr marL="0" indent="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2400" kern="1400" spc="180" dirty="0">
                    <a:solidFill>
                      <a:srgbClr val="F5EEF3"/>
                    </a:solidFill>
                    <a:latin typeface="Mf Really Awesome" pitchFamily="2" charset="0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pc="2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pc="2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b="0" i="1" spc="2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func>
                        <m:funcPr>
                          <m:ctrlPr>
                            <a:rPr lang="en-IN" sz="2800" b="0" i="1" spc="2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b="0" i="0" spc="2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IN" sz="2800" b="0" i="1" spc="2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800" b="0" i="1" spc="2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b="0" i="1" spc="2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b="0" i="1" spc="2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800" b="0" i="1" spc="2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IN" sz="2800" b="0" i="1" spc="200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800" spc="200" dirty="0">
                  <a:solidFill>
                    <a:srgbClr val="F5EEF3"/>
                  </a:solidFill>
                </a:endParaRPr>
              </a:p>
            </p:txBody>
          </p:sp>
        </mc:Choice>
        <mc:Fallback xmlns="">
          <p:sp>
            <p:nvSpPr>
              <p:cNvPr id="60" name="Subtitle 2">
                <a:extLst>
                  <a:ext uri="{FF2B5EF4-FFF2-40B4-BE49-F238E27FC236}">
                    <a16:creationId xmlns:a16="http://schemas.microsoft.com/office/drawing/2014/main" id="{8B1D19CC-77B6-26B9-4FD1-56FEEFF8A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923" y="5301056"/>
                <a:ext cx="1249150" cy="480131"/>
              </a:xfrm>
              <a:prstGeom prst="rect">
                <a:avLst/>
              </a:prstGeom>
              <a:blipFill>
                <a:blip r:embed="rId8"/>
                <a:stretch>
                  <a:fillRect l="-2451" r="-119118" b="-230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2CBFDF8A-36FD-9B89-B1A1-52CF12C70D36}"/>
              </a:ext>
            </a:extLst>
          </p:cNvPr>
          <p:cNvGrpSpPr/>
          <p:nvPr/>
        </p:nvGrpSpPr>
        <p:grpSpPr>
          <a:xfrm>
            <a:off x="2742266" y="4736153"/>
            <a:ext cx="503690" cy="505936"/>
            <a:chOff x="4979420" y="5900340"/>
            <a:chExt cx="286257" cy="287535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1505793-CFA9-061F-C715-D9B60C562B77}"/>
                </a:ext>
              </a:extLst>
            </p:cNvPr>
            <p:cNvGrpSpPr/>
            <p:nvPr/>
          </p:nvGrpSpPr>
          <p:grpSpPr>
            <a:xfrm>
              <a:off x="4979420" y="5900340"/>
              <a:ext cx="283003" cy="283003"/>
              <a:chOff x="5334810" y="3429000"/>
              <a:chExt cx="523659" cy="523659"/>
            </a:xfrm>
          </p:grpSpPr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5F700FB8-738C-BD7F-D081-5F8E06392954}"/>
                  </a:ext>
                </a:extLst>
              </p:cNvPr>
              <p:cNvSpPr/>
              <p:nvPr/>
            </p:nvSpPr>
            <p:spPr>
              <a:xfrm>
                <a:off x="5334810" y="3429000"/>
                <a:ext cx="523659" cy="523659"/>
              </a:xfrm>
              <a:prstGeom prst="ellipse">
                <a:avLst/>
              </a:prstGeom>
              <a:noFill/>
              <a:ln w="12700" cap="rnd">
                <a:gradFill flip="none" rotWithShape="1">
                  <a:gsLst>
                    <a:gs pos="0">
                      <a:srgbClr val="F5EEF3">
                        <a:lumMod val="90000"/>
                      </a:srgbClr>
                    </a:gs>
                    <a:gs pos="100000">
                      <a:srgbClr val="F5EEF3">
                        <a:lumMod val="79000"/>
                      </a:srgb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7251C2C5-B1B2-7224-EA60-647F2270953F}"/>
                  </a:ext>
                </a:extLst>
              </p:cNvPr>
              <p:cNvSpPr/>
              <p:nvPr/>
            </p:nvSpPr>
            <p:spPr>
              <a:xfrm>
                <a:off x="5467586" y="3615523"/>
                <a:ext cx="270274" cy="135590"/>
              </a:xfrm>
              <a:custGeom>
                <a:avLst/>
                <a:gdLst>
                  <a:gd name="connsiteX0" fmla="*/ 0 w 946785"/>
                  <a:gd name="connsiteY0" fmla="*/ 257180 h 529596"/>
                  <a:gd name="connsiteX1" fmla="*/ 179070 w 946785"/>
                  <a:gd name="connsiteY1" fmla="*/ 5 h 529596"/>
                  <a:gd name="connsiteX2" fmla="*/ 369570 w 946785"/>
                  <a:gd name="connsiteY2" fmla="*/ 262895 h 529596"/>
                  <a:gd name="connsiteX3" fmla="*/ 550545 w 946785"/>
                  <a:gd name="connsiteY3" fmla="*/ 529595 h 529596"/>
                  <a:gd name="connsiteX4" fmla="*/ 744855 w 946785"/>
                  <a:gd name="connsiteY4" fmla="*/ 259085 h 529596"/>
                  <a:gd name="connsiteX5" fmla="*/ 744855 w 946785"/>
                  <a:gd name="connsiteY5" fmla="*/ 257180 h 529596"/>
                  <a:gd name="connsiteX6" fmla="*/ 946785 w 946785"/>
                  <a:gd name="connsiteY6" fmla="*/ 316235 h 529596"/>
                  <a:gd name="connsiteX0" fmla="*/ 0 w 759248"/>
                  <a:gd name="connsiteY0" fmla="*/ 257180 h 529596"/>
                  <a:gd name="connsiteX1" fmla="*/ 179070 w 759248"/>
                  <a:gd name="connsiteY1" fmla="*/ 5 h 529596"/>
                  <a:gd name="connsiteX2" fmla="*/ 369570 w 759248"/>
                  <a:gd name="connsiteY2" fmla="*/ 262895 h 529596"/>
                  <a:gd name="connsiteX3" fmla="*/ 550545 w 759248"/>
                  <a:gd name="connsiteY3" fmla="*/ 529595 h 529596"/>
                  <a:gd name="connsiteX4" fmla="*/ 744855 w 759248"/>
                  <a:gd name="connsiteY4" fmla="*/ 259085 h 529596"/>
                  <a:gd name="connsiteX5" fmla="*/ 744855 w 759248"/>
                  <a:gd name="connsiteY5" fmla="*/ 257180 h 529596"/>
                  <a:gd name="connsiteX0" fmla="*/ 0 w 744855"/>
                  <a:gd name="connsiteY0" fmla="*/ 257180 h 529596"/>
                  <a:gd name="connsiteX1" fmla="*/ 179070 w 744855"/>
                  <a:gd name="connsiteY1" fmla="*/ 5 h 529596"/>
                  <a:gd name="connsiteX2" fmla="*/ 369570 w 744855"/>
                  <a:gd name="connsiteY2" fmla="*/ 262895 h 529596"/>
                  <a:gd name="connsiteX3" fmla="*/ 550545 w 744855"/>
                  <a:gd name="connsiteY3" fmla="*/ 529595 h 529596"/>
                  <a:gd name="connsiteX4" fmla="*/ 744855 w 744855"/>
                  <a:gd name="connsiteY4" fmla="*/ 259085 h 529596"/>
                  <a:gd name="connsiteX0" fmla="*/ 0 w 744855"/>
                  <a:gd name="connsiteY0" fmla="*/ 257180 h 529596"/>
                  <a:gd name="connsiteX1" fmla="*/ 179070 w 744855"/>
                  <a:gd name="connsiteY1" fmla="*/ 5 h 529596"/>
                  <a:gd name="connsiteX2" fmla="*/ 369570 w 744855"/>
                  <a:gd name="connsiteY2" fmla="*/ 262895 h 529596"/>
                  <a:gd name="connsiteX3" fmla="*/ 550545 w 744855"/>
                  <a:gd name="connsiteY3" fmla="*/ 529595 h 529596"/>
                  <a:gd name="connsiteX4" fmla="*/ 744855 w 744855"/>
                  <a:gd name="connsiteY4" fmla="*/ 259085 h 529596"/>
                  <a:gd name="connsiteX0" fmla="*/ 0 w 744855"/>
                  <a:gd name="connsiteY0" fmla="*/ 257465 h 529881"/>
                  <a:gd name="connsiteX1" fmla="*/ 179070 w 744855"/>
                  <a:gd name="connsiteY1" fmla="*/ 290 h 529881"/>
                  <a:gd name="connsiteX2" fmla="*/ 369570 w 744855"/>
                  <a:gd name="connsiteY2" fmla="*/ 263180 h 529881"/>
                  <a:gd name="connsiteX3" fmla="*/ 550545 w 744855"/>
                  <a:gd name="connsiteY3" fmla="*/ 529880 h 529881"/>
                  <a:gd name="connsiteX4" fmla="*/ 744855 w 744855"/>
                  <a:gd name="connsiteY4" fmla="*/ 259370 h 529881"/>
                  <a:gd name="connsiteX0" fmla="*/ 0 w 744855"/>
                  <a:gd name="connsiteY0" fmla="*/ 257268 h 529684"/>
                  <a:gd name="connsiteX1" fmla="*/ 179070 w 744855"/>
                  <a:gd name="connsiteY1" fmla="*/ 93 h 529684"/>
                  <a:gd name="connsiteX2" fmla="*/ 369570 w 744855"/>
                  <a:gd name="connsiteY2" fmla="*/ 262983 h 529684"/>
                  <a:gd name="connsiteX3" fmla="*/ 550545 w 744855"/>
                  <a:gd name="connsiteY3" fmla="*/ 529683 h 529684"/>
                  <a:gd name="connsiteX4" fmla="*/ 744855 w 744855"/>
                  <a:gd name="connsiteY4" fmla="*/ 259173 h 529684"/>
                  <a:gd name="connsiteX0" fmla="*/ 0 w 744855"/>
                  <a:gd name="connsiteY0" fmla="*/ 257268 h 529684"/>
                  <a:gd name="connsiteX1" fmla="*/ 179070 w 744855"/>
                  <a:gd name="connsiteY1" fmla="*/ 93 h 529684"/>
                  <a:gd name="connsiteX2" fmla="*/ 369570 w 744855"/>
                  <a:gd name="connsiteY2" fmla="*/ 262983 h 529684"/>
                  <a:gd name="connsiteX3" fmla="*/ 550545 w 744855"/>
                  <a:gd name="connsiteY3" fmla="*/ 529683 h 529684"/>
                  <a:gd name="connsiteX4" fmla="*/ 744855 w 744855"/>
                  <a:gd name="connsiteY4" fmla="*/ 259173 h 529684"/>
                  <a:gd name="connsiteX0" fmla="*/ 0 w 744855"/>
                  <a:gd name="connsiteY0" fmla="*/ 257268 h 529687"/>
                  <a:gd name="connsiteX1" fmla="*/ 179070 w 744855"/>
                  <a:gd name="connsiteY1" fmla="*/ 93 h 529687"/>
                  <a:gd name="connsiteX2" fmla="*/ 369570 w 744855"/>
                  <a:gd name="connsiteY2" fmla="*/ 262983 h 529687"/>
                  <a:gd name="connsiteX3" fmla="*/ 550545 w 744855"/>
                  <a:gd name="connsiteY3" fmla="*/ 529683 h 529687"/>
                  <a:gd name="connsiteX4" fmla="*/ 744855 w 744855"/>
                  <a:gd name="connsiteY4" fmla="*/ 259173 h 529687"/>
                  <a:gd name="connsiteX0" fmla="*/ 0 w 744855"/>
                  <a:gd name="connsiteY0" fmla="*/ 257268 h 529687"/>
                  <a:gd name="connsiteX1" fmla="*/ 179070 w 744855"/>
                  <a:gd name="connsiteY1" fmla="*/ 93 h 529687"/>
                  <a:gd name="connsiteX2" fmla="*/ 369570 w 744855"/>
                  <a:gd name="connsiteY2" fmla="*/ 262983 h 529687"/>
                  <a:gd name="connsiteX3" fmla="*/ 550545 w 744855"/>
                  <a:gd name="connsiteY3" fmla="*/ 529683 h 529687"/>
                  <a:gd name="connsiteX4" fmla="*/ 744855 w 744855"/>
                  <a:gd name="connsiteY4" fmla="*/ 259173 h 529687"/>
                  <a:gd name="connsiteX0" fmla="*/ 0 w 550545"/>
                  <a:gd name="connsiteY0" fmla="*/ 257268 h 529683"/>
                  <a:gd name="connsiteX1" fmla="*/ 179070 w 550545"/>
                  <a:gd name="connsiteY1" fmla="*/ 93 h 529683"/>
                  <a:gd name="connsiteX2" fmla="*/ 369570 w 550545"/>
                  <a:gd name="connsiteY2" fmla="*/ 262983 h 529683"/>
                  <a:gd name="connsiteX3" fmla="*/ 550545 w 550545"/>
                  <a:gd name="connsiteY3" fmla="*/ 529683 h 529683"/>
                  <a:gd name="connsiteX0" fmla="*/ 0 w 739140"/>
                  <a:gd name="connsiteY0" fmla="*/ 257250 h 279847"/>
                  <a:gd name="connsiteX1" fmla="*/ 179070 w 739140"/>
                  <a:gd name="connsiteY1" fmla="*/ 75 h 279847"/>
                  <a:gd name="connsiteX2" fmla="*/ 369570 w 739140"/>
                  <a:gd name="connsiteY2" fmla="*/ 262965 h 279847"/>
                  <a:gd name="connsiteX3" fmla="*/ 739140 w 739140"/>
                  <a:gd name="connsiteY3" fmla="*/ 255345 h 279847"/>
                  <a:gd name="connsiteX0" fmla="*/ 0 w 739140"/>
                  <a:gd name="connsiteY0" fmla="*/ 257250 h 348835"/>
                  <a:gd name="connsiteX1" fmla="*/ 179070 w 739140"/>
                  <a:gd name="connsiteY1" fmla="*/ 75 h 348835"/>
                  <a:gd name="connsiteX2" fmla="*/ 369570 w 739140"/>
                  <a:gd name="connsiteY2" fmla="*/ 262965 h 348835"/>
                  <a:gd name="connsiteX3" fmla="*/ 739140 w 739140"/>
                  <a:gd name="connsiteY3" fmla="*/ 255345 h 348835"/>
                  <a:gd name="connsiteX0" fmla="*/ 0 w 739140"/>
                  <a:gd name="connsiteY0" fmla="*/ 257254 h 339223"/>
                  <a:gd name="connsiteX1" fmla="*/ 179070 w 739140"/>
                  <a:gd name="connsiteY1" fmla="*/ 79 h 339223"/>
                  <a:gd name="connsiteX2" fmla="*/ 369570 w 739140"/>
                  <a:gd name="connsiteY2" fmla="*/ 262969 h 339223"/>
                  <a:gd name="connsiteX3" fmla="*/ 554355 w 739140"/>
                  <a:gd name="connsiteY3" fmla="*/ 339169 h 339223"/>
                  <a:gd name="connsiteX4" fmla="*/ 739140 w 739140"/>
                  <a:gd name="connsiteY4" fmla="*/ 255349 h 339223"/>
                  <a:gd name="connsiteX0" fmla="*/ 0 w 739140"/>
                  <a:gd name="connsiteY0" fmla="*/ 257267 h 523973"/>
                  <a:gd name="connsiteX1" fmla="*/ 179070 w 739140"/>
                  <a:gd name="connsiteY1" fmla="*/ 92 h 523973"/>
                  <a:gd name="connsiteX2" fmla="*/ 369570 w 739140"/>
                  <a:gd name="connsiteY2" fmla="*/ 262982 h 523973"/>
                  <a:gd name="connsiteX3" fmla="*/ 550545 w 739140"/>
                  <a:gd name="connsiteY3" fmla="*/ 523967 h 523973"/>
                  <a:gd name="connsiteX4" fmla="*/ 739140 w 739140"/>
                  <a:gd name="connsiteY4" fmla="*/ 255362 h 523973"/>
                  <a:gd name="connsiteX0" fmla="*/ 0 w 739140"/>
                  <a:gd name="connsiteY0" fmla="*/ 257267 h 524023"/>
                  <a:gd name="connsiteX1" fmla="*/ 179070 w 739140"/>
                  <a:gd name="connsiteY1" fmla="*/ 92 h 524023"/>
                  <a:gd name="connsiteX2" fmla="*/ 369570 w 739140"/>
                  <a:gd name="connsiteY2" fmla="*/ 262982 h 524023"/>
                  <a:gd name="connsiteX3" fmla="*/ 550545 w 739140"/>
                  <a:gd name="connsiteY3" fmla="*/ 523967 h 524023"/>
                  <a:gd name="connsiteX4" fmla="*/ 739140 w 739140"/>
                  <a:gd name="connsiteY4" fmla="*/ 255362 h 524023"/>
                  <a:gd name="connsiteX0" fmla="*/ 0 w 739140"/>
                  <a:gd name="connsiteY0" fmla="*/ 257267 h 524070"/>
                  <a:gd name="connsiteX1" fmla="*/ 179070 w 739140"/>
                  <a:gd name="connsiteY1" fmla="*/ 92 h 524070"/>
                  <a:gd name="connsiteX2" fmla="*/ 369570 w 739140"/>
                  <a:gd name="connsiteY2" fmla="*/ 262982 h 524070"/>
                  <a:gd name="connsiteX3" fmla="*/ 550545 w 739140"/>
                  <a:gd name="connsiteY3" fmla="*/ 523967 h 524070"/>
                  <a:gd name="connsiteX4" fmla="*/ 739140 w 739140"/>
                  <a:gd name="connsiteY4" fmla="*/ 255362 h 524070"/>
                  <a:gd name="connsiteX0" fmla="*/ 0 w 739140"/>
                  <a:gd name="connsiteY0" fmla="*/ 257278 h 524081"/>
                  <a:gd name="connsiteX1" fmla="*/ 179070 w 739140"/>
                  <a:gd name="connsiteY1" fmla="*/ 103 h 524081"/>
                  <a:gd name="connsiteX2" fmla="*/ 369570 w 739140"/>
                  <a:gd name="connsiteY2" fmla="*/ 262993 h 524081"/>
                  <a:gd name="connsiteX3" fmla="*/ 550545 w 739140"/>
                  <a:gd name="connsiteY3" fmla="*/ 523978 h 524081"/>
                  <a:gd name="connsiteX4" fmla="*/ 739140 w 739140"/>
                  <a:gd name="connsiteY4" fmla="*/ 255373 h 524081"/>
                  <a:gd name="connsiteX0" fmla="*/ 0 w 739140"/>
                  <a:gd name="connsiteY0" fmla="*/ 257281 h 524084"/>
                  <a:gd name="connsiteX1" fmla="*/ 179070 w 739140"/>
                  <a:gd name="connsiteY1" fmla="*/ 106 h 524084"/>
                  <a:gd name="connsiteX2" fmla="*/ 369570 w 739140"/>
                  <a:gd name="connsiteY2" fmla="*/ 262996 h 524084"/>
                  <a:gd name="connsiteX3" fmla="*/ 550545 w 739140"/>
                  <a:gd name="connsiteY3" fmla="*/ 523981 h 524084"/>
                  <a:gd name="connsiteX4" fmla="*/ 739140 w 739140"/>
                  <a:gd name="connsiteY4" fmla="*/ 255376 h 5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9140" h="524084">
                    <a:moveTo>
                      <a:pt x="0" y="257281"/>
                    </a:moveTo>
                    <a:cubicBezTo>
                      <a:pt x="18732" y="156792"/>
                      <a:pt x="69850" y="4868"/>
                      <a:pt x="179070" y="106"/>
                    </a:cubicBezTo>
                    <a:cubicBezTo>
                      <a:pt x="288290" y="-4656"/>
                      <a:pt x="341948" y="151249"/>
                      <a:pt x="369570" y="262996"/>
                    </a:cubicBezTo>
                    <a:cubicBezTo>
                      <a:pt x="397192" y="374743"/>
                      <a:pt x="452755" y="519536"/>
                      <a:pt x="550545" y="523981"/>
                    </a:cubicBezTo>
                    <a:cubicBezTo>
                      <a:pt x="648335" y="528426"/>
                      <a:pt x="731203" y="389361"/>
                      <a:pt x="739140" y="255376"/>
                    </a:cubicBezTo>
                  </a:path>
                </a:pathLst>
              </a:custGeom>
              <a:noFill/>
              <a:ln w="19050">
                <a:solidFill>
                  <a:srgbClr val="F5EEF3"/>
                </a:solidFill>
              </a:ln>
              <a:effectLst>
                <a:glow rad="127000">
                  <a:schemeClr val="bg1">
                    <a:alpha val="2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3460A3B-5446-8F64-AF97-FE66A9C60CA6}"/>
                </a:ext>
              </a:extLst>
            </p:cNvPr>
            <p:cNvGrpSpPr/>
            <p:nvPr/>
          </p:nvGrpSpPr>
          <p:grpSpPr>
            <a:xfrm>
              <a:off x="4982674" y="5904872"/>
              <a:ext cx="283003" cy="283003"/>
              <a:chOff x="5334810" y="3429000"/>
              <a:chExt cx="523659" cy="523659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E63C46AB-B382-C8B2-5762-90216A9F6970}"/>
                  </a:ext>
                </a:extLst>
              </p:cNvPr>
              <p:cNvSpPr/>
              <p:nvPr/>
            </p:nvSpPr>
            <p:spPr>
              <a:xfrm>
                <a:off x="5334810" y="3429000"/>
                <a:ext cx="523659" cy="523659"/>
              </a:xfrm>
              <a:prstGeom prst="ellipse">
                <a:avLst/>
              </a:prstGeom>
              <a:noFill/>
              <a:ln w="12700" cap="rnd">
                <a:gradFill flip="none" rotWithShape="1">
                  <a:gsLst>
                    <a:gs pos="0">
                      <a:srgbClr val="F5EEF3">
                        <a:lumMod val="90000"/>
                      </a:srgbClr>
                    </a:gs>
                    <a:gs pos="100000">
                      <a:srgbClr val="F5EEF3">
                        <a:lumMod val="79000"/>
                      </a:srgb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D7F4EFF5-ED1A-5B62-5F97-756600943D96}"/>
                  </a:ext>
                </a:extLst>
              </p:cNvPr>
              <p:cNvSpPr/>
              <p:nvPr/>
            </p:nvSpPr>
            <p:spPr>
              <a:xfrm>
                <a:off x="5467586" y="3615523"/>
                <a:ext cx="270274" cy="135590"/>
              </a:xfrm>
              <a:custGeom>
                <a:avLst/>
                <a:gdLst>
                  <a:gd name="connsiteX0" fmla="*/ 0 w 946785"/>
                  <a:gd name="connsiteY0" fmla="*/ 257180 h 529596"/>
                  <a:gd name="connsiteX1" fmla="*/ 179070 w 946785"/>
                  <a:gd name="connsiteY1" fmla="*/ 5 h 529596"/>
                  <a:gd name="connsiteX2" fmla="*/ 369570 w 946785"/>
                  <a:gd name="connsiteY2" fmla="*/ 262895 h 529596"/>
                  <a:gd name="connsiteX3" fmla="*/ 550545 w 946785"/>
                  <a:gd name="connsiteY3" fmla="*/ 529595 h 529596"/>
                  <a:gd name="connsiteX4" fmla="*/ 744855 w 946785"/>
                  <a:gd name="connsiteY4" fmla="*/ 259085 h 529596"/>
                  <a:gd name="connsiteX5" fmla="*/ 744855 w 946785"/>
                  <a:gd name="connsiteY5" fmla="*/ 257180 h 529596"/>
                  <a:gd name="connsiteX6" fmla="*/ 946785 w 946785"/>
                  <a:gd name="connsiteY6" fmla="*/ 316235 h 529596"/>
                  <a:gd name="connsiteX0" fmla="*/ 0 w 759248"/>
                  <a:gd name="connsiteY0" fmla="*/ 257180 h 529596"/>
                  <a:gd name="connsiteX1" fmla="*/ 179070 w 759248"/>
                  <a:gd name="connsiteY1" fmla="*/ 5 h 529596"/>
                  <a:gd name="connsiteX2" fmla="*/ 369570 w 759248"/>
                  <a:gd name="connsiteY2" fmla="*/ 262895 h 529596"/>
                  <a:gd name="connsiteX3" fmla="*/ 550545 w 759248"/>
                  <a:gd name="connsiteY3" fmla="*/ 529595 h 529596"/>
                  <a:gd name="connsiteX4" fmla="*/ 744855 w 759248"/>
                  <a:gd name="connsiteY4" fmla="*/ 259085 h 529596"/>
                  <a:gd name="connsiteX5" fmla="*/ 744855 w 759248"/>
                  <a:gd name="connsiteY5" fmla="*/ 257180 h 529596"/>
                  <a:gd name="connsiteX0" fmla="*/ 0 w 744855"/>
                  <a:gd name="connsiteY0" fmla="*/ 257180 h 529596"/>
                  <a:gd name="connsiteX1" fmla="*/ 179070 w 744855"/>
                  <a:gd name="connsiteY1" fmla="*/ 5 h 529596"/>
                  <a:gd name="connsiteX2" fmla="*/ 369570 w 744855"/>
                  <a:gd name="connsiteY2" fmla="*/ 262895 h 529596"/>
                  <a:gd name="connsiteX3" fmla="*/ 550545 w 744855"/>
                  <a:gd name="connsiteY3" fmla="*/ 529595 h 529596"/>
                  <a:gd name="connsiteX4" fmla="*/ 744855 w 744855"/>
                  <a:gd name="connsiteY4" fmla="*/ 259085 h 529596"/>
                  <a:gd name="connsiteX0" fmla="*/ 0 w 744855"/>
                  <a:gd name="connsiteY0" fmla="*/ 257180 h 529596"/>
                  <a:gd name="connsiteX1" fmla="*/ 179070 w 744855"/>
                  <a:gd name="connsiteY1" fmla="*/ 5 h 529596"/>
                  <a:gd name="connsiteX2" fmla="*/ 369570 w 744855"/>
                  <a:gd name="connsiteY2" fmla="*/ 262895 h 529596"/>
                  <a:gd name="connsiteX3" fmla="*/ 550545 w 744855"/>
                  <a:gd name="connsiteY3" fmla="*/ 529595 h 529596"/>
                  <a:gd name="connsiteX4" fmla="*/ 744855 w 744855"/>
                  <a:gd name="connsiteY4" fmla="*/ 259085 h 529596"/>
                  <a:gd name="connsiteX0" fmla="*/ 0 w 744855"/>
                  <a:gd name="connsiteY0" fmla="*/ 257465 h 529881"/>
                  <a:gd name="connsiteX1" fmla="*/ 179070 w 744855"/>
                  <a:gd name="connsiteY1" fmla="*/ 290 h 529881"/>
                  <a:gd name="connsiteX2" fmla="*/ 369570 w 744855"/>
                  <a:gd name="connsiteY2" fmla="*/ 263180 h 529881"/>
                  <a:gd name="connsiteX3" fmla="*/ 550545 w 744855"/>
                  <a:gd name="connsiteY3" fmla="*/ 529880 h 529881"/>
                  <a:gd name="connsiteX4" fmla="*/ 744855 w 744855"/>
                  <a:gd name="connsiteY4" fmla="*/ 259370 h 529881"/>
                  <a:gd name="connsiteX0" fmla="*/ 0 w 744855"/>
                  <a:gd name="connsiteY0" fmla="*/ 257268 h 529684"/>
                  <a:gd name="connsiteX1" fmla="*/ 179070 w 744855"/>
                  <a:gd name="connsiteY1" fmla="*/ 93 h 529684"/>
                  <a:gd name="connsiteX2" fmla="*/ 369570 w 744855"/>
                  <a:gd name="connsiteY2" fmla="*/ 262983 h 529684"/>
                  <a:gd name="connsiteX3" fmla="*/ 550545 w 744855"/>
                  <a:gd name="connsiteY3" fmla="*/ 529683 h 529684"/>
                  <a:gd name="connsiteX4" fmla="*/ 744855 w 744855"/>
                  <a:gd name="connsiteY4" fmla="*/ 259173 h 529684"/>
                  <a:gd name="connsiteX0" fmla="*/ 0 w 744855"/>
                  <a:gd name="connsiteY0" fmla="*/ 257268 h 529684"/>
                  <a:gd name="connsiteX1" fmla="*/ 179070 w 744855"/>
                  <a:gd name="connsiteY1" fmla="*/ 93 h 529684"/>
                  <a:gd name="connsiteX2" fmla="*/ 369570 w 744855"/>
                  <a:gd name="connsiteY2" fmla="*/ 262983 h 529684"/>
                  <a:gd name="connsiteX3" fmla="*/ 550545 w 744855"/>
                  <a:gd name="connsiteY3" fmla="*/ 529683 h 529684"/>
                  <a:gd name="connsiteX4" fmla="*/ 744855 w 744855"/>
                  <a:gd name="connsiteY4" fmla="*/ 259173 h 529684"/>
                  <a:gd name="connsiteX0" fmla="*/ 0 w 744855"/>
                  <a:gd name="connsiteY0" fmla="*/ 257268 h 529687"/>
                  <a:gd name="connsiteX1" fmla="*/ 179070 w 744855"/>
                  <a:gd name="connsiteY1" fmla="*/ 93 h 529687"/>
                  <a:gd name="connsiteX2" fmla="*/ 369570 w 744855"/>
                  <a:gd name="connsiteY2" fmla="*/ 262983 h 529687"/>
                  <a:gd name="connsiteX3" fmla="*/ 550545 w 744855"/>
                  <a:gd name="connsiteY3" fmla="*/ 529683 h 529687"/>
                  <a:gd name="connsiteX4" fmla="*/ 744855 w 744855"/>
                  <a:gd name="connsiteY4" fmla="*/ 259173 h 529687"/>
                  <a:gd name="connsiteX0" fmla="*/ 0 w 744855"/>
                  <a:gd name="connsiteY0" fmla="*/ 257268 h 529687"/>
                  <a:gd name="connsiteX1" fmla="*/ 179070 w 744855"/>
                  <a:gd name="connsiteY1" fmla="*/ 93 h 529687"/>
                  <a:gd name="connsiteX2" fmla="*/ 369570 w 744855"/>
                  <a:gd name="connsiteY2" fmla="*/ 262983 h 529687"/>
                  <a:gd name="connsiteX3" fmla="*/ 550545 w 744855"/>
                  <a:gd name="connsiteY3" fmla="*/ 529683 h 529687"/>
                  <a:gd name="connsiteX4" fmla="*/ 744855 w 744855"/>
                  <a:gd name="connsiteY4" fmla="*/ 259173 h 529687"/>
                  <a:gd name="connsiteX0" fmla="*/ 0 w 550545"/>
                  <a:gd name="connsiteY0" fmla="*/ 257268 h 529683"/>
                  <a:gd name="connsiteX1" fmla="*/ 179070 w 550545"/>
                  <a:gd name="connsiteY1" fmla="*/ 93 h 529683"/>
                  <a:gd name="connsiteX2" fmla="*/ 369570 w 550545"/>
                  <a:gd name="connsiteY2" fmla="*/ 262983 h 529683"/>
                  <a:gd name="connsiteX3" fmla="*/ 550545 w 550545"/>
                  <a:gd name="connsiteY3" fmla="*/ 529683 h 529683"/>
                  <a:gd name="connsiteX0" fmla="*/ 0 w 739140"/>
                  <a:gd name="connsiteY0" fmla="*/ 257250 h 279847"/>
                  <a:gd name="connsiteX1" fmla="*/ 179070 w 739140"/>
                  <a:gd name="connsiteY1" fmla="*/ 75 h 279847"/>
                  <a:gd name="connsiteX2" fmla="*/ 369570 w 739140"/>
                  <a:gd name="connsiteY2" fmla="*/ 262965 h 279847"/>
                  <a:gd name="connsiteX3" fmla="*/ 739140 w 739140"/>
                  <a:gd name="connsiteY3" fmla="*/ 255345 h 279847"/>
                  <a:gd name="connsiteX0" fmla="*/ 0 w 739140"/>
                  <a:gd name="connsiteY0" fmla="*/ 257250 h 348835"/>
                  <a:gd name="connsiteX1" fmla="*/ 179070 w 739140"/>
                  <a:gd name="connsiteY1" fmla="*/ 75 h 348835"/>
                  <a:gd name="connsiteX2" fmla="*/ 369570 w 739140"/>
                  <a:gd name="connsiteY2" fmla="*/ 262965 h 348835"/>
                  <a:gd name="connsiteX3" fmla="*/ 739140 w 739140"/>
                  <a:gd name="connsiteY3" fmla="*/ 255345 h 348835"/>
                  <a:gd name="connsiteX0" fmla="*/ 0 w 739140"/>
                  <a:gd name="connsiteY0" fmla="*/ 257254 h 339223"/>
                  <a:gd name="connsiteX1" fmla="*/ 179070 w 739140"/>
                  <a:gd name="connsiteY1" fmla="*/ 79 h 339223"/>
                  <a:gd name="connsiteX2" fmla="*/ 369570 w 739140"/>
                  <a:gd name="connsiteY2" fmla="*/ 262969 h 339223"/>
                  <a:gd name="connsiteX3" fmla="*/ 554355 w 739140"/>
                  <a:gd name="connsiteY3" fmla="*/ 339169 h 339223"/>
                  <a:gd name="connsiteX4" fmla="*/ 739140 w 739140"/>
                  <a:gd name="connsiteY4" fmla="*/ 255349 h 339223"/>
                  <a:gd name="connsiteX0" fmla="*/ 0 w 739140"/>
                  <a:gd name="connsiteY0" fmla="*/ 257267 h 523973"/>
                  <a:gd name="connsiteX1" fmla="*/ 179070 w 739140"/>
                  <a:gd name="connsiteY1" fmla="*/ 92 h 523973"/>
                  <a:gd name="connsiteX2" fmla="*/ 369570 w 739140"/>
                  <a:gd name="connsiteY2" fmla="*/ 262982 h 523973"/>
                  <a:gd name="connsiteX3" fmla="*/ 550545 w 739140"/>
                  <a:gd name="connsiteY3" fmla="*/ 523967 h 523973"/>
                  <a:gd name="connsiteX4" fmla="*/ 739140 w 739140"/>
                  <a:gd name="connsiteY4" fmla="*/ 255362 h 523973"/>
                  <a:gd name="connsiteX0" fmla="*/ 0 w 739140"/>
                  <a:gd name="connsiteY0" fmla="*/ 257267 h 524023"/>
                  <a:gd name="connsiteX1" fmla="*/ 179070 w 739140"/>
                  <a:gd name="connsiteY1" fmla="*/ 92 h 524023"/>
                  <a:gd name="connsiteX2" fmla="*/ 369570 w 739140"/>
                  <a:gd name="connsiteY2" fmla="*/ 262982 h 524023"/>
                  <a:gd name="connsiteX3" fmla="*/ 550545 w 739140"/>
                  <a:gd name="connsiteY3" fmla="*/ 523967 h 524023"/>
                  <a:gd name="connsiteX4" fmla="*/ 739140 w 739140"/>
                  <a:gd name="connsiteY4" fmla="*/ 255362 h 524023"/>
                  <a:gd name="connsiteX0" fmla="*/ 0 w 739140"/>
                  <a:gd name="connsiteY0" fmla="*/ 257267 h 524070"/>
                  <a:gd name="connsiteX1" fmla="*/ 179070 w 739140"/>
                  <a:gd name="connsiteY1" fmla="*/ 92 h 524070"/>
                  <a:gd name="connsiteX2" fmla="*/ 369570 w 739140"/>
                  <a:gd name="connsiteY2" fmla="*/ 262982 h 524070"/>
                  <a:gd name="connsiteX3" fmla="*/ 550545 w 739140"/>
                  <a:gd name="connsiteY3" fmla="*/ 523967 h 524070"/>
                  <a:gd name="connsiteX4" fmla="*/ 739140 w 739140"/>
                  <a:gd name="connsiteY4" fmla="*/ 255362 h 524070"/>
                  <a:gd name="connsiteX0" fmla="*/ 0 w 739140"/>
                  <a:gd name="connsiteY0" fmla="*/ 257278 h 524081"/>
                  <a:gd name="connsiteX1" fmla="*/ 179070 w 739140"/>
                  <a:gd name="connsiteY1" fmla="*/ 103 h 524081"/>
                  <a:gd name="connsiteX2" fmla="*/ 369570 w 739140"/>
                  <a:gd name="connsiteY2" fmla="*/ 262993 h 524081"/>
                  <a:gd name="connsiteX3" fmla="*/ 550545 w 739140"/>
                  <a:gd name="connsiteY3" fmla="*/ 523978 h 524081"/>
                  <a:gd name="connsiteX4" fmla="*/ 739140 w 739140"/>
                  <a:gd name="connsiteY4" fmla="*/ 255373 h 524081"/>
                  <a:gd name="connsiteX0" fmla="*/ 0 w 739140"/>
                  <a:gd name="connsiteY0" fmla="*/ 257281 h 524084"/>
                  <a:gd name="connsiteX1" fmla="*/ 179070 w 739140"/>
                  <a:gd name="connsiteY1" fmla="*/ 106 h 524084"/>
                  <a:gd name="connsiteX2" fmla="*/ 369570 w 739140"/>
                  <a:gd name="connsiteY2" fmla="*/ 262996 h 524084"/>
                  <a:gd name="connsiteX3" fmla="*/ 550545 w 739140"/>
                  <a:gd name="connsiteY3" fmla="*/ 523981 h 524084"/>
                  <a:gd name="connsiteX4" fmla="*/ 739140 w 739140"/>
                  <a:gd name="connsiteY4" fmla="*/ 255376 h 524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39140" h="524084">
                    <a:moveTo>
                      <a:pt x="0" y="257281"/>
                    </a:moveTo>
                    <a:cubicBezTo>
                      <a:pt x="18732" y="156792"/>
                      <a:pt x="69850" y="4868"/>
                      <a:pt x="179070" y="106"/>
                    </a:cubicBezTo>
                    <a:cubicBezTo>
                      <a:pt x="288290" y="-4656"/>
                      <a:pt x="341948" y="151249"/>
                      <a:pt x="369570" y="262996"/>
                    </a:cubicBezTo>
                    <a:cubicBezTo>
                      <a:pt x="397192" y="374743"/>
                      <a:pt x="452755" y="519536"/>
                      <a:pt x="550545" y="523981"/>
                    </a:cubicBezTo>
                    <a:cubicBezTo>
                      <a:pt x="648335" y="528426"/>
                      <a:pt x="731203" y="389361"/>
                      <a:pt x="739140" y="255376"/>
                    </a:cubicBezTo>
                  </a:path>
                </a:pathLst>
              </a:custGeom>
              <a:noFill/>
              <a:ln w="19050">
                <a:solidFill>
                  <a:srgbClr val="F5EEF3"/>
                </a:solidFill>
              </a:ln>
              <a:effectLst>
                <a:glow rad="127000">
                  <a:schemeClr val="bg1">
                    <a:alpha val="20000"/>
                  </a:scheme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693F7CD-FA9A-A557-E9AA-04B6DA3DF174}"/>
              </a:ext>
            </a:extLst>
          </p:cNvPr>
          <p:cNvGrpSpPr/>
          <p:nvPr/>
        </p:nvGrpSpPr>
        <p:grpSpPr>
          <a:xfrm>
            <a:off x="417298" y="749091"/>
            <a:ext cx="1065469" cy="523220"/>
            <a:chOff x="809984" y="829062"/>
            <a:chExt cx="1065469" cy="5232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5A70BD2-B968-363E-A868-E1B4A336037D}"/>
                    </a:ext>
                  </a:extLst>
                </p:cNvPr>
                <p:cNvSpPr txBox="1"/>
                <p:nvPr/>
              </p:nvSpPr>
              <p:spPr>
                <a:xfrm>
                  <a:off x="809984" y="829062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5A70BD2-B968-363E-A868-E1B4A3360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984" y="829062"/>
                  <a:ext cx="914400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45D17A3-7A0D-A8AD-9F7D-47B7794984D7}"/>
                </a:ext>
              </a:extLst>
            </p:cNvPr>
            <p:cNvCxnSpPr>
              <a:cxnSpLocks/>
            </p:cNvCxnSpPr>
            <p:nvPr/>
          </p:nvCxnSpPr>
          <p:spPr>
            <a:xfrm>
              <a:off x="911549" y="1287825"/>
              <a:ext cx="963904" cy="0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A1D6E4B-98DF-63E1-ED67-D14A0002C2C6}"/>
              </a:ext>
            </a:extLst>
          </p:cNvPr>
          <p:cNvGrpSpPr/>
          <p:nvPr/>
        </p:nvGrpSpPr>
        <p:grpSpPr>
          <a:xfrm>
            <a:off x="8294649" y="1915620"/>
            <a:ext cx="2414772" cy="741370"/>
            <a:chOff x="2172633" y="2121933"/>
            <a:chExt cx="1704219" cy="523220"/>
          </a:xfrm>
        </p:grpSpPr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D562D10C-994C-4FDF-210C-3601582B6E57}"/>
                </a:ext>
              </a:extLst>
            </p:cNvPr>
            <p:cNvCxnSpPr>
              <a:cxnSpLocks/>
            </p:cNvCxnSpPr>
            <p:nvPr/>
          </p:nvCxnSpPr>
          <p:spPr>
            <a:xfrm>
              <a:off x="2172633" y="2155371"/>
              <a:ext cx="1088580" cy="0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FFBCD7DE-923A-FC09-CFD2-C27E5D9A847A}"/>
                    </a:ext>
                  </a:extLst>
                </p:cNvPr>
                <p:cNvSpPr txBox="1"/>
                <p:nvPr/>
              </p:nvSpPr>
              <p:spPr>
                <a:xfrm>
                  <a:off x="2962452" y="2121933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FFBCD7DE-923A-FC09-CFD2-C27E5D9A84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2452" y="2121933"/>
                  <a:ext cx="914400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3F6EBF37-27BD-2469-AAB0-741C4B5A58E3}"/>
              </a:ext>
            </a:extLst>
          </p:cNvPr>
          <p:cNvGrpSpPr/>
          <p:nvPr/>
        </p:nvGrpSpPr>
        <p:grpSpPr>
          <a:xfrm>
            <a:off x="8294651" y="126969"/>
            <a:ext cx="2814866" cy="2749510"/>
            <a:chOff x="8649478" y="1120849"/>
            <a:chExt cx="1986584" cy="1940460"/>
          </a:xfrm>
        </p:grpSpPr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956786AA-D98F-5B9D-44C2-ECAD7543EC8C}"/>
                </a:ext>
              </a:extLst>
            </p:cNvPr>
            <p:cNvCxnSpPr>
              <a:cxnSpLocks/>
            </p:cNvCxnSpPr>
            <p:nvPr/>
          </p:nvCxnSpPr>
          <p:spPr>
            <a:xfrm>
              <a:off x="8649478" y="2416981"/>
              <a:ext cx="1986584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51D7A5D7-D945-E6C1-A952-9677DF7D40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9478" y="1120849"/>
              <a:ext cx="0" cy="1940460"/>
            </a:xfrm>
            <a:prstGeom prst="straightConnector1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2877528-B4B3-421A-2BCF-A6581BC15686}"/>
              </a:ext>
            </a:extLst>
          </p:cNvPr>
          <p:cNvGrpSpPr/>
          <p:nvPr/>
        </p:nvGrpSpPr>
        <p:grpSpPr>
          <a:xfrm>
            <a:off x="8294650" y="1962999"/>
            <a:ext cx="1636047" cy="832912"/>
            <a:chOff x="2172633" y="3426866"/>
            <a:chExt cx="1154636" cy="587826"/>
          </a:xfrm>
        </p:grpSpPr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DC0BB748-5F84-40CC-BCD7-F109FFE0E501}"/>
                </a:ext>
              </a:extLst>
            </p:cNvPr>
            <p:cNvCxnSpPr>
              <a:cxnSpLocks/>
            </p:cNvCxnSpPr>
            <p:nvPr/>
          </p:nvCxnSpPr>
          <p:spPr>
            <a:xfrm>
              <a:off x="2172633" y="3426866"/>
              <a:ext cx="914400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0FEADEDB-4EA2-00A2-1262-05A4BA58EE70}"/>
                    </a:ext>
                  </a:extLst>
                </p:cNvPr>
                <p:cNvSpPr txBox="1"/>
                <p:nvPr/>
              </p:nvSpPr>
              <p:spPr>
                <a:xfrm>
                  <a:off x="2412869" y="3491472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0FEADEDB-4EA2-00A2-1262-05A4BA58EE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2869" y="3491472"/>
                  <a:ext cx="914400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B57D1AA-62CF-DAF0-21EF-AA70E877AA51}"/>
              </a:ext>
            </a:extLst>
          </p:cNvPr>
          <p:cNvGrpSpPr/>
          <p:nvPr/>
        </p:nvGrpSpPr>
        <p:grpSpPr>
          <a:xfrm>
            <a:off x="7615066" y="470078"/>
            <a:ext cx="694268" cy="1492369"/>
            <a:chOff x="3484937" y="2846070"/>
            <a:chExt cx="489978" cy="1053236"/>
          </a:xfrm>
        </p:grpSpPr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52060FBE-4B43-2CCF-B85A-BB2AE8ABA2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7353" y="2846070"/>
              <a:ext cx="0" cy="1053236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D8E71105-E77E-202E-1EB3-99FCBD5235F7}"/>
                    </a:ext>
                  </a:extLst>
                </p:cNvPr>
                <p:cNvSpPr txBox="1"/>
                <p:nvPr/>
              </p:nvSpPr>
              <p:spPr>
                <a:xfrm>
                  <a:off x="3484937" y="2888905"/>
                  <a:ext cx="48997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D8E71105-E77E-202E-1EB3-99FCBD523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4937" y="2888905"/>
                  <a:ext cx="489978" cy="5232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3459CF9-ED41-FA9E-A392-DCFFE986756E}"/>
              </a:ext>
            </a:extLst>
          </p:cNvPr>
          <p:cNvGrpSpPr/>
          <p:nvPr/>
        </p:nvGrpSpPr>
        <p:grpSpPr>
          <a:xfrm>
            <a:off x="7538729" y="1964516"/>
            <a:ext cx="774841" cy="830261"/>
            <a:chOff x="5551211" y="3426866"/>
            <a:chExt cx="546842" cy="585955"/>
          </a:xfrm>
        </p:grpSpPr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508294B7-E4C6-3DF9-19BC-AAB853AE786E}"/>
                </a:ext>
              </a:extLst>
            </p:cNvPr>
            <p:cNvCxnSpPr>
              <a:cxnSpLocks/>
            </p:cNvCxnSpPr>
            <p:nvPr/>
          </p:nvCxnSpPr>
          <p:spPr>
            <a:xfrm>
              <a:off x="6088644" y="3426866"/>
              <a:ext cx="0" cy="523220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A9EB3B97-F3E5-BAD7-C104-C3D1610E1F7A}"/>
                    </a:ext>
                  </a:extLst>
                </p:cNvPr>
                <p:cNvSpPr txBox="1"/>
                <p:nvPr/>
              </p:nvSpPr>
              <p:spPr>
                <a:xfrm>
                  <a:off x="5551211" y="3489601"/>
                  <a:ext cx="54684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A9EB3B97-F3E5-BAD7-C104-C3D1610E1F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1211" y="3489601"/>
                  <a:ext cx="546842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6BD15AB7-8479-FFD0-E44C-C1F4023E5FBD}"/>
              </a:ext>
            </a:extLst>
          </p:cNvPr>
          <p:cNvGrpSpPr/>
          <p:nvPr/>
        </p:nvGrpSpPr>
        <p:grpSpPr>
          <a:xfrm>
            <a:off x="9263522" y="1030523"/>
            <a:ext cx="1969278" cy="952214"/>
            <a:chOff x="3788994" y="3227283"/>
            <a:chExt cx="1389813" cy="672023"/>
          </a:xfrm>
        </p:grpSpPr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D3EE62F3-EE04-533D-B6E3-3319D687E0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7353" y="3227283"/>
              <a:ext cx="0" cy="672023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D6517D29-411B-7E6E-13AC-964BCAB8C94E}"/>
                    </a:ext>
                  </a:extLst>
                </p:cNvPr>
                <p:cNvSpPr txBox="1"/>
                <p:nvPr/>
              </p:nvSpPr>
              <p:spPr>
                <a:xfrm>
                  <a:off x="3788994" y="3286361"/>
                  <a:ext cx="138981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D6517D29-411B-7E6E-13AC-964BCAB8C9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8994" y="3286361"/>
                  <a:ext cx="1389813" cy="52322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3E227449-0EE5-BBFB-153D-1939614DAD87}"/>
              </a:ext>
            </a:extLst>
          </p:cNvPr>
          <p:cNvCxnSpPr>
            <a:cxnSpLocks/>
          </p:cNvCxnSpPr>
          <p:nvPr/>
        </p:nvCxnSpPr>
        <p:spPr>
          <a:xfrm flipV="1">
            <a:off x="8305825" y="1054215"/>
            <a:ext cx="1199941" cy="907270"/>
          </a:xfrm>
          <a:prstGeom prst="straightConnector1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16B7DD44-1F63-275E-841B-9625D55D7E95}"/>
                  </a:ext>
                </a:extLst>
              </p:cNvPr>
              <p:cNvSpPr txBox="1"/>
              <p:nvPr/>
            </p:nvSpPr>
            <p:spPr>
              <a:xfrm rot="19571131">
                <a:off x="8537312" y="511980"/>
                <a:ext cx="1553040" cy="557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𝑠𝑢𝑝𝑝𝑙𝑦</m:t>
                          </m:r>
                        </m:sub>
                      </m:sSub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16B7DD44-1F63-275E-841B-9625D55D7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71131">
                <a:off x="8537312" y="511980"/>
                <a:ext cx="1553040" cy="55720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Arc 127">
            <a:extLst>
              <a:ext uri="{FF2B5EF4-FFF2-40B4-BE49-F238E27FC236}">
                <a16:creationId xmlns:a16="http://schemas.microsoft.com/office/drawing/2014/main" id="{B00D8D9C-79CA-790F-5B3E-2D02091EA598}"/>
              </a:ext>
            </a:extLst>
          </p:cNvPr>
          <p:cNvSpPr/>
          <p:nvPr/>
        </p:nvSpPr>
        <p:spPr>
          <a:xfrm>
            <a:off x="8017941" y="1543087"/>
            <a:ext cx="821432" cy="821432"/>
          </a:xfrm>
          <a:prstGeom prst="arc">
            <a:avLst>
              <a:gd name="adj1" fmla="val 18788168"/>
              <a:gd name="adj2" fmla="val 0"/>
            </a:avLst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CF79260E-5D71-2806-EFC5-5B8676E7C3C5}"/>
                  </a:ext>
                </a:extLst>
              </p:cNvPr>
              <p:cNvSpPr txBox="1"/>
              <p:nvPr/>
            </p:nvSpPr>
            <p:spPr>
              <a:xfrm>
                <a:off x="8594989" y="1484918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CF79260E-5D71-2806-EFC5-5B8676E7C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989" y="1484918"/>
                <a:ext cx="914400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1E1F15-A343-F6F5-1353-B052456B0CF2}"/>
                  </a:ext>
                </a:extLst>
              </p:cNvPr>
              <p:cNvSpPr txBox="1"/>
              <p:nvPr/>
            </p:nvSpPr>
            <p:spPr>
              <a:xfrm>
                <a:off x="7385278" y="3373548"/>
                <a:ext cx="1553040" cy="557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𝑠𝑢𝑝𝑝𝑙𝑦</m:t>
                          </m:r>
                        </m:sub>
                      </m:sSub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1E1F15-A343-F6F5-1353-B052456B0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278" y="3373548"/>
                <a:ext cx="1553040" cy="55720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C15DB5-E6D9-211A-6FB8-713B9ECCDFA0}"/>
                  </a:ext>
                </a:extLst>
              </p:cNvPr>
              <p:cNvSpPr txBox="1"/>
              <p:nvPr/>
            </p:nvSpPr>
            <p:spPr>
              <a:xfrm>
                <a:off x="8641956" y="3373548"/>
                <a:ext cx="1553040" cy="6141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IN" sz="2800" b="0" i="1" smtClean="0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0" i="1" smtClean="0">
                                      <a:solidFill>
                                        <a:schemeClr val="bg1">
                                          <a:alpha val="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en-IN" sz="2800" i="1">
                                      <a:solidFill>
                                        <a:schemeClr val="bg1">
                                          <a:alpha val="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 i="1" smtClean="0">
                              <a:solidFill>
                                <a:schemeClr val="bg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chemeClr val="bg1">
                                          <a:alpha val="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0" i="1" smtClean="0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IN" sz="2800" b="0" i="1" smtClean="0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i="1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C15DB5-E6D9-211A-6FB8-713B9ECCD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1956" y="3373548"/>
                <a:ext cx="1553040" cy="614142"/>
              </a:xfrm>
              <a:prstGeom prst="rect">
                <a:avLst/>
              </a:prstGeom>
              <a:blipFill>
                <a:blip r:embed="rId18"/>
                <a:stretch>
                  <a:fillRect r="-117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2BE006-FA27-21D1-ED25-E84CB4EE714E}"/>
                  </a:ext>
                </a:extLst>
              </p:cNvPr>
              <p:cNvSpPr txBox="1"/>
              <p:nvPr/>
            </p:nvSpPr>
            <p:spPr>
              <a:xfrm>
                <a:off x="9204781" y="3486316"/>
                <a:ext cx="183837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2BE006-FA27-21D1-ED25-E84CB4EE7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4781" y="3486316"/>
                <a:ext cx="1838374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98AF4EE-9FAC-B95B-2F98-7D4D435E73B0}"/>
                  </a:ext>
                </a:extLst>
              </p:cNvPr>
              <p:cNvSpPr txBox="1"/>
              <p:nvPr/>
            </p:nvSpPr>
            <p:spPr>
              <a:xfrm>
                <a:off x="10638960" y="3486316"/>
                <a:ext cx="1553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98AF4EE-9FAC-B95B-2F98-7D4D435E7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8960" y="3486316"/>
                <a:ext cx="1553040" cy="52322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639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  <p:bldP spid="128" grpId="0" animBg="1"/>
      <p:bldP spid="129" grpId="0"/>
      <p:bldP spid="8" grpId="0"/>
      <p:bldP spid="9" grpId="0"/>
      <p:bldP spid="10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D58EF-057F-14D0-A02A-A1650B79A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D5D994-5A7D-D58C-2848-304C05710BF9}"/>
                  </a:ext>
                </a:extLst>
              </p:cNvPr>
              <p:cNvSpPr txBox="1"/>
              <p:nvPr/>
            </p:nvSpPr>
            <p:spPr>
              <a:xfrm>
                <a:off x="3799944" y="249687"/>
                <a:ext cx="1553040" cy="557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𝑠𝑢𝑝𝑝𝑙𝑦</m:t>
                          </m:r>
                        </m:sub>
                      </m:sSub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AD5D994-5A7D-D58C-2848-304C05710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944" y="249687"/>
                <a:ext cx="1553040" cy="55720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24F89B-B7BE-E0EC-7E78-0817EC0361BA}"/>
                  </a:ext>
                </a:extLst>
              </p:cNvPr>
              <p:cNvSpPr txBox="1"/>
              <p:nvPr/>
            </p:nvSpPr>
            <p:spPr>
              <a:xfrm>
                <a:off x="5056622" y="249687"/>
                <a:ext cx="1553040" cy="6141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IN" sz="2800" b="0" i="1" smtClean="0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0" i="1" smtClean="0">
                                      <a:solidFill>
                                        <a:schemeClr val="bg1">
                                          <a:alpha val="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en-IN" sz="2800" i="1">
                                      <a:solidFill>
                                        <a:schemeClr val="bg1">
                                          <a:alpha val="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 i="1" smtClean="0">
                              <a:solidFill>
                                <a:schemeClr val="bg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chemeClr val="bg1">
                                          <a:alpha val="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0" i="1" smtClean="0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IN" sz="2800" b="0" i="1" smtClean="0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i="1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24F89B-B7BE-E0EC-7E78-0817EC036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6622" y="249687"/>
                <a:ext cx="1553040" cy="614142"/>
              </a:xfrm>
              <a:prstGeom prst="rect">
                <a:avLst/>
              </a:prstGeom>
              <a:blipFill>
                <a:blip r:embed="rId3"/>
                <a:stretch>
                  <a:fillRect r="-11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CA413F-3649-EFD2-FD0C-C6A1C1E28AE2}"/>
                  </a:ext>
                </a:extLst>
              </p:cNvPr>
              <p:cNvSpPr txBox="1"/>
              <p:nvPr/>
            </p:nvSpPr>
            <p:spPr>
              <a:xfrm>
                <a:off x="5619447" y="362455"/>
                <a:ext cx="183837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CA413F-3649-EFD2-FD0C-C6A1C1E28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447" y="362455"/>
                <a:ext cx="183837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CBF05E-D09E-27CC-8151-C28B91627BA4}"/>
                  </a:ext>
                </a:extLst>
              </p:cNvPr>
              <p:cNvSpPr txBox="1"/>
              <p:nvPr/>
            </p:nvSpPr>
            <p:spPr>
              <a:xfrm>
                <a:off x="7053626" y="362455"/>
                <a:ext cx="1553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CBF05E-D09E-27CC-8151-C28B91627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3626" y="362455"/>
                <a:ext cx="155304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1493F05-FB42-C12C-CCB5-708670E15673}"/>
                  </a:ext>
                </a:extLst>
              </p:cNvPr>
              <p:cNvSpPr txBox="1"/>
              <p:nvPr/>
            </p:nvSpPr>
            <p:spPr>
              <a:xfrm>
                <a:off x="5377820" y="1181027"/>
                <a:ext cx="15106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1493F05-FB42-C12C-CCB5-708670E15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820" y="1181027"/>
                <a:ext cx="151066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A8685CD-06CC-A447-B4CE-F441262F63A9}"/>
                  </a:ext>
                </a:extLst>
              </p:cNvPr>
              <p:cNvSpPr txBox="1"/>
              <p:nvPr/>
            </p:nvSpPr>
            <p:spPr>
              <a:xfrm>
                <a:off x="4480560" y="1103127"/>
                <a:ext cx="1075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𝐼𝑍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A8685CD-06CC-A447-B4CE-F441262F6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560" y="1103127"/>
                <a:ext cx="107572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774EFA8-5D64-B5DA-6566-05AB13EC90B0}"/>
                  </a:ext>
                </a:extLst>
              </p:cNvPr>
              <p:cNvSpPr txBox="1"/>
              <p:nvPr/>
            </p:nvSpPr>
            <p:spPr>
              <a:xfrm>
                <a:off x="5239502" y="1057407"/>
                <a:ext cx="1553040" cy="6141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        </m:t>
                          </m:r>
                          <m:sSup>
                            <m:sSupPr>
                              <m:ctrlPr>
                                <a:rPr lang="en-IN" sz="2800" b="0" i="1" smtClean="0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0" i="1" smtClean="0">
                                      <a:solidFill>
                                        <a:schemeClr val="bg1">
                                          <a:alpha val="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800" b="0" i="1" smtClean="0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  <m: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en-IN" sz="2800" i="1">
                                      <a:solidFill>
                                        <a:schemeClr val="bg1">
                                          <a:alpha val="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 i="1" smtClean="0">
                              <a:solidFill>
                                <a:schemeClr val="bg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chemeClr val="bg1">
                                          <a:alpha val="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0" i="1" smtClean="0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IN" sz="2800" b="0" i="1" smtClean="0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i="1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774EFA8-5D64-B5DA-6566-05AB13EC9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9502" y="1057407"/>
                <a:ext cx="1553040" cy="614142"/>
              </a:xfrm>
              <a:prstGeom prst="rect">
                <a:avLst/>
              </a:prstGeom>
              <a:blipFill>
                <a:blip r:embed="rId8"/>
                <a:stretch>
                  <a:fillRect r="-138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A90B85D-32DB-64C3-FC51-F69A56A94947}"/>
                  </a:ext>
                </a:extLst>
              </p:cNvPr>
              <p:cNvSpPr txBox="1"/>
              <p:nvPr/>
            </p:nvSpPr>
            <p:spPr>
              <a:xfrm>
                <a:off x="6429786" y="1184779"/>
                <a:ext cx="187601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+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A90B85D-32DB-64C3-FC51-F69A56A94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786" y="1184779"/>
                <a:ext cx="1876014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D81E9B3-C713-23E6-699F-1878E22EA140}"/>
                  </a:ext>
                </a:extLst>
              </p:cNvPr>
              <p:cNvSpPr txBox="1"/>
              <p:nvPr/>
            </p:nvSpPr>
            <p:spPr>
              <a:xfrm>
                <a:off x="7995127" y="1230499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𝐼𝑅</m:t>
                              </m:r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D81E9B3-C713-23E6-699F-1878E22EA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127" y="1230499"/>
                <a:ext cx="914400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9BE0818-001C-22D6-7BFF-00811F5EB3AF}"/>
                  </a:ext>
                </a:extLst>
              </p:cNvPr>
              <p:cNvSpPr txBox="1"/>
              <p:nvPr/>
            </p:nvSpPr>
            <p:spPr>
              <a:xfrm>
                <a:off x="4152104" y="1982222"/>
                <a:ext cx="1553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9BE0818-001C-22D6-7BFF-00811F5EB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104" y="1982222"/>
                <a:ext cx="155304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FDADB3D-B6E8-5CBD-0407-108AC50114EC}"/>
                  </a:ext>
                </a:extLst>
              </p:cNvPr>
              <p:cNvSpPr txBox="1"/>
              <p:nvPr/>
            </p:nvSpPr>
            <p:spPr>
              <a:xfrm>
                <a:off x="5004622" y="1903438"/>
                <a:ext cx="1553040" cy="6141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sSup>
                            <m:sSupPr>
                              <m:ctrlPr>
                                <a:rPr lang="en-IN" sz="2800" b="0" i="1" smtClean="0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b="0" i="1" smtClean="0">
                                      <a:solidFill>
                                        <a:schemeClr val="bg1">
                                          <a:alpha val="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𝑙</m:t>
                                      </m:r>
                                    </m:sub>
                                  </m:sSub>
                                  <m:r>
                                    <a:rPr lang="en-IN" sz="2800" i="1">
                                      <a:solidFill>
                                        <a:schemeClr val="bg1">
                                          <a:alpha val="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IN" sz="2800" i="1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 i="1" smtClean="0">
                              <a:solidFill>
                                <a:schemeClr val="bg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800" i="1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IN" sz="2800" i="1">
                                      <a:solidFill>
                                        <a:schemeClr val="bg1">
                                          <a:alpha val="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800" b="0" i="1" smtClean="0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IN" sz="2800" b="0" i="1" smtClean="0">
                                          <a:solidFill>
                                            <a:schemeClr val="bg1">
                                              <a:alpha val="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IN" sz="2800" i="1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FDADB3D-B6E8-5CBD-0407-108AC5011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622" y="1903438"/>
                <a:ext cx="1553040" cy="614142"/>
              </a:xfrm>
              <a:prstGeom prst="rect">
                <a:avLst/>
              </a:prstGeom>
              <a:blipFill>
                <a:blip r:embed="rId12"/>
                <a:stretch>
                  <a:fillRect r="-1270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27ACD22-AC0B-E09B-AB89-C2363BA67545}"/>
                  </a:ext>
                </a:extLst>
              </p:cNvPr>
              <p:cNvSpPr txBox="1"/>
              <p:nvPr/>
            </p:nvSpPr>
            <p:spPr>
              <a:xfrm>
                <a:off x="5495075" y="2016760"/>
                <a:ext cx="206708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27ACD22-AC0B-E09B-AB89-C2363BA67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075" y="2016760"/>
                <a:ext cx="2067089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304FDFB-A72B-A836-AEC4-43A3E0ACF7F6}"/>
                  </a:ext>
                </a:extLst>
              </p:cNvPr>
              <p:cNvSpPr txBox="1"/>
              <p:nvPr/>
            </p:nvSpPr>
            <p:spPr>
              <a:xfrm>
                <a:off x="7127159" y="2027654"/>
                <a:ext cx="15530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e>
                        <m:sup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304FDFB-A72B-A836-AEC4-43A3E0ACF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159" y="2027654"/>
                <a:ext cx="1553040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1AD139D-969D-ECDF-4095-E5D0A56D9F63}"/>
                  </a:ext>
                </a:extLst>
              </p:cNvPr>
              <p:cNvSpPr txBox="1"/>
              <p:nvPr/>
            </p:nvSpPr>
            <p:spPr>
              <a:xfrm>
                <a:off x="4759446" y="2811954"/>
                <a:ext cx="367538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</a:rPr>
                  <a:t> is called impedance</a:t>
                </a: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1AD139D-969D-ECDF-4095-E5D0A56D9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9446" y="2811954"/>
                <a:ext cx="3675383" cy="523220"/>
              </a:xfrm>
              <a:prstGeom prst="rect">
                <a:avLst/>
              </a:prstGeom>
              <a:blipFill>
                <a:blip r:embed="rId15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D76A88AB-4064-4166-CE76-7E25EBD09365}"/>
              </a:ext>
            </a:extLst>
          </p:cNvPr>
          <p:cNvGrpSpPr/>
          <p:nvPr/>
        </p:nvGrpSpPr>
        <p:grpSpPr>
          <a:xfrm>
            <a:off x="368177" y="2726430"/>
            <a:ext cx="3270739" cy="1770244"/>
            <a:chOff x="8009531" y="3047400"/>
            <a:chExt cx="3270739" cy="1770244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BF34687-00E7-92FA-2849-036AA25FD160}"/>
                </a:ext>
              </a:extLst>
            </p:cNvPr>
            <p:cNvGrpSpPr/>
            <p:nvPr/>
          </p:nvGrpSpPr>
          <p:grpSpPr>
            <a:xfrm>
              <a:off x="8286240" y="4202882"/>
              <a:ext cx="1636047" cy="614762"/>
              <a:chOff x="2172633" y="3426866"/>
              <a:chExt cx="1154636" cy="433867"/>
            </a:xfrm>
          </p:grpSpPr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7D2B7AEB-CFD0-A7F6-C235-F2B41004D1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2633" y="3426866"/>
                <a:ext cx="914400" cy="0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53ACF36C-873C-2B95-7572-19D445224AFB}"/>
                      </a:ext>
                    </a:extLst>
                  </p:cNvPr>
                  <p:cNvSpPr txBox="1"/>
                  <p:nvPr/>
                </p:nvSpPr>
                <p:spPr>
                  <a:xfrm>
                    <a:off x="2412869" y="3491472"/>
                    <a:ext cx="914400" cy="3692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en-IN" sz="2800" dirty="0" err="1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53ACF36C-873C-2B95-7572-19D445224A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2869" y="3491472"/>
                    <a:ext cx="914400" cy="36926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391322D5-454E-53DE-35A4-6CE5CC00C45A}"/>
                </a:ext>
              </a:extLst>
            </p:cNvPr>
            <p:cNvGrpSpPr/>
            <p:nvPr/>
          </p:nvGrpSpPr>
          <p:grpSpPr>
            <a:xfrm>
              <a:off x="9310992" y="3270405"/>
              <a:ext cx="1969278" cy="952214"/>
              <a:chOff x="3788994" y="3227283"/>
              <a:chExt cx="1389813" cy="672023"/>
            </a:xfrm>
          </p:grpSpPr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C1366D87-BF14-3B66-7A64-136C8A0775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7353" y="3227283"/>
                <a:ext cx="0" cy="672023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04838357-F6DA-FF2C-D6DB-8BB25CAA0610}"/>
                      </a:ext>
                    </a:extLst>
                  </p:cNvPr>
                  <p:cNvSpPr txBox="1"/>
                  <p:nvPr/>
                </p:nvSpPr>
                <p:spPr>
                  <a:xfrm>
                    <a:off x="3788994" y="3286361"/>
                    <a:ext cx="1389813" cy="3692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oMath>
                      </m:oMathPara>
                    </a14:m>
                    <a:endParaRPr lang="en-IN" sz="2800" dirty="0" err="1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04838357-F6DA-FF2C-D6DB-8BB25CAA06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8994" y="3286361"/>
                    <a:ext cx="1389813" cy="369261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D12945C2-E30D-C62A-3231-F9A47BB260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7415" y="3270405"/>
              <a:ext cx="1266301" cy="930962"/>
            </a:xfrm>
            <a:prstGeom prst="straightConnector1">
              <a:avLst/>
            </a:prstGeom>
            <a:ln w="28575">
              <a:solidFill>
                <a:schemeClr val="accent5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A1239BD-6287-C537-7E08-AF54F26A837F}"/>
                    </a:ext>
                  </a:extLst>
                </p:cNvPr>
                <p:cNvSpPr txBox="1"/>
                <p:nvPr/>
              </p:nvSpPr>
              <p:spPr>
                <a:xfrm rot="19571131">
                  <a:off x="8613569" y="3047400"/>
                  <a:ext cx="55198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A1239BD-6287-C537-7E08-AF54F26A83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571131">
                  <a:off x="8613569" y="3047400"/>
                  <a:ext cx="551985" cy="52322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Arc 64">
              <a:extLst>
                <a:ext uri="{FF2B5EF4-FFF2-40B4-BE49-F238E27FC236}">
                  <a16:creationId xmlns:a16="http://schemas.microsoft.com/office/drawing/2014/main" id="{4F3B50A9-6488-F3C5-7FF4-EC792F9343EF}"/>
                </a:ext>
              </a:extLst>
            </p:cNvPr>
            <p:cNvSpPr/>
            <p:nvPr/>
          </p:nvSpPr>
          <p:spPr>
            <a:xfrm>
              <a:off x="8009531" y="3782969"/>
              <a:ext cx="821432" cy="821432"/>
            </a:xfrm>
            <a:prstGeom prst="arc">
              <a:avLst>
                <a:gd name="adj1" fmla="val 18788168"/>
                <a:gd name="adj2" fmla="val 0"/>
              </a:avLst>
            </a:prstGeom>
            <a:ln w="19050"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A9652449-C34C-8FF0-536B-3AEA3E157DAD}"/>
                    </a:ext>
                  </a:extLst>
                </p:cNvPr>
                <p:cNvSpPr txBox="1"/>
                <p:nvPr/>
              </p:nvSpPr>
              <p:spPr>
                <a:xfrm>
                  <a:off x="8586579" y="3724800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A9652449-C34C-8FF0-536B-3AEA3E157D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6579" y="3724800"/>
                  <a:ext cx="914400" cy="52322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333B0A94-EDFA-0D2D-A070-B2137BF41525}"/>
              </a:ext>
            </a:extLst>
          </p:cNvPr>
          <p:cNvSpPr/>
          <p:nvPr/>
        </p:nvSpPr>
        <p:spPr>
          <a:xfrm>
            <a:off x="624840" y="2518983"/>
            <a:ext cx="5387178" cy="2107801"/>
          </a:xfrm>
          <a:custGeom>
            <a:avLst/>
            <a:gdLst>
              <a:gd name="connsiteX0" fmla="*/ 351307 w 5387178"/>
              <a:gd name="connsiteY0" fmla="*/ 0 h 2107801"/>
              <a:gd name="connsiteX1" fmla="*/ 2683089 w 5387178"/>
              <a:gd name="connsiteY1" fmla="*/ 0 h 2107801"/>
              <a:gd name="connsiteX2" fmla="*/ 3034396 w 5387178"/>
              <a:gd name="connsiteY2" fmla="*/ 351307 h 2107801"/>
              <a:gd name="connsiteX3" fmla="*/ 3034396 w 5387178"/>
              <a:gd name="connsiteY3" fmla="*/ 1436740 h 2107801"/>
              <a:gd name="connsiteX4" fmla="*/ 5275332 w 5387178"/>
              <a:gd name="connsiteY4" fmla="*/ 1436740 h 2107801"/>
              <a:gd name="connsiteX5" fmla="*/ 5387178 w 5387178"/>
              <a:gd name="connsiteY5" fmla="*/ 1548586 h 2107801"/>
              <a:gd name="connsiteX6" fmla="*/ 5387178 w 5387178"/>
              <a:gd name="connsiteY6" fmla="*/ 1995955 h 2107801"/>
              <a:gd name="connsiteX7" fmla="*/ 5275332 w 5387178"/>
              <a:gd name="connsiteY7" fmla="*/ 2107801 h 2107801"/>
              <a:gd name="connsiteX8" fmla="*/ 2683089 w 5387178"/>
              <a:gd name="connsiteY8" fmla="*/ 2107801 h 2107801"/>
              <a:gd name="connsiteX9" fmla="*/ 2464628 w 5387178"/>
              <a:gd name="connsiteY9" fmla="*/ 2107801 h 2107801"/>
              <a:gd name="connsiteX10" fmla="*/ 351307 w 5387178"/>
              <a:gd name="connsiteY10" fmla="*/ 2107801 h 2107801"/>
              <a:gd name="connsiteX11" fmla="*/ 0 w 5387178"/>
              <a:gd name="connsiteY11" fmla="*/ 1756494 h 2107801"/>
              <a:gd name="connsiteX12" fmla="*/ 0 w 5387178"/>
              <a:gd name="connsiteY12" fmla="*/ 351307 h 2107801"/>
              <a:gd name="connsiteX13" fmla="*/ 351307 w 5387178"/>
              <a:gd name="connsiteY13" fmla="*/ 0 h 2107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87178" h="2107801">
                <a:moveTo>
                  <a:pt x="351307" y="0"/>
                </a:moveTo>
                <a:lnTo>
                  <a:pt x="2683089" y="0"/>
                </a:lnTo>
                <a:cubicBezTo>
                  <a:pt x="2877110" y="0"/>
                  <a:pt x="3034396" y="157286"/>
                  <a:pt x="3034396" y="351307"/>
                </a:cubicBezTo>
                <a:lnTo>
                  <a:pt x="3034396" y="1436740"/>
                </a:lnTo>
                <a:lnTo>
                  <a:pt x="5275332" y="1436740"/>
                </a:lnTo>
                <a:cubicBezTo>
                  <a:pt x="5337103" y="1436740"/>
                  <a:pt x="5387178" y="1486815"/>
                  <a:pt x="5387178" y="1548586"/>
                </a:cubicBezTo>
                <a:lnTo>
                  <a:pt x="5387178" y="1995955"/>
                </a:lnTo>
                <a:cubicBezTo>
                  <a:pt x="5387178" y="2057726"/>
                  <a:pt x="5337103" y="2107801"/>
                  <a:pt x="5275332" y="2107801"/>
                </a:cubicBezTo>
                <a:lnTo>
                  <a:pt x="2683089" y="2107801"/>
                </a:lnTo>
                <a:lnTo>
                  <a:pt x="2464628" y="2107801"/>
                </a:lnTo>
                <a:lnTo>
                  <a:pt x="351307" y="2107801"/>
                </a:lnTo>
                <a:cubicBezTo>
                  <a:pt x="157286" y="2107801"/>
                  <a:pt x="0" y="1950515"/>
                  <a:pt x="0" y="1756494"/>
                </a:cubicBezTo>
                <a:lnTo>
                  <a:pt x="0" y="351307"/>
                </a:lnTo>
                <a:cubicBezTo>
                  <a:pt x="0" y="157286"/>
                  <a:pt x="157286" y="0"/>
                  <a:pt x="351307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FC80745-2CE8-DDB4-49CD-2A51B6206638}"/>
              </a:ext>
            </a:extLst>
          </p:cNvPr>
          <p:cNvSpPr txBox="1"/>
          <p:nvPr/>
        </p:nvSpPr>
        <p:spPr>
          <a:xfrm>
            <a:off x="2820069" y="4021821"/>
            <a:ext cx="3171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Impedance triangle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18F4AFEB-648D-F304-6CF3-881A94B4FD7E}"/>
              </a:ext>
            </a:extLst>
          </p:cNvPr>
          <p:cNvGrpSpPr/>
          <p:nvPr/>
        </p:nvGrpSpPr>
        <p:grpSpPr>
          <a:xfrm>
            <a:off x="628930" y="1719159"/>
            <a:ext cx="1636047" cy="832912"/>
            <a:chOff x="2172633" y="3426866"/>
            <a:chExt cx="1154636" cy="587826"/>
          </a:xfrm>
        </p:grpSpPr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2AA1B6B4-E166-1D85-76E5-3961DA26FB91}"/>
                </a:ext>
              </a:extLst>
            </p:cNvPr>
            <p:cNvCxnSpPr>
              <a:cxnSpLocks/>
            </p:cNvCxnSpPr>
            <p:nvPr/>
          </p:nvCxnSpPr>
          <p:spPr>
            <a:xfrm>
              <a:off x="2172633" y="3426866"/>
              <a:ext cx="914400" cy="0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225EB372-AB6F-23D0-8693-7D0D86B5B6CA}"/>
                    </a:ext>
                  </a:extLst>
                </p:cNvPr>
                <p:cNvSpPr txBox="1"/>
                <p:nvPr/>
              </p:nvSpPr>
              <p:spPr>
                <a:xfrm>
                  <a:off x="2412869" y="3491472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0FEADEDB-4EA2-00A2-1262-05A4BA58EE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2869" y="3491472"/>
                  <a:ext cx="914400" cy="52322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7844D8B-145E-F48C-A6D4-8420A86D837C}"/>
              </a:ext>
            </a:extLst>
          </p:cNvPr>
          <p:cNvGrpSpPr/>
          <p:nvPr/>
        </p:nvGrpSpPr>
        <p:grpSpPr>
          <a:xfrm>
            <a:off x="1597802" y="786683"/>
            <a:ext cx="1969278" cy="952214"/>
            <a:chOff x="3788994" y="3227283"/>
            <a:chExt cx="1389813" cy="672023"/>
          </a:xfrm>
        </p:grpSpPr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02ED4AA8-38C6-E366-0CBB-DA61C59AF3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7353" y="3227283"/>
              <a:ext cx="0" cy="672023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223F0DA0-0CFE-4DB7-7BB0-BC7004EDDDD5}"/>
                    </a:ext>
                  </a:extLst>
                </p:cNvPr>
                <p:cNvSpPr txBox="1"/>
                <p:nvPr/>
              </p:nvSpPr>
              <p:spPr>
                <a:xfrm>
                  <a:off x="3788994" y="3286361"/>
                  <a:ext cx="138981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D6517D29-411B-7E6E-13AC-964BCAB8C9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8994" y="3286361"/>
                  <a:ext cx="1389813" cy="52322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94D9652-64BC-FB9D-AA15-B818BDA0DD03}"/>
              </a:ext>
            </a:extLst>
          </p:cNvPr>
          <p:cNvCxnSpPr>
            <a:cxnSpLocks/>
          </p:cNvCxnSpPr>
          <p:nvPr/>
        </p:nvCxnSpPr>
        <p:spPr>
          <a:xfrm flipV="1">
            <a:off x="640105" y="810375"/>
            <a:ext cx="1199941" cy="907270"/>
          </a:xfrm>
          <a:prstGeom prst="straightConnector1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12E17DB5-4FDC-B2B2-868A-F3DB50D87F14}"/>
                  </a:ext>
                </a:extLst>
              </p:cNvPr>
              <p:cNvSpPr txBox="1"/>
              <p:nvPr/>
            </p:nvSpPr>
            <p:spPr>
              <a:xfrm rot="19571131">
                <a:off x="871592" y="268140"/>
                <a:ext cx="1553040" cy="557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𝑠𝑢𝑝𝑝𝑙𝑦</m:t>
                          </m:r>
                        </m:sub>
                      </m:sSub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12E17DB5-4FDC-B2B2-868A-F3DB50D87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71131">
                <a:off x="871592" y="268140"/>
                <a:ext cx="1553040" cy="55720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Arc 95">
            <a:extLst>
              <a:ext uri="{FF2B5EF4-FFF2-40B4-BE49-F238E27FC236}">
                <a16:creationId xmlns:a16="http://schemas.microsoft.com/office/drawing/2014/main" id="{0FCAF038-2E2F-D885-4410-FD0BEBF8ADF5}"/>
              </a:ext>
            </a:extLst>
          </p:cNvPr>
          <p:cNvSpPr/>
          <p:nvPr/>
        </p:nvSpPr>
        <p:spPr>
          <a:xfrm>
            <a:off x="352221" y="1299247"/>
            <a:ext cx="821432" cy="821432"/>
          </a:xfrm>
          <a:prstGeom prst="arc">
            <a:avLst>
              <a:gd name="adj1" fmla="val 18788168"/>
              <a:gd name="adj2" fmla="val 0"/>
            </a:avLst>
          </a:prstGeom>
          <a:ln w="19050">
            <a:solidFill>
              <a:srgbClr val="FFFF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254724A-21B8-30DE-0B46-343C838AE279}"/>
                  </a:ext>
                </a:extLst>
              </p:cNvPr>
              <p:cNvSpPr txBox="1"/>
              <p:nvPr/>
            </p:nvSpPr>
            <p:spPr>
              <a:xfrm>
                <a:off x="929269" y="1241078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254724A-21B8-30DE-0B46-343C838AE2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269" y="1241078"/>
                <a:ext cx="914400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5773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59" grpId="0"/>
      <p:bldP spid="71" grpId="0" animBg="1"/>
      <p:bldP spid="7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72DD5-53D3-1E9E-D545-D7A6D7590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657EA9C-C998-9700-AD98-C1B8EFDC986E}"/>
              </a:ext>
            </a:extLst>
          </p:cNvPr>
          <p:cNvGrpSpPr/>
          <p:nvPr/>
        </p:nvGrpSpPr>
        <p:grpSpPr>
          <a:xfrm>
            <a:off x="402323" y="274370"/>
            <a:ext cx="3270739" cy="2283931"/>
            <a:chOff x="8009531" y="2751862"/>
            <a:chExt cx="3270739" cy="2283931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14DAD94-9096-EE59-8117-68EC02B1D44E}"/>
                </a:ext>
              </a:extLst>
            </p:cNvPr>
            <p:cNvGrpSpPr/>
            <p:nvPr/>
          </p:nvGrpSpPr>
          <p:grpSpPr>
            <a:xfrm>
              <a:off x="8286240" y="4202881"/>
              <a:ext cx="1636047" cy="832912"/>
              <a:chOff x="2172633" y="3426866"/>
              <a:chExt cx="1154636" cy="587826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8BF58B72-DA40-6C4E-8BCB-64A3FCB2A8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2633" y="3426866"/>
                <a:ext cx="914400" cy="0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6CE38C89-2E4F-1EE6-CF48-3B1F018B7263}"/>
                      </a:ext>
                    </a:extLst>
                  </p:cNvPr>
                  <p:cNvSpPr txBox="1"/>
                  <p:nvPr/>
                </p:nvSpPr>
                <p:spPr>
                  <a:xfrm>
                    <a:off x="2412869" y="3491472"/>
                    <a:ext cx="914400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oMath>
                      </m:oMathPara>
                    </a14:m>
                    <a:endParaRPr lang="en-IN" sz="2800" dirty="0" err="1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6CE38C89-2E4F-1EE6-CF48-3B1F018B72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2869" y="3491472"/>
                    <a:ext cx="914400" cy="523220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7129429-4D41-A2B7-20C8-BF51C7CBF7C3}"/>
                </a:ext>
              </a:extLst>
            </p:cNvPr>
            <p:cNvGrpSpPr/>
            <p:nvPr/>
          </p:nvGrpSpPr>
          <p:grpSpPr>
            <a:xfrm>
              <a:off x="9310992" y="3270405"/>
              <a:ext cx="1969278" cy="952214"/>
              <a:chOff x="3788994" y="3227283"/>
              <a:chExt cx="1389813" cy="672023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31E15BD6-90A1-484E-7F6A-BF9CBF7BA76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7353" y="3227283"/>
                <a:ext cx="0" cy="672023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ABEF1B9D-29E9-608A-D594-09C102BEA7D8}"/>
                      </a:ext>
                    </a:extLst>
                  </p:cNvPr>
                  <p:cNvSpPr txBox="1"/>
                  <p:nvPr/>
                </p:nvSpPr>
                <p:spPr>
                  <a:xfrm>
                    <a:off x="3788994" y="3286361"/>
                    <a:ext cx="138981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oMath>
                      </m:oMathPara>
                    </a14:m>
                    <a:endParaRPr lang="en-IN" sz="2800" dirty="0" err="1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ABEF1B9D-29E9-608A-D594-09C102BEA7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8994" y="3286361"/>
                    <a:ext cx="1389813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44D6F10-CAF7-2A0F-A403-695DD6BC7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7415" y="3270405"/>
              <a:ext cx="1266301" cy="930962"/>
            </a:xfrm>
            <a:prstGeom prst="straightConnector1">
              <a:avLst/>
            </a:prstGeom>
            <a:ln w="28575">
              <a:solidFill>
                <a:schemeClr val="accent5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66A6F3D-7EB8-7F25-1727-1E021CC7DB2F}"/>
                    </a:ext>
                  </a:extLst>
                </p:cNvPr>
                <p:cNvSpPr txBox="1"/>
                <p:nvPr/>
              </p:nvSpPr>
              <p:spPr>
                <a:xfrm rot="19571131">
                  <a:off x="8528902" y="2751862"/>
                  <a:ext cx="1553040" cy="5572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𝑠𝑢𝑝𝑝𝑙𝑦</m:t>
                            </m:r>
                          </m:sub>
                        </m:sSub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166A6F3D-7EB8-7F25-1727-1E021CC7DB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571131">
                  <a:off x="8528902" y="2751862"/>
                  <a:ext cx="1553040" cy="55720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Arc 6">
              <a:extLst>
                <a:ext uri="{FF2B5EF4-FFF2-40B4-BE49-F238E27FC236}">
                  <a16:creationId xmlns:a16="http://schemas.microsoft.com/office/drawing/2014/main" id="{B5A4105C-FA46-B023-BEDE-2E894C8C8D6D}"/>
                </a:ext>
              </a:extLst>
            </p:cNvPr>
            <p:cNvSpPr/>
            <p:nvPr/>
          </p:nvSpPr>
          <p:spPr>
            <a:xfrm>
              <a:off x="8009531" y="3782969"/>
              <a:ext cx="821432" cy="821432"/>
            </a:xfrm>
            <a:prstGeom prst="arc">
              <a:avLst>
                <a:gd name="adj1" fmla="val 18788168"/>
                <a:gd name="adj2" fmla="val 0"/>
              </a:avLst>
            </a:prstGeom>
            <a:ln w="19050"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E9B5BE1-8250-983F-04F8-E3A330F30124}"/>
                    </a:ext>
                  </a:extLst>
                </p:cNvPr>
                <p:cNvSpPr txBox="1"/>
                <p:nvPr/>
              </p:nvSpPr>
              <p:spPr>
                <a:xfrm>
                  <a:off x="8586579" y="3724800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E9B5BE1-8250-983F-04F8-E3A330F301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6579" y="3724800"/>
                  <a:ext cx="914400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D5D0B80-4568-3FC7-1853-8061148405BA}"/>
              </a:ext>
            </a:extLst>
          </p:cNvPr>
          <p:cNvGrpSpPr/>
          <p:nvPr/>
        </p:nvGrpSpPr>
        <p:grpSpPr>
          <a:xfrm>
            <a:off x="368177" y="2726430"/>
            <a:ext cx="3270739" cy="1770244"/>
            <a:chOff x="8009531" y="3047400"/>
            <a:chExt cx="3270739" cy="1770244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25CEB90-14D4-25D2-08B3-EA3D5D76B613}"/>
                </a:ext>
              </a:extLst>
            </p:cNvPr>
            <p:cNvGrpSpPr/>
            <p:nvPr/>
          </p:nvGrpSpPr>
          <p:grpSpPr>
            <a:xfrm>
              <a:off x="8286240" y="4202882"/>
              <a:ext cx="1636047" cy="614762"/>
              <a:chOff x="2172633" y="3426866"/>
              <a:chExt cx="1154636" cy="433867"/>
            </a:xfrm>
          </p:grpSpPr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71984509-D8F6-BB3C-A20E-28391EABD5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72633" y="3426866"/>
                <a:ext cx="914400" cy="0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CC5529F7-D1CC-33AA-A32C-24ABFFBFD747}"/>
                      </a:ext>
                    </a:extLst>
                  </p:cNvPr>
                  <p:cNvSpPr txBox="1"/>
                  <p:nvPr/>
                </p:nvSpPr>
                <p:spPr>
                  <a:xfrm>
                    <a:off x="2412869" y="3491472"/>
                    <a:ext cx="914400" cy="3692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oMath>
                      </m:oMathPara>
                    </a14:m>
                    <a:endParaRPr lang="en-IN" sz="2800" dirty="0" err="1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TextBox 69">
                    <a:extLst>
                      <a:ext uri="{FF2B5EF4-FFF2-40B4-BE49-F238E27FC236}">
                        <a16:creationId xmlns:a16="http://schemas.microsoft.com/office/drawing/2014/main" id="{CC5529F7-D1CC-33AA-A32C-24ABFFBFD7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12869" y="3491472"/>
                    <a:ext cx="914400" cy="36926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CB7ADD8E-9803-F402-B266-853036777313}"/>
                </a:ext>
              </a:extLst>
            </p:cNvPr>
            <p:cNvGrpSpPr/>
            <p:nvPr/>
          </p:nvGrpSpPr>
          <p:grpSpPr>
            <a:xfrm>
              <a:off x="9310992" y="3270405"/>
              <a:ext cx="1969278" cy="952214"/>
              <a:chOff x="3788994" y="3227283"/>
              <a:chExt cx="1389813" cy="672023"/>
            </a:xfrm>
          </p:grpSpPr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26CF3BF6-3074-B7FC-4E31-FC5CDF1054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67353" y="3227283"/>
                <a:ext cx="0" cy="672023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56629307-6C70-865E-A53B-74C428EC696D}"/>
                      </a:ext>
                    </a:extLst>
                  </p:cNvPr>
                  <p:cNvSpPr txBox="1"/>
                  <p:nvPr/>
                </p:nvSpPr>
                <p:spPr>
                  <a:xfrm>
                    <a:off x="3788994" y="3286361"/>
                    <a:ext cx="1389813" cy="36926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oMath>
                      </m:oMathPara>
                    </a14:m>
                    <a:endParaRPr lang="en-IN" sz="2800" dirty="0" err="1">
                      <a:solidFill>
                        <a:schemeClr val="bg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56629307-6C70-865E-A53B-74C428EC696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88994" y="3286361"/>
                    <a:ext cx="1389813" cy="369261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AB4DC63E-F0AC-FDFB-1ADA-69BC2F7FA0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7415" y="3270405"/>
              <a:ext cx="1266301" cy="930962"/>
            </a:xfrm>
            <a:prstGeom prst="straightConnector1">
              <a:avLst/>
            </a:prstGeom>
            <a:ln w="28575">
              <a:solidFill>
                <a:schemeClr val="accent5">
                  <a:lumMod val="40000"/>
                  <a:lumOff val="6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1B68EFF-E515-CC68-8530-1FC91648F092}"/>
                    </a:ext>
                  </a:extLst>
                </p:cNvPr>
                <p:cNvSpPr txBox="1"/>
                <p:nvPr/>
              </p:nvSpPr>
              <p:spPr>
                <a:xfrm rot="19571131">
                  <a:off x="8613569" y="3047400"/>
                  <a:ext cx="55198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D1B68EFF-E515-CC68-8530-1FC91648F0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571131">
                  <a:off x="8613569" y="3047400"/>
                  <a:ext cx="551985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Arc 64">
              <a:extLst>
                <a:ext uri="{FF2B5EF4-FFF2-40B4-BE49-F238E27FC236}">
                  <a16:creationId xmlns:a16="http://schemas.microsoft.com/office/drawing/2014/main" id="{B891C10F-221E-743D-8560-D453AC441F49}"/>
                </a:ext>
              </a:extLst>
            </p:cNvPr>
            <p:cNvSpPr/>
            <p:nvPr/>
          </p:nvSpPr>
          <p:spPr>
            <a:xfrm>
              <a:off x="8009531" y="3782969"/>
              <a:ext cx="821432" cy="821432"/>
            </a:xfrm>
            <a:prstGeom prst="arc">
              <a:avLst>
                <a:gd name="adj1" fmla="val 18788168"/>
                <a:gd name="adj2" fmla="val 0"/>
              </a:avLst>
            </a:prstGeom>
            <a:ln w="19050">
              <a:solidFill>
                <a:srgbClr val="FFFF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D68683A-BAF9-BA39-330F-2D8EB26A162F}"/>
                    </a:ext>
                  </a:extLst>
                </p:cNvPr>
                <p:cNvSpPr txBox="1"/>
                <p:nvPr/>
              </p:nvSpPr>
              <p:spPr>
                <a:xfrm>
                  <a:off x="8586579" y="3724800"/>
                  <a:ext cx="9144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5D68683A-BAF9-BA39-330F-2D8EB26A16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86579" y="3724800"/>
                  <a:ext cx="914400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215E9B5-192C-A013-01D3-A024A8559BF6}"/>
              </a:ext>
            </a:extLst>
          </p:cNvPr>
          <p:cNvSpPr/>
          <p:nvPr/>
        </p:nvSpPr>
        <p:spPr>
          <a:xfrm>
            <a:off x="624840" y="2518983"/>
            <a:ext cx="5387178" cy="2107801"/>
          </a:xfrm>
          <a:custGeom>
            <a:avLst/>
            <a:gdLst>
              <a:gd name="connsiteX0" fmla="*/ 351307 w 5387178"/>
              <a:gd name="connsiteY0" fmla="*/ 0 h 2107801"/>
              <a:gd name="connsiteX1" fmla="*/ 2683089 w 5387178"/>
              <a:gd name="connsiteY1" fmla="*/ 0 h 2107801"/>
              <a:gd name="connsiteX2" fmla="*/ 3034396 w 5387178"/>
              <a:gd name="connsiteY2" fmla="*/ 351307 h 2107801"/>
              <a:gd name="connsiteX3" fmla="*/ 3034396 w 5387178"/>
              <a:gd name="connsiteY3" fmla="*/ 1436740 h 2107801"/>
              <a:gd name="connsiteX4" fmla="*/ 5275332 w 5387178"/>
              <a:gd name="connsiteY4" fmla="*/ 1436740 h 2107801"/>
              <a:gd name="connsiteX5" fmla="*/ 5387178 w 5387178"/>
              <a:gd name="connsiteY5" fmla="*/ 1548586 h 2107801"/>
              <a:gd name="connsiteX6" fmla="*/ 5387178 w 5387178"/>
              <a:gd name="connsiteY6" fmla="*/ 1995955 h 2107801"/>
              <a:gd name="connsiteX7" fmla="*/ 5275332 w 5387178"/>
              <a:gd name="connsiteY7" fmla="*/ 2107801 h 2107801"/>
              <a:gd name="connsiteX8" fmla="*/ 2683089 w 5387178"/>
              <a:gd name="connsiteY8" fmla="*/ 2107801 h 2107801"/>
              <a:gd name="connsiteX9" fmla="*/ 2464628 w 5387178"/>
              <a:gd name="connsiteY9" fmla="*/ 2107801 h 2107801"/>
              <a:gd name="connsiteX10" fmla="*/ 351307 w 5387178"/>
              <a:gd name="connsiteY10" fmla="*/ 2107801 h 2107801"/>
              <a:gd name="connsiteX11" fmla="*/ 0 w 5387178"/>
              <a:gd name="connsiteY11" fmla="*/ 1756494 h 2107801"/>
              <a:gd name="connsiteX12" fmla="*/ 0 w 5387178"/>
              <a:gd name="connsiteY12" fmla="*/ 351307 h 2107801"/>
              <a:gd name="connsiteX13" fmla="*/ 351307 w 5387178"/>
              <a:gd name="connsiteY13" fmla="*/ 0 h 2107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387178" h="2107801">
                <a:moveTo>
                  <a:pt x="351307" y="0"/>
                </a:moveTo>
                <a:lnTo>
                  <a:pt x="2683089" y="0"/>
                </a:lnTo>
                <a:cubicBezTo>
                  <a:pt x="2877110" y="0"/>
                  <a:pt x="3034396" y="157286"/>
                  <a:pt x="3034396" y="351307"/>
                </a:cubicBezTo>
                <a:lnTo>
                  <a:pt x="3034396" y="1436740"/>
                </a:lnTo>
                <a:lnTo>
                  <a:pt x="5275332" y="1436740"/>
                </a:lnTo>
                <a:cubicBezTo>
                  <a:pt x="5337103" y="1436740"/>
                  <a:pt x="5387178" y="1486815"/>
                  <a:pt x="5387178" y="1548586"/>
                </a:cubicBezTo>
                <a:lnTo>
                  <a:pt x="5387178" y="1995955"/>
                </a:lnTo>
                <a:cubicBezTo>
                  <a:pt x="5387178" y="2057726"/>
                  <a:pt x="5337103" y="2107801"/>
                  <a:pt x="5275332" y="2107801"/>
                </a:cubicBezTo>
                <a:lnTo>
                  <a:pt x="2683089" y="2107801"/>
                </a:lnTo>
                <a:lnTo>
                  <a:pt x="2464628" y="2107801"/>
                </a:lnTo>
                <a:lnTo>
                  <a:pt x="351307" y="2107801"/>
                </a:lnTo>
                <a:cubicBezTo>
                  <a:pt x="157286" y="2107801"/>
                  <a:pt x="0" y="1950515"/>
                  <a:pt x="0" y="1756494"/>
                </a:cubicBezTo>
                <a:lnTo>
                  <a:pt x="0" y="351307"/>
                </a:lnTo>
                <a:cubicBezTo>
                  <a:pt x="0" y="157286"/>
                  <a:pt x="157286" y="0"/>
                  <a:pt x="351307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A6DD3AC-BCDC-9754-967D-CC53F0C066DE}"/>
              </a:ext>
            </a:extLst>
          </p:cNvPr>
          <p:cNvSpPr txBox="1"/>
          <p:nvPr/>
        </p:nvSpPr>
        <p:spPr>
          <a:xfrm>
            <a:off x="2820069" y="4021821"/>
            <a:ext cx="3171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Impedance triangle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EBFE1-0D31-3889-8D8A-9234BC44EF0A}"/>
              </a:ext>
            </a:extLst>
          </p:cNvPr>
          <p:cNvSpPr txBox="1"/>
          <p:nvPr/>
        </p:nvSpPr>
        <p:spPr>
          <a:xfrm>
            <a:off x="4876800" y="289560"/>
            <a:ext cx="614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Students can write voltage equation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0E36AD-854E-74F2-8C5F-745C2AE12523}"/>
              </a:ext>
            </a:extLst>
          </p:cNvPr>
          <p:cNvSpPr txBox="1"/>
          <p:nvPr/>
        </p:nvSpPr>
        <p:spPr>
          <a:xfrm>
            <a:off x="4892040" y="807720"/>
            <a:ext cx="614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Students can write Impedance equation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6E92579-EE67-C379-F5CA-80D4B5AFFFBF}"/>
                  </a:ext>
                </a:extLst>
              </p:cNvPr>
              <p:cNvSpPr txBox="1"/>
              <p:nvPr/>
            </p:nvSpPr>
            <p:spPr>
              <a:xfrm>
                <a:off x="4907280" y="1325880"/>
                <a:ext cx="66751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2800" dirty="0">
                    <a:solidFill>
                      <a:schemeClr val="bg1"/>
                    </a:solidFill>
                  </a:rPr>
                  <a:t>Students can write tan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8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6E92579-EE67-C379-F5CA-80D4B5AFF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280" y="1325880"/>
                <a:ext cx="6675120" cy="523220"/>
              </a:xfrm>
              <a:prstGeom prst="rect">
                <a:avLst/>
              </a:prstGeom>
              <a:blipFill>
                <a:blip r:embed="rId10"/>
                <a:stretch>
                  <a:fillRect l="-1826" t="-11765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2070CAEE-F294-6898-332B-962FC8E1A292}"/>
              </a:ext>
            </a:extLst>
          </p:cNvPr>
          <p:cNvSpPr txBox="1"/>
          <p:nvPr/>
        </p:nvSpPr>
        <p:spPr>
          <a:xfrm>
            <a:off x="4876800" y="1874520"/>
            <a:ext cx="6675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</a:rPr>
              <a:t>Students can write Current in R,L,C,NET form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6405F81D-EAEA-68B9-54EF-B6037A7FB486}"/>
              </a:ext>
            </a:extLst>
          </p:cNvPr>
          <p:cNvGrpSpPr/>
          <p:nvPr/>
        </p:nvGrpSpPr>
        <p:grpSpPr>
          <a:xfrm>
            <a:off x="6395596" y="2622533"/>
            <a:ext cx="729239" cy="523220"/>
            <a:chOff x="8476181" y="2841269"/>
            <a:chExt cx="729239" cy="523220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3021C43B-BB4C-50EA-3E32-3C08B07F818F}"/>
                </a:ext>
              </a:extLst>
            </p:cNvPr>
            <p:cNvSpPr/>
            <p:nvPr/>
          </p:nvSpPr>
          <p:spPr>
            <a:xfrm>
              <a:off x="8476181" y="2994932"/>
              <a:ext cx="225066" cy="225066"/>
            </a:xfrm>
            <a:prstGeom prst="ellipse">
              <a:avLst/>
            </a:prstGeom>
            <a:solidFill>
              <a:schemeClr val="bg1"/>
            </a:solidFill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BDB21F2E-161A-0866-D28F-D3D17B2D1CF6}"/>
                    </a:ext>
                  </a:extLst>
                </p:cNvPr>
                <p:cNvSpPr txBox="1"/>
                <p:nvPr/>
              </p:nvSpPr>
              <p:spPr>
                <a:xfrm>
                  <a:off x="8633197" y="2841269"/>
                  <a:ext cx="57222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IN" sz="2800" dirty="0" err="1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BDB21F2E-161A-0866-D28F-D3D17B2D1C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3197" y="2841269"/>
                  <a:ext cx="572223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0114177C-646F-9FFC-26A9-22BB258A8B15}"/>
                  </a:ext>
                </a:extLst>
              </p:cNvPr>
              <p:cNvSpPr txBox="1"/>
              <p:nvPr/>
            </p:nvSpPr>
            <p:spPr>
              <a:xfrm>
                <a:off x="6907474" y="2394676"/>
                <a:ext cx="1014983" cy="896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0114177C-646F-9FFC-26A9-22BB258A8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474" y="2394676"/>
                <a:ext cx="1014983" cy="8961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7F19957D-BB89-A7ED-C32E-1F1184D0CEEC}"/>
                  </a:ext>
                </a:extLst>
              </p:cNvPr>
              <p:cNvSpPr txBox="1"/>
              <p:nvPr/>
            </p:nvSpPr>
            <p:spPr>
              <a:xfrm>
                <a:off x="7710597" y="2411656"/>
                <a:ext cx="1014983" cy="971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7F19957D-BB89-A7ED-C32E-1F1184D0C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0597" y="2411656"/>
                <a:ext cx="1014983" cy="97174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50C6C4CA-F791-E2AA-4BFC-372A629F9F96}"/>
                  </a:ext>
                </a:extLst>
              </p:cNvPr>
              <p:cNvSpPr txBox="1"/>
              <p:nvPr/>
            </p:nvSpPr>
            <p:spPr>
              <a:xfrm>
                <a:off x="8513720" y="2428636"/>
                <a:ext cx="1014983" cy="971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50C6C4CA-F791-E2AA-4BFC-372A629F9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3720" y="2428636"/>
                <a:ext cx="1014983" cy="97174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D30F571E-3AE1-AA57-9F0D-F30E10EFC71B}"/>
                  </a:ext>
                </a:extLst>
              </p:cNvPr>
              <p:cNvSpPr txBox="1"/>
              <p:nvPr/>
            </p:nvSpPr>
            <p:spPr>
              <a:xfrm>
                <a:off x="9316843" y="2445616"/>
                <a:ext cx="1014983" cy="896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D30F571E-3AE1-AA57-9F0D-F30E10EFC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6843" y="2445616"/>
                <a:ext cx="1014983" cy="89614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E02F0C1-652C-F829-AEA3-24B43A1EDDF5}"/>
                  </a:ext>
                </a:extLst>
              </p:cNvPr>
              <p:cNvSpPr txBox="1"/>
              <p:nvPr/>
            </p:nvSpPr>
            <p:spPr>
              <a:xfrm>
                <a:off x="6936924" y="3512505"/>
                <a:ext cx="1014983" cy="10798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IN" sz="2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IN" sz="2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FE02F0C1-652C-F829-AEA3-24B43A1ED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924" y="3512505"/>
                <a:ext cx="1014983" cy="1079847"/>
              </a:xfrm>
              <a:prstGeom prst="rect">
                <a:avLst/>
              </a:prstGeom>
              <a:blipFill>
                <a:blip r:embed="rId16"/>
                <a:stretch>
                  <a:fillRect r="-209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0219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120" grpId="0"/>
      <p:bldP spid="121" grpId="0"/>
      <p:bldP spid="122" grpId="0"/>
      <p:bldP spid="1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4F8F8-E425-4E58-ACAF-C08B72C45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D431061-645E-AC03-41B8-0B8FA943E5B1}"/>
              </a:ext>
            </a:extLst>
          </p:cNvPr>
          <p:cNvGrpSpPr/>
          <p:nvPr/>
        </p:nvGrpSpPr>
        <p:grpSpPr>
          <a:xfrm>
            <a:off x="23277" y="231422"/>
            <a:ext cx="729239" cy="523220"/>
            <a:chOff x="8476181" y="2841269"/>
            <a:chExt cx="729239" cy="52322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4D33BF44-3C2C-3677-48BD-C7EEF52057CF}"/>
                </a:ext>
              </a:extLst>
            </p:cNvPr>
            <p:cNvSpPr/>
            <p:nvPr/>
          </p:nvSpPr>
          <p:spPr>
            <a:xfrm>
              <a:off x="8476181" y="2994932"/>
              <a:ext cx="225066" cy="225066"/>
            </a:xfrm>
            <a:prstGeom prst="ellipse">
              <a:avLst/>
            </a:prstGeom>
            <a:solidFill>
              <a:schemeClr val="bg1"/>
            </a:solidFill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5A90FAB-8FF9-78EF-96FA-BD5BDAE4A48B}"/>
                    </a:ext>
                  </a:extLst>
                </p:cNvPr>
                <p:cNvSpPr txBox="1"/>
                <p:nvPr/>
              </p:nvSpPr>
              <p:spPr>
                <a:xfrm>
                  <a:off x="8633197" y="2841269"/>
                  <a:ext cx="57222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IN" sz="2800" dirty="0" err="1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5A90FAB-8FF9-78EF-96FA-BD5BDAE4A4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3197" y="2841269"/>
                  <a:ext cx="572223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8E3BD6-F6A0-34AB-F319-BE9872E1AD6D}"/>
                  </a:ext>
                </a:extLst>
              </p:cNvPr>
              <p:cNvSpPr txBox="1"/>
              <p:nvPr/>
            </p:nvSpPr>
            <p:spPr>
              <a:xfrm>
                <a:off x="752516" y="0"/>
                <a:ext cx="1014983" cy="10798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IN" sz="2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sub>
                                      </m:sSub>
                                      <m: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IN" sz="2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IN" sz="2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8E3BD6-F6A0-34AB-F319-BE9872E1A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516" y="0"/>
                <a:ext cx="1014983" cy="1079847"/>
              </a:xfrm>
              <a:prstGeom prst="rect">
                <a:avLst/>
              </a:prstGeom>
              <a:blipFill>
                <a:blip r:embed="rId3"/>
                <a:stretch>
                  <a:fillRect r="-2077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Oval 13">
            <a:extLst>
              <a:ext uri="{FF2B5EF4-FFF2-40B4-BE49-F238E27FC236}">
                <a16:creationId xmlns:a16="http://schemas.microsoft.com/office/drawing/2014/main" id="{1129DD57-A7F7-B8B3-9421-D77512B0F9EA}"/>
              </a:ext>
            </a:extLst>
          </p:cNvPr>
          <p:cNvSpPr/>
          <p:nvPr/>
        </p:nvSpPr>
        <p:spPr>
          <a:xfrm>
            <a:off x="1492297" y="572970"/>
            <a:ext cx="514844" cy="514844"/>
          </a:xfrm>
          <a:prstGeom prst="ellipse">
            <a:avLst/>
          </a:prstGeom>
          <a:noFill/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D1F01C4F-3135-E0AC-0338-6063661818B8}"/>
              </a:ext>
            </a:extLst>
          </p:cNvPr>
          <p:cNvCxnSpPr>
            <a:cxnSpLocks/>
            <a:stCxn id="14" idx="4"/>
            <a:endCxn id="17" idx="1"/>
          </p:cNvCxnSpPr>
          <p:nvPr/>
        </p:nvCxnSpPr>
        <p:spPr>
          <a:xfrm rot="5400000">
            <a:off x="724413" y="677530"/>
            <a:ext cx="615023" cy="1435591"/>
          </a:xfrm>
          <a:prstGeom prst="curvedConnector4">
            <a:avLst>
              <a:gd name="adj1" fmla="val 24588"/>
              <a:gd name="adj2" fmla="val 115924"/>
            </a:avLst>
          </a:prstGeom>
          <a:ln>
            <a:solidFill>
              <a:schemeClr val="bg1"/>
            </a:solidFill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2367293-9DC0-69B8-8E09-DE10ACBC495F}"/>
              </a:ext>
            </a:extLst>
          </p:cNvPr>
          <p:cNvGrpSpPr/>
          <p:nvPr/>
        </p:nvGrpSpPr>
        <p:grpSpPr>
          <a:xfrm>
            <a:off x="314128" y="1390261"/>
            <a:ext cx="1693013" cy="625151"/>
            <a:chOff x="445667" y="1390261"/>
            <a:chExt cx="1693013" cy="625151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9308663-A724-9B93-1832-8990047A15BE}"/>
                </a:ext>
              </a:extLst>
            </p:cNvPr>
            <p:cNvSpPr/>
            <p:nvPr/>
          </p:nvSpPr>
          <p:spPr>
            <a:xfrm>
              <a:off x="445667" y="1390261"/>
              <a:ext cx="1693013" cy="625151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0004636-D6A9-678C-78A2-6F6CBB5C6933}"/>
                    </a:ext>
                  </a:extLst>
                </p:cNvPr>
                <p:cNvSpPr txBox="1"/>
                <p:nvPr/>
              </p:nvSpPr>
              <p:spPr>
                <a:xfrm>
                  <a:off x="558075" y="1413037"/>
                  <a:ext cx="1435591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0004636-D6A9-678C-78A2-6F6CBB5C69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8075" y="1413037"/>
                  <a:ext cx="1435591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7DAD41C-E09D-5519-8F61-0C3FEE67BE04}"/>
              </a:ext>
            </a:extLst>
          </p:cNvPr>
          <p:cNvGrpSpPr/>
          <p:nvPr/>
        </p:nvGrpSpPr>
        <p:grpSpPr>
          <a:xfrm>
            <a:off x="2358911" y="1345669"/>
            <a:ext cx="1693013" cy="1059575"/>
            <a:chOff x="2490450" y="1345669"/>
            <a:chExt cx="1693013" cy="1059575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16A5B680-69DF-D258-D211-FF6527D7DBA2}"/>
                </a:ext>
              </a:extLst>
            </p:cNvPr>
            <p:cNvSpPr/>
            <p:nvPr/>
          </p:nvSpPr>
          <p:spPr>
            <a:xfrm>
              <a:off x="2490450" y="1345669"/>
              <a:ext cx="1693013" cy="1059575"/>
            </a:xfrm>
            <a:prstGeom prst="roundRect">
              <a:avLst>
                <a:gd name="adj" fmla="val 10320"/>
              </a:avLst>
            </a:prstGeom>
            <a:noFill/>
            <a:ln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F593027-878D-7D5A-898D-69A04B7094DB}"/>
                    </a:ext>
                  </a:extLst>
                </p:cNvPr>
                <p:cNvSpPr txBox="1"/>
                <p:nvPr/>
              </p:nvSpPr>
              <p:spPr>
                <a:xfrm>
                  <a:off x="2546653" y="1387792"/>
                  <a:ext cx="1580605" cy="8989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den>
                        </m:f>
                      </m:oMath>
                    </m:oMathPara>
                  </a14:m>
                  <a:endParaRPr lang="en-IN" sz="2800" dirty="0" err="1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0F593027-878D-7D5A-898D-69A04B7094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6653" y="1387792"/>
                  <a:ext cx="1580605" cy="89896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8F006ACD-9621-5796-A84E-16CC3658600C}"/>
              </a:ext>
            </a:extLst>
          </p:cNvPr>
          <p:cNvSpPr/>
          <p:nvPr/>
        </p:nvSpPr>
        <p:spPr>
          <a:xfrm>
            <a:off x="2295921" y="572970"/>
            <a:ext cx="514844" cy="514844"/>
          </a:xfrm>
          <a:prstGeom prst="ellipse">
            <a:avLst/>
          </a:prstGeom>
          <a:noFill/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AAA7FFCE-F12C-4AE4-EC72-8AC48D6925C1}"/>
              </a:ext>
            </a:extLst>
          </p:cNvPr>
          <p:cNvCxnSpPr>
            <a:cxnSpLocks/>
            <a:stCxn id="36" idx="4"/>
            <a:endCxn id="34" idx="1"/>
          </p:cNvCxnSpPr>
          <p:nvPr/>
        </p:nvCxnSpPr>
        <p:spPr>
          <a:xfrm rot="5400000">
            <a:off x="2109499" y="1393430"/>
            <a:ext cx="749460" cy="138229"/>
          </a:xfrm>
          <a:prstGeom prst="curvedConnector4">
            <a:avLst>
              <a:gd name="adj1" fmla="val 20013"/>
              <a:gd name="adj2" fmla="val 265378"/>
            </a:avLst>
          </a:prstGeom>
          <a:ln>
            <a:solidFill>
              <a:schemeClr val="bg1"/>
            </a:solidFill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BFBC07A-ACC3-55A0-FA5C-B53A23C9D2AC}"/>
              </a:ext>
            </a:extLst>
          </p:cNvPr>
          <p:cNvGrpSpPr/>
          <p:nvPr/>
        </p:nvGrpSpPr>
        <p:grpSpPr>
          <a:xfrm>
            <a:off x="0" y="3051352"/>
            <a:ext cx="729239" cy="523220"/>
            <a:chOff x="8476181" y="2841269"/>
            <a:chExt cx="729239" cy="52322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C2CE3B5-417F-8174-6CFB-485227EAC8FE}"/>
                </a:ext>
              </a:extLst>
            </p:cNvPr>
            <p:cNvSpPr/>
            <p:nvPr/>
          </p:nvSpPr>
          <p:spPr>
            <a:xfrm>
              <a:off x="8476181" y="2994932"/>
              <a:ext cx="225066" cy="225066"/>
            </a:xfrm>
            <a:prstGeom prst="ellipse">
              <a:avLst/>
            </a:prstGeom>
            <a:solidFill>
              <a:schemeClr val="bg1"/>
            </a:solidFill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F30A8C20-2561-C0ED-B915-AA5A5F7AB31B}"/>
                    </a:ext>
                  </a:extLst>
                </p:cNvPr>
                <p:cNvSpPr txBox="1"/>
                <p:nvPr/>
              </p:nvSpPr>
              <p:spPr>
                <a:xfrm>
                  <a:off x="8633197" y="2841269"/>
                  <a:ext cx="57222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IN" sz="2800" dirty="0" err="1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B00F190-C6C7-11E7-BC74-74DB1FE1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3197" y="2841269"/>
                  <a:ext cx="572223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12E0FCA-EA8B-ABCD-7EEF-5B96587F0633}"/>
                  </a:ext>
                </a:extLst>
              </p:cNvPr>
              <p:cNvSpPr txBox="1"/>
              <p:nvPr/>
            </p:nvSpPr>
            <p:spPr>
              <a:xfrm>
                <a:off x="729239" y="2819930"/>
                <a:ext cx="1014983" cy="1831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  <m:r>
                                        <a:rPr lang="en-IN" sz="28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IN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IN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IN" sz="28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  <m:r>
                                            <a:rPr lang="en-IN" sz="28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12E0FCA-EA8B-ABCD-7EEF-5B96587F0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239" y="2819930"/>
                <a:ext cx="1014983" cy="1831079"/>
              </a:xfrm>
              <a:prstGeom prst="rect">
                <a:avLst/>
              </a:prstGeom>
              <a:blipFill>
                <a:blip r:embed="rId7"/>
                <a:stretch>
                  <a:fillRect r="-239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9B8AEB-468C-9150-7094-C5B3E9423ACA}"/>
                  </a:ext>
                </a:extLst>
              </p:cNvPr>
              <p:cNvSpPr txBox="1"/>
              <p:nvPr/>
            </p:nvSpPr>
            <p:spPr>
              <a:xfrm>
                <a:off x="468020" y="4580186"/>
                <a:ext cx="204439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</a:rPr>
                  <a:t>At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9B8AEB-468C-9150-7094-C5B3E9423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20" y="4580186"/>
                <a:ext cx="2044395" cy="523220"/>
              </a:xfrm>
              <a:prstGeom prst="rect">
                <a:avLst/>
              </a:prstGeom>
              <a:blipFill>
                <a:blip r:embed="rId8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45540A-98A9-EF7B-0DA1-0AA0DBAF2639}"/>
                  </a:ext>
                </a:extLst>
              </p:cNvPr>
              <p:cNvSpPr txBox="1"/>
              <p:nvPr/>
            </p:nvSpPr>
            <p:spPr>
              <a:xfrm>
                <a:off x="2257196" y="4580186"/>
                <a:ext cx="204439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45540A-98A9-EF7B-0DA1-0AA0DBAF26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196" y="4580186"/>
                <a:ext cx="2044395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57C188-A971-9970-567A-2CBB83657EA3}"/>
                  </a:ext>
                </a:extLst>
              </p:cNvPr>
              <p:cNvSpPr txBox="1"/>
              <p:nvPr/>
            </p:nvSpPr>
            <p:spPr>
              <a:xfrm>
                <a:off x="468020" y="5032784"/>
                <a:ext cx="25524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</a:rPr>
                  <a:t>At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IN" sz="2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157C188-A971-9970-567A-2CBB83657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020" y="5032784"/>
                <a:ext cx="2552404" cy="523220"/>
              </a:xfrm>
              <a:prstGeom prst="rect">
                <a:avLst/>
              </a:prstGeom>
              <a:blipFill>
                <a:blip r:embed="rId10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F6ACFB-2F26-598F-34CB-C380D7652CA5}"/>
                  </a:ext>
                </a:extLst>
              </p:cNvPr>
              <p:cNvSpPr txBox="1"/>
              <p:nvPr/>
            </p:nvSpPr>
            <p:spPr>
              <a:xfrm>
                <a:off x="2374970" y="5032784"/>
                <a:ext cx="17487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5F6ACFB-2F26-598F-34CB-C380D7652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4970" y="5032784"/>
                <a:ext cx="1748748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7CE2649E-B3FC-76E5-A990-9F6CD4607610}"/>
              </a:ext>
            </a:extLst>
          </p:cNvPr>
          <p:cNvGrpSpPr/>
          <p:nvPr/>
        </p:nvGrpSpPr>
        <p:grpSpPr>
          <a:xfrm>
            <a:off x="4852497" y="120717"/>
            <a:ext cx="5150734" cy="2652602"/>
            <a:chOff x="6667018" y="231422"/>
            <a:chExt cx="5150734" cy="265260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E4EF478-8780-02A9-99B6-1F2CCD9223F4}"/>
                </a:ext>
              </a:extLst>
            </p:cNvPr>
            <p:cNvCxnSpPr>
              <a:cxnSpLocks/>
            </p:cNvCxnSpPr>
            <p:nvPr/>
          </p:nvCxnSpPr>
          <p:spPr>
            <a:xfrm>
              <a:off x="6667018" y="2731624"/>
              <a:ext cx="5150734" cy="0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199E082-DFC4-881D-CFFA-EB2CB2BE3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9418" y="231422"/>
              <a:ext cx="0" cy="265260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176AB82-7BE8-04A7-C7E5-1976BEACC0AA}"/>
              </a:ext>
            </a:extLst>
          </p:cNvPr>
          <p:cNvSpPr/>
          <p:nvPr/>
        </p:nvSpPr>
        <p:spPr>
          <a:xfrm>
            <a:off x="5002968" y="274380"/>
            <a:ext cx="4653022" cy="2346540"/>
          </a:xfrm>
          <a:custGeom>
            <a:avLst/>
            <a:gdLst>
              <a:gd name="connsiteX0" fmla="*/ 0 w 4653022"/>
              <a:gd name="connsiteY0" fmla="*/ 2454094 h 2454094"/>
              <a:gd name="connsiteX1" fmla="*/ 1030146 w 4653022"/>
              <a:gd name="connsiteY1" fmla="*/ 11836 h 2454094"/>
              <a:gd name="connsiteX2" fmla="*/ 2233914 w 4653022"/>
              <a:gd name="connsiteY2" fmla="*/ 1551269 h 2454094"/>
              <a:gd name="connsiteX3" fmla="*/ 3993265 w 4653022"/>
              <a:gd name="connsiteY3" fmla="*/ 2187877 h 2454094"/>
              <a:gd name="connsiteX4" fmla="*/ 4653022 w 4653022"/>
              <a:gd name="connsiteY4" fmla="*/ 2245750 h 2454094"/>
              <a:gd name="connsiteX0" fmla="*/ 0 w 4653022"/>
              <a:gd name="connsiteY0" fmla="*/ 2454094 h 2454094"/>
              <a:gd name="connsiteX1" fmla="*/ 1030146 w 4653022"/>
              <a:gd name="connsiteY1" fmla="*/ 11836 h 2454094"/>
              <a:gd name="connsiteX2" fmla="*/ 2233914 w 4653022"/>
              <a:gd name="connsiteY2" fmla="*/ 1551269 h 2454094"/>
              <a:gd name="connsiteX3" fmla="*/ 3993265 w 4653022"/>
              <a:gd name="connsiteY3" fmla="*/ 2187877 h 2454094"/>
              <a:gd name="connsiteX4" fmla="*/ 4653022 w 4653022"/>
              <a:gd name="connsiteY4" fmla="*/ 2326773 h 2454094"/>
              <a:gd name="connsiteX0" fmla="*/ 0 w 4653022"/>
              <a:gd name="connsiteY0" fmla="*/ 2454094 h 2454094"/>
              <a:gd name="connsiteX1" fmla="*/ 1030146 w 4653022"/>
              <a:gd name="connsiteY1" fmla="*/ 11836 h 2454094"/>
              <a:gd name="connsiteX2" fmla="*/ 2233914 w 4653022"/>
              <a:gd name="connsiteY2" fmla="*/ 1551269 h 2454094"/>
              <a:gd name="connsiteX3" fmla="*/ 3993265 w 4653022"/>
              <a:gd name="connsiteY3" fmla="*/ 2187877 h 2454094"/>
              <a:gd name="connsiteX4" fmla="*/ 4653022 w 4653022"/>
              <a:gd name="connsiteY4" fmla="*/ 2326773 h 245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3022" h="2454094">
                <a:moveTo>
                  <a:pt x="0" y="2454094"/>
                </a:moveTo>
                <a:cubicBezTo>
                  <a:pt x="328913" y="1308200"/>
                  <a:pt x="657827" y="162307"/>
                  <a:pt x="1030146" y="11836"/>
                </a:cubicBezTo>
                <a:cubicBezTo>
                  <a:pt x="1402465" y="-138635"/>
                  <a:pt x="1740061" y="1188595"/>
                  <a:pt x="2233914" y="1551269"/>
                </a:cubicBezTo>
                <a:cubicBezTo>
                  <a:pt x="2727767" y="1913942"/>
                  <a:pt x="3590080" y="2072130"/>
                  <a:pt x="3993265" y="2187877"/>
                </a:cubicBezTo>
                <a:cubicBezTo>
                  <a:pt x="4396450" y="2303624"/>
                  <a:pt x="4501586" y="2297836"/>
                  <a:pt x="4653022" y="2326773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5338655-CC13-D50E-446E-D64BFA18FE95}"/>
                  </a:ext>
                </a:extLst>
              </p:cNvPr>
              <p:cNvSpPr txBox="1"/>
              <p:nvPr/>
            </p:nvSpPr>
            <p:spPr>
              <a:xfrm>
                <a:off x="4745547" y="80573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5338655-CC13-D50E-446E-D64BFA18F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5547" y="80573"/>
                <a:ext cx="914400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A340D82-45F1-780C-A43D-25C93A452CD1}"/>
                  </a:ext>
                </a:extLst>
              </p:cNvPr>
              <p:cNvSpPr txBox="1"/>
              <p:nvPr/>
            </p:nvSpPr>
            <p:spPr>
              <a:xfrm>
                <a:off x="9526315" y="2064411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A340D82-45F1-780C-A43D-25C93A452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6315" y="2064411"/>
                <a:ext cx="914400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E90DBD7-110B-B018-1777-165E5C9FF71A}"/>
              </a:ext>
            </a:extLst>
          </p:cNvPr>
          <p:cNvCxnSpPr>
            <a:cxnSpLocks/>
          </p:cNvCxnSpPr>
          <p:nvPr/>
        </p:nvCxnSpPr>
        <p:spPr>
          <a:xfrm>
            <a:off x="6085715" y="308867"/>
            <a:ext cx="0" cy="2312052"/>
          </a:xfrm>
          <a:prstGeom prst="straightConnector1">
            <a:avLst/>
          </a:prstGeom>
          <a:ln w="12700">
            <a:solidFill>
              <a:schemeClr val="bg1"/>
            </a:solidFill>
            <a:prstDash val="dash"/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0E21E63-1942-2FB7-1898-0B3F6FED54A6}"/>
                  </a:ext>
                </a:extLst>
              </p:cNvPr>
              <p:cNvSpPr txBox="1"/>
              <p:nvPr/>
            </p:nvSpPr>
            <p:spPr>
              <a:xfrm>
                <a:off x="5482224" y="2656825"/>
                <a:ext cx="204439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</a:rPr>
                  <a:t>Current is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0E21E63-1942-2FB7-1898-0B3F6FED5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224" y="2656825"/>
                <a:ext cx="2044395" cy="523220"/>
              </a:xfrm>
              <a:prstGeom prst="rect">
                <a:avLst/>
              </a:prstGeom>
              <a:blipFill>
                <a:blip r:embed="rId23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895D5DFD-2DEE-1155-703D-7072A1CA25DC}"/>
              </a:ext>
            </a:extLst>
          </p:cNvPr>
          <p:cNvSpPr txBox="1"/>
          <p:nvPr/>
        </p:nvSpPr>
        <p:spPr>
          <a:xfrm>
            <a:off x="7271400" y="2656825"/>
            <a:ext cx="20443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maximum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899AA6A-58BB-2501-1E87-7173D91287AA}"/>
                  </a:ext>
                </a:extLst>
              </p:cNvPr>
              <p:cNvSpPr txBox="1"/>
              <p:nvPr/>
            </p:nvSpPr>
            <p:spPr>
              <a:xfrm>
                <a:off x="5482224" y="3109423"/>
                <a:ext cx="25524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</a:rPr>
                  <a:t>Impendece is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899AA6A-58BB-2501-1E87-7173D9128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2224" y="3109423"/>
                <a:ext cx="2552404" cy="523220"/>
              </a:xfrm>
              <a:prstGeom prst="rect">
                <a:avLst/>
              </a:prstGeom>
              <a:blipFill>
                <a:blip r:embed="rId24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5E099646-BBE5-722B-A84A-39B0BB5D0AF3}"/>
              </a:ext>
            </a:extLst>
          </p:cNvPr>
          <p:cNvSpPr txBox="1"/>
          <p:nvPr/>
        </p:nvSpPr>
        <p:spPr>
          <a:xfrm>
            <a:off x="7799720" y="3109423"/>
            <a:ext cx="1748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minimum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A34FDEE-CF8E-C715-71ED-FE488A26A915}"/>
                  </a:ext>
                </a:extLst>
              </p:cNvPr>
              <p:cNvSpPr txBox="1"/>
              <p:nvPr/>
            </p:nvSpPr>
            <p:spPr>
              <a:xfrm>
                <a:off x="8028787" y="3411519"/>
                <a:ext cx="2012851" cy="901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A34FDEE-CF8E-C715-71ED-FE488A26A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8787" y="3411519"/>
                <a:ext cx="2012851" cy="90178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F4487AB-27D3-FE5E-3297-71040037DFAC}"/>
                  </a:ext>
                </a:extLst>
              </p:cNvPr>
              <p:cNvSpPr txBox="1"/>
              <p:nvPr/>
            </p:nvSpPr>
            <p:spPr>
              <a:xfrm>
                <a:off x="9938907" y="3389972"/>
                <a:ext cx="2012851" cy="901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𝐿𝐶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F4487AB-27D3-FE5E-3297-71040037D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8907" y="3389972"/>
                <a:ext cx="2012851" cy="90178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CA51EAE-5512-17CF-10C0-7CD17CDD06FA}"/>
                  </a:ext>
                </a:extLst>
              </p:cNvPr>
              <p:cNvSpPr txBox="1"/>
              <p:nvPr/>
            </p:nvSpPr>
            <p:spPr>
              <a:xfrm>
                <a:off x="7936486" y="4619089"/>
                <a:ext cx="101498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IN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CA51EAE-5512-17CF-10C0-7CD17CDD0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486" y="4619089"/>
                <a:ext cx="1014983" cy="52322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9E9256C-5172-61FB-D8BB-20CB2C69CF88}"/>
                  </a:ext>
                </a:extLst>
              </p:cNvPr>
              <p:cNvSpPr txBox="1"/>
              <p:nvPr/>
            </p:nvSpPr>
            <p:spPr>
              <a:xfrm>
                <a:off x="9938907" y="4643875"/>
                <a:ext cx="10064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9E9256C-5172-61FB-D8BB-20CB2C69C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8907" y="4643875"/>
                <a:ext cx="1006425" cy="52322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6C3E5E12-9C10-EE40-0AA8-67597BB8F4FB}"/>
              </a:ext>
            </a:extLst>
          </p:cNvPr>
          <p:cNvGrpSpPr/>
          <p:nvPr/>
        </p:nvGrpSpPr>
        <p:grpSpPr>
          <a:xfrm>
            <a:off x="5525815" y="5189561"/>
            <a:ext cx="3829400" cy="523220"/>
            <a:chOff x="8476181" y="2841269"/>
            <a:chExt cx="3829400" cy="52322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C8D3D05E-573C-2396-20D4-7A32E067E653}"/>
                </a:ext>
              </a:extLst>
            </p:cNvPr>
            <p:cNvSpPr/>
            <p:nvPr/>
          </p:nvSpPr>
          <p:spPr>
            <a:xfrm>
              <a:off x="8476181" y="2994932"/>
              <a:ext cx="225066" cy="225066"/>
            </a:xfrm>
            <a:prstGeom prst="ellipse">
              <a:avLst/>
            </a:prstGeom>
            <a:solidFill>
              <a:schemeClr val="bg1"/>
            </a:solidFill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7E9E2B6-ABA6-63DB-B776-F57A6A4D9B96}"/>
                </a:ext>
              </a:extLst>
            </p:cNvPr>
            <p:cNvSpPr txBox="1"/>
            <p:nvPr/>
          </p:nvSpPr>
          <p:spPr>
            <a:xfrm>
              <a:off x="8633197" y="2841269"/>
              <a:ext cx="367238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rgbClr val="FFFF00"/>
                  </a:solidFill>
                </a:rPr>
                <a:t>This is called resonance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F2D9F4B-849F-F47F-9815-09AA833656B7}"/>
                  </a:ext>
                </a:extLst>
              </p:cNvPr>
              <p:cNvSpPr txBox="1"/>
              <p:nvPr/>
            </p:nvSpPr>
            <p:spPr>
              <a:xfrm>
                <a:off x="8429268" y="4434984"/>
                <a:ext cx="2012851" cy="982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800" b="0" i="1" dirty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2800" b="0" i="1" dirty="0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F2D9F4B-849F-F47F-9815-09AA83365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9268" y="4434984"/>
                <a:ext cx="2012851" cy="98232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4642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6" grpId="0" animBg="1"/>
      <p:bldP spid="63" grpId="0"/>
      <p:bldP spid="8" grpId="0"/>
      <p:bldP spid="9" grpId="0"/>
      <p:bldP spid="10" grpId="0"/>
      <p:bldP spid="11" grpId="0"/>
      <p:bldP spid="16" grpId="0" animBg="1"/>
      <p:bldP spid="18" grpId="0"/>
      <p:bldP spid="20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EF135-083E-F8C5-50A7-2FF74AF9D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1401200C-A527-C260-A0BB-844C1E8C0C2E}"/>
              </a:ext>
            </a:extLst>
          </p:cNvPr>
          <p:cNvGrpSpPr/>
          <p:nvPr/>
        </p:nvGrpSpPr>
        <p:grpSpPr>
          <a:xfrm>
            <a:off x="3511377" y="40144"/>
            <a:ext cx="5150734" cy="2652602"/>
            <a:chOff x="6667018" y="231422"/>
            <a:chExt cx="5150734" cy="2652602"/>
          </a:xfrm>
        </p:grpSpPr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8CAFB9C-A57C-3800-31B7-667B69A9B2B2}"/>
                </a:ext>
              </a:extLst>
            </p:cNvPr>
            <p:cNvCxnSpPr>
              <a:cxnSpLocks/>
            </p:cNvCxnSpPr>
            <p:nvPr/>
          </p:nvCxnSpPr>
          <p:spPr>
            <a:xfrm>
              <a:off x="6667018" y="2731624"/>
              <a:ext cx="5150734" cy="0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E1C6400C-ADE7-EF9B-6F51-40ADA0179C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9418" y="231422"/>
              <a:ext cx="0" cy="265260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490D24EC-404A-5137-DA8B-E43573CA7C37}"/>
              </a:ext>
            </a:extLst>
          </p:cNvPr>
          <p:cNvSpPr/>
          <p:nvPr/>
        </p:nvSpPr>
        <p:spPr>
          <a:xfrm>
            <a:off x="3661848" y="193807"/>
            <a:ext cx="4653022" cy="2346540"/>
          </a:xfrm>
          <a:custGeom>
            <a:avLst/>
            <a:gdLst>
              <a:gd name="connsiteX0" fmla="*/ 0 w 4653022"/>
              <a:gd name="connsiteY0" fmla="*/ 2454094 h 2454094"/>
              <a:gd name="connsiteX1" fmla="*/ 1030146 w 4653022"/>
              <a:gd name="connsiteY1" fmla="*/ 11836 h 2454094"/>
              <a:gd name="connsiteX2" fmla="*/ 2233914 w 4653022"/>
              <a:gd name="connsiteY2" fmla="*/ 1551269 h 2454094"/>
              <a:gd name="connsiteX3" fmla="*/ 3993265 w 4653022"/>
              <a:gd name="connsiteY3" fmla="*/ 2187877 h 2454094"/>
              <a:gd name="connsiteX4" fmla="*/ 4653022 w 4653022"/>
              <a:gd name="connsiteY4" fmla="*/ 2245750 h 2454094"/>
              <a:gd name="connsiteX0" fmla="*/ 0 w 4653022"/>
              <a:gd name="connsiteY0" fmla="*/ 2454094 h 2454094"/>
              <a:gd name="connsiteX1" fmla="*/ 1030146 w 4653022"/>
              <a:gd name="connsiteY1" fmla="*/ 11836 h 2454094"/>
              <a:gd name="connsiteX2" fmla="*/ 2233914 w 4653022"/>
              <a:gd name="connsiteY2" fmla="*/ 1551269 h 2454094"/>
              <a:gd name="connsiteX3" fmla="*/ 3993265 w 4653022"/>
              <a:gd name="connsiteY3" fmla="*/ 2187877 h 2454094"/>
              <a:gd name="connsiteX4" fmla="*/ 4653022 w 4653022"/>
              <a:gd name="connsiteY4" fmla="*/ 2326773 h 2454094"/>
              <a:gd name="connsiteX0" fmla="*/ 0 w 4653022"/>
              <a:gd name="connsiteY0" fmla="*/ 2454094 h 2454094"/>
              <a:gd name="connsiteX1" fmla="*/ 1030146 w 4653022"/>
              <a:gd name="connsiteY1" fmla="*/ 11836 h 2454094"/>
              <a:gd name="connsiteX2" fmla="*/ 2233914 w 4653022"/>
              <a:gd name="connsiteY2" fmla="*/ 1551269 h 2454094"/>
              <a:gd name="connsiteX3" fmla="*/ 3993265 w 4653022"/>
              <a:gd name="connsiteY3" fmla="*/ 2187877 h 2454094"/>
              <a:gd name="connsiteX4" fmla="*/ 4653022 w 4653022"/>
              <a:gd name="connsiteY4" fmla="*/ 2326773 h 245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3022" h="2454094">
                <a:moveTo>
                  <a:pt x="0" y="2454094"/>
                </a:moveTo>
                <a:cubicBezTo>
                  <a:pt x="328913" y="1308200"/>
                  <a:pt x="657827" y="162307"/>
                  <a:pt x="1030146" y="11836"/>
                </a:cubicBezTo>
                <a:cubicBezTo>
                  <a:pt x="1402465" y="-138635"/>
                  <a:pt x="1740061" y="1188595"/>
                  <a:pt x="2233914" y="1551269"/>
                </a:cubicBezTo>
                <a:cubicBezTo>
                  <a:pt x="2727767" y="1913942"/>
                  <a:pt x="3590080" y="2072130"/>
                  <a:pt x="3993265" y="2187877"/>
                </a:cubicBezTo>
                <a:cubicBezTo>
                  <a:pt x="4396450" y="2303624"/>
                  <a:pt x="4501586" y="2297836"/>
                  <a:pt x="4653022" y="2326773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63AA8FE-4AAF-59A9-66B8-980139BBE8D1}"/>
                  </a:ext>
                </a:extLst>
              </p:cNvPr>
              <p:cNvSpPr txBox="1"/>
              <p:nvPr/>
            </p:nvSpPr>
            <p:spPr>
              <a:xfrm>
                <a:off x="3404427" y="0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63AA8FE-4AAF-59A9-66B8-980139BBE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427" y="0"/>
                <a:ext cx="9144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F4AC9A2-24DB-D063-B9B0-7456ECE4FB66}"/>
                  </a:ext>
                </a:extLst>
              </p:cNvPr>
              <p:cNvSpPr txBox="1"/>
              <p:nvPr/>
            </p:nvSpPr>
            <p:spPr>
              <a:xfrm>
                <a:off x="8185195" y="1983838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F4AC9A2-24DB-D063-B9B0-7456ECE4F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5195" y="1983838"/>
                <a:ext cx="9144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84DBEFC-21FB-C9D2-7A5F-27BF2C8BF8C0}"/>
              </a:ext>
            </a:extLst>
          </p:cNvPr>
          <p:cNvCxnSpPr>
            <a:cxnSpLocks/>
          </p:cNvCxnSpPr>
          <p:nvPr/>
        </p:nvCxnSpPr>
        <p:spPr>
          <a:xfrm>
            <a:off x="4744595" y="228294"/>
            <a:ext cx="0" cy="2312052"/>
          </a:xfrm>
          <a:prstGeom prst="straightConnector1">
            <a:avLst/>
          </a:prstGeom>
          <a:ln w="12700">
            <a:solidFill>
              <a:schemeClr val="bg1"/>
            </a:solidFill>
            <a:prstDash val="dash"/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999344-7474-6B6C-6B97-5B4D5717FEB8}"/>
                  </a:ext>
                </a:extLst>
              </p:cNvPr>
              <p:cNvSpPr txBox="1"/>
              <p:nvPr/>
            </p:nvSpPr>
            <p:spPr>
              <a:xfrm>
                <a:off x="4418384" y="3021127"/>
                <a:ext cx="1412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999344-7474-6B6C-6B97-5B4D5717F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8384" y="3021127"/>
                <a:ext cx="141224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4FD212-92A0-ACE1-EF53-260A7E201953}"/>
                  </a:ext>
                </a:extLst>
              </p:cNvPr>
              <p:cNvSpPr txBox="1"/>
              <p:nvPr/>
            </p:nvSpPr>
            <p:spPr>
              <a:xfrm>
                <a:off x="4337104" y="3577662"/>
                <a:ext cx="1412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4FD212-92A0-ACE1-EF53-260A7E201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104" y="3577662"/>
                <a:ext cx="141224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410AD8-0D6F-4275-D189-EEE49908C287}"/>
                  </a:ext>
                </a:extLst>
              </p:cNvPr>
              <p:cNvSpPr txBox="1"/>
              <p:nvPr/>
            </p:nvSpPr>
            <p:spPr>
              <a:xfrm>
                <a:off x="4119260" y="4096218"/>
                <a:ext cx="17873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7410AD8-0D6F-4275-D189-EEE49908C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260" y="4096218"/>
                <a:ext cx="1787333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28BB48B-5386-A98B-463B-66FB7A05ACD1}"/>
              </a:ext>
            </a:extLst>
          </p:cNvPr>
          <p:cNvSpPr txBox="1"/>
          <p:nvPr/>
        </p:nvSpPr>
        <p:spPr>
          <a:xfrm>
            <a:off x="4316691" y="4561334"/>
            <a:ext cx="3971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Circuit is pure resistive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1159B6-A59A-4463-5AE9-FBFE4E411904}"/>
              </a:ext>
            </a:extLst>
          </p:cNvPr>
          <p:cNvSpPr txBox="1"/>
          <p:nvPr/>
        </p:nvSpPr>
        <p:spPr>
          <a:xfrm>
            <a:off x="4500226" y="5048408"/>
            <a:ext cx="4561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I and V will be in same phase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0B74ED-8DB6-ACC9-CF11-1D7DFC1EB57B}"/>
                  </a:ext>
                </a:extLst>
              </p:cNvPr>
              <p:cNvSpPr txBox="1"/>
              <p:nvPr/>
            </p:nvSpPr>
            <p:spPr>
              <a:xfrm>
                <a:off x="819284" y="2593016"/>
                <a:ext cx="1412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60B74ED-8DB6-ACC9-CF11-1D7DFC1EB5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84" y="2593016"/>
                <a:ext cx="141224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97F0B096-5DC2-8B59-8756-F2CD1F224B52}"/>
              </a:ext>
            </a:extLst>
          </p:cNvPr>
          <p:cNvSpPr txBox="1"/>
          <p:nvPr/>
        </p:nvSpPr>
        <p:spPr>
          <a:xfrm>
            <a:off x="371418" y="4099140"/>
            <a:ext cx="22563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Circuit is capacitive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7108D4-5104-D44F-E6D7-2B45B4FAEB98}"/>
              </a:ext>
            </a:extLst>
          </p:cNvPr>
          <p:cNvSpPr txBox="1"/>
          <p:nvPr/>
        </p:nvSpPr>
        <p:spPr>
          <a:xfrm>
            <a:off x="269817" y="4950008"/>
            <a:ext cx="2591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I Is leading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947EF4-0716-1E0E-1B07-BAAB6E9E1C9B}"/>
                  </a:ext>
                </a:extLst>
              </p:cNvPr>
              <p:cNvSpPr txBox="1"/>
              <p:nvPr/>
            </p:nvSpPr>
            <p:spPr>
              <a:xfrm>
                <a:off x="9756535" y="2365712"/>
                <a:ext cx="1412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947EF4-0716-1E0E-1B07-BAAB6E9E1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6535" y="2365712"/>
                <a:ext cx="141224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E702E487-A9DF-6ED0-306F-DA6C94E0C349}"/>
              </a:ext>
            </a:extLst>
          </p:cNvPr>
          <p:cNvSpPr txBox="1"/>
          <p:nvPr/>
        </p:nvSpPr>
        <p:spPr>
          <a:xfrm>
            <a:off x="9396861" y="3972556"/>
            <a:ext cx="22563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Circuit is Inductive 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0C480D-DB66-8817-B4D0-DA587A9D2782}"/>
              </a:ext>
            </a:extLst>
          </p:cNvPr>
          <p:cNvSpPr txBox="1"/>
          <p:nvPr/>
        </p:nvSpPr>
        <p:spPr>
          <a:xfrm>
            <a:off x="9334589" y="4852921"/>
            <a:ext cx="2591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V is leading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07FE032-76FB-E424-C24F-61B910BC77D9}"/>
                  </a:ext>
                </a:extLst>
              </p:cNvPr>
              <p:cNvSpPr txBox="1"/>
              <p:nvPr/>
            </p:nvSpPr>
            <p:spPr>
              <a:xfrm>
                <a:off x="4296721" y="2524245"/>
                <a:ext cx="101498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IN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07FE032-76FB-E424-C24F-61B910BC77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721" y="2524245"/>
                <a:ext cx="101498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55BEA57-9517-82BC-B0FB-7949E97A82D4}"/>
                  </a:ext>
                </a:extLst>
              </p:cNvPr>
              <p:cNvSpPr txBox="1"/>
              <p:nvPr/>
            </p:nvSpPr>
            <p:spPr>
              <a:xfrm>
                <a:off x="5231173" y="2549031"/>
                <a:ext cx="10064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55BEA57-9517-82BC-B0FB-7949E97A8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1173" y="2549031"/>
                <a:ext cx="1006425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5D1AEA5-7255-C227-91D1-A802D26D310D}"/>
                  </a:ext>
                </a:extLst>
              </p:cNvPr>
              <p:cNvSpPr txBox="1"/>
              <p:nvPr/>
            </p:nvSpPr>
            <p:spPr>
              <a:xfrm>
                <a:off x="454350" y="2006603"/>
                <a:ext cx="101498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IN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5D1AEA5-7255-C227-91D1-A802D26D3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350" y="2006603"/>
                <a:ext cx="1014983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8F7D118-7E2B-F037-080B-58D1386CC41B}"/>
                  </a:ext>
                </a:extLst>
              </p:cNvPr>
              <p:cNvSpPr txBox="1"/>
              <p:nvPr/>
            </p:nvSpPr>
            <p:spPr>
              <a:xfrm>
                <a:off x="1348344" y="1990529"/>
                <a:ext cx="10064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8F7D118-7E2B-F037-080B-58D1386CC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8344" y="1990529"/>
                <a:ext cx="1006425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14A22F-7099-55BC-0C38-588874701765}"/>
                  </a:ext>
                </a:extLst>
              </p:cNvPr>
              <p:cNvSpPr txBox="1"/>
              <p:nvPr/>
            </p:nvSpPr>
            <p:spPr>
              <a:xfrm>
                <a:off x="9295260" y="1817926"/>
                <a:ext cx="101498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IN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614A22F-7099-55BC-0C38-588874701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5260" y="1817926"/>
                <a:ext cx="1014983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CD3B4BC-0E0C-93F4-5FC2-D055ABA62BA3}"/>
                  </a:ext>
                </a:extLst>
              </p:cNvPr>
              <p:cNvSpPr txBox="1"/>
              <p:nvPr/>
            </p:nvSpPr>
            <p:spPr>
              <a:xfrm>
                <a:off x="10189254" y="1801852"/>
                <a:ext cx="10064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CD3B4BC-0E0C-93F4-5FC2-D055ABA62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9254" y="1801852"/>
                <a:ext cx="1006425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Rectangle 94">
            <a:extLst>
              <a:ext uri="{FF2B5EF4-FFF2-40B4-BE49-F238E27FC236}">
                <a16:creationId xmlns:a16="http://schemas.microsoft.com/office/drawing/2014/main" id="{EE1E7C2D-73A0-BC31-D95A-6F61961450F9}"/>
              </a:ext>
            </a:extLst>
          </p:cNvPr>
          <p:cNvSpPr/>
          <p:nvPr/>
        </p:nvSpPr>
        <p:spPr>
          <a:xfrm>
            <a:off x="6339759" y="346129"/>
            <a:ext cx="32827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Resonance</a:t>
            </a:r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22135363-1737-0593-F15A-DA767AD84176}"/>
              </a:ext>
            </a:extLst>
          </p:cNvPr>
          <p:cNvCxnSpPr>
            <a:stCxn id="95" idx="1"/>
          </p:cNvCxnSpPr>
          <p:nvPr/>
        </p:nvCxnSpPr>
        <p:spPr>
          <a:xfrm rot="10800000" flipV="1">
            <a:off x="4771195" y="807793"/>
            <a:ext cx="1568565" cy="498595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69E8EB-F457-DB41-8BF9-2F219C4CDDA3}"/>
                  </a:ext>
                </a:extLst>
              </p:cNvPr>
              <p:cNvSpPr txBox="1"/>
              <p:nvPr/>
            </p:nvSpPr>
            <p:spPr>
              <a:xfrm>
                <a:off x="5008262" y="3055079"/>
                <a:ext cx="1412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D69E8EB-F457-DB41-8BF9-2F219C4CD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8262" y="3055079"/>
                <a:ext cx="1412240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539808-1112-82B2-BB44-B4974F4F4D27}"/>
                  </a:ext>
                </a:extLst>
              </p:cNvPr>
              <p:cNvSpPr txBox="1"/>
              <p:nvPr/>
            </p:nvSpPr>
            <p:spPr>
              <a:xfrm>
                <a:off x="4926982" y="3611614"/>
                <a:ext cx="141224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539808-1112-82B2-BB44-B4974F4F4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6982" y="3611614"/>
                <a:ext cx="1412240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86BC22-6B6F-7FDF-4557-9AB5065AF05E}"/>
                  </a:ext>
                </a:extLst>
              </p:cNvPr>
              <p:cNvSpPr txBox="1"/>
              <p:nvPr/>
            </p:nvSpPr>
            <p:spPr>
              <a:xfrm>
                <a:off x="4926981" y="4117042"/>
                <a:ext cx="178733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686BC22-6B6F-7FDF-4557-9AB5065AF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6981" y="4117042"/>
                <a:ext cx="1787333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1017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2" grpId="0"/>
      <p:bldP spid="16" grpId="0"/>
      <p:bldP spid="18" grpId="0"/>
      <p:bldP spid="20" grpId="0"/>
      <p:bldP spid="24" grpId="0"/>
      <p:bldP spid="25" grpId="0"/>
      <p:bldP spid="95" grpId="0"/>
      <p:bldP spid="2" grpId="0"/>
      <p:bldP spid="3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438811-218B-EFBB-2AB4-41E75B242BB8}"/>
              </a:ext>
            </a:extLst>
          </p:cNvPr>
          <p:cNvSpPr/>
          <p:nvPr/>
        </p:nvSpPr>
        <p:spPr>
          <a:xfrm>
            <a:off x="5906584" y="51088"/>
            <a:ext cx="3926075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Sharpness and quality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263BAB-C880-51E6-51EE-692EF474B659}"/>
              </a:ext>
            </a:extLst>
          </p:cNvPr>
          <p:cNvSpPr/>
          <p:nvPr/>
        </p:nvSpPr>
        <p:spPr>
          <a:xfrm>
            <a:off x="0" y="-118189"/>
            <a:ext cx="57331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Qualitative idea for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6C9B68A-75DF-B25C-307D-D2018B516910}"/>
              </a:ext>
            </a:extLst>
          </p:cNvPr>
          <p:cNvGrpSpPr/>
          <p:nvPr/>
        </p:nvGrpSpPr>
        <p:grpSpPr>
          <a:xfrm>
            <a:off x="6096000" y="3677599"/>
            <a:ext cx="5150734" cy="2652602"/>
            <a:chOff x="834236" y="4154310"/>
            <a:chExt cx="5150734" cy="265260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FB09EBE-7B00-F36E-312E-EF4D403EFD68}"/>
                </a:ext>
              </a:extLst>
            </p:cNvPr>
            <p:cNvGrpSpPr/>
            <p:nvPr/>
          </p:nvGrpSpPr>
          <p:grpSpPr>
            <a:xfrm>
              <a:off x="834236" y="4154310"/>
              <a:ext cx="5150734" cy="2652602"/>
              <a:chOff x="6667018" y="231422"/>
              <a:chExt cx="5150734" cy="2652602"/>
            </a:xfrm>
          </p:grpSpPr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74DD7FA3-E1FE-D0DF-2C1B-B9D222AE32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67018" y="2731624"/>
                <a:ext cx="5150734" cy="0"/>
              </a:xfrm>
              <a:prstGeom prst="straightConnector1">
                <a:avLst/>
              </a:prstGeom>
              <a:ln w="1905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FAEF0505-2406-D61A-EBDA-B6E83B9E77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19418" y="231422"/>
                <a:ext cx="0" cy="2652602"/>
              </a:xfrm>
              <a:prstGeom prst="straightConnector1">
                <a:avLst/>
              </a:prstGeom>
              <a:ln w="19050"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7DA0F6B-EA3F-00BC-E209-BE898FA02A6D}"/>
                </a:ext>
              </a:extLst>
            </p:cNvPr>
            <p:cNvSpPr/>
            <p:nvPr/>
          </p:nvSpPr>
          <p:spPr>
            <a:xfrm>
              <a:off x="984707" y="4307973"/>
              <a:ext cx="4622989" cy="2346540"/>
            </a:xfrm>
            <a:custGeom>
              <a:avLst/>
              <a:gdLst>
                <a:gd name="connsiteX0" fmla="*/ 0 w 4653022"/>
                <a:gd name="connsiteY0" fmla="*/ 2454094 h 2454094"/>
                <a:gd name="connsiteX1" fmla="*/ 1030146 w 4653022"/>
                <a:gd name="connsiteY1" fmla="*/ 11836 h 2454094"/>
                <a:gd name="connsiteX2" fmla="*/ 2233914 w 4653022"/>
                <a:gd name="connsiteY2" fmla="*/ 1551269 h 2454094"/>
                <a:gd name="connsiteX3" fmla="*/ 3993265 w 4653022"/>
                <a:gd name="connsiteY3" fmla="*/ 2187877 h 2454094"/>
                <a:gd name="connsiteX4" fmla="*/ 4653022 w 4653022"/>
                <a:gd name="connsiteY4" fmla="*/ 2245750 h 2454094"/>
                <a:gd name="connsiteX0" fmla="*/ 0 w 4653022"/>
                <a:gd name="connsiteY0" fmla="*/ 2454094 h 2454094"/>
                <a:gd name="connsiteX1" fmla="*/ 1030146 w 4653022"/>
                <a:gd name="connsiteY1" fmla="*/ 11836 h 2454094"/>
                <a:gd name="connsiteX2" fmla="*/ 2233914 w 4653022"/>
                <a:gd name="connsiteY2" fmla="*/ 1551269 h 2454094"/>
                <a:gd name="connsiteX3" fmla="*/ 3993265 w 4653022"/>
                <a:gd name="connsiteY3" fmla="*/ 2187877 h 2454094"/>
                <a:gd name="connsiteX4" fmla="*/ 4653022 w 4653022"/>
                <a:gd name="connsiteY4" fmla="*/ 2326773 h 2454094"/>
                <a:gd name="connsiteX0" fmla="*/ 0 w 4653022"/>
                <a:gd name="connsiteY0" fmla="*/ 2454094 h 2454094"/>
                <a:gd name="connsiteX1" fmla="*/ 1030146 w 4653022"/>
                <a:gd name="connsiteY1" fmla="*/ 11836 h 2454094"/>
                <a:gd name="connsiteX2" fmla="*/ 2233914 w 4653022"/>
                <a:gd name="connsiteY2" fmla="*/ 1551269 h 2454094"/>
                <a:gd name="connsiteX3" fmla="*/ 3993265 w 4653022"/>
                <a:gd name="connsiteY3" fmla="*/ 2187877 h 2454094"/>
                <a:gd name="connsiteX4" fmla="*/ 4653022 w 4653022"/>
                <a:gd name="connsiteY4" fmla="*/ 2326773 h 2454094"/>
                <a:gd name="connsiteX0" fmla="*/ 0 w 10799952"/>
                <a:gd name="connsiteY0" fmla="*/ 2454094 h 2454094"/>
                <a:gd name="connsiteX1" fmla="*/ 1030146 w 10799952"/>
                <a:gd name="connsiteY1" fmla="*/ 11836 h 2454094"/>
                <a:gd name="connsiteX2" fmla="*/ 2233914 w 10799952"/>
                <a:gd name="connsiteY2" fmla="*/ 1551269 h 2454094"/>
                <a:gd name="connsiteX3" fmla="*/ 3993265 w 10799952"/>
                <a:gd name="connsiteY3" fmla="*/ 2187877 h 2454094"/>
                <a:gd name="connsiteX4" fmla="*/ 10799952 w 10799952"/>
                <a:gd name="connsiteY4" fmla="*/ 2375564 h 2454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9952" h="2454094">
                  <a:moveTo>
                    <a:pt x="0" y="2454094"/>
                  </a:moveTo>
                  <a:cubicBezTo>
                    <a:pt x="328913" y="1308200"/>
                    <a:pt x="657827" y="162307"/>
                    <a:pt x="1030146" y="11836"/>
                  </a:cubicBezTo>
                  <a:cubicBezTo>
                    <a:pt x="1402465" y="-138635"/>
                    <a:pt x="1740061" y="1188595"/>
                    <a:pt x="2233914" y="1551269"/>
                  </a:cubicBezTo>
                  <a:cubicBezTo>
                    <a:pt x="2727767" y="1913942"/>
                    <a:pt x="3590080" y="2072130"/>
                    <a:pt x="3993265" y="2187877"/>
                  </a:cubicBezTo>
                  <a:cubicBezTo>
                    <a:pt x="4396450" y="2303624"/>
                    <a:pt x="10648516" y="2346627"/>
                    <a:pt x="10799952" y="2375564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1028" name="Picture 4" descr="Radio PNG transparent image download, size: 800x800px">
            <a:extLst>
              <a:ext uri="{FF2B5EF4-FFF2-40B4-BE49-F238E27FC236}">
                <a16:creationId xmlns:a16="http://schemas.microsoft.com/office/drawing/2014/main" id="{C84CC36A-B849-9464-81D5-BDC3FFF09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68" y="1082460"/>
            <a:ext cx="4598607" cy="459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BE9C784-DDC9-5547-8C34-6E600514E0D3}"/>
              </a:ext>
            </a:extLst>
          </p:cNvPr>
          <p:cNvGrpSpPr/>
          <p:nvPr/>
        </p:nvGrpSpPr>
        <p:grpSpPr>
          <a:xfrm>
            <a:off x="6096000" y="904888"/>
            <a:ext cx="5150734" cy="2652602"/>
            <a:chOff x="6667018" y="231422"/>
            <a:chExt cx="5150734" cy="265260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7220E3C-BB11-9688-1749-6AC1391D16EC}"/>
                </a:ext>
              </a:extLst>
            </p:cNvPr>
            <p:cNvCxnSpPr>
              <a:cxnSpLocks/>
            </p:cNvCxnSpPr>
            <p:nvPr/>
          </p:nvCxnSpPr>
          <p:spPr>
            <a:xfrm>
              <a:off x="6667018" y="2731624"/>
              <a:ext cx="5150734" cy="0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0A6C76B-F717-700B-EF0A-845FE5A250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9418" y="231422"/>
              <a:ext cx="0" cy="265260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2293160-7937-360B-C09F-4B1F6799C1C2}"/>
              </a:ext>
            </a:extLst>
          </p:cNvPr>
          <p:cNvSpPr/>
          <p:nvPr/>
        </p:nvSpPr>
        <p:spPr>
          <a:xfrm>
            <a:off x="6246471" y="1058551"/>
            <a:ext cx="4653022" cy="2346540"/>
          </a:xfrm>
          <a:custGeom>
            <a:avLst/>
            <a:gdLst>
              <a:gd name="connsiteX0" fmla="*/ 0 w 4653022"/>
              <a:gd name="connsiteY0" fmla="*/ 2454094 h 2454094"/>
              <a:gd name="connsiteX1" fmla="*/ 1030146 w 4653022"/>
              <a:gd name="connsiteY1" fmla="*/ 11836 h 2454094"/>
              <a:gd name="connsiteX2" fmla="*/ 2233914 w 4653022"/>
              <a:gd name="connsiteY2" fmla="*/ 1551269 h 2454094"/>
              <a:gd name="connsiteX3" fmla="*/ 3993265 w 4653022"/>
              <a:gd name="connsiteY3" fmla="*/ 2187877 h 2454094"/>
              <a:gd name="connsiteX4" fmla="*/ 4653022 w 4653022"/>
              <a:gd name="connsiteY4" fmla="*/ 2245750 h 2454094"/>
              <a:gd name="connsiteX0" fmla="*/ 0 w 4653022"/>
              <a:gd name="connsiteY0" fmla="*/ 2454094 h 2454094"/>
              <a:gd name="connsiteX1" fmla="*/ 1030146 w 4653022"/>
              <a:gd name="connsiteY1" fmla="*/ 11836 h 2454094"/>
              <a:gd name="connsiteX2" fmla="*/ 2233914 w 4653022"/>
              <a:gd name="connsiteY2" fmla="*/ 1551269 h 2454094"/>
              <a:gd name="connsiteX3" fmla="*/ 3993265 w 4653022"/>
              <a:gd name="connsiteY3" fmla="*/ 2187877 h 2454094"/>
              <a:gd name="connsiteX4" fmla="*/ 4653022 w 4653022"/>
              <a:gd name="connsiteY4" fmla="*/ 2326773 h 2454094"/>
              <a:gd name="connsiteX0" fmla="*/ 0 w 4653022"/>
              <a:gd name="connsiteY0" fmla="*/ 2454094 h 2454094"/>
              <a:gd name="connsiteX1" fmla="*/ 1030146 w 4653022"/>
              <a:gd name="connsiteY1" fmla="*/ 11836 h 2454094"/>
              <a:gd name="connsiteX2" fmla="*/ 2233914 w 4653022"/>
              <a:gd name="connsiteY2" fmla="*/ 1551269 h 2454094"/>
              <a:gd name="connsiteX3" fmla="*/ 3993265 w 4653022"/>
              <a:gd name="connsiteY3" fmla="*/ 2187877 h 2454094"/>
              <a:gd name="connsiteX4" fmla="*/ 4653022 w 4653022"/>
              <a:gd name="connsiteY4" fmla="*/ 2326773 h 245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3022" h="2454094">
                <a:moveTo>
                  <a:pt x="0" y="2454094"/>
                </a:moveTo>
                <a:cubicBezTo>
                  <a:pt x="328913" y="1308200"/>
                  <a:pt x="657827" y="162307"/>
                  <a:pt x="1030146" y="11836"/>
                </a:cubicBezTo>
                <a:cubicBezTo>
                  <a:pt x="1402465" y="-138635"/>
                  <a:pt x="1740061" y="1188595"/>
                  <a:pt x="2233914" y="1551269"/>
                </a:cubicBezTo>
                <a:cubicBezTo>
                  <a:pt x="2727767" y="1913942"/>
                  <a:pt x="3590080" y="2072130"/>
                  <a:pt x="3993265" y="2187877"/>
                </a:cubicBezTo>
                <a:cubicBezTo>
                  <a:pt x="4396450" y="2303624"/>
                  <a:pt x="4501586" y="2297836"/>
                  <a:pt x="4653022" y="2326773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F6CB863-1462-8E6F-AF43-7AD31E9DCE20}"/>
              </a:ext>
            </a:extLst>
          </p:cNvPr>
          <p:cNvSpPr/>
          <p:nvPr/>
        </p:nvSpPr>
        <p:spPr>
          <a:xfrm>
            <a:off x="7361377" y="4329781"/>
            <a:ext cx="387907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This is better</a:t>
            </a:r>
          </a:p>
        </p:txBody>
      </p:sp>
    </p:spTree>
    <p:extLst>
      <p:ext uri="{BB962C8B-B14F-4D97-AF65-F5344CB8AC3E}">
        <p14:creationId xmlns:p14="http://schemas.microsoft.com/office/powerpoint/2010/main" val="3792124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D7DAA-CEEE-6DBA-E4C6-C00D52E01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6D3D305-665F-AB64-8316-B07F813B2535}"/>
              </a:ext>
            </a:extLst>
          </p:cNvPr>
          <p:cNvGrpSpPr/>
          <p:nvPr/>
        </p:nvGrpSpPr>
        <p:grpSpPr>
          <a:xfrm>
            <a:off x="254133" y="1162965"/>
            <a:ext cx="5150734" cy="2652602"/>
            <a:chOff x="6667018" y="231422"/>
            <a:chExt cx="5150734" cy="2652602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CE292CD-A234-0C8F-2FD4-3672F56877D3}"/>
                </a:ext>
              </a:extLst>
            </p:cNvPr>
            <p:cNvCxnSpPr>
              <a:cxnSpLocks/>
            </p:cNvCxnSpPr>
            <p:nvPr/>
          </p:nvCxnSpPr>
          <p:spPr>
            <a:xfrm>
              <a:off x="6667018" y="2731624"/>
              <a:ext cx="5150734" cy="0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6D94B15-6BB6-87FA-ADAF-AE67A12EAB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9418" y="231422"/>
              <a:ext cx="0" cy="265260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561E063-ADAA-5AE2-898D-2F168A7F7971}"/>
              </a:ext>
            </a:extLst>
          </p:cNvPr>
          <p:cNvSpPr/>
          <p:nvPr/>
        </p:nvSpPr>
        <p:spPr>
          <a:xfrm>
            <a:off x="404604" y="1316628"/>
            <a:ext cx="4653022" cy="2346540"/>
          </a:xfrm>
          <a:custGeom>
            <a:avLst/>
            <a:gdLst>
              <a:gd name="connsiteX0" fmla="*/ 0 w 4653022"/>
              <a:gd name="connsiteY0" fmla="*/ 2454094 h 2454094"/>
              <a:gd name="connsiteX1" fmla="*/ 1030146 w 4653022"/>
              <a:gd name="connsiteY1" fmla="*/ 11836 h 2454094"/>
              <a:gd name="connsiteX2" fmla="*/ 2233914 w 4653022"/>
              <a:gd name="connsiteY2" fmla="*/ 1551269 h 2454094"/>
              <a:gd name="connsiteX3" fmla="*/ 3993265 w 4653022"/>
              <a:gd name="connsiteY3" fmla="*/ 2187877 h 2454094"/>
              <a:gd name="connsiteX4" fmla="*/ 4653022 w 4653022"/>
              <a:gd name="connsiteY4" fmla="*/ 2245750 h 2454094"/>
              <a:gd name="connsiteX0" fmla="*/ 0 w 4653022"/>
              <a:gd name="connsiteY0" fmla="*/ 2454094 h 2454094"/>
              <a:gd name="connsiteX1" fmla="*/ 1030146 w 4653022"/>
              <a:gd name="connsiteY1" fmla="*/ 11836 h 2454094"/>
              <a:gd name="connsiteX2" fmla="*/ 2233914 w 4653022"/>
              <a:gd name="connsiteY2" fmla="*/ 1551269 h 2454094"/>
              <a:gd name="connsiteX3" fmla="*/ 3993265 w 4653022"/>
              <a:gd name="connsiteY3" fmla="*/ 2187877 h 2454094"/>
              <a:gd name="connsiteX4" fmla="*/ 4653022 w 4653022"/>
              <a:gd name="connsiteY4" fmla="*/ 2326773 h 2454094"/>
              <a:gd name="connsiteX0" fmla="*/ 0 w 4653022"/>
              <a:gd name="connsiteY0" fmla="*/ 2454094 h 2454094"/>
              <a:gd name="connsiteX1" fmla="*/ 1030146 w 4653022"/>
              <a:gd name="connsiteY1" fmla="*/ 11836 h 2454094"/>
              <a:gd name="connsiteX2" fmla="*/ 2233914 w 4653022"/>
              <a:gd name="connsiteY2" fmla="*/ 1551269 h 2454094"/>
              <a:gd name="connsiteX3" fmla="*/ 3993265 w 4653022"/>
              <a:gd name="connsiteY3" fmla="*/ 2187877 h 2454094"/>
              <a:gd name="connsiteX4" fmla="*/ 4653022 w 4653022"/>
              <a:gd name="connsiteY4" fmla="*/ 2326773 h 245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3022" h="2454094">
                <a:moveTo>
                  <a:pt x="0" y="2454094"/>
                </a:moveTo>
                <a:cubicBezTo>
                  <a:pt x="328913" y="1308200"/>
                  <a:pt x="657827" y="162307"/>
                  <a:pt x="1030146" y="11836"/>
                </a:cubicBezTo>
                <a:cubicBezTo>
                  <a:pt x="1402465" y="-138635"/>
                  <a:pt x="1740061" y="1188595"/>
                  <a:pt x="2233914" y="1551269"/>
                </a:cubicBezTo>
                <a:cubicBezTo>
                  <a:pt x="2727767" y="1913942"/>
                  <a:pt x="3590080" y="2072130"/>
                  <a:pt x="3993265" y="2187877"/>
                </a:cubicBezTo>
                <a:cubicBezTo>
                  <a:pt x="4396450" y="2303624"/>
                  <a:pt x="4501586" y="2297836"/>
                  <a:pt x="4653022" y="2326773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8AA62C-D8D6-2F2E-9BC0-199FE6736B53}"/>
                  </a:ext>
                </a:extLst>
              </p:cNvPr>
              <p:cNvSpPr txBox="1"/>
              <p:nvPr/>
            </p:nvSpPr>
            <p:spPr>
              <a:xfrm>
                <a:off x="167148" y="1094337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8AA62C-D8D6-2F2E-9BC0-199FE6736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148" y="1094337"/>
                <a:ext cx="9144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A839E9-2C30-9371-F7A4-6588C0D68046}"/>
                  </a:ext>
                </a:extLst>
              </p:cNvPr>
              <p:cNvSpPr txBox="1"/>
              <p:nvPr/>
            </p:nvSpPr>
            <p:spPr>
              <a:xfrm>
                <a:off x="4706652" y="3629162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9A839E9-2C30-9371-F7A4-6588C0D68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6652" y="3629162"/>
                <a:ext cx="91440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558150-4718-43E3-8991-C2A2C34E25F6}"/>
              </a:ext>
            </a:extLst>
          </p:cNvPr>
          <p:cNvCxnSpPr>
            <a:cxnSpLocks/>
          </p:cNvCxnSpPr>
          <p:nvPr/>
        </p:nvCxnSpPr>
        <p:spPr>
          <a:xfrm>
            <a:off x="1477191" y="1351115"/>
            <a:ext cx="0" cy="2312052"/>
          </a:xfrm>
          <a:prstGeom prst="straightConnector1">
            <a:avLst/>
          </a:prstGeom>
          <a:ln w="12700">
            <a:solidFill>
              <a:schemeClr val="bg1"/>
            </a:solidFill>
            <a:prstDash val="dash"/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825192F-4402-DD1C-86B1-93C657B781F1}"/>
              </a:ext>
            </a:extLst>
          </p:cNvPr>
          <p:cNvSpPr/>
          <p:nvPr/>
        </p:nvSpPr>
        <p:spPr>
          <a:xfrm>
            <a:off x="-3899" y="-9331"/>
            <a:ext cx="65085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Sharpness and quality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EE993F6-A07A-1613-6A33-85F1BD1D27E0}"/>
              </a:ext>
            </a:extLst>
          </p:cNvPr>
          <p:cNvSpPr/>
          <p:nvPr/>
        </p:nvSpPr>
        <p:spPr>
          <a:xfrm>
            <a:off x="1177577" y="1054351"/>
            <a:ext cx="589278" cy="445208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05201B5-EFF2-BEF7-7B48-2FFD5DC8E69D}"/>
              </a:ext>
            </a:extLst>
          </p:cNvPr>
          <p:cNvGrpSpPr/>
          <p:nvPr/>
        </p:nvGrpSpPr>
        <p:grpSpPr>
          <a:xfrm>
            <a:off x="404604" y="1814638"/>
            <a:ext cx="4718002" cy="523220"/>
            <a:chOff x="984707" y="2050607"/>
            <a:chExt cx="5479644" cy="523220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F0B007E-72B0-8E79-29CB-2F8D0F111261}"/>
                </a:ext>
              </a:extLst>
            </p:cNvPr>
            <p:cNvCxnSpPr/>
            <p:nvPr/>
          </p:nvCxnSpPr>
          <p:spPr>
            <a:xfrm>
              <a:off x="984707" y="2540000"/>
              <a:ext cx="5334813" cy="0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55AAB9E-A21D-2306-1120-AF77F9A44CB8}"/>
                </a:ext>
              </a:extLst>
            </p:cNvPr>
            <p:cNvSpPr txBox="1"/>
            <p:nvPr/>
          </p:nvSpPr>
          <p:spPr>
            <a:xfrm>
              <a:off x="3392503" y="2050607"/>
              <a:ext cx="307184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rgbClr val="FFFF00"/>
                  </a:solidFill>
                </a:rPr>
                <a:t>Half power level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7F29799-40EB-53B2-B148-B65CA1BCB1E0}"/>
              </a:ext>
            </a:extLst>
          </p:cNvPr>
          <p:cNvSpPr txBox="1"/>
          <p:nvPr/>
        </p:nvSpPr>
        <p:spPr>
          <a:xfrm>
            <a:off x="1954787" y="953250"/>
            <a:ext cx="1818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Z is ______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F3C4-C982-BF83-C84E-6A815CC504CD}"/>
              </a:ext>
            </a:extLst>
          </p:cNvPr>
          <p:cNvSpPr txBox="1"/>
          <p:nvPr/>
        </p:nvSpPr>
        <p:spPr>
          <a:xfrm>
            <a:off x="3831105" y="926549"/>
            <a:ext cx="1818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I is 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7D8514-8A8D-1513-6547-F0B47D329A3F}"/>
              </a:ext>
            </a:extLst>
          </p:cNvPr>
          <p:cNvSpPr txBox="1"/>
          <p:nvPr/>
        </p:nvSpPr>
        <p:spPr>
          <a:xfrm>
            <a:off x="5707422" y="899848"/>
            <a:ext cx="311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Power is ______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A94F03-ACE0-B7E2-0F79-2DCFAAE74C2D}"/>
              </a:ext>
            </a:extLst>
          </p:cNvPr>
          <p:cNvSpPr txBox="1"/>
          <p:nvPr/>
        </p:nvSpPr>
        <p:spPr>
          <a:xfrm>
            <a:off x="2558190" y="890882"/>
            <a:ext cx="1365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min(R)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7A6776-5ABE-316B-665C-9EEB018626F3}"/>
              </a:ext>
            </a:extLst>
          </p:cNvPr>
          <p:cNvSpPr txBox="1"/>
          <p:nvPr/>
        </p:nvSpPr>
        <p:spPr>
          <a:xfrm>
            <a:off x="4449897" y="888406"/>
            <a:ext cx="1215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max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5EF9F0-2603-786D-2AEA-993E58BF3FE9}"/>
              </a:ext>
            </a:extLst>
          </p:cNvPr>
          <p:cNvSpPr txBox="1"/>
          <p:nvPr/>
        </p:nvSpPr>
        <p:spPr>
          <a:xfrm>
            <a:off x="7075642" y="822948"/>
            <a:ext cx="1175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max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B02D27C-47A8-6361-9372-19B568A07126}"/>
              </a:ext>
            </a:extLst>
          </p:cNvPr>
          <p:cNvCxnSpPr/>
          <p:nvPr/>
        </p:nvCxnSpPr>
        <p:spPr>
          <a:xfrm>
            <a:off x="2302245" y="1351115"/>
            <a:ext cx="0" cy="9529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87D0F6-2E8A-623B-F3CA-BA44C2D2FD5B}"/>
                  </a:ext>
                </a:extLst>
              </p:cNvPr>
              <p:cNvSpPr txBox="1"/>
              <p:nvPr/>
            </p:nvSpPr>
            <p:spPr>
              <a:xfrm>
                <a:off x="2286049" y="1532779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IN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𝑑𝐵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87D0F6-2E8A-623B-F3CA-BA44C2D2F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49" y="1532779"/>
                <a:ext cx="914400" cy="523220"/>
              </a:xfrm>
              <a:prstGeom prst="rect">
                <a:avLst/>
              </a:prstGeom>
              <a:blipFill>
                <a:blip r:embed="rId4"/>
                <a:stretch>
                  <a:fillRect r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35AD8381-8814-5A3D-A30C-B3AEAE0CF569}"/>
              </a:ext>
            </a:extLst>
          </p:cNvPr>
          <p:cNvSpPr/>
          <p:nvPr/>
        </p:nvSpPr>
        <p:spPr>
          <a:xfrm>
            <a:off x="684260" y="2166796"/>
            <a:ext cx="274470" cy="27447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B75D990-0743-F183-2380-EAE475AAB303}"/>
              </a:ext>
            </a:extLst>
          </p:cNvPr>
          <p:cNvSpPr/>
          <p:nvPr/>
        </p:nvSpPr>
        <p:spPr>
          <a:xfrm>
            <a:off x="2079394" y="2160481"/>
            <a:ext cx="274470" cy="274470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5DF8231-7FF3-895A-7060-81E6B0F375CF}"/>
              </a:ext>
            </a:extLst>
          </p:cNvPr>
          <p:cNvCxnSpPr/>
          <p:nvPr/>
        </p:nvCxnSpPr>
        <p:spPr>
          <a:xfrm>
            <a:off x="841195" y="2337858"/>
            <a:ext cx="0" cy="1325309"/>
          </a:xfrm>
          <a:prstGeom prst="line">
            <a:avLst/>
          </a:prstGeom>
          <a:ln w="12700">
            <a:solidFill>
              <a:schemeClr val="accent5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462462D-13C7-E49E-93C3-2A79AF067AFD}"/>
              </a:ext>
            </a:extLst>
          </p:cNvPr>
          <p:cNvCxnSpPr/>
          <p:nvPr/>
        </p:nvCxnSpPr>
        <p:spPr>
          <a:xfrm>
            <a:off x="2217430" y="2310037"/>
            <a:ext cx="0" cy="1325309"/>
          </a:xfrm>
          <a:prstGeom prst="line">
            <a:avLst/>
          </a:prstGeom>
          <a:ln w="12700">
            <a:solidFill>
              <a:schemeClr val="accent5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98972F4-F6F8-A537-C96A-6559359E9288}"/>
                  </a:ext>
                </a:extLst>
              </p:cNvPr>
              <p:cNvSpPr txBox="1"/>
              <p:nvPr/>
            </p:nvSpPr>
            <p:spPr>
              <a:xfrm>
                <a:off x="1030029" y="3557904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98972F4-F6F8-A537-C96A-6559359E9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29" y="3557904"/>
                <a:ext cx="9144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3FFDA5B-A963-DCBF-A356-2DBA8CD28D56}"/>
                  </a:ext>
                </a:extLst>
              </p:cNvPr>
              <p:cNvSpPr txBox="1"/>
              <p:nvPr/>
            </p:nvSpPr>
            <p:spPr>
              <a:xfrm>
                <a:off x="446488" y="3690988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3FFDA5B-A963-DCBF-A356-2DBA8CD28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88" y="3690988"/>
                <a:ext cx="9144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1EF53AE-2612-9729-388C-721D99F7863A}"/>
                  </a:ext>
                </a:extLst>
              </p:cNvPr>
              <p:cNvSpPr txBox="1"/>
              <p:nvPr/>
            </p:nvSpPr>
            <p:spPr>
              <a:xfrm>
                <a:off x="1788269" y="3690988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1EF53AE-2612-9729-388C-721D99F78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269" y="3690988"/>
                <a:ext cx="91440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320D909-914D-E163-CF31-5E568BD353B8}"/>
              </a:ext>
            </a:extLst>
          </p:cNvPr>
          <p:cNvCxnSpPr/>
          <p:nvPr/>
        </p:nvCxnSpPr>
        <p:spPr>
          <a:xfrm>
            <a:off x="841195" y="3000512"/>
            <a:ext cx="1404274" cy="0"/>
          </a:xfrm>
          <a:prstGeom prst="straightConnector1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9517288-D2D1-E0B9-43E0-2AB4710ACF4C}"/>
                  </a:ext>
                </a:extLst>
              </p:cNvPr>
              <p:cNvSpPr txBox="1"/>
              <p:nvPr/>
            </p:nvSpPr>
            <p:spPr>
              <a:xfrm>
                <a:off x="1059452" y="2525839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9517288-D2D1-E0B9-43E0-2AB4710AC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452" y="2525839"/>
                <a:ext cx="91440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92A313CF-BFD9-EF28-CFE4-10188FCC6C25}"/>
              </a:ext>
            </a:extLst>
          </p:cNvPr>
          <p:cNvSpPr txBox="1"/>
          <p:nvPr/>
        </p:nvSpPr>
        <p:spPr>
          <a:xfrm>
            <a:off x="5058342" y="1893296"/>
            <a:ext cx="311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Power is ________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26B1D3A-4FED-8A0A-A57C-BC513AABA35F}"/>
                  </a:ext>
                </a:extLst>
              </p:cNvPr>
              <p:cNvSpPr txBox="1"/>
              <p:nvPr/>
            </p:nvSpPr>
            <p:spPr>
              <a:xfrm>
                <a:off x="6208221" y="1816396"/>
                <a:ext cx="181885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𝑎𝑥</m:t>
                          </m:r>
                        </m:sub>
                      </m:sSub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/2</m:t>
                      </m:r>
                      <m:r>
                        <a:rPr lang="en-IN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26B1D3A-4FED-8A0A-A57C-BC513AABA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221" y="1816396"/>
                <a:ext cx="1818859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012900FF-CEA9-CDB6-50B8-C7F5F003E0F0}"/>
              </a:ext>
            </a:extLst>
          </p:cNvPr>
          <p:cNvSpPr txBox="1"/>
          <p:nvPr/>
        </p:nvSpPr>
        <p:spPr>
          <a:xfrm>
            <a:off x="5079707" y="2493416"/>
            <a:ext cx="311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Current is ________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D90A67A-5A80-9A11-8DFA-5F4405F697C0}"/>
                  </a:ext>
                </a:extLst>
              </p:cNvPr>
              <p:cNvSpPr txBox="1"/>
              <p:nvPr/>
            </p:nvSpPr>
            <p:spPr>
              <a:xfrm>
                <a:off x="6398549" y="2337004"/>
                <a:ext cx="1818859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𝑎𝑥</m:t>
                          </m:r>
                        </m:sub>
                      </m:sSub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IN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D90A67A-5A80-9A11-8DFA-5F4405F69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549" y="2337004"/>
                <a:ext cx="1818859" cy="57394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1025AA05-1A5D-FBE9-F7F0-9157838299BC}"/>
              </a:ext>
            </a:extLst>
          </p:cNvPr>
          <p:cNvSpPr txBox="1"/>
          <p:nvPr/>
        </p:nvSpPr>
        <p:spPr>
          <a:xfrm>
            <a:off x="5112138" y="3034222"/>
            <a:ext cx="3802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Impedance  is ________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870B51D-9680-2E64-CC18-A97F4A7C20E8}"/>
                  </a:ext>
                </a:extLst>
              </p:cNvPr>
              <p:cNvSpPr txBox="1"/>
              <p:nvPr/>
            </p:nvSpPr>
            <p:spPr>
              <a:xfrm>
                <a:off x="7027081" y="2922474"/>
                <a:ext cx="1818859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IN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870B51D-9680-2E64-CC18-A97F4A7C2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081" y="2922474"/>
                <a:ext cx="1818859" cy="5739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72F950D-6A9A-29CC-6624-1804D8A50C9B}"/>
                  </a:ext>
                </a:extLst>
              </p:cNvPr>
              <p:cNvSpPr txBox="1"/>
              <p:nvPr/>
            </p:nvSpPr>
            <p:spPr>
              <a:xfrm>
                <a:off x="10093900" y="2913606"/>
                <a:ext cx="1818857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ad>
                        <m:radPr>
                          <m:degHide m:val="on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72F950D-6A9A-29CC-6624-1804D8A50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3900" y="2913606"/>
                <a:ext cx="1818857" cy="5739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A3FA94C-46FC-A888-D24A-A588749511F5}"/>
                  </a:ext>
                </a:extLst>
              </p:cNvPr>
              <p:cNvSpPr txBox="1"/>
              <p:nvPr/>
            </p:nvSpPr>
            <p:spPr>
              <a:xfrm>
                <a:off x="8841571" y="3432207"/>
                <a:ext cx="2942927" cy="626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ad>
                        <m:radPr>
                          <m:degHide m:val="on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A3FA94C-46FC-A888-D24A-A58874951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1571" y="3432207"/>
                <a:ext cx="2942927" cy="6260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0340DCC-8F59-4ED2-DAD6-3C7DA6A7B742}"/>
                  </a:ext>
                </a:extLst>
              </p:cNvPr>
              <p:cNvSpPr txBox="1"/>
              <p:nvPr/>
            </p:nvSpPr>
            <p:spPr>
              <a:xfrm>
                <a:off x="9149686" y="3991540"/>
                <a:ext cx="29429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×2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0340DCC-8F59-4ED2-DAD6-3C7DA6A7B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686" y="3991540"/>
                <a:ext cx="2942927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63B0A86-61CD-2F4D-044F-79914339891B}"/>
                  </a:ext>
                </a:extLst>
              </p:cNvPr>
              <p:cNvSpPr txBox="1"/>
              <p:nvPr/>
            </p:nvSpPr>
            <p:spPr>
              <a:xfrm>
                <a:off x="9249073" y="4434039"/>
                <a:ext cx="29429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63B0A86-61CD-2F4D-044F-799143398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9073" y="4434039"/>
                <a:ext cx="2942927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8E5E836-82BD-EF41-4F5A-3CD34F2BCD25}"/>
                  </a:ext>
                </a:extLst>
              </p:cNvPr>
              <p:cNvSpPr txBox="1"/>
              <p:nvPr/>
            </p:nvSpPr>
            <p:spPr>
              <a:xfrm>
                <a:off x="9244980" y="4889525"/>
                <a:ext cx="29429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8E5E836-82BD-EF41-4F5A-3CD34F2BC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4980" y="4889525"/>
                <a:ext cx="2942927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54831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12" grpId="0"/>
      <p:bldP spid="13" grpId="0"/>
      <p:bldP spid="17" grpId="0"/>
      <p:bldP spid="18" grpId="0"/>
      <p:bldP spid="19" grpId="0"/>
      <p:bldP spid="22" grpId="0"/>
      <p:bldP spid="23" grpId="0" animBg="1"/>
      <p:bldP spid="24" grpId="0" animBg="1"/>
      <p:bldP spid="28" grpId="0"/>
      <p:bldP spid="29" grpId="0"/>
      <p:bldP spid="30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7CDF0-CFEC-EAF9-5F42-047C123B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987D7DF-9DB4-BE35-ABD8-702A3B706C25}"/>
              </a:ext>
            </a:extLst>
          </p:cNvPr>
          <p:cNvSpPr/>
          <p:nvPr/>
        </p:nvSpPr>
        <p:spPr>
          <a:xfrm>
            <a:off x="-13230" y="0"/>
            <a:ext cx="65085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Sharpness and quality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2786CE1-2BF2-ACD3-D676-4D911112B10B}"/>
              </a:ext>
            </a:extLst>
          </p:cNvPr>
          <p:cNvSpPr/>
          <p:nvPr/>
        </p:nvSpPr>
        <p:spPr>
          <a:xfrm>
            <a:off x="1757680" y="-5428516"/>
            <a:ext cx="589278" cy="445208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468681-8A3A-3BEC-6B88-8DDDE6D8144E}"/>
              </a:ext>
            </a:extLst>
          </p:cNvPr>
          <p:cNvSpPr txBox="1"/>
          <p:nvPr/>
        </p:nvSpPr>
        <p:spPr>
          <a:xfrm>
            <a:off x="2534890" y="-5755753"/>
            <a:ext cx="1818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Z is ______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403CCF-4232-B6BF-FA1A-0EEE3F5A545B}"/>
              </a:ext>
            </a:extLst>
          </p:cNvPr>
          <p:cNvSpPr txBox="1"/>
          <p:nvPr/>
        </p:nvSpPr>
        <p:spPr>
          <a:xfrm>
            <a:off x="4411208" y="-5782454"/>
            <a:ext cx="1818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I is 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37C92D-F61E-D6CB-7EB6-9F4DDF86B25B}"/>
              </a:ext>
            </a:extLst>
          </p:cNvPr>
          <p:cNvSpPr txBox="1"/>
          <p:nvPr/>
        </p:nvSpPr>
        <p:spPr>
          <a:xfrm>
            <a:off x="6287525" y="-5809155"/>
            <a:ext cx="311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Power is ______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B67538-F8B2-E7CB-5568-34E699267B26}"/>
              </a:ext>
            </a:extLst>
          </p:cNvPr>
          <p:cNvSpPr txBox="1"/>
          <p:nvPr/>
        </p:nvSpPr>
        <p:spPr>
          <a:xfrm>
            <a:off x="3138293" y="-5818121"/>
            <a:ext cx="1365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min(R)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89F908-314D-67CE-35A4-501ADDA09B18}"/>
              </a:ext>
            </a:extLst>
          </p:cNvPr>
          <p:cNvSpPr txBox="1"/>
          <p:nvPr/>
        </p:nvSpPr>
        <p:spPr>
          <a:xfrm>
            <a:off x="5157811" y="-5879326"/>
            <a:ext cx="1215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max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A1BF0C-A045-7C9A-8135-52C7E470BEE8}"/>
              </a:ext>
            </a:extLst>
          </p:cNvPr>
          <p:cNvSpPr txBox="1"/>
          <p:nvPr/>
        </p:nvSpPr>
        <p:spPr>
          <a:xfrm>
            <a:off x="7655744" y="-5886055"/>
            <a:ext cx="1818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max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3BB314D-6927-9345-3A38-17D820F44C75}"/>
              </a:ext>
            </a:extLst>
          </p:cNvPr>
          <p:cNvCxnSpPr/>
          <p:nvPr/>
        </p:nvCxnSpPr>
        <p:spPr>
          <a:xfrm>
            <a:off x="2882348" y="-5131752"/>
            <a:ext cx="0" cy="95291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7F5C598-7336-DBEE-1941-C78E6EEC58C7}"/>
                  </a:ext>
                </a:extLst>
              </p:cNvPr>
              <p:cNvSpPr txBox="1"/>
              <p:nvPr/>
            </p:nvSpPr>
            <p:spPr>
              <a:xfrm>
                <a:off x="2866152" y="-4950088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IN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𝑑𝐵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7F5C598-7336-DBEE-1941-C78E6EEC5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152" y="-4950088"/>
                <a:ext cx="914400" cy="523220"/>
              </a:xfrm>
              <a:prstGeom prst="rect">
                <a:avLst/>
              </a:prstGeom>
              <a:blipFill>
                <a:blip r:embed="rId4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E510DA33-88EB-D342-7505-680B59D6521B}"/>
              </a:ext>
            </a:extLst>
          </p:cNvPr>
          <p:cNvGrpSpPr/>
          <p:nvPr/>
        </p:nvGrpSpPr>
        <p:grpSpPr>
          <a:xfrm>
            <a:off x="173749" y="977618"/>
            <a:ext cx="3520081" cy="1812824"/>
            <a:chOff x="6667018" y="231422"/>
            <a:chExt cx="5150734" cy="2652602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4B735318-2F08-BE06-06D7-3B6AE262FB7F}"/>
                </a:ext>
              </a:extLst>
            </p:cNvPr>
            <p:cNvCxnSpPr>
              <a:cxnSpLocks/>
            </p:cNvCxnSpPr>
            <p:nvPr/>
          </p:nvCxnSpPr>
          <p:spPr>
            <a:xfrm>
              <a:off x="6667018" y="2731624"/>
              <a:ext cx="5150734" cy="0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F8FAA31-10C2-4F5B-A53A-2A5728F308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9418" y="231422"/>
              <a:ext cx="0" cy="2652602"/>
            </a:xfrm>
            <a:prstGeom prst="straightConnector1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8CCB460-E495-C7F3-A848-F39469E5271C}"/>
              </a:ext>
            </a:extLst>
          </p:cNvPr>
          <p:cNvSpPr/>
          <p:nvPr/>
        </p:nvSpPr>
        <p:spPr>
          <a:xfrm>
            <a:off x="276583" y="1082633"/>
            <a:ext cx="3179938" cy="1603657"/>
          </a:xfrm>
          <a:custGeom>
            <a:avLst/>
            <a:gdLst>
              <a:gd name="connsiteX0" fmla="*/ 0 w 4653022"/>
              <a:gd name="connsiteY0" fmla="*/ 2454094 h 2454094"/>
              <a:gd name="connsiteX1" fmla="*/ 1030146 w 4653022"/>
              <a:gd name="connsiteY1" fmla="*/ 11836 h 2454094"/>
              <a:gd name="connsiteX2" fmla="*/ 2233914 w 4653022"/>
              <a:gd name="connsiteY2" fmla="*/ 1551269 h 2454094"/>
              <a:gd name="connsiteX3" fmla="*/ 3993265 w 4653022"/>
              <a:gd name="connsiteY3" fmla="*/ 2187877 h 2454094"/>
              <a:gd name="connsiteX4" fmla="*/ 4653022 w 4653022"/>
              <a:gd name="connsiteY4" fmla="*/ 2245750 h 2454094"/>
              <a:gd name="connsiteX0" fmla="*/ 0 w 4653022"/>
              <a:gd name="connsiteY0" fmla="*/ 2454094 h 2454094"/>
              <a:gd name="connsiteX1" fmla="*/ 1030146 w 4653022"/>
              <a:gd name="connsiteY1" fmla="*/ 11836 h 2454094"/>
              <a:gd name="connsiteX2" fmla="*/ 2233914 w 4653022"/>
              <a:gd name="connsiteY2" fmla="*/ 1551269 h 2454094"/>
              <a:gd name="connsiteX3" fmla="*/ 3993265 w 4653022"/>
              <a:gd name="connsiteY3" fmla="*/ 2187877 h 2454094"/>
              <a:gd name="connsiteX4" fmla="*/ 4653022 w 4653022"/>
              <a:gd name="connsiteY4" fmla="*/ 2326773 h 2454094"/>
              <a:gd name="connsiteX0" fmla="*/ 0 w 4653022"/>
              <a:gd name="connsiteY0" fmla="*/ 2454094 h 2454094"/>
              <a:gd name="connsiteX1" fmla="*/ 1030146 w 4653022"/>
              <a:gd name="connsiteY1" fmla="*/ 11836 h 2454094"/>
              <a:gd name="connsiteX2" fmla="*/ 2233914 w 4653022"/>
              <a:gd name="connsiteY2" fmla="*/ 1551269 h 2454094"/>
              <a:gd name="connsiteX3" fmla="*/ 3993265 w 4653022"/>
              <a:gd name="connsiteY3" fmla="*/ 2187877 h 2454094"/>
              <a:gd name="connsiteX4" fmla="*/ 4653022 w 4653022"/>
              <a:gd name="connsiteY4" fmla="*/ 2326773 h 2454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3022" h="2454094">
                <a:moveTo>
                  <a:pt x="0" y="2454094"/>
                </a:moveTo>
                <a:cubicBezTo>
                  <a:pt x="328913" y="1308200"/>
                  <a:pt x="657827" y="162307"/>
                  <a:pt x="1030146" y="11836"/>
                </a:cubicBezTo>
                <a:cubicBezTo>
                  <a:pt x="1402465" y="-138635"/>
                  <a:pt x="1740061" y="1188595"/>
                  <a:pt x="2233914" y="1551269"/>
                </a:cubicBezTo>
                <a:cubicBezTo>
                  <a:pt x="2727767" y="1913942"/>
                  <a:pt x="3590080" y="2072130"/>
                  <a:pt x="3993265" y="2187877"/>
                </a:cubicBezTo>
                <a:cubicBezTo>
                  <a:pt x="4396450" y="2303624"/>
                  <a:pt x="4501586" y="2297836"/>
                  <a:pt x="4653022" y="2326773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83DFD8-F3D9-4CB4-15EE-22E5547A5EEA}"/>
                  </a:ext>
                </a:extLst>
              </p:cNvPr>
              <p:cNvSpPr txBox="1"/>
              <p:nvPr/>
            </p:nvSpPr>
            <p:spPr>
              <a:xfrm>
                <a:off x="143368" y="697113"/>
                <a:ext cx="624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IN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783DFD8-F3D9-4CB4-15EE-22E5547A5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368" y="697113"/>
                <a:ext cx="62491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840C18-8F79-FDE0-5952-4087015F5935}"/>
                  </a:ext>
                </a:extLst>
              </p:cNvPr>
              <p:cNvSpPr txBox="1"/>
              <p:nvPr/>
            </p:nvSpPr>
            <p:spPr>
              <a:xfrm>
                <a:off x="3559355" y="2474904"/>
                <a:ext cx="624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IN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9840C18-8F79-FDE0-5952-4087015F5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355" y="2474904"/>
                <a:ext cx="62491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AC7FC9-3280-4169-6365-C171784AC7E9}"/>
              </a:ext>
            </a:extLst>
          </p:cNvPr>
          <p:cNvCxnSpPr>
            <a:cxnSpLocks/>
          </p:cNvCxnSpPr>
          <p:nvPr/>
        </p:nvCxnSpPr>
        <p:spPr>
          <a:xfrm>
            <a:off x="1009603" y="1106202"/>
            <a:ext cx="0" cy="1580088"/>
          </a:xfrm>
          <a:prstGeom prst="straightConnector1">
            <a:avLst/>
          </a:prstGeom>
          <a:ln w="12700">
            <a:solidFill>
              <a:schemeClr val="bg1"/>
            </a:solidFill>
            <a:prstDash val="dash"/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F3202F6-1071-D2EF-50A8-56A0273932CA}"/>
              </a:ext>
            </a:extLst>
          </p:cNvPr>
          <p:cNvGrpSpPr/>
          <p:nvPr/>
        </p:nvGrpSpPr>
        <p:grpSpPr>
          <a:xfrm>
            <a:off x="276583" y="1422980"/>
            <a:ext cx="3744862" cy="369332"/>
            <a:chOff x="984707" y="2050607"/>
            <a:chExt cx="5479644" cy="540422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A511EB3-6847-B2E4-3B8A-9355B2CDB989}"/>
                </a:ext>
              </a:extLst>
            </p:cNvPr>
            <p:cNvCxnSpPr/>
            <p:nvPr/>
          </p:nvCxnSpPr>
          <p:spPr>
            <a:xfrm>
              <a:off x="984707" y="2540000"/>
              <a:ext cx="5334813" cy="0"/>
            </a:xfrm>
            <a:prstGeom prst="line">
              <a:avLst/>
            </a:prstGeom>
            <a:ln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57A6D7E-6F5A-BFC0-33C0-C1C1CAFF2A98}"/>
                </a:ext>
              </a:extLst>
            </p:cNvPr>
            <p:cNvSpPr txBox="1"/>
            <p:nvPr/>
          </p:nvSpPr>
          <p:spPr>
            <a:xfrm>
              <a:off x="3919272" y="2050607"/>
              <a:ext cx="2545079" cy="5404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dirty="0">
                  <a:solidFill>
                    <a:srgbClr val="FFFF00"/>
                  </a:solidFill>
                </a:rPr>
                <a:t>Half power level</a:t>
              </a: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0026DCFD-D3C9-D88E-6DBB-C8C1827297F5}"/>
              </a:ext>
            </a:extLst>
          </p:cNvPr>
          <p:cNvSpPr/>
          <p:nvPr/>
        </p:nvSpPr>
        <p:spPr>
          <a:xfrm>
            <a:off x="467704" y="1663650"/>
            <a:ext cx="187576" cy="187577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058CC9D-3769-A896-9482-19543BDE385D}"/>
              </a:ext>
            </a:extLst>
          </p:cNvPr>
          <p:cNvSpPr/>
          <p:nvPr/>
        </p:nvSpPr>
        <p:spPr>
          <a:xfrm>
            <a:off x="1421157" y="1659334"/>
            <a:ext cx="187576" cy="187577"/>
          </a:xfrm>
          <a:prstGeom prst="ellipse">
            <a:avLst/>
          </a:prstGeom>
          <a:solidFill>
            <a:schemeClr val="bg1">
              <a:alpha val="33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D31D713-F6E2-D5F7-0FD8-CC7FB912797B}"/>
              </a:ext>
            </a:extLst>
          </p:cNvPr>
          <p:cNvCxnSpPr/>
          <p:nvPr/>
        </p:nvCxnSpPr>
        <p:spPr>
          <a:xfrm>
            <a:off x="574955" y="1780556"/>
            <a:ext cx="0" cy="905734"/>
          </a:xfrm>
          <a:prstGeom prst="line">
            <a:avLst/>
          </a:prstGeom>
          <a:ln w="12700">
            <a:solidFill>
              <a:schemeClr val="accent5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5ACC7CF-A87E-2620-CBD3-F218A990094B}"/>
              </a:ext>
            </a:extLst>
          </p:cNvPr>
          <p:cNvCxnSpPr/>
          <p:nvPr/>
        </p:nvCxnSpPr>
        <p:spPr>
          <a:xfrm>
            <a:off x="1515493" y="1761543"/>
            <a:ext cx="0" cy="905734"/>
          </a:xfrm>
          <a:prstGeom prst="line">
            <a:avLst/>
          </a:prstGeom>
          <a:ln w="12700">
            <a:solidFill>
              <a:schemeClr val="accent5">
                <a:lumMod val="40000"/>
                <a:lumOff val="6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9C92DA-D348-6AE3-6CDE-D1893FFF379B}"/>
                  </a:ext>
                </a:extLst>
              </p:cNvPr>
              <p:cNvSpPr txBox="1"/>
              <p:nvPr/>
            </p:nvSpPr>
            <p:spPr>
              <a:xfrm>
                <a:off x="704007" y="2614352"/>
                <a:ext cx="624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IN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9C92DA-D348-6AE3-6CDE-D1893FFF37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07" y="2614352"/>
                <a:ext cx="62491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E835D04-7EBB-EC03-2D6C-AFBA5E2C8405}"/>
                  </a:ext>
                </a:extLst>
              </p:cNvPr>
              <p:cNvSpPr txBox="1"/>
              <p:nvPr/>
            </p:nvSpPr>
            <p:spPr>
              <a:xfrm>
                <a:off x="305207" y="2705303"/>
                <a:ext cx="624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E835D04-7EBB-EC03-2D6C-AFBA5E2C8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207" y="2705303"/>
                <a:ext cx="62491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1A69AD7-BA7B-B20B-6BF4-FE115BB22D72}"/>
                  </a:ext>
                </a:extLst>
              </p:cNvPr>
              <p:cNvSpPr txBox="1"/>
              <p:nvPr/>
            </p:nvSpPr>
            <p:spPr>
              <a:xfrm>
                <a:off x="1222198" y="2705303"/>
                <a:ext cx="624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I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1A69AD7-BA7B-B20B-6BF4-FE115BB22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198" y="2705303"/>
                <a:ext cx="62491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7462282-9422-6292-4D35-40CD1F9795D3}"/>
              </a:ext>
            </a:extLst>
          </p:cNvPr>
          <p:cNvCxnSpPr/>
          <p:nvPr/>
        </p:nvCxnSpPr>
        <p:spPr>
          <a:xfrm>
            <a:off x="574955" y="2233423"/>
            <a:ext cx="959700" cy="0"/>
          </a:xfrm>
          <a:prstGeom prst="straightConnector1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00792FF-B8AC-7322-A3A5-7163146C7680}"/>
                  </a:ext>
                </a:extLst>
              </p:cNvPr>
              <p:cNvSpPr txBox="1"/>
              <p:nvPr/>
            </p:nvSpPr>
            <p:spPr>
              <a:xfrm>
                <a:off x="724115" y="1909025"/>
                <a:ext cx="624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IN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IN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00792FF-B8AC-7322-A3A5-7163146C7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15" y="1909025"/>
                <a:ext cx="62491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5A7F367D-F4C6-5C45-AC33-206428A17D0D}"/>
              </a:ext>
            </a:extLst>
          </p:cNvPr>
          <p:cNvSpPr txBox="1"/>
          <p:nvPr/>
        </p:nvSpPr>
        <p:spPr>
          <a:xfrm>
            <a:off x="6837981" y="-4668229"/>
            <a:ext cx="311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Power is ________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DCE2EC4-8D75-FABD-66E0-715CCD0B6382}"/>
                  </a:ext>
                </a:extLst>
              </p:cNvPr>
              <p:cNvSpPr txBox="1"/>
              <p:nvPr/>
            </p:nvSpPr>
            <p:spPr>
              <a:xfrm>
                <a:off x="7987860" y="-4745129"/>
                <a:ext cx="181885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𝑎𝑥</m:t>
                          </m:r>
                        </m:sub>
                      </m:sSub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/2</m:t>
                      </m:r>
                      <m:r>
                        <a:rPr lang="en-IN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DCE2EC4-8D75-FABD-66E0-715CCD0B6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7860" y="-4745129"/>
                <a:ext cx="1818859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1A718152-C6B3-D007-3B30-1A44E1105B77}"/>
              </a:ext>
            </a:extLst>
          </p:cNvPr>
          <p:cNvSpPr txBox="1"/>
          <p:nvPr/>
        </p:nvSpPr>
        <p:spPr>
          <a:xfrm>
            <a:off x="6859346" y="-4068109"/>
            <a:ext cx="31148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Current is ________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D0A80B-4516-C683-1E4E-88724FA78628}"/>
                  </a:ext>
                </a:extLst>
              </p:cNvPr>
              <p:cNvSpPr txBox="1"/>
              <p:nvPr/>
            </p:nvSpPr>
            <p:spPr>
              <a:xfrm>
                <a:off x="8178188" y="-4224521"/>
                <a:ext cx="1818859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IN" sz="280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𝑎𝑥</m:t>
                          </m:r>
                        </m:sub>
                      </m:sSub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IN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D0A80B-4516-C683-1E4E-88724FA78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188" y="-4224521"/>
                <a:ext cx="1818859" cy="5739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6259FA41-81D9-9323-87BF-44F18BBCAE9F}"/>
              </a:ext>
            </a:extLst>
          </p:cNvPr>
          <p:cNvSpPr txBox="1"/>
          <p:nvPr/>
        </p:nvSpPr>
        <p:spPr>
          <a:xfrm>
            <a:off x="6891777" y="-3527303"/>
            <a:ext cx="3802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Impedance  is ________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E13A03D-0FA5-D3ED-A760-E9FC2D7BA8BE}"/>
                  </a:ext>
                </a:extLst>
              </p:cNvPr>
              <p:cNvSpPr txBox="1"/>
              <p:nvPr/>
            </p:nvSpPr>
            <p:spPr>
              <a:xfrm>
                <a:off x="8946115" y="-3673776"/>
                <a:ext cx="1818859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IN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E13A03D-0FA5-D3ED-A760-E9FC2D7BA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6115" y="-3673776"/>
                <a:ext cx="1818859" cy="57394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AC1115B-1A46-317F-B593-2BA205458E7E}"/>
                  </a:ext>
                </a:extLst>
              </p:cNvPr>
              <p:cNvSpPr txBox="1"/>
              <p:nvPr/>
            </p:nvSpPr>
            <p:spPr>
              <a:xfrm>
                <a:off x="7274498" y="-2989158"/>
                <a:ext cx="1818857" cy="573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ad>
                        <m:radPr>
                          <m:degHide m:val="on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AC1115B-1A46-317F-B593-2BA205458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4498" y="-2989158"/>
                <a:ext cx="1818857" cy="57394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3A6AFAC-043A-0B1A-328C-5E821DDE204D}"/>
                  </a:ext>
                </a:extLst>
              </p:cNvPr>
              <p:cNvSpPr txBox="1"/>
              <p:nvPr/>
            </p:nvSpPr>
            <p:spPr>
              <a:xfrm>
                <a:off x="6022169" y="-2470557"/>
                <a:ext cx="2942927" cy="626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ad>
                        <m:radPr>
                          <m:degHide m:val="on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3A6AFAC-043A-0B1A-328C-5E821DDE2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2169" y="-2470557"/>
                <a:ext cx="2942927" cy="6260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DF56A7C-23CD-AA19-486F-95AF2E92C7FA}"/>
                  </a:ext>
                </a:extLst>
              </p:cNvPr>
              <p:cNvSpPr txBox="1"/>
              <p:nvPr/>
            </p:nvSpPr>
            <p:spPr>
              <a:xfrm>
                <a:off x="6330284" y="-1911224"/>
                <a:ext cx="29429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×2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DF56A7C-23CD-AA19-486F-95AF2E92C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284" y="-1911224"/>
                <a:ext cx="2942927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AAAF582-A774-37BB-21E1-86FBB3C3B3C3}"/>
                  </a:ext>
                </a:extLst>
              </p:cNvPr>
              <p:cNvSpPr txBox="1"/>
              <p:nvPr/>
            </p:nvSpPr>
            <p:spPr>
              <a:xfrm>
                <a:off x="6429671" y="-1468725"/>
                <a:ext cx="29429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AAAF582-A774-37BB-21E1-86FBB3C3B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671" y="-1468725"/>
                <a:ext cx="2942927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F79BA8F-816A-6ECA-6640-5E1758B6C2CB}"/>
                  </a:ext>
                </a:extLst>
              </p:cNvPr>
              <p:cNvSpPr txBox="1"/>
              <p:nvPr/>
            </p:nvSpPr>
            <p:spPr>
              <a:xfrm>
                <a:off x="811359" y="3113420"/>
                <a:ext cx="29429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F79BA8F-816A-6ECA-6640-5E1758B6C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59" y="3113420"/>
                <a:ext cx="2942927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Brace 19">
            <a:extLst>
              <a:ext uri="{FF2B5EF4-FFF2-40B4-BE49-F238E27FC236}">
                <a16:creationId xmlns:a16="http://schemas.microsoft.com/office/drawing/2014/main" id="{8092DCC5-2E10-244E-39AD-9CF1EF3538DB}"/>
              </a:ext>
            </a:extLst>
          </p:cNvPr>
          <p:cNvSpPr/>
          <p:nvPr/>
        </p:nvSpPr>
        <p:spPr>
          <a:xfrm rot="16200000">
            <a:off x="2092425" y="1981866"/>
            <a:ext cx="312210" cy="3568148"/>
          </a:xfrm>
          <a:prstGeom prst="rightBrace">
            <a:avLst>
              <a:gd name="adj1" fmla="val 52902"/>
              <a:gd name="adj2" fmla="val 50000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77A3709-F4F3-78FC-EE3B-6D7A9DC10CB7}"/>
                  </a:ext>
                </a:extLst>
              </p:cNvPr>
              <p:cNvSpPr txBox="1"/>
              <p:nvPr/>
            </p:nvSpPr>
            <p:spPr>
              <a:xfrm>
                <a:off x="3539719" y="3929008"/>
                <a:ext cx="127822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IN" sz="2800" b="0" dirty="0">
                    <a:solidFill>
                      <a:srgbClr val="FFFF00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IN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sz="2800" dirty="0" err="1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77A3709-F4F3-78FC-EE3B-6D7A9DC10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719" y="3929008"/>
                <a:ext cx="1278226" cy="523220"/>
              </a:xfrm>
              <a:prstGeom prst="rect">
                <a:avLst/>
              </a:prstGeom>
              <a:blipFill>
                <a:blip r:embed="rId19"/>
                <a:stretch>
                  <a:fillRect l="-10048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F7AF0D7-2E5A-DB89-67DC-432EEBCABC51}"/>
                  </a:ext>
                </a:extLst>
              </p:cNvPr>
              <p:cNvSpPr txBox="1"/>
              <p:nvPr/>
            </p:nvSpPr>
            <p:spPr>
              <a:xfrm>
                <a:off x="84822" y="3929008"/>
                <a:ext cx="127822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IN" sz="2800" b="0" dirty="0">
                    <a:solidFill>
                      <a:srgbClr val="FFFF00"/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IN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N" sz="2800" dirty="0" err="1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F7AF0D7-2E5A-DB89-67DC-432EEBCABC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22" y="3929008"/>
                <a:ext cx="1278227" cy="523220"/>
              </a:xfrm>
              <a:prstGeom prst="rect">
                <a:avLst/>
              </a:prstGeom>
              <a:blipFill>
                <a:blip r:embed="rId20"/>
                <a:stretch>
                  <a:fillRect l="-10000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0265A3F-745C-9430-3880-3AA9A7D0A188}"/>
                  </a:ext>
                </a:extLst>
              </p:cNvPr>
              <p:cNvSpPr txBox="1"/>
              <p:nvPr/>
            </p:nvSpPr>
            <p:spPr>
              <a:xfrm>
                <a:off x="101608" y="4483477"/>
                <a:ext cx="209155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0265A3F-745C-9430-3880-3AA9A7D0A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8" y="4483477"/>
                <a:ext cx="2091554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ADEE04B-694A-3408-5526-EB39929F2811}"/>
                  </a:ext>
                </a:extLst>
              </p:cNvPr>
              <p:cNvSpPr txBox="1"/>
              <p:nvPr/>
            </p:nvSpPr>
            <p:spPr>
              <a:xfrm>
                <a:off x="3226503" y="4418460"/>
                <a:ext cx="209155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ADEE04B-694A-3408-5526-EB39929F2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503" y="4418460"/>
                <a:ext cx="2091554" cy="52322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8F04873-0A3B-2924-9BB7-24F83EDC77C5}"/>
                  </a:ext>
                </a:extLst>
              </p:cNvPr>
              <p:cNvSpPr txBox="1"/>
              <p:nvPr/>
            </p:nvSpPr>
            <p:spPr>
              <a:xfrm>
                <a:off x="8318494" y="158296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8F04873-0A3B-2924-9BB7-24F83EDC7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8494" y="158296"/>
                <a:ext cx="914400" cy="52322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C2113854-5B9F-2E96-1B0D-CAA11961B8C0}"/>
              </a:ext>
            </a:extLst>
          </p:cNvPr>
          <p:cNvGrpSpPr/>
          <p:nvPr/>
        </p:nvGrpSpPr>
        <p:grpSpPr>
          <a:xfrm>
            <a:off x="6495283" y="182899"/>
            <a:ext cx="2267297" cy="523220"/>
            <a:chOff x="7584369" y="3233263"/>
            <a:chExt cx="2267297" cy="52322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173F560-F46E-2709-4A08-5CD87C3FEACF}"/>
                </a:ext>
              </a:extLst>
            </p:cNvPr>
            <p:cNvSpPr/>
            <p:nvPr/>
          </p:nvSpPr>
          <p:spPr>
            <a:xfrm>
              <a:off x="7584369" y="3447077"/>
              <a:ext cx="142750" cy="142750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632FD9B-D2EA-448B-2703-7612FB6B1A61}"/>
                </a:ext>
              </a:extLst>
            </p:cNvPr>
            <p:cNvSpPr txBox="1"/>
            <p:nvPr/>
          </p:nvSpPr>
          <p:spPr>
            <a:xfrm>
              <a:off x="7756865" y="3233263"/>
              <a:ext cx="20948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rgbClr val="FFFF00"/>
                  </a:solidFill>
                </a:rPr>
                <a:t>Bandwidth 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C5652C8-ADC2-F00C-D000-CBEAC7837CAF}"/>
                  </a:ext>
                </a:extLst>
              </p:cNvPr>
              <p:cNvSpPr txBox="1"/>
              <p:nvPr/>
            </p:nvSpPr>
            <p:spPr>
              <a:xfrm>
                <a:off x="6621149" y="1447570"/>
                <a:ext cx="914400" cy="827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IN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C5652C8-ADC2-F00C-D000-CBEAC7837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1149" y="1447570"/>
                <a:ext cx="914400" cy="827471"/>
              </a:xfrm>
              <a:prstGeom prst="rect">
                <a:avLst/>
              </a:prstGeom>
              <a:blipFill>
                <a:blip r:embed="rId24"/>
                <a:stretch>
                  <a:fillRect r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33C60E95-3D9C-3C95-F76E-D14BE459732F}"/>
              </a:ext>
            </a:extLst>
          </p:cNvPr>
          <p:cNvGrpSpPr/>
          <p:nvPr/>
        </p:nvGrpSpPr>
        <p:grpSpPr>
          <a:xfrm>
            <a:off x="6467848" y="936176"/>
            <a:ext cx="2609519" cy="523220"/>
            <a:chOff x="7584369" y="3233263"/>
            <a:chExt cx="2609519" cy="52322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31853A62-DF0A-AB4E-8FCA-E73364F3A946}"/>
                </a:ext>
              </a:extLst>
            </p:cNvPr>
            <p:cNvSpPr/>
            <p:nvPr/>
          </p:nvSpPr>
          <p:spPr>
            <a:xfrm>
              <a:off x="7584369" y="3447077"/>
              <a:ext cx="142750" cy="142750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B57D661-19AF-7EAC-BD70-9F3501C36A95}"/>
                </a:ext>
              </a:extLst>
            </p:cNvPr>
            <p:cNvSpPr txBox="1"/>
            <p:nvPr/>
          </p:nvSpPr>
          <p:spPr>
            <a:xfrm>
              <a:off x="7756865" y="3233263"/>
              <a:ext cx="24370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rgbClr val="FFFF00"/>
                  </a:solidFill>
                </a:rPr>
                <a:t>Quality factor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A0C79F9-6B7E-32B0-9AF1-D12EA9C5C4F2}"/>
                  </a:ext>
                </a:extLst>
              </p:cNvPr>
              <p:cNvSpPr txBox="1"/>
              <p:nvPr/>
            </p:nvSpPr>
            <p:spPr>
              <a:xfrm>
                <a:off x="8970714" y="-44105"/>
                <a:ext cx="914400" cy="896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A0C79F9-6B7E-32B0-9AF1-D12EA9C5C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0714" y="-44105"/>
                <a:ext cx="914400" cy="89614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9936AF1-24FA-F867-6A03-35984E03B280}"/>
                  </a:ext>
                </a:extLst>
              </p:cNvPr>
              <p:cNvSpPr txBox="1"/>
              <p:nvPr/>
            </p:nvSpPr>
            <p:spPr>
              <a:xfrm>
                <a:off x="9565345" y="-44106"/>
                <a:ext cx="1788457" cy="896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𝑛𝑜𝑡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9936AF1-24FA-F867-6A03-35984E03B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5345" y="-44106"/>
                <a:ext cx="1788457" cy="896143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54478A1-704E-FA57-DA8B-3B1EDBCFA414}"/>
                  </a:ext>
                </a:extLst>
              </p:cNvPr>
              <p:cNvSpPr txBox="1"/>
              <p:nvPr/>
            </p:nvSpPr>
            <p:spPr>
              <a:xfrm>
                <a:off x="7637752" y="1396770"/>
                <a:ext cx="914400" cy="896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o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54478A1-704E-FA57-DA8B-3B1EDBCFA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7752" y="1396770"/>
                <a:ext cx="914400" cy="896143"/>
              </a:xfrm>
              <a:prstGeom prst="rect">
                <a:avLst/>
              </a:prstGeom>
              <a:blipFill>
                <a:blip r:embed="rId27"/>
                <a:stretch>
                  <a:fillRect r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B6F9B79-E081-DB00-8FFF-BDC343DDFB4A}"/>
                  </a:ext>
                </a:extLst>
              </p:cNvPr>
              <p:cNvSpPr txBox="1"/>
              <p:nvPr/>
            </p:nvSpPr>
            <p:spPr>
              <a:xfrm>
                <a:off x="6665520" y="3565073"/>
                <a:ext cx="217076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800" dirty="0">
                    <a:solidFill>
                      <a:srgbClr val="FFFF00"/>
                    </a:solidFill>
                  </a:rPr>
                  <a:t>Putting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IN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IN" sz="2800" dirty="0" err="1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B6F9B79-E081-DB00-8FFF-BDC343DDF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5520" y="3565073"/>
                <a:ext cx="2170763" cy="523220"/>
              </a:xfrm>
              <a:prstGeom prst="rect">
                <a:avLst/>
              </a:prstGeom>
              <a:blipFill>
                <a:blip r:embed="rId28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9F1A16C-D896-F9A0-02C6-5B65E81A28BB}"/>
                  </a:ext>
                </a:extLst>
              </p:cNvPr>
              <p:cNvSpPr txBox="1"/>
              <p:nvPr/>
            </p:nvSpPr>
            <p:spPr>
              <a:xfrm>
                <a:off x="8080943" y="3385735"/>
                <a:ext cx="2170763" cy="982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𝐿𝐶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9F1A16C-D896-F9A0-02C6-5B65E81A2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0943" y="3385735"/>
                <a:ext cx="2170763" cy="98232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3B73443-91D3-CEE3-C166-368677FE8E08}"/>
                  </a:ext>
                </a:extLst>
              </p:cNvPr>
              <p:cNvSpPr txBox="1"/>
              <p:nvPr/>
            </p:nvSpPr>
            <p:spPr>
              <a:xfrm>
                <a:off x="9792674" y="3143996"/>
                <a:ext cx="2230396" cy="13653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3B73443-91D3-CEE3-C166-368677FE8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2674" y="3143996"/>
                <a:ext cx="2230396" cy="136537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766C657-D709-753E-0C65-315ADC07A29D}"/>
                  </a:ext>
                </a:extLst>
              </p:cNvPr>
              <p:cNvSpPr txBox="1"/>
              <p:nvPr/>
            </p:nvSpPr>
            <p:spPr>
              <a:xfrm>
                <a:off x="6602421" y="2348884"/>
                <a:ext cx="914400" cy="907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766C657-D709-753E-0C65-315ADC07A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421" y="2348884"/>
                <a:ext cx="914400" cy="907556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B89203F-4C8C-573C-F583-27AEC91A1946}"/>
                  </a:ext>
                </a:extLst>
              </p:cNvPr>
              <p:cNvSpPr txBox="1"/>
              <p:nvPr/>
            </p:nvSpPr>
            <p:spPr>
              <a:xfrm>
                <a:off x="7447244" y="2348884"/>
                <a:ext cx="914400" cy="907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B89203F-4C8C-573C-F583-27AEC91A1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7244" y="2348884"/>
                <a:ext cx="914400" cy="907556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FDECEB8-27B3-5AA3-5BB0-9BF48D228B8E}"/>
                  </a:ext>
                </a:extLst>
              </p:cNvPr>
              <p:cNvSpPr txBox="1"/>
              <p:nvPr/>
            </p:nvSpPr>
            <p:spPr>
              <a:xfrm>
                <a:off x="8260535" y="2348884"/>
                <a:ext cx="914400" cy="969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FDECEB8-27B3-5AA3-5BB0-9BF48D228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535" y="2348884"/>
                <a:ext cx="914400" cy="969433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6F39243-A927-C79F-124E-AA3E478F2BA6}"/>
                  </a:ext>
                </a:extLst>
              </p:cNvPr>
              <p:cNvSpPr txBox="1"/>
              <p:nvPr/>
            </p:nvSpPr>
            <p:spPr>
              <a:xfrm>
                <a:off x="9077367" y="2348884"/>
                <a:ext cx="914400" cy="969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6F39243-A927-C79F-124E-AA3E478F2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367" y="2348884"/>
                <a:ext cx="914400" cy="969433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8B4579A-E7A4-18CF-9CB4-37D7B6B0B726}"/>
                  </a:ext>
                </a:extLst>
              </p:cNvPr>
              <p:cNvSpPr txBox="1"/>
              <p:nvPr/>
            </p:nvSpPr>
            <p:spPr>
              <a:xfrm>
                <a:off x="9939200" y="2348884"/>
                <a:ext cx="914400" cy="969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8B4579A-E7A4-18CF-9CB4-37D7B6B0B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9200" y="2348884"/>
                <a:ext cx="914400" cy="969433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CA7947C-E742-616A-D51E-987927EF8FBE}"/>
                  </a:ext>
                </a:extLst>
              </p:cNvPr>
              <p:cNvSpPr txBox="1"/>
              <p:nvPr/>
            </p:nvSpPr>
            <p:spPr>
              <a:xfrm>
                <a:off x="10970637" y="2348884"/>
                <a:ext cx="914400" cy="969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 err="1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2CA7947C-E742-616A-D51E-987927EF8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0637" y="2348884"/>
                <a:ext cx="914400" cy="969433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FC11CBA0-1CFE-0904-9A14-201EF31F2876}"/>
              </a:ext>
            </a:extLst>
          </p:cNvPr>
          <p:cNvGrpSpPr/>
          <p:nvPr/>
        </p:nvGrpSpPr>
        <p:grpSpPr>
          <a:xfrm>
            <a:off x="6495283" y="4494603"/>
            <a:ext cx="1166999" cy="523220"/>
            <a:chOff x="7584369" y="3233263"/>
            <a:chExt cx="1166999" cy="52322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1E6196EB-BE1B-4540-40CD-90777922FFFD}"/>
                </a:ext>
              </a:extLst>
            </p:cNvPr>
            <p:cNvSpPr/>
            <p:nvPr/>
          </p:nvSpPr>
          <p:spPr>
            <a:xfrm>
              <a:off x="7584369" y="3447077"/>
              <a:ext cx="142750" cy="142750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F80DEE49-21A9-B7E7-6919-F4D97283B555}"/>
                    </a:ext>
                  </a:extLst>
                </p:cNvPr>
                <p:cNvSpPr txBox="1"/>
                <p:nvPr/>
              </p:nvSpPr>
              <p:spPr>
                <a:xfrm>
                  <a:off x="7756865" y="3233263"/>
                  <a:ext cx="99450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o</m:t>
                            </m:r>
                          </m:sub>
                        </m:sSub>
                        <m:r>
                          <a:rPr lang="en-IN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sz="28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F80DEE49-21A9-B7E7-6919-F4D97283B5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6865" y="3233263"/>
                  <a:ext cx="994503" cy="523220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A8BE01D-50DF-3D5D-A784-D8AD749EA60F}"/>
                  </a:ext>
                </a:extLst>
              </p:cNvPr>
              <p:cNvSpPr txBox="1"/>
              <p:nvPr/>
            </p:nvSpPr>
            <p:spPr>
              <a:xfrm>
                <a:off x="7549188" y="4456798"/>
                <a:ext cx="994503" cy="6141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IN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IN" sz="28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A8BE01D-50DF-3D5D-A784-D8AD749EA6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188" y="4456798"/>
                <a:ext cx="994503" cy="614142"/>
              </a:xfrm>
              <a:prstGeom prst="rect">
                <a:avLst/>
              </a:prstGeom>
              <a:blipFill>
                <a:blip r:embed="rId38"/>
                <a:stretch>
                  <a:fillRect r="-60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1B8E9EE-6642-772F-2466-1974092472C6}"/>
                  </a:ext>
                </a:extLst>
              </p:cNvPr>
              <p:cNvSpPr txBox="1"/>
              <p:nvPr/>
            </p:nvSpPr>
            <p:spPr>
              <a:xfrm>
                <a:off x="7217927" y="5006697"/>
                <a:ext cx="994503" cy="872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𝑎𝑝𝑝𝑟𝑜𝑥</m:t>
                      </m:r>
                      <m:r>
                        <a:rPr lang="en-US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IN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1B8E9EE-6642-772F-2466-197409247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7927" y="5006697"/>
                <a:ext cx="994503" cy="872162"/>
              </a:xfrm>
              <a:prstGeom prst="rect">
                <a:avLst/>
              </a:prstGeom>
              <a:blipFill>
                <a:blip r:embed="rId39"/>
                <a:stretch>
                  <a:fillRect r="-21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7106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5" grpId="0"/>
      <p:bldP spid="31" grpId="0"/>
      <p:bldP spid="45" grpId="0"/>
      <p:bldP spid="46" grpId="0"/>
      <p:bldP spid="48" grpId="0"/>
      <p:bldP spid="51" grpId="0"/>
      <p:bldP spid="55" grpId="0"/>
      <p:bldP spid="56" grpId="0"/>
      <p:bldP spid="5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80" grpId="0"/>
      <p:bldP spid="6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81016" y="0"/>
            <a:ext cx="730539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Ways to solve numerical 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57288"/>
            <a:ext cx="59062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Look for type of supply first AC or DC 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1477392"/>
            <a:ext cx="48533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Cell and battery are DC supply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4800" y="1846724"/>
            <a:ext cx="38754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Frequency of DC is zero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62780" y="2308389"/>
                <a:ext cx="223875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GB" sz="28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GB" sz="2800" b="0" i="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80" y="2308389"/>
                <a:ext cx="2238754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62780" y="2911823"/>
                <a:ext cx="2399055" cy="9017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r>
                        <a:rPr lang="en-IN" sz="2800" i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=∞</m:t>
                      </m:r>
                    </m:oMath>
                  </m:oMathPara>
                </a14:m>
                <a:endParaRPr lang="en-IN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780" y="2911823"/>
                <a:ext cx="2399055" cy="901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2930271" y="2959591"/>
            <a:ext cx="45954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i="0" dirty="0">
                <a:solidFill>
                  <a:srgbClr val="FFFFFF"/>
                </a:solidFill>
                <a:latin typeface="+mj-lt"/>
              </a:rPr>
              <a:t>Capacitor is perfect insulator for DC or say capacitor block DC</a:t>
            </a:r>
            <a:endParaRPr lang="en-IN" sz="2800" dirty="0">
              <a:solidFill>
                <a:srgbClr val="FFFFFF"/>
              </a:solidFill>
            </a:endParaRPr>
          </a:p>
        </p:txBody>
      </p:sp>
      <p:pic>
        <p:nvPicPr>
          <p:cNvPr id="1026" name="Picture 2" descr="Some high level physics right here - Funny | Science memes funny, Funny school jokes, Very funny ...">
            <a:extLst>
              <a:ext uri="{FF2B5EF4-FFF2-40B4-BE49-F238E27FC236}">
                <a16:creationId xmlns:a16="http://schemas.microsoft.com/office/drawing/2014/main" id="{9D8D8CF1-0CB0-6DD6-F695-285F1E4E1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670" y="104775"/>
            <a:ext cx="4514850" cy="675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4410692"/>
            <a:ext cx="752566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fontAlgn="base">
              <a:buFont typeface="Wingdings" panose="05000000000000000000" pitchFamily="2" charset="2"/>
              <a:buChar char="Ø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All instrument read RMS value and DC instrument will not work with AC supply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</p:spTree>
    <p:extLst>
      <p:ext uri="{BB962C8B-B14F-4D97-AF65-F5344CB8AC3E}">
        <p14:creationId xmlns:p14="http://schemas.microsoft.com/office/powerpoint/2010/main" val="359559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3700" y="396318"/>
            <a:ext cx="849686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If data is simply given it is RMS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  <a:p>
            <a:r>
              <a:rPr lang="en-GB" sz="2800" i="1" dirty="0">
                <a:solidFill>
                  <a:srgbClr val="FFFFFF"/>
                </a:solidFill>
                <a:latin typeface="Calibri" panose="020F0502020204030204" pitchFamily="34" charset="0"/>
              </a:rPr>
              <a:t>       Q If V=100sint here 100 is ……….</a:t>
            </a:r>
            <a:endParaRPr lang="en-GB" sz="2800" dirty="0">
              <a:solidFill>
                <a:srgbClr val="FFFFFF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9B22B1-A541-ACB5-AEEC-EF20DC007DAE}"/>
              </a:ext>
            </a:extLst>
          </p:cNvPr>
          <p:cNvSpPr/>
          <p:nvPr/>
        </p:nvSpPr>
        <p:spPr>
          <a:xfrm>
            <a:off x="1063700" y="1476972"/>
            <a:ext cx="1061568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All these formula we just study are phaser analysis which is done for amplitude(can be used with RMS) not instantaneous value[nearly never asked in exam here use simple addition like KCL and KVL]. </a:t>
            </a:r>
            <a:endParaRPr lang="en-GB" sz="2800" dirty="0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3D8CEE-4A7A-0E5C-A0ED-D20A4D9CDAC0}"/>
              </a:ext>
            </a:extLst>
          </p:cNvPr>
          <p:cNvSpPr/>
          <p:nvPr/>
        </p:nvSpPr>
        <p:spPr>
          <a:xfrm>
            <a:off x="1038615" y="3188810"/>
            <a:ext cx="84968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If frequency is change remember to change X</a:t>
            </a:r>
            <a:r>
              <a:rPr lang="en-GB" sz="2800" baseline="-25000" dirty="0">
                <a:solidFill>
                  <a:srgbClr val="FFFFFF"/>
                </a:solidFill>
                <a:latin typeface="Calibri" panose="020F0502020204030204" pitchFamily="34" charset="0"/>
              </a:rPr>
              <a:t>L</a:t>
            </a: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 and X</a:t>
            </a:r>
            <a:r>
              <a:rPr lang="en-GB" sz="2800" baseline="-25000" dirty="0">
                <a:solidFill>
                  <a:srgbClr val="FFFFFF"/>
                </a:solidFill>
                <a:latin typeface="Calibri" panose="020F0502020204030204" pitchFamily="34" charset="0"/>
              </a:rPr>
              <a:t>C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B718AD-4E89-4BEC-556E-0E5485AC9F89}"/>
              </a:ext>
            </a:extLst>
          </p:cNvPr>
          <p:cNvSpPr/>
          <p:nvPr/>
        </p:nvSpPr>
        <p:spPr>
          <a:xfrm>
            <a:off x="1038615" y="4323902"/>
            <a:ext cx="84968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And remember Hz is not unit of ………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</p:spTree>
    <p:extLst>
      <p:ext uri="{BB962C8B-B14F-4D97-AF65-F5344CB8AC3E}">
        <p14:creationId xmlns:p14="http://schemas.microsoft.com/office/powerpoint/2010/main" val="51264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3" grpId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CC58EF-A662-531F-F30D-8963B0353840}"/>
              </a:ext>
            </a:extLst>
          </p:cNvPr>
          <p:cNvSpPr/>
          <p:nvPr/>
        </p:nvSpPr>
        <p:spPr>
          <a:xfrm>
            <a:off x="0" y="0"/>
            <a:ext cx="393192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In RLC series circuit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57F0221-CC7C-3FBC-F942-EEFCDDC532C9}"/>
              </a:ext>
            </a:extLst>
          </p:cNvPr>
          <p:cNvGrpSpPr/>
          <p:nvPr/>
        </p:nvGrpSpPr>
        <p:grpSpPr>
          <a:xfrm>
            <a:off x="200876" y="2705197"/>
            <a:ext cx="4054714" cy="387519"/>
            <a:chOff x="1206716" y="1161142"/>
            <a:chExt cx="4054714" cy="387519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7033C62-9B38-3748-56D8-DF7E83AF419B}"/>
                </a:ext>
              </a:extLst>
            </p:cNvPr>
            <p:cNvCxnSpPr>
              <a:cxnSpLocks/>
            </p:cNvCxnSpPr>
            <p:nvPr/>
          </p:nvCxnSpPr>
          <p:spPr>
            <a:xfrm>
              <a:off x="1206716" y="1352126"/>
              <a:ext cx="446530" cy="763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A212C9C-0DBF-F63E-517D-C847E19ECCD8}"/>
                </a:ext>
              </a:extLst>
            </p:cNvPr>
            <p:cNvCxnSpPr>
              <a:cxnSpLocks/>
            </p:cNvCxnSpPr>
            <p:nvPr/>
          </p:nvCxnSpPr>
          <p:spPr>
            <a:xfrm>
              <a:off x="2278380" y="1342783"/>
              <a:ext cx="517817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56487E9-50A6-A16C-95A3-77C4CB884E67}"/>
                </a:ext>
              </a:extLst>
            </p:cNvPr>
            <p:cNvCxnSpPr>
              <a:cxnSpLocks/>
            </p:cNvCxnSpPr>
            <p:nvPr/>
          </p:nvCxnSpPr>
          <p:spPr>
            <a:xfrm>
              <a:off x="3419925" y="1359755"/>
              <a:ext cx="596490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6C54E8E-9B3F-B45E-0007-04110145951C}"/>
                </a:ext>
              </a:extLst>
            </p:cNvPr>
            <p:cNvSpPr/>
            <p:nvPr/>
          </p:nvSpPr>
          <p:spPr>
            <a:xfrm flipV="1">
              <a:off x="1658622" y="1259781"/>
              <a:ext cx="602727" cy="190241"/>
            </a:xfrm>
            <a:custGeom>
              <a:avLst/>
              <a:gdLst>
                <a:gd name="connsiteX0" fmla="*/ 0 w 1082040"/>
                <a:gd name="connsiteY0" fmla="*/ 69055 h 199177"/>
                <a:gd name="connsiteX1" fmla="*/ 182880 w 1082040"/>
                <a:gd name="connsiteY1" fmla="*/ 61435 h 199177"/>
                <a:gd name="connsiteX2" fmla="*/ 281940 w 1082040"/>
                <a:gd name="connsiteY2" fmla="*/ 198595 h 199177"/>
                <a:gd name="connsiteX3" fmla="*/ 358140 w 1082040"/>
                <a:gd name="connsiteY3" fmla="*/ 475 h 199177"/>
                <a:gd name="connsiteX4" fmla="*/ 358140 w 1082040"/>
                <a:gd name="connsiteY4" fmla="*/ 475 h 199177"/>
                <a:gd name="connsiteX5" fmla="*/ 502920 w 1082040"/>
                <a:gd name="connsiteY5" fmla="*/ 175735 h 199177"/>
                <a:gd name="connsiteX6" fmla="*/ 586740 w 1082040"/>
                <a:gd name="connsiteY6" fmla="*/ 8095 h 199177"/>
                <a:gd name="connsiteX7" fmla="*/ 739140 w 1082040"/>
                <a:gd name="connsiteY7" fmla="*/ 137635 h 199177"/>
                <a:gd name="connsiteX8" fmla="*/ 807720 w 1082040"/>
                <a:gd name="connsiteY8" fmla="*/ 475 h 199177"/>
                <a:gd name="connsiteX9" fmla="*/ 891540 w 1082040"/>
                <a:gd name="connsiteY9" fmla="*/ 91915 h 199177"/>
                <a:gd name="connsiteX10" fmla="*/ 1082040 w 1082040"/>
                <a:gd name="connsiteY10" fmla="*/ 76675 h 199177"/>
                <a:gd name="connsiteX0" fmla="*/ 0 w 1082040"/>
                <a:gd name="connsiteY0" fmla="*/ 69055 h 199118"/>
                <a:gd name="connsiteX1" fmla="*/ 182880 w 1082040"/>
                <a:gd name="connsiteY1" fmla="*/ 61435 h 199118"/>
                <a:gd name="connsiteX2" fmla="*/ 281940 w 1082040"/>
                <a:gd name="connsiteY2" fmla="*/ 198595 h 199118"/>
                <a:gd name="connsiteX3" fmla="*/ 358140 w 1082040"/>
                <a:gd name="connsiteY3" fmla="*/ 475 h 199118"/>
                <a:gd name="connsiteX4" fmla="*/ 358140 w 1082040"/>
                <a:gd name="connsiteY4" fmla="*/ 475 h 199118"/>
                <a:gd name="connsiteX5" fmla="*/ 502920 w 1082040"/>
                <a:gd name="connsiteY5" fmla="*/ 175735 h 199118"/>
                <a:gd name="connsiteX6" fmla="*/ 586740 w 1082040"/>
                <a:gd name="connsiteY6" fmla="*/ 8095 h 199118"/>
                <a:gd name="connsiteX7" fmla="*/ 739140 w 1082040"/>
                <a:gd name="connsiteY7" fmla="*/ 137635 h 199118"/>
                <a:gd name="connsiteX8" fmla="*/ 807720 w 1082040"/>
                <a:gd name="connsiteY8" fmla="*/ 475 h 199118"/>
                <a:gd name="connsiteX9" fmla="*/ 891540 w 1082040"/>
                <a:gd name="connsiteY9" fmla="*/ 91915 h 199118"/>
                <a:gd name="connsiteX10" fmla="*/ 1082040 w 1082040"/>
                <a:gd name="connsiteY10" fmla="*/ 76675 h 199118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24"/>
                <a:gd name="connsiteX1" fmla="*/ 193040 w 1092200"/>
                <a:gd name="connsiteY1" fmla="*/ 61435 h 199124"/>
                <a:gd name="connsiteX2" fmla="*/ 292100 w 1092200"/>
                <a:gd name="connsiteY2" fmla="*/ 198595 h 199124"/>
                <a:gd name="connsiteX3" fmla="*/ 368300 w 1092200"/>
                <a:gd name="connsiteY3" fmla="*/ 475 h 199124"/>
                <a:gd name="connsiteX4" fmla="*/ 368300 w 1092200"/>
                <a:gd name="connsiteY4" fmla="*/ 475 h 199124"/>
                <a:gd name="connsiteX5" fmla="*/ 513080 w 1092200"/>
                <a:gd name="connsiteY5" fmla="*/ 175735 h 199124"/>
                <a:gd name="connsiteX6" fmla="*/ 596900 w 1092200"/>
                <a:gd name="connsiteY6" fmla="*/ 8095 h 199124"/>
                <a:gd name="connsiteX7" fmla="*/ 749300 w 1092200"/>
                <a:gd name="connsiteY7" fmla="*/ 137635 h 199124"/>
                <a:gd name="connsiteX8" fmla="*/ 817880 w 1092200"/>
                <a:gd name="connsiteY8" fmla="*/ 475 h 199124"/>
                <a:gd name="connsiteX9" fmla="*/ 901700 w 1092200"/>
                <a:gd name="connsiteY9" fmla="*/ 91915 h 199124"/>
                <a:gd name="connsiteX10" fmla="*/ 1092200 w 1092200"/>
                <a:gd name="connsiteY10" fmla="*/ 76675 h 199124"/>
                <a:gd name="connsiteX0" fmla="*/ 0 w 1092200"/>
                <a:gd name="connsiteY0" fmla="*/ 111760 h 251989"/>
                <a:gd name="connsiteX1" fmla="*/ 193040 w 1092200"/>
                <a:gd name="connsiteY1" fmla="*/ 114300 h 251989"/>
                <a:gd name="connsiteX2" fmla="*/ 292100 w 1092200"/>
                <a:gd name="connsiteY2" fmla="*/ 251460 h 251989"/>
                <a:gd name="connsiteX3" fmla="*/ 368300 w 1092200"/>
                <a:gd name="connsiteY3" fmla="*/ 53340 h 251989"/>
                <a:gd name="connsiteX4" fmla="*/ 368300 w 1092200"/>
                <a:gd name="connsiteY4" fmla="*/ 0 h 251989"/>
                <a:gd name="connsiteX5" fmla="*/ 513080 w 1092200"/>
                <a:gd name="connsiteY5" fmla="*/ 228600 h 251989"/>
                <a:gd name="connsiteX6" fmla="*/ 596900 w 1092200"/>
                <a:gd name="connsiteY6" fmla="*/ 60960 h 251989"/>
                <a:gd name="connsiteX7" fmla="*/ 749300 w 1092200"/>
                <a:gd name="connsiteY7" fmla="*/ 190500 h 251989"/>
                <a:gd name="connsiteX8" fmla="*/ 817880 w 1092200"/>
                <a:gd name="connsiteY8" fmla="*/ 53340 h 251989"/>
                <a:gd name="connsiteX9" fmla="*/ 901700 w 1092200"/>
                <a:gd name="connsiteY9" fmla="*/ 144780 h 251989"/>
                <a:gd name="connsiteX10" fmla="*/ 1092200 w 1092200"/>
                <a:gd name="connsiteY10" fmla="*/ 129540 h 251989"/>
                <a:gd name="connsiteX0" fmla="*/ 0 w 1092200"/>
                <a:gd name="connsiteY0" fmla="*/ 111760 h 267068"/>
                <a:gd name="connsiteX1" fmla="*/ 193040 w 1092200"/>
                <a:gd name="connsiteY1" fmla="*/ 114300 h 267068"/>
                <a:gd name="connsiteX2" fmla="*/ 292100 w 1092200"/>
                <a:gd name="connsiteY2" fmla="*/ 251460 h 267068"/>
                <a:gd name="connsiteX3" fmla="*/ 368300 w 1092200"/>
                <a:gd name="connsiteY3" fmla="*/ 53340 h 267068"/>
                <a:gd name="connsiteX4" fmla="*/ 368300 w 1092200"/>
                <a:gd name="connsiteY4" fmla="*/ 0 h 267068"/>
                <a:gd name="connsiteX5" fmla="*/ 513080 w 1092200"/>
                <a:gd name="connsiteY5" fmla="*/ 266700 h 267068"/>
                <a:gd name="connsiteX6" fmla="*/ 596900 w 1092200"/>
                <a:gd name="connsiteY6" fmla="*/ 60960 h 267068"/>
                <a:gd name="connsiteX7" fmla="*/ 749300 w 1092200"/>
                <a:gd name="connsiteY7" fmla="*/ 190500 h 267068"/>
                <a:gd name="connsiteX8" fmla="*/ 817880 w 1092200"/>
                <a:gd name="connsiteY8" fmla="*/ 53340 h 267068"/>
                <a:gd name="connsiteX9" fmla="*/ 901700 w 1092200"/>
                <a:gd name="connsiteY9" fmla="*/ 144780 h 267068"/>
                <a:gd name="connsiteX10" fmla="*/ 1092200 w 1092200"/>
                <a:gd name="connsiteY10" fmla="*/ 129540 h 267068"/>
                <a:gd name="connsiteX0" fmla="*/ 0 w 1092200"/>
                <a:gd name="connsiteY0" fmla="*/ 111780 h 267088"/>
                <a:gd name="connsiteX1" fmla="*/ 193040 w 1092200"/>
                <a:gd name="connsiteY1" fmla="*/ 114320 h 267088"/>
                <a:gd name="connsiteX2" fmla="*/ 292100 w 1092200"/>
                <a:gd name="connsiteY2" fmla="*/ 251480 h 267088"/>
                <a:gd name="connsiteX3" fmla="*/ 368300 w 1092200"/>
                <a:gd name="connsiteY3" fmla="*/ 20 h 267088"/>
                <a:gd name="connsiteX4" fmla="*/ 513080 w 1092200"/>
                <a:gd name="connsiteY4" fmla="*/ 266720 h 267088"/>
                <a:gd name="connsiteX5" fmla="*/ 596900 w 1092200"/>
                <a:gd name="connsiteY5" fmla="*/ 60980 h 267088"/>
                <a:gd name="connsiteX6" fmla="*/ 749300 w 1092200"/>
                <a:gd name="connsiteY6" fmla="*/ 190520 h 267088"/>
                <a:gd name="connsiteX7" fmla="*/ 817880 w 1092200"/>
                <a:gd name="connsiteY7" fmla="*/ 53360 h 267088"/>
                <a:gd name="connsiteX8" fmla="*/ 901700 w 1092200"/>
                <a:gd name="connsiteY8" fmla="*/ 144800 h 267088"/>
                <a:gd name="connsiteX9" fmla="*/ 1092200 w 1092200"/>
                <a:gd name="connsiteY9" fmla="*/ 129560 h 267088"/>
                <a:gd name="connsiteX0" fmla="*/ 0 w 1092200"/>
                <a:gd name="connsiteY0" fmla="*/ 119958 h 274902"/>
                <a:gd name="connsiteX1" fmla="*/ 193040 w 1092200"/>
                <a:gd name="connsiteY1" fmla="*/ 122498 h 274902"/>
                <a:gd name="connsiteX2" fmla="*/ 292100 w 1092200"/>
                <a:gd name="connsiteY2" fmla="*/ 259658 h 274902"/>
                <a:gd name="connsiteX3" fmla="*/ 368300 w 1092200"/>
                <a:gd name="connsiteY3" fmla="*/ 8198 h 274902"/>
                <a:gd name="connsiteX4" fmla="*/ 513080 w 1092200"/>
                <a:gd name="connsiteY4" fmla="*/ 274898 h 274902"/>
                <a:gd name="connsiteX5" fmla="*/ 591820 w 1092200"/>
                <a:gd name="connsiteY5" fmla="*/ 578 h 274902"/>
                <a:gd name="connsiteX6" fmla="*/ 749300 w 1092200"/>
                <a:gd name="connsiteY6" fmla="*/ 198698 h 274902"/>
                <a:gd name="connsiteX7" fmla="*/ 817880 w 1092200"/>
                <a:gd name="connsiteY7" fmla="*/ 61538 h 274902"/>
                <a:gd name="connsiteX8" fmla="*/ 901700 w 1092200"/>
                <a:gd name="connsiteY8" fmla="*/ 152978 h 274902"/>
                <a:gd name="connsiteX9" fmla="*/ 1092200 w 1092200"/>
                <a:gd name="connsiteY9" fmla="*/ 137738 h 274902"/>
                <a:gd name="connsiteX0" fmla="*/ 0 w 1092200"/>
                <a:gd name="connsiteY0" fmla="*/ 119381 h 274325"/>
                <a:gd name="connsiteX1" fmla="*/ 193040 w 1092200"/>
                <a:gd name="connsiteY1" fmla="*/ 121921 h 274325"/>
                <a:gd name="connsiteX2" fmla="*/ 292100 w 1092200"/>
                <a:gd name="connsiteY2" fmla="*/ 259081 h 274325"/>
                <a:gd name="connsiteX3" fmla="*/ 368300 w 1092200"/>
                <a:gd name="connsiteY3" fmla="*/ 7621 h 274325"/>
                <a:gd name="connsiteX4" fmla="*/ 513080 w 1092200"/>
                <a:gd name="connsiteY4" fmla="*/ 274321 h 274325"/>
                <a:gd name="connsiteX5" fmla="*/ 591820 w 1092200"/>
                <a:gd name="connsiteY5" fmla="*/ 1 h 274325"/>
                <a:gd name="connsiteX6" fmla="*/ 734060 w 1092200"/>
                <a:gd name="connsiteY6" fmla="*/ 271781 h 274325"/>
                <a:gd name="connsiteX7" fmla="*/ 817880 w 1092200"/>
                <a:gd name="connsiteY7" fmla="*/ 60961 h 274325"/>
                <a:gd name="connsiteX8" fmla="*/ 901700 w 1092200"/>
                <a:gd name="connsiteY8" fmla="*/ 152401 h 274325"/>
                <a:gd name="connsiteX9" fmla="*/ 1092200 w 1092200"/>
                <a:gd name="connsiteY9" fmla="*/ 13716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51318 h 306262"/>
                <a:gd name="connsiteX1" fmla="*/ 193040 w 1087120"/>
                <a:gd name="connsiteY1" fmla="*/ 153858 h 306262"/>
                <a:gd name="connsiteX2" fmla="*/ 292100 w 1087120"/>
                <a:gd name="connsiteY2" fmla="*/ 291018 h 306262"/>
                <a:gd name="connsiteX3" fmla="*/ 368300 w 1087120"/>
                <a:gd name="connsiteY3" fmla="*/ 39558 h 306262"/>
                <a:gd name="connsiteX4" fmla="*/ 513080 w 1087120"/>
                <a:gd name="connsiteY4" fmla="*/ 306258 h 306262"/>
                <a:gd name="connsiteX5" fmla="*/ 591820 w 1087120"/>
                <a:gd name="connsiteY5" fmla="*/ 31938 h 306262"/>
                <a:gd name="connsiteX6" fmla="*/ 734060 w 1087120"/>
                <a:gd name="connsiteY6" fmla="*/ 303718 h 306262"/>
                <a:gd name="connsiteX7" fmla="*/ 821436 w 1087120"/>
                <a:gd name="connsiteY7" fmla="*/ 1458 h 306262"/>
                <a:gd name="connsiteX8" fmla="*/ 901700 w 1087120"/>
                <a:gd name="connsiteY8" fmla="*/ 184338 h 306262"/>
                <a:gd name="connsiteX9" fmla="*/ 1087120 w 1087120"/>
                <a:gd name="connsiteY9" fmla="*/ 179258 h 306262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07825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68300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7120" h="274582">
                  <a:moveTo>
                    <a:pt x="0" y="119380"/>
                  </a:moveTo>
                  <a:cubicBezTo>
                    <a:pt x="83185" y="120015"/>
                    <a:pt x="146682" y="96053"/>
                    <a:pt x="193040" y="121920"/>
                  </a:cubicBezTo>
                  <a:cubicBezTo>
                    <a:pt x="239398" y="147787"/>
                    <a:pt x="240896" y="205787"/>
                    <a:pt x="278146" y="274582"/>
                  </a:cubicBezTo>
                  <a:cubicBezTo>
                    <a:pt x="311871" y="186748"/>
                    <a:pt x="337899" y="80744"/>
                    <a:pt x="377192" y="7620"/>
                  </a:cubicBezTo>
                  <a:cubicBezTo>
                    <a:pt x="399430" y="27507"/>
                    <a:pt x="453758" y="224656"/>
                    <a:pt x="495298" y="274320"/>
                  </a:cubicBezTo>
                  <a:cubicBezTo>
                    <a:pt x="533737" y="202185"/>
                    <a:pt x="570403" y="60639"/>
                    <a:pt x="607825" y="0"/>
                  </a:cubicBezTo>
                  <a:cubicBezTo>
                    <a:pt x="642146" y="56730"/>
                    <a:pt x="677072" y="198897"/>
                    <a:pt x="719833" y="269240"/>
                  </a:cubicBezTo>
                  <a:cubicBezTo>
                    <a:pt x="757943" y="191210"/>
                    <a:pt x="789120" y="80567"/>
                    <a:pt x="817880" y="10160"/>
                  </a:cubicBezTo>
                  <a:cubicBezTo>
                    <a:pt x="851292" y="70410"/>
                    <a:pt x="855980" y="152987"/>
                    <a:pt x="901700" y="165687"/>
                  </a:cubicBezTo>
                  <a:cubicBezTo>
                    <a:pt x="967740" y="165687"/>
                    <a:pt x="994574" y="172362"/>
                    <a:pt x="1087120" y="167250"/>
                  </a:cubicBezTo>
                </a:path>
              </a:pathLst>
            </a:custGeom>
            <a:noFill/>
            <a:ln w="19050">
              <a:solidFill>
                <a:srgbClr val="FE9E1C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F2D1E7E-03C7-C981-80B8-6FAA2632BEDE}"/>
                </a:ext>
              </a:extLst>
            </p:cNvPr>
            <p:cNvGrpSpPr/>
            <p:nvPr/>
          </p:nvGrpSpPr>
          <p:grpSpPr>
            <a:xfrm>
              <a:off x="4022016" y="1161142"/>
              <a:ext cx="600169" cy="387519"/>
              <a:chOff x="5377910" y="3964770"/>
              <a:chExt cx="825067" cy="314187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ACDF9DD4-23D5-3074-C6FB-35880CD62B89}"/>
                  </a:ext>
                </a:extLst>
              </p:cNvPr>
              <p:cNvSpPr/>
              <p:nvPr/>
            </p:nvSpPr>
            <p:spPr>
              <a:xfrm>
                <a:off x="5377910" y="4117937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accent6">
                    <a:lumMod val="60000"/>
                    <a:lumOff val="40000"/>
                  </a:schemeClr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BD823B5-64F7-42F9-79CD-61B2A5D40C83}"/>
                  </a:ext>
                </a:extLst>
              </p:cNvPr>
              <p:cNvSpPr/>
              <p:nvPr/>
            </p:nvSpPr>
            <p:spPr>
              <a:xfrm>
                <a:off x="5887410" y="4112038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accent6">
                    <a:lumMod val="60000"/>
                    <a:lumOff val="40000"/>
                  </a:schemeClr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2BE5023-A1FA-E343-B125-FC14860EBC16}"/>
                  </a:ext>
                </a:extLst>
              </p:cNvPr>
              <p:cNvSpPr/>
              <p:nvPr/>
            </p:nvSpPr>
            <p:spPr>
              <a:xfrm>
                <a:off x="5887633" y="3964773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F79DC267-1725-E3E9-24B8-C16643F41A61}"/>
                  </a:ext>
                </a:extLst>
              </p:cNvPr>
              <p:cNvSpPr/>
              <p:nvPr/>
            </p:nvSpPr>
            <p:spPr>
              <a:xfrm>
                <a:off x="5686085" y="3964770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736744A-839A-A636-7E8C-FDAFCA90F7C5}"/>
                </a:ext>
              </a:extLst>
            </p:cNvPr>
            <p:cNvGrpSpPr/>
            <p:nvPr/>
          </p:nvGrpSpPr>
          <p:grpSpPr>
            <a:xfrm>
              <a:off x="2817199" y="1259464"/>
              <a:ext cx="602727" cy="186030"/>
              <a:chOff x="1396758" y="2373096"/>
              <a:chExt cx="688636" cy="160171"/>
            </a:xfrm>
          </p:grpSpPr>
          <p:sp>
            <p:nvSpPr>
              <p:cNvPr id="18" name="Oval 4">
                <a:extLst>
                  <a:ext uri="{FF2B5EF4-FFF2-40B4-BE49-F238E27FC236}">
                    <a16:creationId xmlns:a16="http://schemas.microsoft.com/office/drawing/2014/main" id="{6570A574-038C-6657-F7BA-87C1B25F4B5B}"/>
                  </a:ext>
                </a:extLst>
              </p:cNvPr>
              <p:cNvSpPr/>
              <p:nvPr/>
            </p:nvSpPr>
            <p:spPr>
              <a:xfrm>
                <a:off x="1396758" y="2373533"/>
                <a:ext cx="193457" cy="15770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1462" h="1049063">
                    <a:moveTo>
                      <a:pt x="0" y="583154"/>
                    </a:moveTo>
                    <a:cubicBezTo>
                      <a:pt x="154069" y="578124"/>
                      <a:pt x="493516" y="634316"/>
                      <a:pt x="504745" y="505636"/>
                    </a:cubicBezTo>
                    <a:cubicBezTo>
                      <a:pt x="534588" y="157179"/>
                      <a:pt x="631910" y="12857"/>
                      <a:pt x="751027" y="418"/>
                    </a:cubicBezTo>
                    <a:cubicBezTo>
                      <a:pt x="870144" y="-12021"/>
                      <a:pt x="1021462" y="254909"/>
                      <a:pt x="1021462" y="573010"/>
                    </a:cubicBezTo>
                    <a:cubicBezTo>
                      <a:pt x="1018605" y="882538"/>
                      <a:pt x="969303" y="1049708"/>
                      <a:pt x="904764" y="1049062"/>
                    </a:cubicBezTo>
                  </a:path>
                </a:pathLst>
              </a:custGeom>
              <a:noFill/>
              <a:ln w="19050">
                <a:solidFill>
                  <a:srgbClr val="F6C9AB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" name="Oval 9">
                <a:extLst>
                  <a:ext uri="{FF2B5EF4-FFF2-40B4-BE49-F238E27FC236}">
                    <a16:creationId xmlns:a16="http://schemas.microsoft.com/office/drawing/2014/main" id="{DFABD2D1-2728-6F95-F031-4266AA7B9C3A}"/>
                  </a:ext>
                </a:extLst>
              </p:cNvPr>
              <p:cNvSpPr/>
              <p:nvPr/>
            </p:nvSpPr>
            <p:spPr>
              <a:xfrm>
                <a:off x="1552476" y="2373096"/>
                <a:ext cx="102244" cy="15859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rgbClr val="F6C9A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Oval 9">
                <a:extLst>
                  <a:ext uri="{FF2B5EF4-FFF2-40B4-BE49-F238E27FC236}">
                    <a16:creationId xmlns:a16="http://schemas.microsoft.com/office/drawing/2014/main" id="{BD6DC340-FEEF-C5E0-916A-EDBAB084F476}"/>
                  </a:ext>
                </a:extLst>
              </p:cNvPr>
              <p:cNvSpPr/>
              <p:nvPr/>
            </p:nvSpPr>
            <p:spPr>
              <a:xfrm>
                <a:off x="1621571" y="2373526"/>
                <a:ext cx="102244" cy="15859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rgbClr val="F6C9A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" name="Oval 9">
                <a:extLst>
                  <a:ext uri="{FF2B5EF4-FFF2-40B4-BE49-F238E27FC236}">
                    <a16:creationId xmlns:a16="http://schemas.microsoft.com/office/drawing/2014/main" id="{95175291-F50A-2EAC-6903-817A001E6E2C}"/>
                  </a:ext>
                </a:extLst>
              </p:cNvPr>
              <p:cNvSpPr/>
              <p:nvPr/>
            </p:nvSpPr>
            <p:spPr>
              <a:xfrm>
                <a:off x="1691035" y="2373910"/>
                <a:ext cx="102244" cy="15859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rgbClr val="F6C9A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" name="Oval 9">
                <a:extLst>
                  <a:ext uri="{FF2B5EF4-FFF2-40B4-BE49-F238E27FC236}">
                    <a16:creationId xmlns:a16="http://schemas.microsoft.com/office/drawing/2014/main" id="{ED95C1D3-FAA5-7C4D-BC06-854914D6A787}"/>
                  </a:ext>
                </a:extLst>
              </p:cNvPr>
              <p:cNvSpPr/>
              <p:nvPr/>
            </p:nvSpPr>
            <p:spPr>
              <a:xfrm>
                <a:off x="1760499" y="2374293"/>
                <a:ext cx="102244" cy="15859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rgbClr val="F6C9A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3" name="Oval 9">
                <a:extLst>
                  <a:ext uri="{FF2B5EF4-FFF2-40B4-BE49-F238E27FC236}">
                    <a16:creationId xmlns:a16="http://schemas.microsoft.com/office/drawing/2014/main" id="{A3883C31-F5E0-1977-70DA-A5B6DCD7D8A2}"/>
                  </a:ext>
                </a:extLst>
              </p:cNvPr>
              <p:cNvSpPr/>
              <p:nvPr/>
            </p:nvSpPr>
            <p:spPr>
              <a:xfrm>
                <a:off x="1829963" y="2374676"/>
                <a:ext cx="102244" cy="15859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rgbClr val="F6C9A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Oval 4">
                <a:extLst>
                  <a:ext uri="{FF2B5EF4-FFF2-40B4-BE49-F238E27FC236}">
                    <a16:creationId xmlns:a16="http://schemas.microsoft.com/office/drawing/2014/main" id="{2707B07C-54AB-095A-4F3E-EF25B65F2496}"/>
                  </a:ext>
                </a:extLst>
              </p:cNvPr>
              <p:cNvSpPr/>
              <p:nvPr/>
            </p:nvSpPr>
            <p:spPr>
              <a:xfrm flipH="1">
                <a:off x="1892929" y="2375530"/>
                <a:ext cx="192465" cy="15770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  <a:gd name="connsiteX0" fmla="*/ 0 w 1016229"/>
                  <a:gd name="connsiteY0" fmla="*/ 556784 h 1049063"/>
                  <a:gd name="connsiteX1" fmla="*/ 499512 w 1016229"/>
                  <a:gd name="connsiteY1" fmla="*/ 505636 h 1049063"/>
                  <a:gd name="connsiteX2" fmla="*/ 745794 w 1016229"/>
                  <a:gd name="connsiteY2" fmla="*/ 418 h 1049063"/>
                  <a:gd name="connsiteX3" fmla="*/ 1016229 w 1016229"/>
                  <a:gd name="connsiteY3" fmla="*/ 573010 h 1049063"/>
                  <a:gd name="connsiteX4" fmla="*/ 899531 w 1016229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6229" h="1049063">
                    <a:moveTo>
                      <a:pt x="0" y="556784"/>
                    </a:moveTo>
                    <a:cubicBezTo>
                      <a:pt x="154069" y="551754"/>
                      <a:pt x="488283" y="634316"/>
                      <a:pt x="499512" y="505636"/>
                    </a:cubicBezTo>
                    <a:cubicBezTo>
                      <a:pt x="529355" y="157179"/>
                      <a:pt x="626677" y="12857"/>
                      <a:pt x="745794" y="418"/>
                    </a:cubicBezTo>
                    <a:cubicBezTo>
                      <a:pt x="864911" y="-12021"/>
                      <a:pt x="1016229" y="254909"/>
                      <a:pt x="1016229" y="573010"/>
                    </a:cubicBezTo>
                    <a:cubicBezTo>
                      <a:pt x="1013372" y="882538"/>
                      <a:pt x="964070" y="1049708"/>
                      <a:pt x="899531" y="1049062"/>
                    </a:cubicBezTo>
                  </a:path>
                </a:pathLst>
              </a:custGeom>
              <a:noFill/>
              <a:ln w="19050">
                <a:solidFill>
                  <a:srgbClr val="F6C9AB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88E46C-30B5-E34A-929A-72752872D490}"/>
                </a:ext>
              </a:extLst>
            </p:cNvPr>
            <p:cNvCxnSpPr>
              <a:cxnSpLocks/>
            </p:cNvCxnSpPr>
            <p:nvPr/>
          </p:nvCxnSpPr>
          <p:spPr>
            <a:xfrm>
              <a:off x="4653077" y="1359755"/>
              <a:ext cx="608353" cy="10395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43986CD-C26D-DFA9-CE72-35CE47422BEB}"/>
              </a:ext>
            </a:extLst>
          </p:cNvPr>
          <p:cNvGrpSpPr/>
          <p:nvPr/>
        </p:nvGrpSpPr>
        <p:grpSpPr>
          <a:xfrm>
            <a:off x="4395454" y="206423"/>
            <a:ext cx="2338143" cy="5989011"/>
            <a:chOff x="4395454" y="206423"/>
            <a:chExt cx="2338143" cy="5989011"/>
          </a:xfrm>
        </p:grpSpPr>
        <p:sp>
          <p:nvSpPr>
            <p:cNvPr id="4" name="Rectangle 3"/>
            <p:cNvSpPr/>
            <p:nvPr/>
          </p:nvSpPr>
          <p:spPr>
            <a:xfrm>
              <a:off x="4418604" y="206423"/>
              <a:ext cx="1977545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buFont typeface="Arial" panose="020B0604020202020204" pitchFamily="34" charset="0"/>
                <a:buChar char="•"/>
              </a:pPr>
              <a:r>
                <a:rPr lang="en-GB" sz="2800" dirty="0">
                  <a:solidFill>
                    <a:srgbClr val="FFFF00"/>
                  </a:solidFill>
                  <a:latin typeface="Calibri" panose="020F0502020204030204" pitchFamily="34" charset="0"/>
                </a:rPr>
                <a:t>Current</a:t>
              </a:r>
              <a:endParaRPr lang="en-GB" sz="2800" dirty="0">
                <a:solidFill>
                  <a:srgbClr val="FFFF00"/>
                </a:solidFill>
                <a:latin typeface="Noto Sans Symbol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476EE4C-A39B-19C0-5AFB-827FCC666EA6}"/>
                </a:ext>
              </a:extLst>
            </p:cNvPr>
            <p:cNvSpPr/>
            <p:nvPr/>
          </p:nvSpPr>
          <p:spPr>
            <a:xfrm>
              <a:off x="4418604" y="741611"/>
              <a:ext cx="150278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buFont typeface="Arial" panose="020B0604020202020204" pitchFamily="34" charset="0"/>
                <a:buChar char="•"/>
              </a:pPr>
              <a:r>
                <a:rPr lang="en-GB" sz="2800" dirty="0">
                  <a:solidFill>
                    <a:srgbClr val="FFFF00"/>
                  </a:solidFill>
                  <a:latin typeface="Calibri" panose="020F0502020204030204" pitchFamily="34" charset="0"/>
                </a:rPr>
                <a:t>Voltage</a:t>
              </a:r>
              <a:endParaRPr lang="en-GB" sz="2800" dirty="0">
                <a:solidFill>
                  <a:srgbClr val="FFFF00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C68168-0EEA-DF10-A4C4-FF7673E24395}"/>
                </a:ext>
              </a:extLst>
            </p:cNvPr>
            <p:cNvSpPr/>
            <p:nvPr/>
          </p:nvSpPr>
          <p:spPr>
            <a:xfrm>
              <a:off x="4395454" y="2548417"/>
              <a:ext cx="205071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buFont typeface="Arial" panose="020B0604020202020204" pitchFamily="34" charset="0"/>
                <a:buChar char="•"/>
              </a:pPr>
              <a:r>
                <a:rPr lang="en-GB" sz="2800" dirty="0">
                  <a:solidFill>
                    <a:srgbClr val="FFFF00"/>
                  </a:solidFill>
                  <a:latin typeface="Calibri" panose="020F0502020204030204" pitchFamily="34" charset="0"/>
                </a:rPr>
                <a:t>Resistance</a:t>
              </a:r>
              <a:endParaRPr lang="en-GB" sz="2800" dirty="0">
                <a:solidFill>
                  <a:srgbClr val="FFFF00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4351F45-062B-B35A-B5A1-9B944ACD85E4}"/>
                </a:ext>
              </a:extLst>
            </p:cNvPr>
            <p:cNvSpPr/>
            <p:nvPr/>
          </p:nvSpPr>
          <p:spPr>
            <a:xfrm>
              <a:off x="4395454" y="4528026"/>
              <a:ext cx="233814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buFont typeface="Arial" panose="020B0604020202020204" pitchFamily="34" charset="0"/>
                <a:buChar char="•"/>
              </a:pPr>
              <a:r>
                <a:rPr lang="en-GB" sz="2800" dirty="0">
                  <a:solidFill>
                    <a:srgbClr val="FFFF00"/>
                  </a:solidFill>
                  <a:latin typeface="Calibri" panose="020F0502020204030204" pitchFamily="34" charset="0"/>
                </a:rPr>
                <a:t>Resonance</a:t>
              </a:r>
              <a:endParaRPr lang="en-GB" sz="2800" dirty="0">
                <a:solidFill>
                  <a:srgbClr val="FFFF00"/>
                </a:solidFill>
                <a:latin typeface="Noto Sans Symbol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46FB188B-97BA-91DB-9009-C4017DBB2D79}"/>
                </a:ext>
              </a:extLst>
            </p:cNvPr>
            <p:cNvSpPr/>
            <p:nvPr/>
          </p:nvSpPr>
          <p:spPr>
            <a:xfrm>
              <a:off x="4395454" y="5672214"/>
              <a:ext cx="2262561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buFont typeface="Arial" panose="020B0604020202020204" pitchFamily="34" charset="0"/>
                <a:buChar char="•"/>
              </a:pPr>
              <a:r>
                <a:rPr lang="en-GB" sz="2800" dirty="0">
                  <a:solidFill>
                    <a:srgbClr val="FFFF00"/>
                  </a:solidFill>
                  <a:latin typeface="Calibri" panose="020F0502020204030204" pitchFamily="34" charset="0"/>
                </a:rPr>
                <a:t>If X</a:t>
              </a:r>
              <a:r>
                <a:rPr lang="en-GB" sz="2800" baseline="-25000" dirty="0">
                  <a:solidFill>
                    <a:srgbClr val="FFFF00"/>
                  </a:solidFill>
                  <a:latin typeface="Calibri" panose="020F0502020204030204" pitchFamily="34" charset="0"/>
                </a:rPr>
                <a:t>L</a:t>
              </a:r>
              <a:r>
                <a:rPr lang="en-GB" sz="2800" dirty="0">
                  <a:solidFill>
                    <a:srgbClr val="FFFF00"/>
                  </a:solidFill>
                  <a:latin typeface="Calibri" panose="020F0502020204030204" pitchFamily="34" charset="0"/>
                </a:rPr>
                <a:t> &gt; X</a:t>
              </a:r>
              <a:r>
                <a:rPr lang="en-GB" sz="2800" baseline="-25000" dirty="0">
                  <a:solidFill>
                    <a:srgbClr val="FFFF00"/>
                  </a:solidFill>
                  <a:latin typeface="Calibri" panose="020F0502020204030204" pitchFamily="34" charset="0"/>
                </a:rPr>
                <a:t>C</a:t>
              </a:r>
              <a:endParaRPr lang="en-GB" sz="2800" dirty="0">
                <a:solidFill>
                  <a:srgbClr val="FFFF00"/>
                </a:solidFill>
                <a:latin typeface="Noto Sans Symbols"/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25E58473-5296-2D74-3AD2-96EA8B68587F}"/>
              </a:ext>
            </a:extLst>
          </p:cNvPr>
          <p:cNvSpPr/>
          <p:nvPr/>
        </p:nvSpPr>
        <p:spPr>
          <a:xfrm>
            <a:off x="6488577" y="206423"/>
            <a:ext cx="28744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is same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B15C30-C5A9-A1FA-B8E8-71B533E24462}"/>
              </a:ext>
            </a:extLst>
          </p:cNvPr>
          <p:cNvSpPr/>
          <p:nvPr/>
        </p:nvSpPr>
        <p:spPr>
          <a:xfrm>
            <a:off x="6446164" y="730585"/>
            <a:ext cx="5318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Treat voltage as vector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A694AB-85C6-0AAB-ABCC-CA844A768F45}"/>
              </a:ext>
            </a:extLst>
          </p:cNvPr>
          <p:cNvSpPr/>
          <p:nvPr/>
        </p:nvSpPr>
        <p:spPr>
          <a:xfrm>
            <a:off x="6488577" y="4595292"/>
            <a:ext cx="34578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Current is _________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CD9A545-F7E1-0AAC-0FD7-A1B4DDF31FB8}"/>
              </a:ext>
            </a:extLst>
          </p:cNvPr>
          <p:cNvSpPr/>
          <p:nvPr/>
        </p:nvSpPr>
        <p:spPr>
          <a:xfrm>
            <a:off x="6510810" y="5674896"/>
            <a:ext cx="43025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Voltage is leading 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702C054-D75F-C36D-82EA-B6346DDA4C99}"/>
              </a:ext>
            </a:extLst>
          </p:cNvPr>
          <p:cNvSpPr/>
          <p:nvPr/>
        </p:nvSpPr>
        <p:spPr>
          <a:xfrm>
            <a:off x="6446164" y="1182276"/>
            <a:ext cx="5318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V</a:t>
            </a:r>
            <a:r>
              <a:rPr lang="en-GB" sz="2800" baseline="-25000" dirty="0">
                <a:solidFill>
                  <a:srgbClr val="FFFFFF"/>
                </a:solidFill>
                <a:latin typeface="Calibri" panose="020F0502020204030204" pitchFamily="34" charset="0"/>
              </a:rPr>
              <a:t>L</a:t>
            </a: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 and V</a:t>
            </a:r>
            <a:r>
              <a:rPr lang="en-GB" sz="2800" baseline="-25000" dirty="0">
                <a:solidFill>
                  <a:srgbClr val="FFFFFF"/>
                </a:solidFill>
                <a:latin typeface="Calibri" panose="020F0502020204030204" pitchFamily="34" charset="0"/>
              </a:rPr>
              <a:t>C</a:t>
            </a: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 are in opposite direction</a:t>
            </a:r>
            <a:endParaRPr lang="en-GB" sz="2800" dirty="0">
              <a:solidFill>
                <a:srgbClr val="FFFFFF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8649201-508A-6859-04DF-5E5CD32B8437}"/>
              </a:ext>
            </a:extLst>
          </p:cNvPr>
          <p:cNvSpPr/>
          <p:nvPr/>
        </p:nvSpPr>
        <p:spPr>
          <a:xfrm>
            <a:off x="6446164" y="1593087"/>
            <a:ext cx="5318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V</a:t>
            </a:r>
            <a:r>
              <a:rPr lang="en-GB" sz="2800" baseline="-25000" dirty="0">
                <a:solidFill>
                  <a:srgbClr val="FFFFFF"/>
                </a:solidFill>
                <a:latin typeface="Calibri" panose="020F0502020204030204" pitchFamily="34" charset="0"/>
              </a:rPr>
              <a:t>R</a:t>
            </a: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 is perpendicular to both  </a:t>
            </a:r>
            <a:endParaRPr lang="en-GB" sz="2800" dirty="0">
              <a:solidFill>
                <a:srgbClr val="FFFFFF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0242C6E-69F2-22A0-FAFD-51D01811A8C9}"/>
              </a:ext>
            </a:extLst>
          </p:cNvPr>
          <p:cNvSpPr/>
          <p:nvPr/>
        </p:nvSpPr>
        <p:spPr>
          <a:xfrm>
            <a:off x="6446163" y="2022462"/>
            <a:ext cx="5318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Their resultant is supply voltage </a:t>
            </a:r>
            <a:endParaRPr lang="en-GB" sz="2800" dirty="0">
              <a:solidFill>
                <a:srgbClr val="FFFFFF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4A17150-34FE-5A36-7B16-9E5911BB8FB2}"/>
              </a:ext>
            </a:extLst>
          </p:cNvPr>
          <p:cNvSpPr/>
          <p:nvPr/>
        </p:nvSpPr>
        <p:spPr>
          <a:xfrm>
            <a:off x="6456798" y="2615683"/>
            <a:ext cx="39319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Treat resistance as vector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3D9287F-A9BF-61E9-CD93-51129E5EAD05}"/>
              </a:ext>
            </a:extLst>
          </p:cNvPr>
          <p:cNvSpPr/>
          <p:nvPr/>
        </p:nvSpPr>
        <p:spPr>
          <a:xfrm>
            <a:off x="6456799" y="3067374"/>
            <a:ext cx="52013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X</a:t>
            </a:r>
            <a:r>
              <a:rPr lang="en-GB" sz="2800" baseline="-25000" dirty="0">
                <a:solidFill>
                  <a:srgbClr val="FFFFFF"/>
                </a:solidFill>
                <a:latin typeface="Calibri" panose="020F0502020204030204" pitchFamily="34" charset="0"/>
              </a:rPr>
              <a:t>L</a:t>
            </a: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 and X</a:t>
            </a:r>
            <a:r>
              <a:rPr lang="en-GB" sz="2800" baseline="-25000" dirty="0">
                <a:solidFill>
                  <a:srgbClr val="FFFFFF"/>
                </a:solidFill>
                <a:latin typeface="Calibri" panose="020F0502020204030204" pitchFamily="34" charset="0"/>
              </a:rPr>
              <a:t>C</a:t>
            </a: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 are in opposite direction</a:t>
            </a:r>
            <a:endParaRPr lang="en-GB" sz="2800" dirty="0">
              <a:solidFill>
                <a:srgbClr val="FFFFFF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F0B521C-9993-4C84-1C93-22A15DDA7AAB}"/>
              </a:ext>
            </a:extLst>
          </p:cNvPr>
          <p:cNvSpPr/>
          <p:nvPr/>
        </p:nvSpPr>
        <p:spPr>
          <a:xfrm>
            <a:off x="6456799" y="3478185"/>
            <a:ext cx="42608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X</a:t>
            </a:r>
            <a:r>
              <a:rPr lang="en-GB" sz="2800" baseline="-25000" dirty="0">
                <a:solidFill>
                  <a:srgbClr val="FFFFFF"/>
                </a:solidFill>
                <a:latin typeface="Calibri" panose="020F0502020204030204" pitchFamily="34" charset="0"/>
              </a:rPr>
              <a:t>R</a:t>
            </a: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 is perpendicular to both  </a:t>
            </a:r>
            <a:endParaRPr lang="en-GB" sz="2800" dirty="0">
              <a:solidFill>
                <a:srgbClr val="FFFFFF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4173D60-89BE-C745-AE73-021B896DCB04}"/>
              </a:ext>
            </a:extLst>
          </p:cNvPr>
          <p:cNvSpPr/>
          <p:nvPr/>
        </p:nvSpPr>
        <p:spPr>
          <a:xfrm>
            <a:off x="6456798" y="3907560"/>
            <a:ext cx="310572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Their resultant is Z</a:t>
            </a:r>
            <a:endParaRPr lang="en-GB" sz="2800" dirty="0">
              <a:solidFill>
                <a:srgbClr val="FFFFFF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B856DCF-27CA-0145-6456-95D6E7C4188A}"/>
              </a:ext>
            </a:extLst>
          </p:cNvPr>
          <p:cNvSpPr/>
          <p:nvPr/>
        </p:nvSpPr>
        <p:spPr>
          <a:xfrm>
            <a:off x="6507893" y="5116671"/>
            <a:ext cx="5318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also known as ________ circuit 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06C0D3A-B413-C17D-72F0-81950E684876}"/>
              </a:ext>
            </a:extLst>
          </p:cNvPr>
          <p:cNvSpPr/>
          <p:nvPr/>
        </p:nvSpPr>
        <p:spPr>
          <a:xfrm>
            <a:off x="8028932" y="4592509"/>
            <a:ext cx="19175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Maximum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5D06E57-D7F0-832C-A725-32AAD604AF91}"/>
              </a:ext>
            </a:extLst>
          </p:cNvPr>
          <p:cNvSpPr/>
          <p:nvPr/>
        </p:nvSpPr>
        <p:spPr>
          <a:xfrm>
            <a:off x="8726186" y="5066837"/>
            <a:ext cx="16131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accepter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</p:spTree>
    <p:extLst>
      <p:ext uri="{BB962C8B-B14F-4D97-AF65-F5344CB8AC3E}">
        <p14:creationId xmlns:p14="http://schemas.microsoft.com/office/powerpoint/2010/main" val="3108457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F0E54D-EBAB-034B-596F-B4BA7E2C2935}"/>
              </a:ext>
            </a:extLst>
          </p:cNvPr>
          <p:cNvSpPr/>
          <p:nvPr/>
        </p:nvSpPr>
        <p:spPr>
          <a:xfrm>
            <a:off x="1163782" y="1963881"/>
            <a:ext cx="425559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In RLC Parallel circuit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FA0C7E-8DD3-1382-0542-7E7D7CB8FA2A}"/>
              </a:ext>
            </a:extLst>
          </p:cNvPr>
          <p:cNvSpPr/>
          <p:nvPr/>
        </p:nvSpPr>
        <p:spPr>
          <a:xfrm>
            <a:off x="6896100" y="2379379"/>
            <a:ext cx="425559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Not in course</a:t>
            </a:r>
          </a:p>
        </p:txBody>
      </p:sp>
    </p:spTree>
    <p:extLst>
      <p:ext uri="{BB962C8B-B14F-4D97-AF65-F5344CB8AC3E}">
        <p14:creationId xmlns:p14="http://schemas.microsoft.com/office/powerpoint/2010/main" val="22997615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9A044-1040-9A91-6111-C9DF91FAB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02640F-685F-9A48-7E66-E6EAE36CD442}"/>
              </a:ext>
            </a:extLst>
          </p:cNvPr>
          <p:cNvSpPr/>
          <p:nvPr/>
        </p:nvSpPr>
        <p:spPr>
          <a:xfrm>
            <a:off x="0" y="0"/>
            <a:ext cx="425559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In RLC Parallel circuit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ED14B7C-52BB-A602-2E06-59876B383D7C}"/>
              </a:ext>
            </a:extLst>
          </p:cNvPr>
          <p:cNvGrpSpPr/>
          <p:nvPr/>
        </p:nvGrpSpPr>
        <p:grpSpPr>
          <a:xfrm>
            <a:off x="4330137" y="206423"/>
            <a:ext cx="2338143" cy="6155267"/>
            <a:chOff x="4330137" y="206423"/>
            <a:chExt cx="2338143" cy="615526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8C605F0-2DCB-DAFC-F8B8-62CB43726983}"/>
                </a:ext>
              </a:extLst>
            </p:cNvPr>
            <p:cNvSpPr/>
            <p:nvPr/>
          </p:nvSpPr>
          <p:spPr>
            <a:xfrm>
              <a:off x="4353287" y="206423"/>
              <a:ext cx="1977545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buFont typeface="Arial" panose="020B0604020202020204" pitchFamily="34" charset="0"/>
                <a:buChar char="•"/>
              </a:pPr>
              <a:r>
                <a:rPr lang="en-GB" sz="2800" dirty="0">
                  <a:solidFill>
                    <a:srgbClr val="FFFF00"/>
                  </a:solidFill>
                  <a:latin typeface="Calibri" panose="020F0502020204030204" pitchFamily="34" charset="0"/>
                </a:rPr>
                <a:t>Voltage</a:t>
              </a:r>
              <a:endParaRPr lang="en-GB" sz="2800" dirty="0">
                <a:solidFill>
                  <a:srgbClr val="FFFF00"/>
                </a:solidFill>
                <a:latin typeface="Noto Sans Symbol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D1D05E1-6A7C-C533-85B5-FE9D9B7A0795}"/>
                </a:ext>
              </a:extLst>
            </p:cNvPr>
            <p:cNvSpPr/>
            <p:nvPr/>
          </p:nvSpPr>
          <p:spPr>
            <a:xfrm>
              <a:off x="4353287" y="741611"/>
              <a:ext cx="150278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buFont typeface="Arial" panose="020B0604020202020204" pitchFamily="34" charset="0"/>
                <a:buChar char="•"/>
              </a:pPr>
              <a:r>
                <a:rPr lang="en-GB" sz="2800" dirty="0">
                  <a:solidFill>
                    <a:srgbClr val="FFFF00"/>
                  </a:solidFill>
                  <a:latin typeface="Calibri" panose="020F0502020204030204" pitchFamily="34" charset="0"/>
                </a:rPr>
                <a:t>Current</a:t>
              </a:r>
              <a:endParaRPr lang="en-GB" sz="2800" dirty="0">
                <a:solidFill>
                  <a:srgbClr val="FFFF00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9EC24F8-7B6A-CA90-CED2-95B7B58E08AF}"/>
                </a:ext>
              </a:extLst>
            </p:cNvPr>
            <p:cNvSpPr/>
            <p:nvPr/>
          </p:nvSpPr>
          <p:spPr>
            <a:xfrm>
              <a:off x="4330137" y="2714673"/>
              <a:ext cx="205071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buFont typeface="Arial" panose="020B0604020202020204" pitchFamily="34" charset="0"/>
                <a:buChar char="•"/>
              </a:pPr>
              <a:r>
                <a:rPr lang="en-GB" sz="2800" dirty="0">
                  <a:solidFill>
                    <a:srgbClr val="FFFF00"/>
                  </a:solidFill>
                  <a:latin typeface="Calibri" panose="020F0502020204030204" pitchFamily="34" charset="0"/>
                </a:rPr>
                <a:t>Resistance</a:t>
              </a:r>
              <a:endParaRPr lang="en-GB" sz="2800" dirty="0">
                <a:solidFill>
                  <a:srgbClr val="FFFF00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03DB3D6-EC18-19E0-65DE-6D9ED5C897CC}"/>
                </a:ext>
              </a:extLst>
            </p:cNvPr>
            <p:cNvSpPr/>
            <p:nvPr/>
          </p:nvSpPr>
          <p:spPr>
            <a:xfrm>
              <a:off x="4330137" y="4694282"/>
              <a:ext cx="233814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buFont typeface="Arial" panose="020B0604020202020204" pitchFamily="34" charset="0"/>
                <a:buChar char="•"/>
              </a:pPr>
              <a:r>
                <a:rPr lang="en-GB" sz="2800" dirty="0">
                  <a:solidFill>
                    <a:srgbClr val="FFFF00"/>
                  </a:solidFill>
                  <a:latin typeface="Calibri" panose="020F0502020204030204" pitchFamily="34" charset="0"/>
                </a:rPr>
                <a:t>Resonance</a:t>
              </a:r>
              <a:endParaRPr lang="en-GB" sz="2800" dirty="0">
                <a:solidFill>
                  <a:srgbClr val="FFFF00"/>
                </a:solidFill>
                <a:latin typeface="Noto Sans Symbol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5B44EF0-11EC-E4C4-A9A3-65C15F3CC481}"/>
                </a:ext>
              </a:extLst>
            </p:cNvPr>
            <p:cNvSpPr/>
            <p:nvPr/>
          </p:nvSpPr>
          <p:spPr>
            <a:xfrm>
              <a:off x="4330137" y="5838470"/>
              <a:ext cx="2262561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>
                <a:buFont typeface="Arial" panose="020B0604020202020204" pitchFamily="34" charset="0"/>
                <a:buChar char="•"/>
              </a:pPr>
              <a:r>
                <a:rPr lang="en-GB" sz="2800" dirty="0">
                  <a:solidFill>
                    <a:srgbClr val="FFFF00"/>
                  </a:solidFill>
                  <a:latin typeface="Calibri" panose="020F0502020204030204" pitchFamily="34" charset="0"/>
                </a:rPr>
                <a:t>If X</a:t>
              </a:r>
              <a:r>
                <a:rPr lang="en-GB" sz="2800" baseline="-25000" dirty="0">
                  <a:solidFill>
                    <a:srgbClr val="FFFF00"/>
                  </a:solidFill>
                  <a:latin typeface="Calibri" panose="020F0502020204030204" pitchFamily="34" charset="0"/>
                </a:rPr>
                <a:t>L</a:t>
              </a:r>
              <a:r>
                <a:rPr lang="en-GB" sz="2800" dirty="0">
                  <a:solidFill>
                    <a:srgbClr val="FFFF00"/>
                  </a:solidFill>
                  <a:latin typeface="Calibri" panose="020F0502020204030204" pitchFamily="34" charset="0"/>
                </a:rPr>
                <a:t> &gt; X</a:t>
              </a:r>
              <a:r>
                <a:rPr lang="en-GB" sz="2800" baseline="-25000" dirty="0">
                  <a:solidFill>
                    <a:srgbClr val="FFFF00"/>
                  </a:solidFill>
                  <a:latin typeface="Calibri" panose="020F0502020204030204" pitchFamily="34" charset="0"/>
                </a:rPr>
                <a:t>C</a:t>
              </a:r>
              <a:endParaRPr lang="en-GB" sz="2800" dirty="0">
                <a:solidFill>
                  <a:srgbClr val="FFFF00"/>
                </a:solidFill>
                <a:latin typeface="Noto Sans Symbols"/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1A8AA10C-A38C-2F65-3BA5-5C9372A77269}"/>
              </a:ext>
            </a:extLst>
          </p:cNvPr>
          <p:cNvSpPr/>
          <p:nvPr/>
        </p:nvSpPr>
        <p:spPr>
          <a:xfrm>
            <a:off x="6329950" y="206423"/>
            <a:ext cx="28744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is same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370198-A210-9986-892A-234AE281A045}"/>
              </a:ext>
            </a:extLst>
          </p:cNvPr>
          <p:cNvSpPr/>
          <p:nvPr/>
        </p:nvSpPr>
        <p:spPr>
          <a:xfrm>
            <a:off x="6287537" y="730585"/>
            <a:ext cx="5318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Treat Current as vector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709A954-6176-4CFC-1226-2BBF3D53B8AD}"/>
              </a:ext>
            </a:extLst>
          </p:cNvPr>
          <p:cNvSpPr/>
          <p:nvPr/>
        </p:nvSpPr>
        <p:spPr>
          <a:xfrm>
            <a:off x="6329950" y="4709593"/>
            <a:ext cx="34018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Current is _________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BDD4EA1-2C9A-C8E7-6EB8-6E59FDCE86D3}"/>
              </a:ext>
            </a:extLst>
          </p:cNvPr>
          <p:cNvSpPr/>
          <p:nvPr/>
        </p:nvSpPr>
        <p:spPr>
          <a:xfrm>
            <a:off x="6349266" y="5865805"/>
            <a:ext cx="43025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Current is leading 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5C751E8-5BE8-837C-EF64-DAE57D23C845}"/>
              </a:ext>
            </a:extLst>
          </p:cNvPr>
          <p:cNvSpPr/>
          <p:nvPr/>
        </p:nvSpPr>
        <p:spPr>
          <a:xfrm>
            <a:off x="6287537" y="1182276"/>
            <a:ext cx="5318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I</a:t>
            </a:r>
            <a:r>
              <a:rPr lang="en-GB" sz="2800" baseline="-25000" dirty="0">
                <a:solidFill>
                  <a:srgbClr val="FFFFFF"/>
                </a:solidFill>
                <a:latin typeface="Calibri" panose="020F0502020204030204" pitchFamily="34" charset="0"/>
              </a:rPr>
              <a:t>L</a:t>
            </a: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 and I</a:t>
            </a:r>
            <a:r>
              <a:rPr lang="en-GB" sz="2800" baseline="-25000" dirty="0">
                <a:solidFill>
                  <a:srgbClr val="FFFFFF"/>
                </a:solidFill>
                <a:latin typeface="Calibri" panose="020F0502020204030204" pitchFamily="34" charset="0"/>
              </a:rPr>
              <a:t>C</a:t>
            </a: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 are in opposite direction</a:t>
            </a:r>
            <a:endParaRPr lang="en-GB" sz="2800" dirty="0">
              <a:solidFill>
                <a:srgbClr val="FFFFFF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FE474FB-6462-7BEE-5BC5-B7D2F34907CC}"/>
              </a:ext>
            </a:extLst>
          </p:cNvPr>
          <p:cNvSpPr/>
          <p:nvPr/>
        </p:nvSpPr>
        <p:spPr>
          <a:xfrm>
            <a:off x="6287537" y="1593087"/>
            <a:ext cx="5318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I</a:t>
            </a:r>
            <a:r>
              <a:rPr lang="en-GB" sz="2800" baseline="-25000" dirty="0">
                <a:solidFill>
                  <a:srgbClr val="FFFFFF"/>
                </a:solidFill>
                <a:latin typeface="Calibri" panose="020F0502020204030204" pitchFamily="34" charset="0"/>
              </a:rPr>
              <a:t>R</a:t>
            </a: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 is perpendicular to both  </a:t>
            </a:r>
            <a:endParaRPr lang="en-GB" sz="2800" dirty="0">
              <a:solidFill>
                <a:srgbClr val="FFFFFF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9091D0D-DEF6-4433-18EC-1F6E31A75D45}"/>
              </a:ext>
            </a:extLst>
          </p:cNvPr>
          <p:cNvSpPr/>
          <p:nvPr/>
        </p:nvSpPr>
        <p:spPr>
          <a:xfrm>
            <a:off x="6287536" y="2022462"/>
            <a:ext cx="5318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Their resultant is supply current </a:t>
            </a:r>
            <a:endParaRPr lang="en-GB" sz="2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DDBD2DF-161F-1330-0E16-B8B226219ECE}"/>
                  </a:ext>
                </a:extLst>
              </p:cNvPr>
              <p:cNvSpPr/>
              <p:nvPr/>
            </p:nvSpPr>
            <p:spPr>
              <a:xfrm>
                <a:off x="6298171" y="2729984"/>
                <a:ext cx="3931921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base"/>
                <a:r>
                  <a:rPr lang="en-GB" sz="2800" dirty="0">
                    <a:solidFill>
                      <a:srgbClr val="FFFFFF"/>
                    </a:solidFill>
                    <a:latin typeface="Calibri" panose="020F0502020204030204" pitchFamily="34" charset="0"/>
                  </a:rPr>
                  <a:t>Treat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1/</m:t>
                    </m:r>
                    <m:r>
                      <a:rPr lang="en-IN" sz="28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2800" dirty="0">
                    <a:solidFill>
                      <a:srgbClr val="FFFFFF"/>
                    </a:solidFill>
                    <a:latin typeface="Calibri" panose="020F0502020204030204" pitchFamily="34" charset="0"/>
                  </a:rPr>
                  <a:t> as vector</a:t>
                </a:r>
                <a:endParaRPr lang="en-GB" sz="2800" dirty="0">
                  <a:solidFill>
                    <a:srgbClr val="FFFFFF"/>
                  </a:solidFill>
                  <a:latin typeface="Noto Sans Symbols"/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DDBD2DF-161F-1330-0E16-B8B226219E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171" y="2729984"/>
                <a:ext cx="3931921" cy="523220"/>
              </a:xfrm>
              <a:prstGeom prst="rect">
                <a:avLst/>
              </a:prstGeom>
              <a:blipFill>
                <a:blip r:embed="rId2"/>
                <a:stretch>
                  <a:fillRect l="-3101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20FA970-05B4-05CD-C2F3-2FCCB4B061C8}"/>
                  </a:ext>
                </a:extLst>
              </p:cNvPr>
              <p:cNvSpPr/>
              <p:nvPr/>
            </p:nvSpPr>
            <p:spPr>
              <a:xfrm>
                <a:off x="6298171" y="3181675"/>
                <a:ext cx="6102206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base"/>
                <a14:m>
                  <m:oMath xmlns:m="http://schemas.openxmlformats.org/officeDocument/2006/math">
                    <m:r>
                      <a:rPr lang="en-IN" sz="2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1/</m:t>
                    </m:r>
                    <m:r>
                      <a:rPr lang="en-GB" sz="280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800" i="1" baseline="-25000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GB" sz="2800" dirty="0">
                    <a:solidFill>
                      <a:srgbClr val="FFFFFF"/>
                    </a:solidFill>
                    <a:latin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800" b="0" i="0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1/</m:t>
                    </m:r>
                    <m:r>
                      <a:rPr lang="en-GB" sz="280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sz="2800" i="1" baseline="-25000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2800" dirty="0">
                    <a:solidFill>
                      <a:srgbClr val="FFFFFF"/>
                    </a:solidFill>
                    <a:latin typeface="Calibri" panose="020F0502020204030204" pitchFamily="34" charset="0"/>
                  </a:rPr>
                  <a:t> are in opposite direction</a:t>
                </a:r>
                <a:endParaRPr lang="en-GB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20FA970-05B4-05CD-C2F3-2FCCB4B061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171" y="3181675"/>
                <a:ext cx="6102206" cy="523220"/>
              </a:xfrm>
              <a:prstGeom prst="rect">
                <a:avLst/>
              </a:prstGeom>
              <a:blipFill>
                <a:blip r:embed="rId3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C01231F-25CF-ACE1-46F2-523F5FCE87E4}"/>
                  </a:ext>
                </a:extLst>
              </p:cNvPr>
              <p:cNvSpPr/>
              <p:nvPr/>
            </p:nvSpPr>
            <p:spPr>
              <a:xfrm>
                <a:off x="6298171" y="3592486"/>
                <a:ext cx="487056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base"/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1/</m:t>
                    </m:r>
                    <m:r>
                      <a:rPr lang="en-IN" sz="2800" b="0" i="1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2800" dirty="0">
                    <a:solidFill>
                      <a:srgbClr val="FFFFFF"/>
                    </a:solidFill>
                    <a:latin typeface="Calibri" panose="020F0502020204030204" pitchFamily="34" charset="0"/>
                  </a:rPr>
                  <a:t> is perpendicular to both  </a:t>
                </a:r>
                <a:endParaRPr lang="en-GB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C01231F-25CF-ACE1-46F2-523F5FCE87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171" y="3592486"/>
                <a:ext cx="4870563" cy="523220"/>
              </a:xfrm>
              <a:prstGeom prst="rect">
                <a:avLst/>
              </a:prstGeom>
              <a:blipFill>
                <a:blip r:embed="rId4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44E5269-3A5C-2218-AD93-69EA783E2F23}"/>
                  </a:ext>
                </a:extLst>
              </p:cNvPr>
              <p:cNvSpPr/>
              <p:nvPr/>
            </p:nvSpPr>
            <p:spPr>
              <a:xfrm>
                <a:off x="6298171" y="4021861"/>
                <a:ext cx="343364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base"/>
                <a:r>
                  <a:rPr lang="en-GB" sz="2800" dirty="0">
                    <a:solidFill>
                      <a:srgbClr val="FFFFFF"/>
                    </a:solidFill>
                    <a:latin typeface="Calibri" panose="020F0502020204030204" pitchFamily="34" charset="0"/>
                  </a:rPr>
                  <a:t>Their resultant is </a:t>
                </a:r>
                <a14:m>
                  <m:oMath xmlns:m="http://schemas.openxmlformats.org/officeDocument/2006/math">
                    <m:r>
                      <a:rPr lang="en-IN" sz="2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1/</m:t>
                    </m:r>
                    <m:r>
                      <a:rPr lang="en-IN" sz="2800" b="0" i="1" dirty="0" smtClean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GB" sz="28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44E5269-3A5C-2218-AD93-69EA783E2F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171" y="4021861"/>
                <a:ext cx="3433649" cy="523220"/>
              </a:xfrm>
              <a:prstGeom prst="rect">
                <a:avLst/>
              </a:prstGeom>
              <a:blipFill>
                <a:blip r:embed="rId5"/>
                <a:stretch>
                  <a:fillRect l="-3552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>
            <a:extLst>
              <a:ext uri="{FF2B5EF4-FFF2-40B4-BE49-F238E27FC236}">
                <a16:creationId xmlns:a16="http://schemas.microsoft.com/office/drawing/2014/main" id="{F0B4A5C3-84CF-97B1-C5EC-AE4D88E1D5AA}"/>
              </a:ext>
            </a:extLst>
          </p:cNvPr>
          <p:cNvSpPr/>
          <p:nvPr/>
        </p:nvSpPr>
        <p:spPr>
          <a:xfrm>
            <a:off x="6349266" y="5230972"/>
            <a:ext cx="53185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also known as ________ circuit 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8043D13-9B5B-09A1-B482-240F933C704D}"/>
              </a:ext>
            </a:extLst>
          </p:cNvPr>
          <p:cNvSpPr/>
          <p:nvPr/>
        </p:nvSpPr>
        <p:spPr>
          <a:xfrm>
            <a:off x="7901295" y="4660320"/>
            <a:ext cx="17465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Minimum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E3D41E9-3818-824C-AFDF-FDC74246E8B9}"/>
              </a:ext>
            </a:extLst>
          </p:cNvPr>
          <p:cNvSpPr/>
          <p:nvPr/>
        </p:nvSpPr>
        <p:spPr>
          <a:xfrm>
            <a:off x="8567559" y="5181138"/>
            <a:ext cx="16131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rejector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0982ABA-63A2-4799-CCF9-12EF760A8C94}"/>
              </a:ext>
            </a:extLst>
          </p:cNvPr>
          <p:cNvGrpSpPr/>
          <p:nvPr/>
        </p:nvGrpSpPr>
        <p:grpSpPr>
          <a:xfrm>
            <a:off x="297645" y="2687975"/>
            <a:ext cx="3443931" cy="1891891"/>
            <a:chOff x="297645" y="2687975"/>
            <a:chExt cx="3443931" cy="189189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27E5645-08B3-6904-EBB9-DB7EF0D20186}"/>
                </a:ext>
              </a:extLst>
            </p:cNvPr>
            <p:cNvCxnSpPr>
              <a:cxnSpLocks/>
            </p:cNvCxnSpPr>
            <p:nvPr/>
          </p:nvCxnSpPr>
          <p:spPr>
            <a:xfrm>
              <a:off x="1315654" y="2780320"/>
              <a:ext cx="446530" cy="763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CA7C9-C79A-E32F-D469-63E8DF20EE9B}"/>
                </a:ext>
              </a:extLst>
            </p:cNvPr>
            <p:cNvCxnSpPr>
              <a:cxnSpLocks/>
            </p:cNvCxnSpPr>
            <p:nvPr/>
          </p:nvCxnSpPr>
          <p:spPr>
            <a:xfrm>
              <a:off x="2387318" y="2770977"/>
              <a:ext cx="517817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DA1BF5ED-6BEE-6571-E47C-FAFDDAB560A3}"/>
                </a:ext>
              </a:extLst>
            </p:cNvPr>
            <p:cNvSpPr/>
            <p:nvPr/>
          </p:nvSpPr>
          <p:spPr>
            <a:xfrm flipV="1">
              <a:off x="1767560" y="2687975"/>
              <a:ext cx="602727" cy="190241"/>
            </a:xfrm>
            <a:custGeom>
              <a:avLst/>
              <a:gdLst>
                <a:gd name="connsiteX0" fmla="*/ 0 w 1082040"/>
                <a:gd name="connsiteY0" fmla="*/ 69055 h 199177"/>
                <a:gd name="connsiteX1" fmla="*/ 182880 w 1082040"/>
                <a:gd name="connsiteY1" fmla="*/ 61435 h 199177"/>
                <a:gd name="connsiteX2" fmla="*/ 281940 w 1082040"/>
                <a:gd name="connsiteY2" fmla="*/ 198595 h 199177"/>
                <a:gd name="connsiteX3" fmla="*/ 358140 w 1082040"/>
                <a:gd name="connsiteY3" fmla="*/ 475 h 199177"/>
                <a:gd name="connsiteX4" fmla="*/ 358140 w 1082040"/>
                <a:gd name="connsiteY4" fmla="*/ 475 h 199177"/>
                <a:gd name="connsiteX5" fmla="*/ 502920 w 1082040"/>
                <a:gd name="connsiteY5" fmla="*/ 175735 h 199177"/>
                <a:gd name="connsiteX6" fmla="*/ 586740 w 1082040"/>
                <a:gd name="connsiteY6" fmla="*/ 8095 h 199177"/>
                <a:gd name="connsiteX7" fmla="*/ 739140 w 1082040"/>
                <a:gd name="connsiteY7" fmla="*/ 137635 h 199177"/>
                <a:gd name="connsiteX8" fmla="*/ 807720 w 1082040"/>
                <a:gd name="connsiteY8" fmla="*/ 475 h 199177"/>
                <a:gd name="connsiteX9" fmla="*/ 891540 w 1082040"/>
                <a:gd name="connsiteY9" fmla="*/ 91915 h 199177"/>
                <a:gd name="connsiteX10" fmla="*/ 1082040 w 1082040"/>
                <a:gd name="connsiteY10" fmla="*/ 76675 h 199177"/>
                <a:gd name="connsiteX0" fmla="*/ 0 w 1082040"/>
                <a:gd name="connsiteY0" fmla="*/ 69055 h 199118"/>
                <a:gd name="connsiteX1" fmla="*/ 182880 w 1082040"/>
                <a:gd name="connsiteY1" fmla="*/ 61435 h 199118"/>
                <a:gd name="connsiteX2" fmla="*/ 281940 w 1082040"/>
                <a:gd name="connsiteY2" fmla="*/ 198595 h 199118"/>
                <a:gd name="connsiteX3" fmla="*/ 358140 w 1082040"/>
                <a:gd name="connsiteY3" fmla="*/ 475 h 199118"/>
                <a:gd name="connsiteX4" fmla="*/ 358140 w 1082040"/>
                <a:gd name="connsiteY4" fmla="*/ 475 h 199118"/>
                <a:gd name="connsiteX5" fmla="*/ 502920 w 1082040"/>
                <a:gd name="connsiteY5" fmla="*/ 175735 h 199118"/>
                <a:gd name="connsiteX6" fmla="*/ 586740 w 1082040"/>
                <a:gd name="connsiteY6" fmla="*/ 8095 h 199118"/>
                <a:gd name="connsiteX7" fmla="*/ 739140 w 1082040"/>
                <a:gd name="connsiteY7" fmla="*/ 137635 h 199118"/>
                <a:gd name="connsiteX8" fmla="*/ 807720 w 1082040"/>
                <a:gd name="connsiteY8" fmla="*/ 475 h 199118"/>
                <a:gd name="connsiteX9" fmla="*/ 891540 w 1082040"/>
                <a:gd name="connsiteY9" fmla="*/ 91915 h 199118"/>
                <a:gd name="connsiteX10" fmla="*/ 1082040 w 1082040"/>
                <a:gd name="connsiteY10" fmla="*/ 76675 h 199118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24"/>
                <a:gd name="connsiteX1" fmla="*/ 193040 w 1092200"/>
                <a:gd name="connsiteY1" fmla="*/ 61435 h 199124"/>
                <a:gd name="connsiteX2" fmla="*/ 292100 w 1092200"/>
                <a:gd name="connsiteY2" fmla="*/ 198595 h 199124"/>
                <a:gd name="connsiteX3" fmla="*/ 368300 w 1092200"/>
                <a:gd name="connsiteY3" fmla="*/ 475 h 199124"/>
                <a:gd name="connsiteX4" fmla="*/ 368300 w 1092200"/>
                <a:gd name="connsiteY4" fmla="*/ 475 h 199124"/>
                <a:gd name="connsiteX5" fmla="*/ 513080 w 1092200"/>
                <a:gd name="connsiteY5" fmla="*/ 175735 h 199124"/>
                <a:gd name="connsiteX6" fmla="*/ 596900 w 1092200"/>
                <a:gd name="connsiteY6" fmla="*/ 8095 h 199124"/>
                <a:gd name="connsiteX7" fmla="*/ 749300 w 1092200"/>
                <a:gd name="connsiteY7" fmla="*/ 137635 h 199124"/>
                <a:gd name="connsiteX8" fmla="*/ 817880 w 1092200"/>
                <a:gd name="connsiteY8" fmla="*/ 475 h 199124"/>
                <a:gd name="connsiteX9" fmla="*/ 901700 w 1092200"/>
                <a:gd name="connsiteY9" fmla="*/ 91915 h 199124"/>
                <a:gd name="connsiteX10" fmla="*/ 1092200 w 1092200"/>
                <a:gd name="connsiteY10" fmla="*/ 76675 h 199124"/>
                <a:gd name="connsiteX0" fmla="*/ 0 w 1092200"/>
                <a:gd name="connsiteY0" fmla="*/ 111760 h 251989"/>
                <a:gd name="connsiteX1" fmla="*/ 193040 w 1092200"/>
                <a:gd name="connsiteY1" fmla="*/ 114300 h 251989"/>
                <a:gd name="connsiteX2" fmla="*/ 292100 w 1092200"/>
                <a:gd name="connsiteY2" fmla="*/ 251460 h 251989"/>
                <a:gd name="connsiteX3" fmla="*/ 368300 w 1092200"/>
                <a:gd name="connsiteY3" fmla="*/ 53340 h 251989"/>
                <a:gd name="connsiteX4" fmla="*/ 368300 w 1092200"/>
                <a:gd name="connsiteY4" fmla="*/ 0 h 251989"/>
                <a:gd name="connsiteX5" fmla="*/ 513080 w 1092200"/>
                <a:gd name="connsiteY5" fmla="*/ 228600 h 251989"/>
                <a:gd name="connsiteX6" fmla="*/ 596900 w 1092200"/>
                <a:gd name="connsiteY6" fmla="*/ 60960 h 251989"/>
                <a:gd name="connsiteX7" fmla="*/ 749300 w 1092200"/>
                <a:gd name="connsiteY7" fmla="*/ 190500 h 251989"/>
                <a:gd name="connsiteX8" fmla="*/ 817880 w 1092200"/>
                <a:gd name="connsiteY8" fmla="*/ 53340 h 251989"/>
                <a:gd name="connsiteX9" fmla="*/ 901700 w 1092200"/>
                <a:gd name="connsiteY9" fmla="*/ 144780 h 251989"/>
                <a:gd name="connsiteX10" fmla="*/ 1092200 w 1092200"/>
                <a:gd name="connsiteY10" fmla="*/ 129540 h 251989"/>
                <a:gd name="connsiteX0" fmla="*/ 0 w 1092200"/>
                <a:gd name="connsiteY0" fmla="*/ 111760 h 267068"/>
                <a:gd name="connsiteX1" fmla="*/ 193040 w 1092200"/>
                <a:gd name="connsiteY1" fmla="*/ 114300 h 267068"/>
                <a:gd name="connsiteX2" fmla="*/ 292100 w 1092200"/>
                <a:gd name="connsiteY2" fmla="*/ 251460 h 267068"/>
                <a:gd name="connsiteX3" fmla="*/ 368300 w 1092200"/>
                <a:gd name="connsiteY3" fmla="*/ 53340 h 267068"/>
                <a:gd name="connsiteX4" fmla="*/ 368300 w 1092200"/>
                <a:gd name="connsiteY4" fmla="*/ 0 h 267068"/>
                <a:gd name="connsiteX5" fmla="*/ 513080 w 1092200"/>
                <a:gd name="connsiteY5" fmla="*/ 266700 h 267068"/>
                <a:gd name="connsiteX6" fmla="*/ 596900 w 1092200"/>
                <a:gd name="connsiteY6" fmla="*/ 60960 h 267068"/>
                <a:gd name="connsiteX7" fmla="*/ 749300 w 1092200"/>
                <a:gd name="connsiteY7" fmla="*/ 190500 h 267068"/>
                <a:gd name="connsiteX8" fmla="*/ 817880 w 1092200"/>
                <a:gd name="connsiteY8" fmla="*/ 53340 h 267068"/>
                <a:gd name="connsiteX9" fmla="*/ 901700 w 1092200"/>
                <a:gd name="connsiteY9" fmla="*/ 144780 h 267068"/>
                <a:gd name="connsiteX10" fmla="*/ 1092200 w 1092200"/>
                <a:gd name="connsiteY10" fmla="*/ 129540 h 267068"/>
                <a:gd name="connsiteX0" fmla="*/ 0 w 1092200"/>
                <a:gd name="connsiteY0" fmla="*/ 111780 h 267088"/>
                <a:gd name="connsiteX1" fmla="*/ 193040 w 1092200"/>
                <a:gd name="connsiteY1" fmla="*/ 114320 h 267088"/>
                <a:gd name="connsiteX2" fmla="*/ 292100 w 1092200"/>
                <a:gd name="connsiteY2" fmla="*/ 251480 h 267088"/>
                <a:gd name="connsiteX3" fmla="*/ 368300 w 1092200"/>
                <a:gd name="connsiteY3" fmla="*/ 20 h 267088"/>
                <a:gd name="connsiteX4" fmla="*/ 513080 w 1092200"/>
                <a:gd name="connsiteY4" fmla="*/ 266720 h 267088"/>
                <a:gd name="connsiteX5" fmla="*/ 596900 w 1092200"/>
                <a:gd name="connsiteY5" fmla="*/ 60980 h 267088"/>
                <a:gd name="connsiteX6" fmla="*/ 749300 w 1092200"/>
                <a:gd name="connsiteY6" fmla="*/ 190520 h 267088"/>
                <a:gd name="connsiteX7" fmla="*/ 817880 w 1092200"/>
                <a:gd name="connsiteY7" fmla="*/ 53360 h 267088"/>
                <a:gd name="connsiteX8" fmla="*/ 901700 w 1092200"/>
                <a:gd name="connsiteY8" fmla="*/ 144800 h 267088"/>
                <a:gd name="connsiteX9" fmla="*/ 1092200 w 1092200"/>
                <a:gd name="connsiteY9" fmla="*/ 129560 h 267088"/>
                <a:gd name="connsiteX0" fmla="*/ 0 w 1092200"/>
                <a:gd name="connsiteY0" fmla="*/ 119958 h 274902"/>
                <a:gd name="connsiteX1" fmla="*/ 193040 w 1092200"/>
                <a:gd name="connsiteY1" fmla="*/ 122498 h 274902"/>
                <a:gd name="connsiteX2" fmla="*/ 292100 w 1092200"/>
                <a:gd name="connsiteY2" fmla="*/ 259658 h 274902"/>
                <a:gd name="connsiteX3" fmla="*/ 368300 w 1092200"/>
                <a:gd name="connsiteY3" fmla="*/ 8198 h 274902"/>
                <a:gd name="connsiteX4" fmla="*/ 513080 w 1092200"/>
                <a:gd name="connsiteY4" fmla="*/ 274898 h 274902"/>
                <a:gd name="connsiteX5" fmla="*/ 591820 w 1092200"/>
                <a:gd name="connsiteY5" fmla="*/ 578 h 274902"/>
                <a:gd name="connsiteX6" fmla="*/ 749300 w 1092200"/>
                <a:gd name="connsiteY6" fmla="*/ 198698 h 274902"/>
                <a:gd name="connsiteX7" fmla="*/ 817880 w 1092200"/>
                <a:gd name="connsiteY7" fmla="*/ 61538 h 274902"/>
                <a:gd name="connsiteX8" fmla="*/ 901700 w 1092200"/>
                <a:gd name="connsiteY8" fmla="*/ 152978 h 274902"/>
                <a:gd name="connsiteX9" fmla="*/ 1092200 w 1092200"/>
                <a:gd name="connsiteY9" fmla="*/ 137738 h 274902"/>
                <a:gd name="connsiteX0" fmla="*/ 0 w 1092200"/>
                <a:gd name="connsiteY0" fmla="*/ 119381 h 274325"/>
                <a:gd name="connsiteX1" fmla="*/ 193040 w 1092200"/>
                <a:gd name="connsiteY1" fmla="*/ 121921 h 274325"/>
                <a:gd name="connsiteX2" fmla="*/ 292100 w 1092200"/>
                <a:gd name="connsiteY2" fmla="*/ 259081 h 274325"/>
                <a:gd name="connsiteX3" fmla="*/ 368300 w 1092200"/>
                <a:gd name="connsiteY3" fmla="*/ 7621 h 274325"/>
                <a:gd name="connsiteX4" fmla="*/ 513080 w 1092200"/>
                <a:gd name="connsiteY4" fmla="*/ 274321 h 274325"/>
                <a:gd name="connsiteX5" fmla="*/ 591820 w 1092200"/>
                <a:gd name="connsiteY5" fmla="*/ 1 h 274325"/>
                <a:gd name="connsiteX6" fmla="*/ 734060 w 1092200"/>
                <a:gd name="connsiteY6" fmla="*/ 271781 h 274325"/>
                <a:gd name="connsiteX7" fmla="*/ 817880 w 1092200"/>
                <a:gd name="connsiteY7" fmla="*/ 60961 h 274325"/>
                <a:gd name="connsiteX8" fmla="*/ 901700 w 1092200"/>
                <a:gd name="connsiteY8" fmla="*/ 152401 h 274325"/>
                <a:gd name="connsiteX9" fmla="*/ 1092200 w 1092200"/>
                <a:gd name="connsiteY9" fmla="*/ 13716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51318 h 306262"/>
                <a:gd name="connsiteX1" fmla="*/ 193040 w 1087120"/>
                <a:gd name="connsiteY1" fmla="*/ 153858 h 306262"/>
                <a:gd name="connsiteX2" fmla="*/ 292100 w 1087120"/>
                <a:gd name="connsiteY2" fmla="*/ 291018 h 306262"/>
                <a:gd name="connsiteX3" fmla="*/ 368300 w 1087120"/>
                <a:gd name="connsiteY3" fmla="*/ 39558 h 306262"/>
                <a:gd name="connsiteX4" fmla="*/ 513080 w 1087120"/>
                <a:gd name="connsiteY4" fmla="*/ 306258 h 306262"/>
                <a:gd name="connsiteX5" fmla="*/ 591820 w 1087120"/>
                <a:gd name="connsiteY5" fmla="*/ 31938 h 306262"/>
                <a:gd name="connsiteX6" fmla="*/ 734060 w 1087120"/>
                <a:gd name="connsiteY6" fmla="*/ 303718 h 306262"/>
                <a:gd name="connsiteX7" fmla="*/ 821436 w 1087120"/>
                <a:gd name="connsiteY7" fmla="*/ 1458 h 306262"/>
                <a:gd name="connsiteX8" fmla="*/ 901700 w 1087120"/>
                <a:gd name="connsiteY8" fmla="*/ 184338 h 306262"/>
                <a:gd name="connsiteX9" fmla="*/ 1087120 w 1087120"/>
                <a:gd name="connsiteY9" fmla="*/ 179258 h 306262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07825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68300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7120" h="274582">
                  <a:moveTo>
                    <a:pt x="0" y="119380"/>
                  </a:moveTo>
                  <a:cubicBezTo>
                    <a:pt x="83185" y="120015"/>
                    <a:pt x="146682" y="96053"/>
                    <a:pt x="193040" y="121920"/>
                  </a:cubicBezTo>
                  <a:cubicBezTo>
                    <a:pt x="239398" y="147787"/>
                    <a:pt x="240896" y="205787"/>
                    <a:pt x="278146" y="274582"/>
                  </a:cubicBezTo>
                  <a:cubicBezTo>
                    <a:pt x="311871" y="186748"/>
                    <a:pt x="337899" y="80744"/>
                    <a:pt x="377192" y="7620"/>
                  </a:cubicBezTo>
                  <a:cubicBezTo>
                    <a:pt x="399430" y="27507"/>
                    <a:pt x="453758" y="224656"/>
                    <a:pt x="495298" y="274320"/>
                  </a:cubicBezTo>
                  <a:cubicBezTo>
                    <a:pt x="533737" y="202185"/>
                    <a:pt x="570403" y="60639"/>
                    <a:pt x="607825" y="0"/>
                  </a:cubicBezTo>
                  <a:cubicBezTo>
                    <a:pt x="642146" y="56730"/>
                    <a:pt x="677072" y="198897"/>
                    <a:pt x="719833" y="269240"/>
                  </a:cubicBezTo>
                  <a:cubicBezTo>
                    <a:pt x="757943" y="191210"/>
                    <a:pt x="789120" y="80567"/>
                    <a:pt x="817880" y="10160"/>
                  </a:cubicBezTo>
                  <a:cubicBezTo>
                    <a:pt x="851292" y="70410"/>
                    <a:pt x="855980" y="152987"/>
                    <a:pt x="901700" y="165687"/>
                  </a:cubicBezTo>
                  <a:cubicBezTo>
                    <a:pt x="967740" y="165687"/>
                    <a:pt x="994574" y="172362"/>
                    <a:pt x="1087120" y="167250"/>
                  </a:cubicBezTo>
                </a:path>
              </a:pathLst>
            </a:custGeom>
            <a:noFill/>
            <a:ln w="19050">
              <a:solidFill>
                <a:srgbClr val="FE9E1C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312DB83-4142-2352-947B-7C348BF013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645" y="3630413"/>
              <a:ext cx="1492712" cy="16972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145E6F8-3448-E1F9-64C0-0758B242C1C1}"/>
                </a:ext>
              </a:extLst>
            </p:cNvPr>
            <p:cNvCxnSpPr>
              <a:cxnSpLocks/>
            </p:cNvCxnSpPr>
            <p:nvPr/>
          </p:nvCxnSpPr>
          <p:spPr>
            <a:xfrm>
              <a:off x="2414085" y="3647385"/>
              <a:ext cx="1327491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B06938B-10F7-107D-E6C7-C54CD3151D32}"/>
                </a:ext>
              </a:extLst>
            </p:cNvPr>
            <p:cNvGrpSpPr/>
            <p:nvPr/>
          </p:nvGrpSpPr>
          <p:grpSpPr>
            <a:xfrm>
              <a:off x="1811359" y="3547094"/>
              <a:ext cx="602727" cy="186030"/>
              <a:chOff x="1396758" y="2373096"/>
              <a:chExt cx="688636" cy="160171"/>
            </a:xfrm>
          </p:grpSpPr>
          <p:sp>
            <p:nvSpPr>
              <p:cNvPr id="37" name="Oval 4">
                <a:extLst>
                  <a:ext uri="{FF2B5EF4-FFF2-40B4-BE49-F238E27FC236}">
                    <a16:creationId xmlns:a16="http://schemas.microsoft.com/office/drawing/2014/main" id="{A4D4C1FF-2A1A-A616-0816-6F699095CDFD}"/>
                  </a:ext>
                </a:extLst>
              </p:cNvPr>
              <p:cNvSpPr/>
              <p:nvPr/>
            </p:nvSpPr>
            <p:spPr>
              <a:xfrm>
                <a:off x="1396758" y="2373533"/>
                <a:ext cx="193457" cy="15770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1462" h="1049063">
                    <a:moveTo>
                      <a:pt x="0" y="583154"/>
                    </a:moveTo>
                    <a:cubicBezTo>
                      <a:pt x="154069" y="578124"/>
                      <a:pt x="493516" y="634316"/>
                      <a:pt x="504745" y="505636"/>
                    </a:cubicBezTo>
                    <a:cubicBezTo>
                      <a:pt x="534588" y="157179"/>
                      <a:pt x="631910" y="12857"/>
                      <a:pt x="751027" y="418"/>
                    </a:cubicBezTo>
                    <a:cubicBezTo>
                      <a:pt x="870144" y="-12021"/>
                      <a:pt x="1021462" y="254909"/>
                      <a:pt x="1021462" y="573010"/>
                    </a:cubicBezTo>
                    <a:cubicBezTo>
                      <a:pt x="1018605" y="882538"/>
                      <a:pt x="969303" y="1049708"/>
                      <a:pt x="904764" y="1049062"/>
                    </a:cubicBezTo>
                  </a:path>
                </a:pathLst>
              </a:custGeom>
              <a:noFill/>
              <a:ln w="19050">
                <a:solidFill>
                  <a:srgbClr val="F6C9AB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0" name="Oval 9">
                <a:extLst>
                  <a:ext uri="{FF2B5EF4-FFF2-40B4-BE49-F238E27FC236}">
                    <a16:creationId xmlns:a16="http://schemas.microsoft.com/office/drawing/2014/main" id="{7B23F193-55C2-2613-6F52-0B315E9C8E2C}"/>
                  </a:ext>
                </a:extLst>
              </p:cNvPr>
              <p:cNvSpPr/>
              <p:nvPr/>
            </p:nvSpPr>
            <p:spPr>
              <a:xfrm>
                <a:off x="1552476" y="2373096"/>
                <a:ext cx="102244" cy="15859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rgbClr val="F6C9A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" name="Oval 9">
                <a:extLst>
                  <a:ext uri="{FF2B5EF4-FFF2-40B4-BE49-F238E27FC236}">
                    <a16:creationId xmlns:a16="http://schemas.microsoft.com/office/drawing/2014/main" id="{332C7EE6-6BCA-A431-9804-0C4F06BBC459}"/>
                  </a:ext>
                </a:extLst>
              </p:cNvPr>
              <p:cNvSpPr/>
              <p:nvPr/>
            </p:nvSpPr>
            <p:spPr>
              <a:xfrm>
                <a:off x="1621571" y="2373526"/>
                <a:ext cx="102244" cy="15859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rgbClr val="F6C9A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" name="Oval 9">
                <a:extLst>
                  <a:ext uri="{FF2B5EF4-FFF2-40B4-BE49-F238E27FC236}">
                    <a16:creationId xmlns:a16="http://schemas.microsoft.com/office/drawing/2014/main" id="{9719E49F-F6FB-2D35-B06B-BBBE0E2658A3}"/>
                  </a:ext>
                </a:extLst>
              </p:cNvPr>
              <p:cNvSpPr/>
              <p:nvPr/>
            </p:nvSpPr>
            <p:spPr>
              <a:xfrm>
                <a:off x="1691035" y="2373910"/>
                <a:ext cx="102244" cy="15859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rgbClr val="F6C9A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" name="Oval 9">
                <a:extLst>
                  <a:ext uri="{FF2B5EF4-FFF2-40B4-BE49-F238E27FC236}">
                    <a16:creationId xmlns:a16="http://schemas.microsoft.com/office/drawing/2014/main" id="{08915D74-7C09-17E7-FF6B-0AD6D8F58BA6}"/>
                  </a:ext>
                </a:extLst>
              </p:cNvPr>
              <p:cNvSpPr/>
              <p:nvPr/>
            </p:nvSpPr>
            <p:spPr>
              <a:xfrm>
                <a:off x="1760499" y="2374293"/>
                <a:ext cx="102244" cy="15859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rgbClr val="F6C9A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4" name="Oval 9">
                <a:extLst>
                  <a:ext uri="{FF2B5EF4-FFF2-40B4-BE49-F238E27FC236}">
                    <a16:creationId xmlns:a16="http://schemas.microsoft.com/office/drawing/2014/main" id="{1F64E06D-DE8E-80B7-3858-B70F2621678C}"/>
                  </a:ext>
                </a:extLst>
              </p:cNvPr>
              <p:cNvSpPr/>
              <p:nvPr/>
            </p:nvSpPr>
            <p:spPr>
              <a:xfrm>
                <a:off x="1829963" y="2374676"/>
                <a:ext cx="102244" cy="15859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rgbClr val="F6C9A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5" name="Oval 4">
                <a:extLst>
                  <a:ext uri="{FF2B5EF4-FFF2-40B4-BE49-F238E27FC236}">
                    <a16:creationId xmlns:a16="http://schemas.microsoft.com/office/drawing/2014/main" id="{AED5033D-446D-2917-4756-1C9D78E6C82E}"/>
                  </a:ext>
                </a:extLst>
              </p:cNvPr>
              <p:cNvSpPr/>
              <p:nvPr/>
            </p:nvSpPr>
            <p:spPr>
              <a:xfrm flipH="1">
                <a:off x="1892929" y="2375530"/>
                <a:ext cx="192465" cy="15770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  <a:gd name="connsiteX0" fmla="*/ 0 w 1016229"/>
                  <a:gd name="connsiteY0" fmla="*/ 556784 h 1049063"/>
                  <a:gd name="connsiteX1" fmla="*/ 499512 w 1016229"/>
                  <a:gd name="connsiteY1" fmla="*/ 505636 h 1049063"/>
                  <a:gd name="connsiteX2" fmla="*/ 745794 w 1016229"/>
                  <a:gd name="connsiteY2" fmla="*/ 418 h 1049063"/>
                  <a:gd name="connsiteX3" fmla="*/ 1016229 w 1016229"/>
                  <a:gd name="connsiteY3" fmla="*/ 573010 h 1049063"/>
                  <a:gd name="connsiteX4" fmla="*/ 899531 w 1016229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6229" h="1049063">
                    <a:moveTo>
                      <a:pt x="0" y="556784"/>
                    </a:moveTo>
                    <a:cubicBezTo>
                      <a:pt x="154069" y="551754"/>
                      <a:pt x="488283" y="634316"/>
                      <a:pt x="499512" y="505636"/>
                    </a:cubicBezTo>
                    <a:cubicBezTo>
                      <a:pt x="529355" y="157179"/>
                      <a:pt x="626677" y="12857"/>
                      <a:pt x="745794" y="418"/>
                    </a:cubicBezTo>
                    <a:cubicBezTo>
                      <a:pt x="864911" y="-12021"/>
                      <a:pt x="1016229" y="254909"/>
                      <a:pt x="1016229" y="573010"/>
                    </a:cubicBezTo>
                    <a:cubicBezTo>
                      <a:pt x="1013372" y="882538"/>
                      <a:pt x="964070" y="1049708"/>
                      <a:pt x="899531" y="1049062"/>
                    </a:cubicBezTo>
                  </a:path>
                </a:pathLst>
              </a:custGeom>
              <a:noFill/>
              <a:ln w="19050">
                <a:solidFill>
                  <a:srgbClr val="F6C9AB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C7A746E0-067F-2540-BF06-22E62CB85CE6}"/>
                </a:ext>
              </a:extLst>
            </p:cNvPr>
            <p:cNvCxnSpPr>
              <a:cxnSpLocks/>
            </p:cNvCxnSpPr>
            <p:nvPr/>
          </p:nvCxnSpPr>
          <p:spPr>
            <a:xfrm>
              <a:off x="1221892" y="4390960"/>
              <a:ext cx="596490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6FD52A1-0527-0FDE-F591-1DB9CA2E5816}"/>
                </a:ext>
              </a:extLst>
            </p:cNvPr>
            <p:cNvGrpSpPr/>
            <p:nvPr/>
          </p:nvGrpSpPr>
          <p:grpSpPr>
            <a:xfrm>
              <a:off x="1823983" y="4192347"/>
              <a:ext cx="600169" cy="387519"/>
              <a:chOff x="5377910" y="3964770"/>
              <a:chExt cx="825067" cy="314187"/>
            </a:xfrm>
          </p:grpSpPr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3B12469F-ACE0-E8A9-AFAA-1C38C9A4B3F1}"/>
                  </a:ext>
                </a:extLst>
              </p:cNvPr>
              <p:cNvSpPr/>
              <p:nvPr/>
            </p:nvSpPr>
            <p:spPr>
              <a:xfrm>
                <a:off x="5377910" y="4117937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accent6">
                    <a:lumMod val="60000"/>
                    <a:lumOff val="40000"/>
                  </a:schemeClr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C6290385-8B2C-EE82-2A32-7CE81FAA7466}"/>
                  </a:ext>
                </a:extLst>
              </p:cNvPr>
              <p:cNvSpPr/>
              <p:nvPr/>
            </p:nvSpPr>
            <p:spPr>
              <a:xfrm>
                <a:off x="5887410" y="4112038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accent6">
                    <a:lumMod val="60000"/>
                    <a:lumOff val="40000"/>
                  </a:schemeClr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1493EB22-7947-E72D-BDAC-A0E1C0AC770D}"/>
                  </a:ext>
                </a:extLst>
              </p:cNvPr>
              <p:cNvSpPr/>
              <p:nvPr/>
            </p:nvSpPr>
            <p:spPr>
              <a:xfrm>
                <a:off x="5887633" y="3964773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2826C5F4-EA80-7ED0-CEC9-EE5DEF86C8E7}"/>
                  </a:ext>
                </a:extLst>
              </p:cNvPr>
              <p:cNvSpPr/>
              <p:nvPr/>
            </p:nvSpPr>
            <p:spPr>
              <a:xfrm>
                <a:off x="5686085" y="3964770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C8373135-82A0-923E-AB02-EFBB6EC89C0B}"/>
                </a:ext>
              </a:extLst>
            </p:cNvPr>
            <p:cNvCxnSpPr>
              <a:cxnSpLocks/>
            </p:cNvCxnSpPr>
            <p:nvPr/>
          </p:nvCxnSpPr>
          <p:spPr>
            <a:xfrm>
              <a:off x="2455044" y="4390960"/>
              <a:ext cx="608353" cy="10395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C6D6CAAD-3FC5-8021-0756-89CEA92E9150}"/>
                </a:ext>
              </a:extLst>
            </p:cNvPr>
            <p:cNvSpPr/>
            <p:nvPr/>
          </p:nvSpPr>
          <p:spPr>
            <a:xfrm>
              <a:off x="751662" y="2785689"/>
              <a:ext cx="567852" cy="1608881"/>
            </a:xfrm>
            <a:custGeom>
              <a:avLst/>
              <a:gdLst>
                <a:gd name="connsiteX0" fmla="*/ 567852 w 567852"/>
                <a:gd name="connsiteY0" fmla="*/ 0 h 1608881"/>
                <a:gd name="connsiteX1" fmla="*/ 692 w 567852"/>
                <a:gd name="connsiteY1" fmla="*/ 856526 h 1608881"/>
                <a:gd name="connsiteX2" fmla="*/ 475254 w 567852"/>
                <a:gd name="connsiteY2" fmla="*/ 1608881 h 16088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7852" h="1608881">
                  <a:moveTo>
                    <a:pt x="567852" y="0"/>
                  </a:moveTo>
                  <a:cubicBezTo>
                    <a:pt x="291988" y="294189"/>
                    <a:pt x="16125" y="588379"/>
                    <a:pt x="692" y="856526"/>
                  </a:cubicBezTo>
                  <a:cubicBezTo>
                    <a:pt x="-14741" y="1124673"/>
                    <a:pt x="230256" y="1366777"/>
                    <a:pt x="475254" y="1608881"/>
                  </a:cubicBezTo>
                </a:path>
              </a:pathLst>
            </a:custGeom>
            <a:noFill/>
            <a:ln w="19050">
              <a:solidFill>
                <a:srgbClr val="7388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17C4E81C-6B79-C35F-94BF-6267C2E0CA78}"/>
                </a:ext>
              </a:extLst>
            </p:cNvPr>
            <p:cNvSpPr/>
            <p:nvPr/>
          </p:nvSpPr>
          <p:spPr>
            <a:xfrm rot="10800000">
              <a:off x="2907429" y="2769870"/>
              <a:ext cx="475254" cy="1631741"/>
            </a:xfrm>
            <a:custGeom>
              <a:avLst/>
              <a:gdLst>
                <a:gd name="connsiteX0" fmla="*/ 567852 w 567852"/>
                <a:gd name="connsiteY0" fmla="*/ 0 h 1608881"/>
                <a:gd name="connsiteX1" fmla="*/ 692 w 567852"/>
                <a:gd name="connsiteY1" fmla="*/ 856526 h 1608881"/>
                <a:gd name="connsiteX2" fmla="*/ 475254 w 567852"/>
                <a:gd name="connsiteY2" fmla="*/ 1608881 h 1608881"/>
                <a:gd name="connsiteX0" fmla="*/ 335442 w 475254"/>
                <a:gd name="connsiteY0" fmla="*/ 0 h 1631741"/>
                <a:gd name="connsiteX1" fmla="*/ 692 w 475254"/>
                <a:gd name="connsiteY1" fmla="*/ 879386 h 1631741"/>
                <a:gd name="connsiteX2" fmla="*/ 475254 w 475254"/>
                <a:gd name="connsiteY2" fmla="*/ 1631741 h 163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5254" h="1631741">
                  <a:moveTo>
                    <a:pt x="335442" y="0"/>
                  </a:moveTo>
                  <a:cubicBezTo>
                    <a:pt x="59578" y="294189"/>
                    <a:pt x="16125" y="611239"/>
                    <a:pt x="692" y="879386"/>
                  </a:cubicBezTo>
                  <a:cubicBezTo>
                    <a:pt x="-14741" y="1147533"/>
                    <a:pt x="230256" y="1389637"/>
                    <a:pt x="475254" y="1631741"/>
                  </a:cubicBezTo>
                </a:path>
              </a:pathLst>
            </a:custGeom>
            <a:noFill/>
            <a:ln w="19050">
              <a:solidFill>
                <a:srgbClr val="7388A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40665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4BDEE9-23DC-663E-0A80-EA8CB712D935}"/>
              </a:ext>
            </a:extLst>
          </p:cNvPr>
          <p:cNvSpPr/>
          <p:nvPr/>
        </p:nvSpPr>
        <p:spPr>
          <a:xfrm>
            <a:off x="845872" y="1891337"/>
            <a:ext cx="832601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GB" sz="2800" i="1" dirty="0">
                <a:solidFill>
                  <a:srgbClr val="FFFFFF"/>
                </a:solidFill>
                <a:latin typeface="Calibri" panose="020F0502020204030204" pitchFamily="34" charset="0"/>
              </a:rPr>
              <a:t>If it is not clear that element are in series or parallel assume in series.</a:t>
            </a:r>
            <a:endParaRPr lang="en-IN" sz="2800" dirty="0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A6AFF6-FA13-D175-1247-4A70943C5B95}"/>
              </a:ext>
            </a:extLst>
          </p:cNvPr>
          <p:cNvSpPr/>
          <p:nvPr/>
        </p:nvSpPr>
        <p:spPr>
          <a:xfrm>
            <a:off x="197883" y="182572"/>
            <a:ext cx="19664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NOTE:</a:t>
            </a:r>
          </a:p>
        </p:txBody>
      </p:sp>
    </p:spTree>
    <p:extLst>
      <p:ext uri="{BB962C8B-B14F-4D97-AF65-F5344CB8AC3E}">
        <p14:creationId xmlns:p14="http://schemas.microsoft.com/office/powerpoint/2010/main" val="275039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A997EF5-A94B-2542-5075-FE7C205867B8}"/>
              </a:ext>
            </a:extLst>
          </p:cNvPr>
          <p:cNvSpPr/>
          <p:nvPr/>
        </p:nvSpPr>
        <p:spPr>
          <a:xfrm>
            <a:off x="-334297" y="-68826"/>
            <a:ext cx="5270091" cy="953729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" name="Table 15">
            <a:extLst>
              <a:ext uri="{FF2B5EF4-FFF2-40B4-BE49-F238E27FC236}">
                <a16:creationId xmlns:a16="http://schemas.microsoft.com/office/drawing/2014/main" id="{A08D63BD-BE53-1E9C-495B-F5276D26E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215394"/>
              </p:ext>
            </p:extLst>
          </p:nvPr>
        </p:nvGraphicFramePr>
        <p:xfrm>
          <a:off x="1092727" y="2217758"/>
          <a:ext cx="110578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6329">
                  <a:extLst>
                    <a:ext uri="{9D8B030D-6E8A-4147-A177-3AD203B41FA5}">
                      <a16:colId xmlns:a16="http://schemas.microsoft.com/office/drawing/2014/main" val="4185141703"/>
                    </a:ext>
                  </a:extLst>
                </a:gridCol>
                <a:gridCol w="2204086">
                  <a:extLst>
                    <a:ext uri="{9D8B030D-6E8A-4147-A177-3AD203B41FA5}">
                      <a16:colId xmlns:a16="http://schemas.microsoft.com/office/drawing/2014/main" val="1278607338"/>
                    </a:ext>
                  </a:extLst>
                </a:gridCol>
                <a:gridCol w="3233628">
                  <a:extLst>
                    <a:ext uri="{9D8B030D-6E8A-4147-A177-3AD203B41FA5}">
                      <a16:colId xmlns:a16="http://schemas.microsoft.com/office/drawing/2014/main" val="1675423616"/>
                    </a:ext>
                  </a:extLst>
                </a:gridCol>
                <a:gridCol w="2603852">
                  <a:extLst>
                    <a:ext uri="{9D8B030D-6E8A-4147-A177-3AD203B41FA5}">
                      <a16:colId xmlns:a16="http://schemas.microsoft.com/office/drawing/2014/main" val="2990919735"/>
                    </a:ext>
                  </a:extLst>
                </a:gridCol>
              </a:tblGrid>
              <a:tr h="225501">
                <a:tc gridSpan="2">
                  <a:txBody>
                    <a:bodyPr/>
                    <a:lstStyle/>
                    <a:p>
                      <a:endParaRPr lang="en-IN" sz="2400" dirty="0"/>
                    </a:p>
                    <a:p>
                      <a:endParaRPr lang="en-IN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816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2400" dirty="0"/>
                    </a:p>
                    <a:p>
                      <a:endParaRPr lang="en-IN" sz="2400" dirty="0"/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023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2400" dirty="0"/>
                    </a:p>
                    <a:p>
                      <a:endParaRPr lang="en-IN" sz="2400" dirty="0"/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738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2400" dirty="0"/>
                    </a:p>
                    <a:p>
                      <a:endParaRPr lang="en-IN" sz="2400" dirty="0"/>
                    </a:p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045451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0"/>
            <a:ext cx="420660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Ase hi </a:t>
            </a:r>
            <a:r>
              <a:rPr lang="en-US" sz="54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dekh</a:t>
            </a:r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lo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16A239-210A-718D-1569-1549C85BFB12}"/>
              </a:ext>
            </a:extLst>
          </p:cNvPr>
          <p:cNvSpPr txBox="1"/>
          <p:nvPr/>
        </p:nvSpPr>
        <p:spPr>
          <a:xfrm>
            <a:off x="323721" y="994094"/>
            <a:ext cx="58044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Power is lost in resistor only and can use formula of DC is use RMS value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2BA188-BC3A-889C-165B-0B83556FD422}"/>
              </a:ext>
            </a:extLst>
          </p:cNvPr>
          <p:cNvSpPr/>
          <p:nvPr/>
        </p:nvSpPr>
        <p:spPr>
          <a:xfrm>
            <a:off x="3384445" y="2325996"/>
            <a:ext cx="2396618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In RLC series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50EC61-F939-44AE-4104-4192EAEC2841}"/>
              </a:ext>
            </a:extLst>
          </p:cNvPr>
          <p:cNvSpPr/>
          <p:nvPr/>
        </p:nvSpPr>
        <p:spPr>
          <a:xfrm>
            <a:off x="7287839" y="2342298"/>
            <a:ext cx="25767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In RLC Parallel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5D2F39B-23DE-63C5-8597-3BA625D6EF35}"/>
              </a:ext>
            </a:extLst>
          </p:cNvPr>
          <p:cNvGrpSpPr/>
          <p:nvPr/>
        </p:nvGrpSpPr>
        <p:grpSpPr>
          <a:xfrm>
            <a:off x="6588718" y="80243"/>
            <a:ext cx="2658573" cy="2054640"/>
            <a:chOff x="132753" y="2175309"/>
            <a:chExt cx="2658573" cy="205464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5AA0BC-71AC-DEFB-B164-43BD19BEEB9D}"/>
                </a:ext>
              </a:extLst>
            </p:cNvPr>
            <p:cNvSpPr/>
            <p:nvPr/>
          </p:nvSpPr>
          <p:spPr>
            <a:xfrm>
              <a:off x="132753" y="2175309"/>
              <a:ext cx="2658573" cy="2054640"/>
            </a:xfrm>
            <a:prstGeom prst="roundRect">
              <a:avLst>
                <a:gd name="adj" fmla="val 11045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0D7E329-84E2-EC1C-DAFA-C260AFD88025}"/>
                </a:ext>
              </a:extLst>
            </p:cNvPr>
            <p:cNvGrpSpPr/>
            <p:nvPr/>
          </p:nvGrpSpPr>
          <p:grpSpPr>
            <a:xfrm>
              <a:off x="264077" y="2402399"/>
              <a:ext cx="2508495" cy="1610942"/>
              <a:chOff x="5047833" y="2825911"/>
              <a:chExt cx="2508495" cy="1610942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DEEE28D-1CD4-10AE-0D3A-A3DB88481B44}"/>
                  </a:ext>
                </a:extLst>
              </p:cNvPr>
              <p:cNvGrpSpPr/>
              <p:nvPr/>
            </p:nvGrpSpPr>
            <p:grpSpPr>
              <a:xfrm>
                <a:off x="5047833" y="2825911"/>
                <a:ext cx="1838130" cy="1610942"/>
                <a:chOff x="4525425" y="1710037"/>
                <a:chExt cx="1838130" cy="1610942"/>
              </a:xfrm>
            </p:grpSpPr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C571F542-561B-B698-21A6-A709507A35CD}"/>
                    </a:ext>
                  </a:extLst>
                </p:cNvPr>
                <p:cNvCxnSpPr/>
                <p:nvPr/>
              </p:nvCxnSpPr>
              <p:spPr>
                <a:xfrm flipV="1">
                  <a:off x="4891084" y="1710037"/>
                  <a:ext cx="0" cy="161094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392D9833-6B8A-5A28-0746-AB7F047C8AE3}"/>
                    </a:ext>
                  </a:extLst>
                </p:cNvPr>
                <p:cNvCxnSpPr/>
                <p:nvPr/>
              </p:nvCxnSpPr>
              <p:spPr>
                <a:xfrm>
                  <a:off x="4525425" y="3016639"/>
                  <a:ext cx="183813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2882C883-D90E-F0F2-9A49-5EC1B902BACE}"/>
                  </a:ext>
                </a:extLst>
              </p:cNvPr>
              <p:cNvCxnSpPr/>
              <p:nvPr/>
            </p:nvCxnSpPr>
            <p:spPr>
              <a:xfrm flipV="1">
                <a:off x="5413492" y="3321694"/>
                <a:ext cx="810819" cy="810819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F170917-1C8B-EE5A-F3A0-3510C3FFEA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13491" y="3628030"/>
                <a:ext cx="1569738" cy="51362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4A9D8B0D-27C2-22D0-3FCE-0E6993431ECE}"/>
                      </a:ext>
                    </a:extLst>
                  </p:cNvPr>
                  <p:cNvSpPr/>
                  <p:nvPr/>
                </p:nvSpPr>
                <p:spPr>
                  <a:xfrm>
                    <a:off x="5833722" y="2943564"/>
                    <a:ext cx="44037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oMath>
                      </m:oMathPara>
                    </a14:m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4A9D8B0D-27C2-22D0-3FCE-0E6993431EC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33722" y="2943564"/>
                    <a:ext cx="440377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02169D5E-C566-4402-6EC3-23B16ACC8F38}"/>
                      </a:ext>
                    </a:extLst>
                  </p:cNvPr>
                  <p:cNvSpPr/>
                  <p:nvPr/>
                </p:nvSpPr>
                <p:spPr>
                  <a:xfrm>
                    <a:off x="6932709" y="3256809"/>
                    <a:ext cx="424860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oMath>
                      </m:oMathPara>
                    </a14:m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02169D5E-C566-4402-6EC3-23B16ACC8F3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2709" y="3256809"/>
                    <a:ext cx="424860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0D95CB15-3581-4E8D-5BD3-082B7C0E63A3}"/>
                      </a:ext>
                    </a:extLst>
                  </p:cNvPr>
                  <p:cNvSpPr/>
                  <p:nvPr/>
                </p:nvSpPr>
                <p:spPr>
                  <a:xfrm>
                    <a:off x="6193428" y="3006457"/>
                    <a:ext cx="71506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𝑅𝑀𝑆</m:t>
                              </m:r>
                            </m:sub>
                          </m:sSub>
                        </m:oMath>
                      </m:oMathPara>
                    </a14:m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0D95CB15-3581-4E8D-5BD3-082B7C0E63A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93428" y="3006457"/>
                    <a:ext cx="715068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27F2403D-3F9E-DB26-9B4E-F6B3EB8CEF11}"/>
                      </a:ext>
                    </a:extLst>
                  </p:cNvPr>
                  <p:cNvSpPr/>
                  <p:nvPr/>
                </p:nvSpPr>
                <p:spPr>
                  <a:xfrm>
                    <a:off x="6880245" y="3598759"/>
                    <a:ext cx="67608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I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𝑅𝑀𝑆</m:t>
                              </m:r>
                            </m:sub>
                          </m:sSub>
                        </m:oMath>
                      </m:oMathPara>
                    </a14:m>
                    <a:endParaRPr lang="en-IN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27F2403D-3F9E-DB26-9B4E-F6B3EB8CEF1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0245" y="3598759"/>
                    <a:ext cx="676083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893E3F5-074D-F37B-DEDD-D5F34F5FD92A}"/>
                    </a:ext>
                  </a:extLst>
                </p:cNvPr>
                <p:cNvSpPr txBox="1"/>
                <p:nvPr/>
              </p:nvSpPr>
              <p:spPr>
                <a:xfrm>
                  <a:off x="669520" y="3244334"/>
                  <a:ext cx="9144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893E3F5-074D-F37B-DEDD-D5F34F5FD9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520" y="3244334"/>
                  <a:ext cx="91440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199EF05-520C-3FEA-03C4-5191C4A7C8E1}"/>
                  </a:ext>
                </a:extLst>
              </p:cNvPr>
              <p:cNvSpPr txBox="1"/>
              <p:nvPr/>
            </p:nvSpPr>
            <p:spPr>
              <a:xfrm>
                <a:off x="-200917" y="4321701"/>
                <a:ext cx="131404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199EF05-520C-3FEA-03C4-5191C4A7C8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0917" y="4321701"/>
                <a:ext cx="1314047" cy="9541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C1F564A-382B-25D1-7001-3B868EB64DBC}"/>
                  </a:ext>
                </a:extLst>
              </p:cNvPr>
              <p:cNvSpPr txBox="1"/>
              <p:nvPr/>
            </p:nvSpPr>
            <p:spPr>
              <a:xfrm>
                <a:off x="-156003" y="3325139"/>
                <a:ext cx="13140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p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C1F564A-382B-25D1-7001-3B868EB64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003" y="3325139"/>
                <a:ext cx="1314047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6AE0F8-3E3A-2BC6-F34D-D51B3F86BDB6}"/>
                  </a:ext>
                </a:extLst>
              </p:cNvPr>
              <p:cNvSpPr txBox="1"/>
              <p:nvPr/>
            </p:nvSpPr>
            <p:spPr>
              <a:xfrm>
                <a:off x="-245079" y="5769614"/>
                <a:ext cx="13140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𝑉𝐼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26AE0F8-3E3A-2BC6-F34D-D51B3F86B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5079" y="5769614"/>
                <a:ext cx="1314047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9A7CB0B-64A5-73C8-DAB3-329D6FC7411C}"/>
                  </a:ext>
                </a:extLst>
              </p:cNvPr>
              <p:cNvSpPr txBox="1"/>
              <p:nvPr/>
            </p:nvSpPr>
            <p:spPr>
              <a:xfrm>
                <a:off x="1272828" y="3349945"/>
                <a:ext cx="1552796" cy="534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𝑅𝑀𝑆</m:t>
                          </m:r>
                        </m:sub>
                        <m:sup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9A7CB0B-64A5-73C8-DAB3-329D6FC74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828" y="3349945"/>
                <a:ext cx="1552796" cy="53450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56D0245-4020-52C8-9C80-F0C1F77469DA}"/>
                  </a:ext>
                </a:extLst>
              </p:cNvPr>
              <p:cNvSpPr txBox="1"/>
              <p:nvPr/>
            </p:nvSpPr>
            <p:spPr>
              <a:xfrm>
                <a:off x="1175845" y="4399573"/>
                <a:ext cx="2322125" cy="962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𝑅𝑀𝑆</m:t>
                              </m:r>
                            </m:sub>
                            <m:sup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I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IN" sz="2800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56D0245-4020-52C8-9C80-F0C1F7746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845" y="4399573"/>
                <a:ext cx="2322125" cy="9621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B31C0E2-DFF4-7FB0-524E-AD51CF2778A0}"/>
                  </a:ext>
                </a:extLst>
              </p:cNvPr>
              <p:cNvSpPr txBox="1"/>
              <p:nvPr/>
            </p:nvSpPr>
            <p:spPr>
              <a:xfrm>
                <a:off x="1071177" y="5799059"/>
                <a:ext cx="30992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𝑅𝑀𝑆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𝑅𝑀𝑆</m:t>
                          </m:r>
                        </m:sub>
                      </m:sSub>
                      <m:r>
                        <a:rPr lang="en-IN" sz="28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B31C0E2-DFF4-7FB0-524E-AD51CF277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177" y="5799059"/>
                <a:ext cx="3099290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D0F1371-914D-A73D-3C69-5D2C3E47EFF9}"/>
                  </a:ext>
                </a:extLst>
              </p:cNvPr>
              <p:cNvSpPr txBox="1"/>
              <p:nvPr/>
            </p:nvSpPr>
            <p:spPr>
              <a:xfrm>
                <a:off x="4080299" y="3225411"/>
                <a:ext cx="132527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I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D0F1371-914D-A73D-3C69-5D2C3E47E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0299" y="3225411"/>
                <a:ext cx="1325273" cy="95410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E68DD78-7CE4-A938-B9CE-74A3D15F3091}"/>
                  </a:ext>
                </a:extLst>
              </p:cNvPr>
              <p:cNvSpPr txBox="1"/>
              <p:nvPr/>
            </p:nvSpPr>
            <p:spPr>
              <a:xfrm>
                <a:off x="4217053" y="4389499"/>
                <a:ext cx="1891872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IN" sz="2800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E68DD78-7CE4-A938-B9CE-74A3D15F3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053" y="4389499"/>
                <a:ext cx="1891872" cy="95410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C9D9D98-2E46-97AD-F64E-451B0BF96F39}"/>
                  </a:ext>
                </a:extLst>
              </p:cNvPr>
              <p:cNvSpPr txBox="1"/>
              <p:nvPr/>
            </p:nvSpPr>
            <p:spPr>
              <a:xfrm>
                <a:off x="4125217" y="5623241"/>
                <a:ext cx="2219334" cy="896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sz="28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C9D9D98-2E46-97AD-F64E-451B0BF96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217" y="5623241"/>
                <a:ext cx="2219334" cy="89614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F8E51A6-33CA-A833-F857-466DD8E2E9D6}"/>
                  </a:ext>
                </a:extLst>
              </p:cNvPr>
              <p:cNvSpPr txBox="1"/>
              <p:nvPr/>
            </p:nvSpPr>
            <p:spPr>
              <a:xfrm>
                <a:off x="6448342" y="3407177"/>
                <a:ext cx="2858490" cy="534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𝑅𝑀𝑆</m:t>
                          </m:r>
                        </m:sub>
                        <m:sup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F8E51A6-33CA-A833-F857-466DD8E2E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8342" y="3407177"/>
                <a:ext cx="2858490" cy="53450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E9A662B-3103-65C6-CEDF-8E999655287D}"/>
                  </a:ext>
                </a:extLst>
              </p:cNvPr>
              <p:cNvSpPr txBox="1"/>
              <p:nvPr/>
            </p:nvSpPr>
            <p:spPr>
              <a:xfrm>
                <a:off x="6393371" y="4317662"/>
                <a:ext cx="1187628" cy="962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𝑅𝑀𝑆</m:t>
                              </m:r>
                            </m:sub>
                            <m:sup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I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3E9A662B-3103-65C6-CEDF-8E9996552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371" y="4317662"/>
                <a:ext cx="1187628" cy="96218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04DDB7C-7371-0B1E-F3FF-638B26B68081}"/>
                  </a:ext>
                </a:extLst>
              </p:cNvPr>
              <p:cNvSpPr txBox="1"/>
              <p:nvPr/>
            </p:nvSpPr>
            <p:spPr>
              <a:xfrm>
                <a:off x="6384945" y="5793274"/>
                <a:ext cx="309929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𝑅𝑀𝑆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𝑅𝑀𝑆</m:t>
                          </m:r>
                        </m:sub>
                      </m:sSub>
                      <m:r>
                        <a:rPr lang="en-IN" sz="28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04DDB7C-7371-0B1E-F3FF-638B26B68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4945" y="5793274"/>
                <a:ext cx="3099290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1F1FD15-5485-2049-B1E0-7303C3B23B18}"/>
                  </a:ext>
                </a:extLst>
              </p:cNvPr>
              <p:cNvSpPr txBox="1"/>
              <p:nvPr/>
            </p:nvSpPr>
            <p:spPr>
              <a:xfrm>
                <a:off x="9743138" y="3116207"/>
                <a:ext cx="240614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I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sz="2800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𝑐𝑜𝑠</m:t>
                          </m:r>
                        </m:e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1F1FD15-5485-2049-B1E0-7303C3B23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3138" y="3116207"/>
                <a:ext cx="2406140" cy="95410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62539E2-2618-842F-B816-0B2FCF9F92B1}"/>
                  </a:ext>
                </a:extLst>
              </p:cNvPr>
              <p:cNvSpPr txBox="1"/>
              <p:nvPr/>
            </p:nvSpPr>
            <p:spPr>
              <a:xfrm>
                <a:off x="9421959" y="4311116"/>
                <a:ext cx="148923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I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en-I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62539E2-2618-842F-B816-0B2FCF9F9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1959" y="4311116"/>
                <a:ext cx="1489230" cy="95410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141D115-54C3-0AA8-2DC1-1A0399ABC030}"/>
                  </a:ext>
                </a:extLst>
              </p:cNvPr>
              <p:cNvSpPr txBox="1"/>
              <p:nvPr/>
            </p:nvSpPr>
            <p:spPr>
              <a:xfrm>
                <a:off x="9682204" y="5623241"/>
                <a:ext cx="2406140" cy="896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IN" sz="28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IN" sz="28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141D115-54C3-0AA8-2DC1-1A0399ABC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2204" y="5623241"/>
                <a:ext cx="2406140" cy="89614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ylinder 18">
            <a:extLst>
              <a:ext uri="{FF2B5EF4-FFF2-40B4-BE49-F238E27FC236}">
                <a16:creationId xmlns:a16="http://schemas.microsoft.com/office/drawing/2014/main" id="{C1FD4D16-2642-13B6-E6EC-B3D6B18C66B7}"/>
              </a:ext>
            </a:extLst>
          </p:cNvPr>
          <p:cNvSpPr/>
          <p:nvPr/>
        </p:nvSpPr>
        <p:spPr>
          <a:xfrm>
            <a:off x="-975018" y="1107563"/>
            <a:ext cx="368300" cy="6731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5FC1C35E-E21E-A8DC-C996-F87F3405DCA1}"/>
              </a:ext>
            </a:extLst>
          </p:cNvPr>
          <p:cNvSpPr/>
          <p:nvPr/>
        </p:nvSpPr>
        <p:spPr>
          <a:xfrm>
            <a:off x="-975018" y="1107563"/>
            <a:ext cx="368300" cy="6731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5E0074CB-CAD2-262D-4B5A-E874929F239F}"/>
              </a:ext>
            </a:extLst>
          </p:cNvPr>
          <p:cNvSpPr/>
          <p:nvPr/>
        </p:nvSpPr>
        <p:spPr>
          <a:xfrm>
            <a:off x="-975018" y="1107563"/>
            <a:ext cx="368300" cy="6731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Cylinder 26">
            <a:extLst>
              <a:ext uri="{FF2B5EF4-FFF2-40B4-BE49-F238E27FC236}">
                <a16:creationId xmlns:a16="http://schemas.microsoft.com/office/drawing/2014/main" id="{45C3CAED-EAF1-70D4-99CB-F20E89390617}"/>
              </a:ext>
            </a:extLst>
          </p:cNvPr>
          <p:cNvSpPr/>
          <p:nvPr/>
        </p:nvSpPr>
        <p:spPr>
          <a:xfrm>
            <a:off x="-980819" y="1107563"/>
            <a:ext cx="368300" cy="67310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82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16" grpId="0"/>
      <p:bldP spid="20" grpId="0"/>
      <p:bldP spid="25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51" grpId="0"/>
      <p:bldP spid="52" grpId="0"/>
      <p:bldP spid="5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8D3242-0A20-2C68-4BE5-B25E73F1D41C}"/>
              </a:ext>
            </a:extLst>
          </p:cNvPr>
          <p:cNvSpPr/>
          <p:nvPr/>
        </p:nvSpPr>
        <p:spPr>
          <a:xfrm>
            <a:off x="5627891" y="2967335"/>
            <a:ext cx="93621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RC</a:t>
            </a:r>
          </a:p>
        </p:txBody>
      </p:sp>
    </p:spTree>
    <p:extLst>
      <p:ext uri="{BB962C8B-B14F-4D97-AF65-F5344CB8AC3E}">
        <p14:creationId xmlns:p14="http://schemas.microsoft.com/office/powerpoint/2010/main" val="33980345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EC7E6-C8ED-7F9A-9F9F-04412E655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E9AA6A-97D5-4AC1-E303-671F5DF60776}"/>
              </a:ext>
            </a:extLst>
          </p:cNvPr>
          <p:cNvSpPr/>
          <p:nvPr/>
        </p:nvSpPr>
        <p:spPr>
          <a:xfrm>
            <a:off x="5662227" y="2967335"/>
            <a:ext cx="8675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RL</a:t>
            </a:r>
          </a:p>
        </p:txBody>
      </p:sp>
    </p:spTree>
    <p:extLst>
      <p:ext uri="{BB962C8B-B14F-4D97-AF65-F5344CB8AC3E}">
        <p14:creationId xmlns:p14="http://schemas.microsoft.com/office/powerpoint/2010/main" val="37079818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7DD5A-D5CA-9309-F2E8-2E541E47B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B4C7CB-E6D8-2765-6E81-C7694E472DA7}"/>
              </a:ext>
            </a:extLst>
          </p:cNvPr>
          <p:cNvSpPr/>
          <p:nvPr/>
        </p:nvSpPr>
        <p:spPr>
          <a:xfrm>
            <a:off x="2973799" y="2967335"/>
            <a:ext cx="57527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RL-AC VS DC supply</a:t>
            </a:r>
          </a:p>
        </p:txBody>
      </p:sp>
    </p:spTree>
    <p:extLst>
      <p:ext uri="{BB962C8B-B14F-4D97-AF65-F5344CB8AC3E}">
        <p14:creationId xmlns:p14="http://schemas.microsoft.com/office/powerpoint/2010/main" val="28930833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16628-1C17-86CB-869F-8B83BE440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4DA76F3-6EC8-C1FC-60AA-A28843751461}"/>
                  </a:ext>
                </a:extLst>
              </p:cNvPr>
              <p:cNvSpPr/>
              <p:nvPr/>
            </p:nvSpPr>
            <p:spPr>
              <a:xfrm>
                <a:off x="1040559" y="2164080"/>
                <a:ext cx="10110882" cy="175432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ctr"/>
                <a:r>
                  <a:rPr lang="en-US" sz="5400" b="1" cap="none" spc="0" dirty="0">
                    <a:ln w="10160">
                      <a:solidFill>
                        <a:schemeClr val="accent5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38100" dist="22860" dir="5400000" algn="tl" rotWithShape="0">
                        <a:srgbClr val="000000">
                          <a:alpha val="30000"/>
                        </a:srgbClr>
                      </a:outerShdw>
                    </a:effectLst>
                  </a:rPr>
                  <a:t>Queston of changing L and C but different material and f vs  </a:t>
                </a:r>
                <a14:m>
                  <m:oMath xmlns:m="http://schemas.openxmlformats.org/officeDocument/2006/math">
                    <m:r>
                      <a:rPr lang="en-US" sz="5400" b="1" i="1" cap="none" spc="0" smtClean="0">
                        <a:ln w="10160">
                          <a:solidFill>
                            <a:schemeClr val="accent5"/>
                          </a:solidFill>
                          <a:prstDash val="solid"/>
                        </a:ln>
                        <a:solidFill>
                          <a:srgbClr val="FFFFFF"/>
                        </a:solidFill>
                        <a:effectLst>
                          <a:outerShdw blurRad="38100" dist="22860" dir="5400000" algn="tl" rotWithShape="0">
                            <a:srgbClr val="000000">
                              <a:alpha val="30000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𝝎</m:t>
                    </m:r>
                  </m:oMath>
                </a14:m>
                <a:r>
                  <a:rPr lang="en-US" sz="5400" b="1" cap="none" spc="0" dirty="0">
                    <a:ln w="10160">
                      <a:solidFill>
                        <a:schemeClr val="accent5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38100" dist="22860" dir="5400000" algn="tl" rotWithShape="0">
                        <a:srgbClr val="000000">
                          <a:alpha val="30000"/>
                        </a:srgbClr>
                      </a:outerShdw>
                    </a:effectLst>
                  </a:rPr>
                  <a:t> 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4DA76F3-6EC8-C1FC-60AA-A288437514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559" y="2164080"/>
                <a:ext cx="10110882" cy="17543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902586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C65060F-1094-41F3-95E3-03DA10677C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09386F-CDB5-4CE9-AE70-AE4E53A633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18F16D9-EB65-4F11-9CD9-58377B437CF8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Vidyapeeth_PPT_Template (2)</Template>
  <TotalTime>0</TotalTime>
  <Words>1570</Words>
  <Application>Microsoft Office PowerPoint</Application>
  <PresentationFormat>Widescreen</PresentationFormat>
  <Paragraphs>485</Paragraphs>
  <Slides>39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Calibri</vt:lpstr>
      <vt:lpstr>Cambria Math</vt:lpstr>
      <vt:lpstr>Noto Sans Symbols</vt:lpstr>
      <vt:lpstr>Wingdings</vt:lpstr>
      <vt:lpstr>Custom Design</vt:lpstr>
      <vt:lpstr>1_Custom Design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2021-05-20T11:59:18Z</dcterms:created>
  <dcterms:modified xsi:type="dcterms:W3CDTF">2026-02-23T03:18:21Z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