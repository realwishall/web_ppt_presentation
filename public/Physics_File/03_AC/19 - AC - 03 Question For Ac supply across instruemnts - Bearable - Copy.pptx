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 bookmarkIdSeed="2">
  <p:sldMasterIdLst>
    <p:sldMasterId id="2147483793" r:id="rId4"/>
    <p:sldMasterId id="2147483805" r:id="rId5"/>
  </p:sldMasterIdLst>
  <p:notesMasterIdLst>
    <p:notesMasterId r:id="rId27"/>
  </p:notesMasterIdLst>
  <p:handoutMasterIdLst>
    <p:handoutMasterId r:id="rId28"/>
  </p:handoutMasterIdLst>
  <p:sldIdLst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4" r:id="rId22"/>
    <p:sldId id="561" r:id="rId23"/>
    <p:sldId id="562" r:id="rId24"/>
    <p:sldId id="538" r:id="rId25"/>
    <p:sldId id="539" r:id="rId26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B60382-BD1A-4226-BF5A-3518D9E6CB7A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4"/>
            <p14:sldId id="561"/>
            <p14:sldId id="562"/>
            <p14:sldId id="538"/>
            <p14:sldId id="5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4249" autoAdjust="0"/>
  </p:normalViewPr>
  <p:slideViewPr>
    <p:cSldViewPr snapToGrid="0" showGuides="1">
      <p:cViewPr varScale="1">
        <p:scale>
          <a:sx n="78" d="100"/>
          <a:sy n="78" d="100"/>
        </p:scale>
        <p:origin x="83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8/21/2025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8/21/2025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0866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65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43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2285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4405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9792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541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7356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8678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2101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1362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2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5394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2012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7841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7367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114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A5DD88-BDEF-4970-BD0A-0155C51EED11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0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C31D62-EE3C-4A56-9B5A-DB21972D1221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1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69B76D-A1B6-42B2-A407-47252CB17B18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3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9AE66-3A89-492F-8C92-E6BA3E69E4D9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40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0D9C8-F614-4B42-855F-CB76B5BB078C}" type="datetime1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4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77122-3B01-4DA4-93E4-A05B11669CF3}" type="datetime1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2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ADC03A-D2FC-47AF-82A4-2E8A65F173D3}" type="datetime1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EFA2E-1B39-4B49-A233-E065575EADFD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9E9E9B-5A8A-40E9-A1B5-3D618A7A51BD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EDF5C7-870F-4F4A-ABB1-820B833872B7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5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815F53-B842-4A07-8127-4A4A0D298956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95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3883FA-C6DF-4218-AB09-2E70644672B2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28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CFDAAF-E3C8-4E23-BE81-7A83AF94C8B8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69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FDA40A-1D34-49DD-9A37-6A793829BDE4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42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2527C6-7B3F-4FB1-9A4A-0EE135838B3E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03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5829CE-854E-47C2-A2CC-41A6823C89EC}" type="datetime1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319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F69B0A-6955-467F-8E18-EE67F3AF0523}" type="datetime1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14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225483-DF0A-4032-9B54-9FAC1AA70D3E}" type="datetime1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91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EC7E75-194B-42F0-8103-6225C0AE458A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14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D1234C-9373-4455-898B-075084727388}" type="datetime1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40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536642-4E43-4ACC-983C-90E8CE254AAB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57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DDD676-01FC-443E-996E-49F7AA0C7DAA}" type="datetime1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3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4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wmf"/><Relationship Id="rId4" Type="http://schemas.openxmlformats.org/officeDocument/2006/relationships/image" Target="../media/image9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openxmlformats.org/officeDocument/2006/relationships/image" Target="../media/image14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640.png"/><Relationship Id="rId3" Type="http://schemas.openxmlformats.org/officeDocument/2006/relationships/image" Target="../media/image12.png"/><Relationship Id="rId7" Type="http://schemas.openxmlformats.org/officeDocument/2006/relationships/image" Target="../media/image580.png"/><Relationship Id="rId12" Type="http://schemas.openxmlformats.org/officeDocument/2006/relationships/image" Target="../media/image6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0.png"/><Relationship Id="rId11" Type="http://schemas.openxmlformats.org/officeDocument/2006/relationships/image" Target="../media/image620.png"/><Relationship Id="rId5" Type="http://schemas.openxmlformats.org/officeDocument/2006/relationships/image" Target="../media/image560.png"/><Relationship Id="rId15" Type="http://schemas.openxmlformats.org/officeDocument/2006/relationships/image" Target="../media/image660.png"/><Relationship Id="rId10" Type="http://schemas.openxmlformats.org/officeDocument/2006/relationships/image" Target="../media/image611.png"/><Relationship Id="rId4" Type="http://schemas.openxmlformats.org/officeDocument/2006/relationships/hyperlink" Target="http://www.pngall.com/light-bulb-png" TargetMode="External"/><Relationship Id="rId9" Type="http://schemas.openxmlformats.org/officeDocument/2006/relationships/image" Target="../media/image600.png"/><Relationship Id="rId14" Type="http://schemas.openxmlformats.org/officeDocument/2006/relationships/image" Target="../media/image6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599"/>
            <a:ext cx="11119945" cy="1368005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5"/>
              <p:cNvSpPr txBox="1"/>
              <p:nvPr/>
            </p:nvSpPr>
            <p:spPr>
              <a:xfrm>
                <a:off x="279400" y="524508"/>
                <a:ext cx="10998199" cy="13132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just">
                  <a:spcAft>
                    <a:spcPts val="600"/>
                  </a:spcAft>
                  <a:tabLst>
                    <a:tab pos="623888" algn="l"/>
                    <a:tab pos="1169988" algn="l"/>
                    <a:tab pos="5646738" algn="l"/>
                    <a:tab pos="6284913" algn="l"/>
                  </a:tabLst>
                </a:pP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a series RLC circuit, the </a:t>
                </a:r>
                <a:r>
                  <a:rPr lang="en-US" sz="2400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r.m.s.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voltage across the resistor and the inductor are respectively 400 V and 700 V. If the equation for the applied voltage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ε</m:t>
                    </m:r>
                    <m:r>
                      <a:rPr lang="en-US" sz="24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=500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t, then the peak voltage across the capacitor is</a:t>
                </a:r>
              </a:p>
            </p:txBody>
          </p:sp>
        </mc:Choice>
        <mc:Fallback xmlns="">
          <p:sp>
            <p:nvSpPr>
              <p:cNvPr id="119" name="Google Shape;11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524508"/>
                <a:ext cx="10998199" cy="1313204"/>
              </a:xfrm>
              <a:prstGeom prst="rect">
                <a:avLst/>
              </a:prstGeom>
              <a:blipFill>
                <a:blip r:embed="rId3"/>
                <a:stretch>
                  <a:fillRect l="-887" t="-3721" r="-831" b="-37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Google Shape;120;p5"/>
          <p:cNvSpPr txBox="1"/>
          <p:nvPr/>
        </p:nvSpPr>
        <p:spPr>
          <a:xfrm>
            <a:off x="499240" y="224346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316090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4013124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92269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Google Shape;124;p5"/>
              <p:cNvSpPr txBox="1"/>
              <p:nvPr/>
            </p:nvSpPr>
            <p:spPr>
              <a:xfrm>
                <a:off x="1235339" y="2253957"/>
                <a:ext cx="10042260" cy="3180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1200 V</a:t>
                </a:r>
                <a:endParaRPr dirty="0"/>
              </a:p>
              <a:p>
                <a:pPr lvl="0" algn="just">
                  <a:spcBef>
                    <a:spcPts val="4000"/>
                  </a:spcBef>
                </a:pPr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1200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V </a:t>
                </a:r>
                <a:endParaRPr dirty="0"/>
              </a:p>
              <a:p>
                <a:pPr lvl="0" algn="just">
                  <a:spcBef>
                    <a:spcPts val="4000"/>
                  </a:spcBef>
                </a:pPr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Symbol" panose="05050102010706020507" pitchFamily="18" charset="2"/>
                  </a:rPr>
                  <a:t>400 V</a:t>
                </a:r>
                <a:endParaRPr dirty="0"/>
              </a:p>
              <a:p>
                <a:pPr lvl="0" algn="just">
                  <a:spcBef>
                    <a:spcPts val="4000"/>
                  </a:spcBef>
                </a:pPr>
                <a:r>
                  <a:rPr lang="en-IN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400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V</a:t>
                </a:r>
                <a:endParaRPr sz="2400" dirty="0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mc:Choice>
        <mc:Fallback xmlns="">
          <p:sp>
            <p:nvSpPr>
              <p:cNvPr id="124" name="Google Shape;124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39" y="2253957"/>
                <a:ext cx="10042260" cy="3180446"/>
              </a:xfrm>
              <a:prstGeom prst="rect">
                <a:avLst/>
              </a:prstGeom>
              <a:blipFill>
                <a:blip r:embed="rId4"/>
                <a:stretch>
                  <a:fillRect l="-971" t="-1536" b="-3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A503FC-8889-4962-8CC6-CA598C2AA9D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100000"/>
          </a:blip>
          <a:stretch>
            <a:fillRect/>
          </a:stretch>
        </p:blipFill>
        <p:spPr>
          <a:xfrm>
            <a:off x="7094863" y="2094517"/>
            <a:ext cx="3861798" cy="234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11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830956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79400" y="524508"/>
            <a:ext cx="109981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 an LCR series circuit R = 10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X</a:t>
            </a:r>
            <a:r>
              <a:rPr lang="en-IN" sz="2400" baseline="-25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= 8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 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and X</a:t>
            </a:r>
            <a:r>
              <a:rPr lang="en-IN" sz="2400" baseline="-25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= 6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 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The total impedance of the circuit is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72017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63761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48983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39940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Google Shape;124;p5"/>
              <p:cNvSpPr txBox="1"/>
              <p:nvPr/>
            </p:nvSpPr>
            <p:spPr>
              <a:xfrm>
                <a:off x="1235339" y="1730666"/>
                <a:ext cx="6505887" cy="3180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 algn="just"/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cs typeface="Cambria"/>
                            <a:sym typeface="Cambria"/>
                          </a:rPr>
                        </m:ctrlPr>
                      </m:radPr>
                      <m:deg/>
                      <m:e>
                        <m:r>
                          <a:rPr lang="en-IN" sz="24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cs typeface="Cambria"/>
                            <a:sym typeface="Cambria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US" sz="2400" dirty="0">
                    <a:solidFill>
                      <a:schemeClr val="lt1"/>
                    </a:solidFill>
                    <a:latin typeface="Symbol" panose="05050102010706020507" pitchFamily="18" charset="2"/>
                    <a:ea typeface="Cambria"/>
                    <a:cs typeface="Cambria"/>
                    <a:sym typeface="Cambria"/>
                  </a:rPr>
                  <a:t>W</a:t>
                </a:r>
                <a:endParaRPr lang="en-US" sz="2400" dirty="0"/>
              </a:p>
              <a:p>
                <a:pPr lvl="0" algn="just">
                  <a:spcBef>
                    <a:spcPts val="4000"/>
                  </a:spcBef>
                </a:pPr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17</a:t>
                </a:r>
                <a:r>
                  <a:rPr lang="en-US" sz="2400" b="0" dirty="0">
                    <a:solidFill>
                      <a:schemeClr val="lt1"/>
                    </a:solidFill>
                    <a:ea typeface="Cambria"/>
                    <a:cs typeface="Cambria"/>
                    <a:sym typeface="Cambria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cs typeface="Cambria"/>
                            <a:sym typeface="Cambria"/>
                          </a:rPr>
                        </m:ctrlPr>
                      </m:radPr>
                      <m:deg/>
                      <m:e>
                        <m:r>
                          <a:rPr lang="en-IN" sz="24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cs typeface="Cambria"/>
                            <a:sym typeface="Cambria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chemeClr val="lt1"/>
                    </a:solidFill>
                    <a:latin typeface="Symbol" panose="05050102010706020507" pitchFamily="18" charset="2"/>
                    <a:ea typeface="Cambria"/>
                    <a:cs typeface="Cambria"/>
                    <a:sym typeface="Cambria"/>
                  </a:rPr>
                  <a:t> W</a:t>
                </a:r>
                <a:endParaRPr lang="en-US" dirty="0"/>
              </a:p>
              <a:p>
                <a:pPr lvl="0" algn="just">
                  <a:spcBef>
                    <a:spcPts val="4000"/>
                  </a:spcBef>
                </a:pPr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Symbol" panose="05050102010706020507" pitchFamily="18" charset="2"/>
                  </a:rPr>
                  <a:t>10 </a:t>
                </a:r>
                <a:r>
                  <a:rPr lang="en-US" sz="2400" dirty="0">
                    <a:solidFill>
                      <a:schemeClr val="lt1"/>
                    </a:solidFill>
                    <a:latin typeface="Symbol" panose="05050102010706020507" pitchFamily="18" charset="2"/>
                    <a:ea typeface="Cambria"/>
                    <a:cs typeface="Cambria"/>
                    <a:sym typeface="Cambria"/>
                  </a:rPr>
                  <a:t>W</a:t>
                </a:r>
                <a:endParaRPr lang="en-US" sz="2400" dirty="0"/>
              </a:p>
              <a:p>
                <a:pPr lvl="0" algn="just">
                  <a:spcBef>
                    <a:spcPts val="4000"/>
                  </a:spcBef>
                </a:pPr>
                <a:r>
                  <a:rPr lang="en-US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None of these</a:t>
                </a:r>
                <a:endParaRPr sz="2400" dirty="0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mc:Choice>
        <mc:Fallback xmlns="">
          <p:sp>
            <p:nvSpPr>
              <p:cNvPr id="124" name="Google Shape;124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39" y="1730666"/>
                <a:ext cx="6505887" cy="3180446"/>
              </a:xfrm>
              <a:prstGeom prst="rect">
                <a:avLst/>
              </a:prstGeom>
              <a:blipFill>
                <a:blip r:embed="rId3"/>
                <a:stretch>
                  <a:fillRect l="-1500" t="-766" b="-32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9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861994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54000" y="524508"/>
            <a:ext cx="110235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 a series RLC circuit, potential difference across R, L and C are 30 V 60 V and 100 V respectively as shown in figure. The </a:t>
            </a:r>
            <a:r>
              <a:rPr lang="en-IN" sz="2400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e.m.f.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of source (in volts) is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73745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65489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50711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41668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235339" y="1747946"/>
            <a:ext cx="1355835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190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70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50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" descr="In a series RLC circuit, potential difference across R,L and C are 30V,60V  and 100V respectively as shown in figure. The emf of source (in volts)is:">
            <a:extLst>
              <a:ext uri="{FF2B5EF4-FFF2-40B4-BE49-F238E27FC236}">
                <a16:creationId xmlns:a16="http://schemas.microsoft.com/office/drawing/2014/main" id="{4CBB5647-D4CC-4183-A7F1-FEBA0EC22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215" y="2168734"/>
            <a:ext cx="3669446" cy="228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5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930452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54000" y="524508"/>
            <a:ext cx="110235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 the given circuit the readings of voltmeter V</a:t>
            </a:r>
            <a:r>
              <a:rPr lang="en-IN" sz="2400" baseline="-25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and V</a:t>
            </a:r>
            <a:r>
              <a:rPr lang="en-IN" sz="2400" baseline="-25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are 300 volts each. The reading of the voltmeter V</a:t>
            </a:r>
            <a:r>
              <a:rPr lang="en-IN" sz="2400" baseline="-25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and ammeter A are respectively	[2010]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83016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74760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599820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50939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235339" y="1840653"/>
            <a:ext cx="6505887" cy="339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spcAft>
                <a:spcPts val="800"/>
              </a:spcAft>
            </a:pPr>
            <a:r>
              <a:rPr lang="pt-BR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150 V, 2.2 A	</a:t>
            </a:r>
          </a:p>
          <a:p>
            <a:pPr lvl="0" algn="just">
              <a:spcAft>
                <a:spcPts val="800"/>
              </a:spcAft>
            </a:pPr>
            <a:endParaRPr lang="pt-BR" sz="2400" dirty="0">
              <a:solidFill>
                <a:schemeClr val="lt1"/>
              </a:solidFill>
              <a:latin typeface="Cambria"/>
              <a:ea typeface="Cambria"/>
              <a:cs typeface="Cambria"/>
              <a:sym typeface="Symbol" panose="05050102010706020507" pitchFamily="18" charset="2"/>
            </a:endParaRPr>
          </a:p>
          <a:p>
            <a:pPr lvl="0" algn="just">
              <a:spcAft>
                <a:spcPts val="800"/>
              </a:spcAft>
            </a:pPr>
            <a:r>
              <a:rPr lang="pt-BR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220 V, 2.2 A</a:t>
            </a:r>
          </a:p>
          <a:p>
            <a:pPr lvl="0" algn="just">
              <a:spcAft>
                <a:spcPts val="800"/>
              </a:spcAft>
            </a:pPr>
            <a:endParaRPr lang="pt-BR" sz="2400" dirty="0">
              <a:solidFill>
                <a:schemeClr val="lt1"/>
              </a:solidFill>
              <a:latin typeface="Cambria"/>
              <a:ea typeface="Cambria"/>
              <a:cs typeface="Cambria"/>
              <a:sym typeface="Symbol" panose="05050102010706020507" pitchFamily="18" charset="2"/>
            </a:endParaRPr>
          </a:p>
          <a:p>
            <a:pPr lvl="0" algn="just">
              <a:spcAft>
                <a:spcPts val="800"/>
              </a:spcAft>
            </a:pPr>
            <a:r>
              <a:rPr lang="pt-BR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220 V, 2.0 A	</a:t>
            </a:r>
          </a:p>
          <a:p>
            <a:pPr lvl="0" algn="just">
              <a:spcAft>
                <a:spcPts val="800"/>
              </a:spcAft>
            </a:pPr>
            <a:endParaRPr lang="pt-BR" sz="2400" dirty="0">
              <a:solidFill>
                <a:schemeClr val="lt1"/>
              </a:solidFill>
              <a:latin typeface="Cambria"/>
              <a:ea typeface="Cambria"/>
              <a:cs typeface="Cambria"/>
              <a:sym typeface="Symbol" panose="05050102010706020507" pitchFamily="18" charset="2"/>
            </a:endParaRPr>
          </a:p>
          <a:p>
            <a:pPr lvl="0" algn="just">
              <a:spcAft>
                <a:spcPts val="800"/>
              </a:spcAft>
            </a:pPr>
            <a:r>
              <a:rPr lang="pt-BR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100 V, 2.0 A</a:t>
            </a:r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8B6282-DCCF-42B9-807A-E7329A121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50484" y="2525998"/>
            <a:ext cx="4300601" cy="201525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7AEB44-FEA7-E044-86B4-8C2EA37B8530}"/>
              </a:ext>
            </a:extLst>
          </p:cNvPr>
          <p:cNvCxnSpPr/>
          <p:nvPr/>
        </p:nvCxnSpPr>
        <p:spPr>
          <a:xfrm>
            <a:off x="8732520" y="3017520"/>
            <a:ext cx="0" cy="2533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253ECE-665F-2E2E-9623-65DBD6576C3A}"/>
              </a:ext>
            </a:extLst>
          </p:cNvPr>
          <p:cNvCxnSpPr/>
          <p:nvPr/>
        </p:nvCxnSpPr>
        <p:spPr>
          <a:xfrm>
            <a:off x="8732520" y="3017520"/>
            <a:ext cx="0" cy="4114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EE2EEC-5D2F-0384-93A9-650F2C681943}"/>
              </a:ext>
            </a:extLst>
          </p:cNvPr>
          <p:cNvCxnSpPr/>
          <p:nvPr/>
        </p:nvCxnSpPr>
        <p:spPr>
          <a:xfrm>
            <a:off x="9509760" y="3017520"/>
            <a:ext cx="0" cy="25330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C6C95A-40B5-B1EE-8291-6BB4ED884C19}"/>
              </a:ext>
            </a:extLst>
          </p:cNvPr>
          <p:cNvCxnSpPr>
            <a:cxnSpLocks/>
          </p:cNvCxnSpPr>
          <p:nvPr/>
        </p:nvCxnSpPr>
        <p:spPr>
          <a:xfrm>
            <a:off x="9509760" y="3017520"/>
            <a:ext cx="0" cy="2533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008C51-A501-DE30-AA6F-E435BC002A2D}"/>
              </a:ext>
            </a:extLst>
          </p:cNvPr>
          <p:cNvCxnSpPr>
            <a:cxnSpLocks/>
          </p:cNvCxnSpPr>
          <p:nvPr/>
        </p:nvCxnSpPr>
        <p:spPr>
          <a:xfrm>
            <a:off x="9509760" y="3017520"/>
            <a:ext cx="0" cy="4114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424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1346226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5"/>
              <p:cNvSpPr txBox="1"/>
              <p:nvPr/>
            </p:nvSpPr>
            <p:spPr>
              <a:xfrm>
                <a:off x="185362" y="568576"/>
                <a:ext cx="11092237" cy="13462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just">
                  <a:spcAft>
                    <a:spcPts val="1200"/>
                  </a:spcAft>
                  <a:tabLst>
                    <a:tab pos="623888" algn="l"/>
                    <a:tab pos="1169988" algn="l"/>
                    <a:tab pos="5646738" algn="l"/>
                    <a:tab pos="6284913" algn="l"/>
                  </a:tabLst>
                </a:pP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of an alternating voltage is V = 220 sin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IN" sz="24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</m:t>
                        </m:r>
                        <m:r>
                          <a:rPr lang="en-IN" sz="24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IN" sz="24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 </m:t>
                        </m:r>
                        <m:f>
                          <m:fPr>
                            <m:ctrlPr>
                              <a:rPr lang="el-G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2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π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Kruti Dev 010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the equation for current is I = 10 sin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IN" sz="24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</m:t>
                        </m:r>
                        <m:r>
                          <a:rPr lang="en-IN" sz="24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𝑡</m:t>
                        </m:r>
                        <m:r>
                          <a:rPr lang="en-IN" sz="24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+ </m:t>
                        </m:r>
                        <m:f>
                          <m:fPr>
                            <m:ctrlPr>
                              <a:rPr lang="el-G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2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 impedance (in ohm) of the circuit is</a:t>
                </a:r>
                <a:endParaRPr lang="en-US" sz="2400" dirty="0">
                  <a:solidFill>
                    <a:schemeClr val="bg1"/>
                  </a:solidFill>
                  <a:latin typeface="Kruti Dev 010" pitchFamily="2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Google Shape;11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62" y="568576"/>
                <a:ext cx="11092237" cy="1346226"/>
              </a:xfrm>
              <a:prstGeom prst="rect">
                <a:avLst/>
              </a:prstGeom>
              <a:blipFill>
                <a:blip r:embed="rId3"/>
                <a:stretch>
                  <a:fillRect l="-824" r="-8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Google Shape;120;p5"/>
          <p:cNvSpPr txBox="1"/>
          <p:nvPr/>
        </p:nvSpPr>
        <p:spPr>
          <a:xfrm>
            <a:off x="499240" y="223544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315288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400510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91467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235339" y="2245936"/>
            <a:ext cx="6505887" cy="321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dirty="0"/>
          </a:p>
          <a:p>
            <a:pPr lvl="0" algn="just">
              <a:spcBef>
                <a:spcPts val="4000"/>
              </a:spcBef>
              <a:spcAft>
                <a:spcPts val="200"/>
              </a:spcAft>
            </a:pPr>
            <a:r>
              <a:rPr lang="en-US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44</a:t>
            </a:r>
            <a:endParaRPr dirty="0"/>
          </a:p>
          <a:p>
            <a:pPr lvl="0" algn="just">
              <a:spcBef>
                <a:spcPts val="4000"/>
              </a:spcBef>
              <a:spcAft>
                <a:spcPts val="200"/>
              </a:spcAft>
            </a:pPr>
            <a:r>
              <a:rPr lang="en-US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20</a:t>
            </a:r>
            <a:endParaRPr dirty="0"/>
          </a:p>
          <a:p>
            <a:pPr lvl="0" algn="just">
              <a:spcBef>
                <a:spcPts val="4000"/>
              </a:spcBef>
              <a:spcAft>
                <a:spcPts val="200"/>
              </a:spcAf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393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2015797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5"/>
              <p:cNvSpPr txBox="1"/>
              <p:nvPr/>
            </p:nvSpPr>
            <p:spPr>
              <a:xfrm>
                <a:off x="263236" y="524508"/>
                <a:ext cx="11014363" cy="19908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10848975" algn="ctr"/>
                  </a:tabLst>
                </a:pPr>
                <a:r>
                  <a:rPr lang="en-IN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An inductor of inductance L, a capacitor of capacitance C and a resistor of resistance ‘R’ are connected in series to an ac source of potential difference ‘V’ volts as shown in figure. Potential difference across L, C and R is 40 V, 10 V and 40 V, respectively. The amplitude of current flowing through LCR series circuit is 10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  <m:t>2</m:t>
                        </m:r>
                      </m:e>
                    </m:rad>
                  </m:oMath>
                </a14:m>
                <a:r>
                  <a:rPr lang="en-IN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A. The impedance of the circuit is: 	[2002]</a:t>
                </a:r>
                <a:endParaRPr sz="2400" dirty="0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mc:Choice>
        <mc:Fallback xmlns="">
          <p:sp>
            <p:nvSpPr>
              <p:cNvPr id="119" name="Google Shape;11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36" y="524508"/>
                <a:ext cx="11014363" cy="1990889"/>
              </a:xfrm>
              <a:prstGeom prst="rect">
                <a:avLst/>
              </a:prstGeom>
              <a:blipFill>
                <a:blip r:embed="rId3"/>
                <a:stretch>
                  <a:fillRect l="-830" t="-2446" r="-885" b="-48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Google Shape;120;p5"/>
          <p:cNvSpPr txBox="1"/>
          <p:nvPr/>
        </p:nvSpPr>
        <p:spPr>
          <a:xfrm>
            <a:off x="499240" y="270976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362720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4479424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538899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Google Shape;124;p5"/>
              <p:cNvSpPr txBox="1"/>
              <p:nvPr/>
            </p:nvSpPr>
            <p:spPr>
              <a:xfrm>
                <a:off x="1235339" y="2720257"/>
                <a:ext cx="2444295" cy="3283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 algn="just">
                  <a:spcAft>
                    <a:spcPts val="200"/>
                  </a:spcAft>
                </a:pPr>
                <a:r>
                  <a:rPr lang="en-IN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</a:t>
                </a:r>
                <a:r>
                  <a:rPr lang="en-IN" dirty="0">
                    <a:solidFill>
                      <a:schemeClr val="lt1"/>
                    </a:solidFill>
                    <a:ea typeface="Cambria"/>
                    <a:sym typeface="Cambria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Symbol" panose="05050102010706020507" pitchFamily="18" charset="2"/>
                  </a:rPr>
                  <a:t>W</a:t>
                </a:r>
                <a:endParaRPr sz="2400" dirty="0">
                  <a:solidFill>
                    <a:schemeClr val="bg1"/>
                  </a:solidFill>
                  <a:latin typeface="Symbol" panose="05050102010706020507" pitchFamily="18" charset="2"/>
                </a:endParaRPr>
              </a:p>
              <a:p>
                <a:pPr algn="just">
                  <a:spcBef>
                    <a:spcPts val="4000"/>
                  </a:spcBef>
                  <a:spcAft>
                    <a:spcPts val="200"/>
                  </a:spcAft>
                </a:pPr>
                <a:r>
                  <a:rPr lang="en-IN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5/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</m:ctrlPr>
                      </m:radPr>
                      <m:deg/>
                      <m:e>
                        <m:r>
                          <a:rPr lang="ar-AE" sz="2400" i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Cambria"/>
                            <a:sym typeface="Cambria"/>
                          </a:rPr>
                          <m:t>2</m:t>
                        </m:r>
                      </m:e>
                    </m:rad>
                  </m:oMath>
                </a14:m>
                <a:r>
                  <a:rPr lang="ar-AE" sz="2400" dirty="0"/>
                  <a:t> </a:t>
                </a:r>
                <a:r>
                  <a:rPr lang="en-IN" sz="2400" dirty="0">
                    <a:solidFill>
                      <a:schemeClr val="bg1"/>
                    </a:solidFill>
                    <a:latin typeface="Symbol" panose="05050102010706020507" pitchFamily="18" charset="2"/>
                  </a:rPr>
                  <a:t>W</a:t>
                </a:r>
                <a:endParaRPr dirty="0"/>
              </a:p>
              <a:p>
                <a:pPr lvl="0" algn="just">
                  <a:spcBef>
                    <a:spcPts val="4000"/>
                  </a:spcBef>
                  <a:spcAft>
                    <a:spcPts val="200"/>
                  </a:spcAft>
                </a:pPr>
                <a:r>
                  <a:rPr lang="en-IN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Symbol" panose="05050102010706020507" pitchFamily="18" charset="2"/>
                  </a:rPr>
                  <a:t>4 </a:t>
                </a:r>
                <a:r>
                  <a:rPr lang="en-IN" sz="2400" dirty="0">
                    <a:solidFill>
                      <a:schemeClr val="lt1"/>
                    </a:solidFill>
                    <a:latin typeface="Symbol" panose="05050102010706020507" pitchFamily="18" charset="2"/>
                    <a:ea typeface="Cambria"/>
                    <a:cs typeface="Cambria"/>
                    <a:sym typeface="Symbol" panose="05050102010706020507" pitchFamily="18" charset="2"/>
                  </a:rPr>
                  <a:t>W</a:t>
                </a:r>
                <a:endParaRPr dirty="0">
                  <a:latin typeface="Symbol" panose="05050102010706020507" pitchFamily="18" charset="2"/>
                </a:endParaRPr>
              </a:p>
              <a:p>
                <a:pPr lvl="0" algn="just">
                  <a:spcBef>
                    <a:spcPts val="4000"/>
                  </a:spcBef>
                  <a:spcAft>
                    <a:spcPts val="200"/>
                  </a:spcAft>
                </a:pPr>
                <a:r>
                  <a:rPr lang="en-IN" sz="2400" dirty="0">
                    <a:solidFill>
                      <a:schemeClr val="lt1"/>
                    </a:solidFill>
                    <a:latin typeface="Cambria"/>
                    <a:ea typeface="Cambria"/>
                    <a:cs typeface="Cambria"/>
                    <a:sym typeface="Symbol" panose="05050102010706020507" pitchFamily="18" charset="2"/>
                  </a:rPr>
                  <a:t>5 </a:t>
                </a:r>
                <a:r>
                  <a:rPr lang="en-IN" sz="2400" dirty="0">
                    <a:solidFill>
                      <a:schemeClr val="lt1"/>
                    </a:solidFill>
                    <a:latin typeface="Symbol" panose="05050102010706020507" pitchFamily="18" charset="2"/>
                    <a:ea typeface="Cambria"/>
                    <a:cs typeface="Cambria"/>
                    <a:sym typeface="Symbol" panose="05050102010706020507" pitchFamily="18" charset="2"/>
                  </a:rPr>
                  <a:t>W</a:t>
                </a:r>
                <a:endParaRPr sz="2400" dirty="0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mc:Choice>
        <mc:Fallback xmlns="">
          <p:sp>
            <p:nvSpPr>
              <p:cNvPr id="124" name="Google Shape;124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39" y="2720257"/>
                <a:ext cx="2444295" cy="3283038"/>
              </a:xfrm>
              <a:prstGeom prst="rect">
                <a:avLst/>
              </a:prstGeom>
              <a:blipFill>
                <a:blip r:embed="rId4"/>
                <a:stretch>
                  <a:fillRect l="-3990" t="-371" b="-2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389C33-DB20-4485-972C-AD7ED98BB3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06393" y="3258230"/>
            <a:ext cx="34099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599"/>
            <a:ext cx="11119945" cy="955127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304800" y="524508"/>
            <a:ext cx="109727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 a circuit, L, C, and R are connected in series with an alternating voltage source of frequency f. The current leads the voltage by 45°. The value of C is	[2005]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80328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72072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57294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48251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D9D42E-0DF9-4D04-8190-5E0395168AEF}"/>
                  </a:ext>
                </a:extLst>
              </p:cNvPr>
              <p:cNvSpPr txBox="1"/>
              <p:nvPr/>
            </p:nvSpPr>
            <p:spPr>
              <a:xfrm>
                <a:off x="1320055" y="1641405"/>
                <a:ext cx="2370595" cy="3526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spcAft>
                    <a:spcPts val="2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28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(2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𝑓𝐿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kumimoji="0" lang="en-I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algn="just">
                  <a:spcAft>
                    <a:spcPts val="2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(2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𝑓𝐿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algn="just">
                  <a:spcAft>
                    <a:spcPts val="2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(2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𝑓𝐿</m:t>
                        </m:r>
                        <m:r>
                          <a:rPr lang="en-IN" sz="28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algn="just">
                  <a:spcAft>
                    <a:spcPts val="2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(2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𝑓𝐿</m:t>
                        </m:r>
                        <m:r>
                          <a:rPr lang="en-IN" sz="28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IN" sz="2800" b="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0" lang="en-US" sz="3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D9D42E-0DF9-4D04-8190-5E0395168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55" y="1641405"/>
                <a:ext cx="2370595" cy="3526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37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982836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63236" y="524508"/>
            <a:ext cx="1101436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 inductance L having a resistance R is connected to an alternating source of angular frequency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The quality factor Q of the inductance is	[2000]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88116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79860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650820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56039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236959-39DF-4D44-A686-A2DFAE456C2C}"/>
                  </a:ext>
                </a:extLst>
              </p:cNvPr>
              <p:cNvSpPr txBox="1"/>
              <p:nvPr/>
            </p:nvSpPr>
            <p:spPr>
              <a:xfrm>
                <a:off x="1240549" y="1790317"/>
                <a:ext cx="1355834" cy="3494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spcAft>
                    <a:spcPts val="1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IN" sz="2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spcAft>
                    <a:spcPts val="1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800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IN" sz="28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IN" sz="28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algn="just">
                  <a:spcAft>
                    <a:spcPts val="1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800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IN" sz="28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lin"/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algn="just">
                  <a:spcAft>
                    <a:spcPts val="1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IN" sz="2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IN" sz="2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236959-39DF-4D44-A686-A2DFAE456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549" y="1790317"/>
                <a:ext cx="1355834" cy="34940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45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869736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63236" y="524508"/>
            <a:ext cx="1101436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What is the value of inductance L for which the current is maximum in a series LCR circuit with C = 10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m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 and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= 1000 s</a:t>
            </a:r>
            <a:r>
              <a:rPr lang="en-IN" sz="2400" baseline="30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–1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?	[2007]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76944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68688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539104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44867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235339" y="1779937"/>
            <a:ext cx="6505887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lang="en-IN" sz="2400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mH</a:t>
            </a:r>
            <a:endParaRPr dirty="0"/>
          </a:p>
          <a:p>
            <a:pPr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Cannot be calculated unless R is known</a:t>
            </a:r>
            <a:endParaRPr lang="en-IN" sz="2400" dirty="0"/>
          </a:p>
          <a:p>
            <a:pPr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10 </a:t>
            </a:r>
            <a:r>
              <a:rPr lang="en-IN" sz="2400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mH</a:t>
            </a:r>
            <a:endParaRPr lang="en-IN" sz="2400" dirty="0">
              <a:ea typeface="Cambria"/>
            </a:endParaRPr>
          </a:p>
          <a:p>
            <a:pPr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100 </a:t>
            </a:r>
            <a:r>
              <a:rPr lang="en-IN" sz="2400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mH</a:t>
            </a:r>
            <a:endParaRPr lang="en-IN" sz="2400" dirty="0"/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4048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1902088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5"/>
              <p:cNvSpPr txBox="1"/>
              <p:nvPr/>
            </p:nvSpPr>
            <p:spPr>
              <a:xfrm>
                <a:off x="263236" y="524508"/>
                <a:ext cx="11014363" cy="1753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 algn="just">
                  <a:tabLst>
                    <a:tab pos="625475" algn="l"/>
                    <a:tab pos="5022850" algn="l"/>
                    <a:tab pos="5648325" algn="l"/>
                    <a:tab pos="9415463" algn="r"/>
                  </a:tabLst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L-C-R series circuit, an alternating </a:t>
                </a:r>
                <a:r>
                  <a:rPr lang="en-US" sz="2400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emf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current </a:t>
                </a:r>
                <a:r>
                  <a:rPr lang="en-US" sz="2400" i="1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given by the equations </a:t>
                </a:r>
                <a:r>
                  <a:rPr lang="en-US" sz="2400" i="1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100 sin (100 </a:t>
                </a:r>
                <a:r>
                  <a:rPr lang="en-US" sz="2400" i="1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V.</a:t>
                </a:r>
              </a:p>
              <a:p>
                <a:pPr lvl="0" algn="just">
                  <a:tabLst>
                    <a:tab pos="625475" algn="l"/>
                    <a:tab pos="5022850" algn="l"/>
                    <a:tab pos="5648325" algn="l"/>
                    <a:tab pos="9415463" algn="r"/>
                  </a:tabLst>
                  <a:defRPr/>
                </a:pPr>
                <a:r>
                  <a:rPr lang="en-US" sz="2400" kern="12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i="1" kern="1200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100 sin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l-G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kern="12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mA.</a:t>
                </a:r>
              </a:p>
              <a:p>
                <a:pPr lvl="0" algn="just">
                  <a:tabLst>
                    <a:tab pos="625475" algn="l"/>
                    <a:tab pos="5022850" algn="l"/>
                    <a:tab pos="5648325" algn="l"/>
                    <a:tab pos="10763250" algn="r"/>
                  </a:tabLst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average power dissipated in the circuit will be 	</a:t>
                </a:r>
                <a:r>
                  <a:rPr lang="en-US" sz="20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[MHT CET 2014]</a:t>
                </a:r>
                <a:endParaRPr lang="en-US" sz="2400" b="1" kern="1200" dirty="0">
                  <a:solidFill>
                    <a:schemeClr val="bg1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Google Shape;11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36" y="524508"/>
                <a:ext cx="11014363" cy="1753004"/>
              </a:xfrm>
              <a:prstGeom prst="rect">
                <a:avLst/>
              </a:prstGeom>
              <a:blipFill>
                <a:blip r:embed="rId3"/>
                <a:stretch>
                  <a:fillRect l="-830" t="-2778" r="-885" b="-65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Google Shape;120;p5"/>
          <p:cNvSpPr txBox="1"/>
          <p:nvPr/>
        </p:nvSpPr>
        <p:spPr>
          <a:xfrm>
            <a:off x="499240" y="2618880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3387771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4242418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509706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175656" y="2661839"/>
            <a:ext cx="1355834" cy="306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Aft>
                <a:spcPts val="60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100 W</a:t>
            </a:r>
          </a:p>
          <a:p>
            <a:pPr marL="0" marR="0" lvl="0" indent="0" algn="just" rtl="0">
              <a:spcAft>
                <a:spcPts val="600"/>
              </a:spcAft>
              <a:buNone/>
            </a:pPr>
            <a:endParaRPr dirty="0"/>
          </a:p>
          <a:p>
            <a:pPr lvl="0" algn="just">
              <a:spcAft>
                <a:spcPts val="600"/>
              </a:spcAf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10 W</a:t>
            </a:r>
            <a:endParaRPr dirty="0"/>
          </a:p>
          <a:p>
            <a:pPr lvl="0" algn="just">
              <a:spcAft>
                <a:spcPts val="600"/>
              </a:spcAft>
            </a:pPr>
            <a:endParaRPr lang="en-IN" sz="2400" dirty="0">
              <a:solidFill>
                <a:schemeClr val="lt1"/>
              </a:solidFill>
              <a:latin typeface="Cambria"/>
              <a:ea typeface="Cambria"/>
              <a:cs typeface="Cambria"/>
              <a:sym typeface="Symbol" panose="05050102010706020507" pitchFamily="18" charset="2"/>
            </a:endParaRPr>
          </a:p>
          <a:p>
            <a:pPr lvl="0" algn="just">
              <a:spcAft>
                <a:spcPts val="600"/>
              </a:spcAf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5 W</a:t>
            </a:r>
            <a:endParaRPr dirty="0"/>
          </a:p>
          <a:p>
            <a:pPr lvl="0" algn="just">
              <a:spcAft>
                <a:spcPts val="600"/>
              </a:spcAft>
            </a:pPr>
            <a:endParaRPr lang="en-IN" sz="2400" dirty="0">
              <a:solidFill>
                <a:schemeClr val="lt1"/>
              </a:solidFill>
              <a:latin typeface="Cambria"/>
              <a:ea typeface="Cambria"/>
              <a:cs typeface="Cambria"/>
              <a:sym typeface="Symbol" panose="05050102010706020507" pitchFamily="18" charset="2"/>
            </a:endParaRPr>
          </a:p>
          <a:p>
            <a:pPr lvl="0" algn="just">
              <a:spcAft>
                <a:spcPts val="600"/>
              </a:spcAf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2.5 W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660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1022482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312977" y="551381"/>
            <a:ext cx="10821455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spcAft>
                <a:spcPts val="1800"/>
              </a:spcAft>
              <a:tabLst>
                <a:tab pos="625475" algn="l"/>
                <a:tab pos="5022850" algn="l"/>
                <a:tab pos="5648325" algn="l"/>
                <a:tab pos="10763250" algn="r"/>
              </a:tabLst>
              <a:defRPr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series resonant circuit, having L, C and R as its elements, the resonant current is </a:t>
            </a:r>
            <a:r>
              <a:rPr lang="en-US" sz="2400" i="1" dirty="0" err="1">
                <a:solidFill>
                  <a:schemeClr val="bg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power dissipated in the circuit at resonance is	</a:t>
            </a:r>
            <a:r>
              <a:rPr lang="en-US" sz="2000" dirty="0">
                <a:solidFill>
                  <a:schemeClr val="bg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[2002]</a:t>
            </a:r>
            <a:endParaRPr lang="en-US" sz="2400" kern="1200" dirty="0">
              <a:solidFill>
                <a:schemeClr val="bg1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89794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859608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559664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357909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5ED5E6-64DA-4DA9-AA0A-4F23633703A5}"/>
                  </a:ext>
                </a:extLst>
              </p:cNvPr>
              <p:cNvSpPr txBox="1"/>
              <p:nvPr/>
            </p:nvSpPr>
            <p:spPr>
              <a:xfrm>
                <a:off x="1298022" y="1739832"/>
                <a:ext cx="9383983" cy="3839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spcAft>
                    <a:spcPts val="3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d>
                          <m:d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8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2800" b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IN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8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IN" sz="2800" b="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kumimoji="0" lang="en-US" sz="2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0" algn="just">
                  <a:spcAft>
                    <a:spcPts val="3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kumimoji="0" lang="en-US" sz="2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zero</a:t>
                </a:r>
              </a:p>
              <a:p>
                <a:pPr lvl="0" algn="just">
                  <a:spcAft>
                    <a:spcPts val="3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lang="en-US" sz="2200" i="1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200" baseline="30000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200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n-US" sz="2200" i="1" dirty="0" err="1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endParaRPr lang="en-US" sz="2200" dirty="0">
                  <a:solidFill>
                    <a:schemeClr val="bg1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lvl="0" algn="just">
                  <a:spcAft>
                    <a:spcPts val="3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kumimoji="0" lang="en-US" sz="2200" i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kumimoji="0" lang="en-US" sz="2200" u="none" strike="noStrike" kern="1200" cap="none" spc="0" normalizeH="0" baseline="3000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</a:t>
                </a:r>
                <a:r>
                  <a:rPr kumimoji="0" lang="en-US" sz="2200" i="1" u="none" strike="noStrike" kern="1200" cap="none" spc="0" normalizeH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R</a:t>
                </a:r>
                <a:endParaRPr kumimoji="0" lang="en-US" sz="2200" u="none" strike="noStrike" kern="120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lvl="0" algn="just">
                  <a:spcAft>
                    <a:spcPts val="30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lang="en-US" sz="2200" noProof="0" dirty="0">
                    <a:solidFill>
                      <a:schemeClr val="bg1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where  is the angular resonance frequency.</a:t>
                </a:r>
                <a:r>
                  <a:rPr kumimoji="0" lang="en-US" sz="2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kumimoji="0" lang="en-US" sz="26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5ED5E6-64DA-4DA9-AA0A-4F2363370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22" y="1739832"/>
                <a:ext cx="9383983" cy="3839193"/>
              </a:xfrm>
              <a:prstGeom prst="rect">
                <a:avLst/>
              </a:prstGeom>
              <a:blipFill>
                <a:blip r:embed="rId3"/>
                <a:stretch>
                  <a:fillRect l="-845" b="-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44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1594528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77091" y="524508"/>
            <a:ext cx="1100050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 an electrical circuit R, L, C and an ac voltage source are all connected in series. When L is removed from the circuit, the phase difference between the voltage the current in the circuit is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p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/3. If instead, C is removed from the circuit, the phase difference is again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p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/3. The power factor of the circuit is:	</a:t>
            </a:r>
            <a:r>
              <a:rPr lang="en-IN" sz="2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[2012]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2362989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3156074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99097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888380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2D0688-A988-438F-8F9E-9BDEA3A9111B}"/>
                  </a:ext>
                </a:extLst>
              </p:cNvPr>
              <p:cNvSpPr txBox="1"/>
              <p:nvPr/>
            </p:nvSpPr>
            <p:spPr>
              <a:xfrm>
                <a:off x="1264971" y="2362989"/>
                <a:ext cx="1169757" cy="3142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spcAft>
                    <a:spcPts val="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kumimoji="0" lang="en-US" sz="2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1/2</a:t>
                </a:r>
              </a:p>
              <a:p>
                <a:pPr lvl="0" algn="just">
                  <a:spcAft>
                    <a:spcPts val="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endParaRPr lang="en-US" sz="2200" dirty="0">
                  <a:solidFill>
                    <a:prstClr val="white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kumimoji="0" lang="en-US" sz="2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US" sz="22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kumimoji="0" lang="en-US" sz="22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endParaRPr lang="en-US" sz="2200" dirty="0">
                  <a:solidFill>
                    <a:prstClr val="white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lang="en-US" sz="2200" dirty="0">
                    <a:solidFill>
                      <a:prstClr val="white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lvl="0" algn="just">
                  <a:spcAft>
                    <a:spcPts val="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endParaRPr lang="en-US" sz="2200" i="1" dirty="0">
                  <a:solidFill>
                    <a:prstClr val="white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kumimoji="0" lang="en-US" sz="2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2D0688-A988-438F-8F9E-9BDEA3A91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971" y="2362989"/>
                <a:ext cx="1169757" cy="3142848"/>
              </a:xfrm>
              <a:prstGeom prst="rect">
                <a:avLst/>
              </a:prstGeom>
              <a:blipFill>
                <a:blip r:embed="rId3"/>
                <a:stretch>
                  <a:fillRect l="-6806" t="-1359" b="-29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61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1225196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63236" y="524508"/>
            <a:ext cx="1101436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 coil of inductive reactance 31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has a resistance of 8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 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It is placed in series with a condenser of capacitative reactance 25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The combination is connected to an </a:t>
            </a:r>
            <a:r>
              <a:rPr lang="en-IN" sz="2400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a.c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source of 110 volt. The power factor of the circuit is	[2006] 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2014171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846384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751958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584171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208707" y="2024662"/>
            <a:ext cx="1633645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0.64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US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0.80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US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0.33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0.56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2724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968982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77091" y="524508"/>
            <a:ext cx="1100050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Power dissipated in an LCR series circuit connected to an </a:t>
            </a:r>
            <a:r>
              <a:rPr lang="en-IN" sz="2400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a.c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. source of emf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e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is	</a:t>
            </a:r>
            <a:r>
              <a:rPr lang="en-IN" sz="2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[2009]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208705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41821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D4AD7F9-397A-4861-94D9-0D12AA5CAD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987" y="1699149"/>
          <a:ext cx="26162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120" imgH="1320480" progId="Equation.DSMT4">
                  <p:embed/>
                </p:oleObj>
              </mc:Choice>
              <mc:Fallback>
                <p:oleObj name="Equation" r:id="rId3" imgW="2616120" imgH="132048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BD4AD7F9-397A-4861-94D9-0D12AA5CA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6987" y="1699149"/>
                        <a:ext cx="2616200" cy="132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572EEEB-7CA0-4A65-8405-992546FCC1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1909" y="1680099"/>
          <a:ext cx="26797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79480" imgH="1358640" progId="Equation.DSMT4">
                  <p:embed/>
                </p:oleObj>
              </mc:Choice>
              <mc:Fallback>
                <p:oleObj name="Equation" r:id="rId5" imgW="2679480" imgH="13586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572EEEB-7CA0-4A65-8405-992546FCC1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21909" y="1680099"/>
                        <a:ext cx="26797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62CE7D2D-531A-4DCD-9B0C-88C6902AA4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987" y="3230563"/>
          <a:ext cx="23368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760" imgH="1409400" progId="Equation.DSMT4">
                  <p:embed/>
                </p:oleObj>
              </mc:Choice>
              <mc:Fallback>
                <p:oleObj name="Equation" r:id="rId7" imgW="2336760" imgH="14094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62CE7D2D-531A-4DCD-9B0C-88C6902AA4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6987" y="3230563"/>
                        <a:ext cx="2336800" cy="140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84B57911-81AF-4138-954F-B41433826C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7959" y="3211513"/>
          <a:ext cx="23876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87520" imgH="1447560" progId="Equation.DSMT4">
                  <p:embed/>
                </p:oleObj>
              </mc:Choice>
              <mc:Fallback>
                <p:oleObj name="Equation" r:id="rId9" imgW="2387520" imgH="144756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84B57911-81AF-4138-954F-B41433826C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67959" y="3211513"/>
                        <a:ext cx="23876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Google Shape;120;p5">
            <a:extLst>
              <a:ext uri="{FF2B5EF4-FFF2-40B4-BE49-F238E27FC236}">
                <a16:creationId xmlns:a16="http://schemas.microsoft.com/office/drawing/2014/main" id="{AA96A2DD-997B-4539-8BA2-9F82A333BBAD}"/>
              </a:ext>
            </a:extLst>
          </p:cNvPr>
          <p:cNvSpPr txBox="1"/>
          <p:nvPr/>
        </p:nvSpPr>
        <p:spPr>
          <a:xfrm>
            <a:off x="6039206" y="208705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 dirty="0"/>
          </a:p>
        </p:txBody>
      </p:sp>
      <p:sp>
        <p:nvSpPr>
          <p:cNvPr id="17" name="Google Shape;122;p5">
            <a:extLst>
              <a:ext uri="{FF2B5EF4-FFF2-40B4-BE49-F238E27FC236}">
                <a16:creationId xmlns:a16="http://schemas.microsoft.com/office/drawing/2014/main" id="{87EF7EBE-6BDB-42B5-8512-757753D21E9D}"/>
              </a:ext>
            </a:extLst>
          </p:cNvPr>
          <p:cNvSpPr txBox="1"/>
          <p:nvPr/>
        </p:nvSpPr>
        <p:spPr>
          <a:xfrm>
            <a:off x="6039206" y="341821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0171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1246438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90945" y="524508"/>
            <a:ext cx="1098665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 resistance R draws power P when connected to an AC source. If an inductance is now placed in series with the resistance, such that the impedance of the circuit becomes Z the power drawn will be	</a:t>
            </a:r>
            <a:r>
              <a:rPr lang="en-IN" sz="2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[CBSE AIPMT 2015] 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210759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967681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781604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595527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62EC23A-2A34-4F4E-ACAB-36384D77D1CC}"/>
                  </a:ext>
                </a:extLst>
              </p:cNvPr>
              <p:cNvSpPr/>
              <p:nvPr/>
            </p:nvSpPr>
            <p:spPr>
              <a:xfrm>
                <a:off x="1273528" y="2034633"/>
                <a:ext cx="1579841" cy="31610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Aft>
                    <a:spcPts val="1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lang="en-US" sz="2400" i="1" kern="1200" dirty="0">
                    <a:solidFill>
                      <a:prstClr val="white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kern="120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kern="120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kern="120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US" sz="2400" b="0" i="1" kern="1200">
                                    <a:solidFill>
                                      <a:prstClr val="white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kern="1200" dirty="0">
                  <a:solidFill>
                    <a:prstClr val="white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1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lang="en-US" sz="2400" i="1" kern="1200" dirty="0">
                    <a:solidFill>
                      <a:prstClr val="white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kern="12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 kern="120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kern="120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sz="2400" b="0" i="1" kern="120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den>
                        </m:f>
                      </m:e>
                    </m:rad>
                  </m:oMath>
                </a14:m>
                <a:endParaRPr lang="en-US" sz="2400" i="1" kern="1200" dirty="0">
                  <a:solidFill>
                    <a:prstClr val="white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24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lang="en-US" sz="2400" i="1" dirty="0">
                    <a:solidFill>
                      <a:prstClr val="white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den>
                        </m:f>
                      </m:e>
                    </m:d>
                  </m:oMath>
                </a14:m>
                <a:endParaRPr lang="en-US" sz="2400" dirty="0">
                  <a:solidFill>
                    <a:prstClr val="white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>
                  <a:spcAft>
                    <a:spcPts val="1800"/>
                  </a:spcAft>
                  <a:tabLst>
                    <a:tab pos="626745" algn="l"/>
                    <a:tab pos="5022850" algn="l"/>
                    <a:tab pos="5649595" algn="l"/>
                    <a:tab pos="9321800" algn="r"/>
                  </a:tabLst>
                </a:pPr>
                <a:r>
                  <a:rPr lang="en-US" sz="2400" i="1" dirty="0">
                    <a:solidFill>
                      <a:prstClr val="white"/>
                    </a:solidFill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sz="2400" kern="1200" dirty="0">
                  <a:solidFill>
                    <a:prstClr val="white"/>
                  </a:solidFill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62EC23A-2A34-4F4E-ACAB-36384D77D1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528" y="2034633"/>
                <a:ext cx="1579841" cy="3161058"/>
              </a:xfrm>
              <a:prstGeom prst="rect">
                <a:avLst/>
              </a:prstGeom>
              <a:blipFill>
                <a:blip r:embed="rId3"/>
                <a:stretch>
                  <a:fillRect l="-6178" b="-3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94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955127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90945" y="524508"/>
            <a:ext cx="1098665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An inductor 20 </a:t>
            </a:r>
            <a:r>
              <a:rPr lang="en-IN" sz="2400" dirty="0" err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mH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a capacitor 100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m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 and a resistor 50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are connected in series across a source of emf V = 10 sin 314t. The power loss in the circuit is	</a:t>
            </a:r>
            <a:r>
              <a:rPr lang="en-IN" sz="20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[AIIMS 2018]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844346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670502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53175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357909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235340" y="1854837"/>
            <a:ext cx="352394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2.74 W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0.43 W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Symbol" panose="05050102010706020507" pitchFamily="18" charset="2"/>
              </a:rPr>
              <a:t>0.79 W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1.13 W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000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57655" y="499600"/>
            <a:ext cx="11119945" cy="955127"/>
          </a:xfrm>
          <a:prstGeom prst="rect">
            <a:avLst/>
          </a:prstGeom>
          <a:noFill/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57655" y="99490"/>
            <a:ext cx="1355835" cy="40011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haroni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Question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290945" y="524508"/>
            <a:ext cx="1098665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  <a:tabLst>
                <a:tab pos="10848975" algn="ctr"/>
              </a:tabLst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Which of the following combinations should be selected for better tuning of an </a:t>
            </a:r>
            <a:b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L-C-R circuit used for communication?	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99240" y="164855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497739" y="256599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499240" y="3418213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97738" y="4327785"/>
            <a:ext cx="551793" cy="52322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1235339" y="1659046"/>
            <a:ext cx="6505887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 = 20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L = 1.5 H, C = 35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m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 = 25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L = 2.5 H, C = 45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m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 = 15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L = 3.5 H, C = 30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m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endParaRPr dirty="0"/>
          </a:p>
          <a:p>
            <a:pPr lvl="0" algn="just">
              <a:spcBef>
                <a:spcPts val="4000"/>
              </a:spcBef>
            </a:pP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 = 25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W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, L = 1.5 H, C = 45 </a:t>
            </a:r>
            <a:r>
              <a:rPr lang="en-IN" sz="2400" dirty="0">
                <a:solidFill>
                  <a:schemeClr val="lt1"/>
                </a:solidFill>
                <a:latin typeface="Symbol" panose="05050102010706020507" pitchFamily="18" charset="2"/>
                <a:ea typeface="Cambria"/>
                <a:cs typeface="Cambria"/>
                <a:sym typeface="Cambria"/>
              </a:rPr>
              <a:t>m</a:t>
            </a:r>
            <a:r>
              <a:rPr lang="en-IN" sz="2400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endParaRPr sz="2400" dirty="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" name="Google Shape;112;p4">
            <a:extLst>
              <a:ext uri="{FF2B5EF4-FFF2-40B4-BE49-F238E27FC236}">
                <a16:creationId xmlns:a16="http://schemas.microsoft.com/office/drawing/2014/main" id="{54E8261E-D1F2-4C60-8AFA-5111B7F6C7B7}"/>
              </a:ext>
            </a:extLst>
          </p:cNvPr>
          <p:cNvSpPr txBox="1"/>
          <p:nvPr/>
        </p:nvSpPr>
        <p:spPr>
          <a:xfrm flipH="1">
            <a:off x="497739" y="6127567"/>
            <a:ext cx="1355834" cy="46166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IN" sz="2400" b="0" i="0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Ans: </a:t>
            </a:r>
            <a:r>
              <a:rPr lang="en-IN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sz="2400" b="0" i="0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7744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7635" y="0"/>
            <a:ext cx="30730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Chock coil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27719A8-AE8F-3A66-5AF7-328B4C19188B}"/>
              </a:ext>
            </a:extLst>
          </p:cNvPr>
          <p:cNvGrpSpPr/>
          <p:nvPr/>
        </p:nvGrpSpPr>
        <p:grpSpPr>
          <a:xfrm>
            <a:off x="367211" y="948508"/>
            <a:ext cx="3472077" cy="2482290"/>
            <a:chOff x="367211" y="948508"/>
            <a:chExt cx="3472077" cy="248229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46CBEF1-4DB0-1436-401F-AD9050547109}"/>
                </a:ext>
              </a:extLst>
            </p:cNvPr>
            <p:cNvGrpSpPr/>
            <p:nvPr/>
          </p:nvGrpSpPr>
          <p:grpSpPr>
            <a:xfrm>
              <a:off x="367211" y="1573564"/>
              <a:ext cx="3472077" cy="1278429"/>
              <a:chOff x="-321342" y="1841427"/>
              <a:chExt cx="6020151" cy="209574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FC72F51-A878-2580-00FF-A78B006CF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9684" y="3641228"/>
                <a:ext cx="2859125" cy="0"/>
              </a:xfrm>
              <a:prstGeom prst="line">
                <a:avLst/>
              </a:prstGeom>
              <a:ln w="19050">
                <a:solidFill>
                  <a:srgbClr val="7387A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D3B4086-A5D9-155A-3D88-4F23035CC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21342" y="3641228"/>
                <a:ext cx="2519591" cy="0"/>
              </a:xfrm>
              <a:prstGeom prst="line">
                <a:avLst/>
              </a:prstGeom>
              <a:noFill/>
              <a:ln w="19050" cap="rnd">
                <a:solidFill>
                  <a:srgbClr val="7388A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90A13C1-B205-BED2-5C21-C02FBC38EAC8}"/>
                  </a:ext>
                </a:extLst>
              </p:cNvPr>
              <p:cNvGrpSpPr/>
              <p:nvPr/>
            </p:nvGrpSpPr>
            <p:grpSpPr>
              <a:xfrm>
                <a:off x="2193416" y="3345288"/>
                <a:ext cx="646269" cy="591879"/>
                <a:chOff x="8730513" y="2463584"/>
                <a:chExt cx="828060" cy="758371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A8DF60C-6E1A-94EB-5356-9E742415D2B2}"/>
                    </a:ext>
                  </a:extLst>
                </p:cNvPr>
                <p:cNvSpPr/>
                <p:nvPr/>
              </p:nvSpPr>
              <p:spPr>
                <a:xfrm>
                  <a:off x="8730513" y="2463584"/>
                  <a:ext cx="828060" cy="758371"/>
                </a:xfrm>
                <a:prstGeom prst="ellipse">
                  <a:avLst/>
                </a:prstGeom>
                <a:noFill/>
                <a:ln>
                  <a:solidFill>
                    <a:srgbClr val="F5EEF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D9925D2F-7013-AD09-637A-3CAC5F5120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8831029" y="2672632"/>
                  <a:ext cx="627027" cy="340434"/>
                </a:xfrm>
                <a:prstGeom prst="rect">
                  <a:avLst/>
                </a:prstGeom>
                <a:effectLst>
                  <a:glow rad="127000">
                    <a:schemeClr val="bg1">
                      <a:lumMod val="95000"/>
                      <a:alpha val="20000"/>
                    </a:schemeClr>
                  </a:glow>
                </a:effectLst>
              </p:spPr>
            </p:pic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E2E0EDE-A395-E4BF-32DD-5D4DE0A165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312440" y="1841427"/>
                <a:ext cx="1285347" cy="0"/>
              </a:xfrm>
              <a:prstGeom prst="line">
                <a:avLst/>
              </a:prstGeom>
              <a:noFill/>
              <a:ln w="19050" cap="rnd">
                <a:solidFill>
                  <a:srgbClr val="7388A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BBEEC22-864E-05D5-8B16-C3575DA184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2285" y="1841427"/>
                <a:ext cx="1026524" cy="0"/>
              </a:xfrm>
              <a:prstGeom prst="line">
                <a:avLst/>
              </a:prstGeom>
              <a:noFill/>
              <a:ln w="19050" cap="rnd">
                <a:solidFill>
                  <a:srgbClr val="7388A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D06C901-C83E-0E1E-C5A5-30022EB0EC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321342" y="1841427"/>
                <a:ext cx="0" cy="1799800"/>
              </a:xfrm>
              <a:prstGeom prst="line">
                <a:avLst/>
              </a:prstGeom>
              <a:noFill/>
              <a:ln w="19050" cap="rnd">
                <a:solidFill>
                  <a:srgbClr val="7388A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96D3E80-21DF-1BA8-5350-9A4C477DD8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8809" y="1841427"/>
                <a:ext cx="0" cy="1799800"/>
              </a:xfrm>
              <a:prstGeom prst="line">
                <a:avLst/>
              </a:prstGeom>
              <a:noFill/>
              <a:ln w="19050" cap="rnd">
                <a:solidFill>
                  <a:srgbClr val="7388A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0A54BBB-AC0A-63CF-6580-C4CCA0F7F3B1}"/>
                </a:ext>
              </a:extLst>
            </p:cNvPr>
            <p:cNvGrpSpPr/>
            <p:nvPr/>
          </p:nvGrpSpPr>
          <p:grpSpPr>
            <a:xfrm>
              <a:off x="962600" y="948508"/>
              <a:ext cx="614556" cy="681683"/>
              <a:chOff x="5911543" y="2294502"/>
              <a:chExt cx="614556" cy="681683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35B7BCAB-05CF-8191-6954-9F68E75B6BA3}"/>
                  </a:ext>
                </a:extLst>
              </p:cNvPr>
              <p:cNvGrpSpPr/>
              <p:nvPr/>
            </p:nvGrpSpPr>
            <p:grpSpPr>
              <a:xfrm>
                <a:off x="5976375" y="2783604"/>
                <a:ext cx="466924" cy="192581"/>
                <a:chOff x="5425440" y="5760720"/>
                <a:chExt cx="812800" cy="335236"/>
              </a:xfrm>
            </p:grpSpPr>
            <p:sp>
              <p:nvSpPr>
                <p:cNvPr id="57" name="Cylinder 56">
                  <a:extLst>
                    <a:ext uri="{FF2B5EF4-FFF2-40B4-BE49-F238E27FC236}">
                      <a16:creationId xmlns:a16="http://schemas.microsoft.com/office/drawing/2014/main" id="{C957E3CC-BE4C-3920-41FF-A4717D1B5764}"/>
                    </a:ext>
                  </a:extLst>
                </p:cNvPr>
                <p:cNvSpPr/>
                <p:nvPr/>
              </p:nvSpPr>
              <p:spPr>
                <a:xfrm>
                  <a:off x="5425440" y="5841955"/>
                  <a:ext cx="812800" cy="254001"/>
                </a:xfrm>
                <a:prstGeom prst="can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585EC629-5A2B-ED0C-4EC1-4E6ED228BF7E}"/>
                    </a:ext>
                  </a:extLst>
                </p:cNvPr>
                <p:cNvSpPr/>
                <p:nvPr/>
              </p:nvSpPr>
              <p:spPr>
                <a:xfrm>
                  <a:off x="5638800" y="5760720"/>
                  <a:ext cx="375920" cy="162560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45EB88EA-58BD-6682-24FA-DC5477711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97000"/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5911543" y="2294502"/>
                <a:ext cx="614556" cy="597075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E9BA25-2A4F-37EE-8A4D-8A595D5F4390}"/>
                </a:ext>
              </a:extLst>
            </p:cNvPr>
            <p:cNvSpPr txBox="1"/>
            <p:nvPr/>
          </p:nvSpPr>
          <p:spPr>
            <a:xfrm>
              <a:off x="1577156" y="2907578"/>
              <a:ext cx="13195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chemeClr val="bg1"/>
                  </a:solidFill>
                </a:rPr>
                <a:t>100V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FC87CE-40B6-1E6A-F0D2-4C1A050E0DF1}"/>
                </a:ext>
              </a:extLst>
            </p:cNvPr>
            <p:cNvSpPr txBox="1"/>
            <p:nvPr/>
          </p:nvSpPr>
          <p:spPr>
            <a:xfrm>
              <a:off x="892310" y="1700579"/>
              <a:ext cx="13195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chemeClr val="bg1"/>
                  </a:solidFill>
                </a:rPr>
                <a:t>60V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C234C67-A66A-5813-7202-8EFFE8F4AAF2}"/>
              </a:ext>
            </a:extLst>
          </p:cNvPr>
          <p:cNvGrpSpPr/>
          <p:nvPr/>
        </p:nvGrpSpPr>
        <p:grpSpPr>
          <a:xfrm>
            <a:off x="4225197" y="948508"/>
            <a:ext cx="3472077" cy="2411902"/>
            <a:chOff x="4225197" y="948508"/>
            <a:chExt cx="3472077" cy="2411902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A79BCBE-D937-2E0E-C991-CF6EA50F7BDA}"/>
                </a:ext>
              </a:extLst>
            </p:cNvPr>
            <p:cNvSpPr/>
            <p:nvPr/>
          </p:nvSpPr>
          <p:spPr>
            <a:xfrm>
              <a:off x="5149183" y="1114214"/>
              <a:ext cx="100616" cy="111024"/>
            </a:xfrm>
            <a:prstGeom prst="ellipse">
              <a:avLst/>
            </a:prstGeom>
            <a:solidFill>
              <a:srgbClr val="FFFF00">
                <a:alpha val="16000"/>
              </a:srgb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glow rad="342900">
                <a:srgbClr val="E4EC7A">
                  <a:alpha val="94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29B4B0C-8E03-3143-ADE2-7B44A7613FFC}"/>
                </a:ext>
              </a:extLst>
            </p:cNvPr>
            <p:cNvGrpSpPr/>
            <p:nvPr/>
          </p:nvGrpSpPr>
          <p:grpSpPr>
            <a:xfrm>
              <a:off x="4225197" y="948508"/>
              <a:ext cx="3472077" cy="2411902"/>
              <a:chOff x="4225197" y="948508"/>
              <a:chExt cx="3472077" cy="2411902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E7CDB122-6DCC-9E3F-A69F-33819874DEB6}"/>
                  </a:ext>
                </a:extLst>
              </p:cNvPr>
              <p:cNvGrpSpPr/>
              <p:nvPr/>
            </p:nvGrpSpPr>
            <p:grpSpPr>
              <a:xfrm>
                <a:off x="4225197" y="1493096"/>
                <a:ext cx="3472077" cy="1358897"/>
                <a:chOff x="783771" y="3095595"/>
                <a:chExt cx="3472077" cy="1358897"/>
              </a:xfrm>
            </p:grpSpPr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5AEC28A9-CFD4-E5FB-92ED-EEAFC684B1C4}"/>
                    </a:ext>
                  </a:extLst>
                </p:cNvPr>
                <p:cNvSpPr/>
                <p:nvPr/>
              </p:nvSpPr>
              <p:spPr>
                <a:xfrm rot="10800000" flipV="1">
                  <a:off x="2954308" y="3095595"/>
                  <a:ext cx="688636" cy="163797"/>
                </a:xfrm>
                <a:custGeom>
                  <a:avLst/>
                  <a:gdLst>
                    <a:gd name="connsiteX0" fmla="*/ 0 w 1082040"/>
                    <a:gd name="connsiteY0" fmla="*/ 69055 h 199177"/>
                    <a:gd name="connsiteX1" fmla="*/ 182880 w 1082040"/>
                    <a:gd name="connsiteY1" fmla="*/ 61435 h 199177"/>
                    <a:gd name="connsiteX2" fmla="*/ 281940 w 1082040"/>
                    <a:gd name="connsiteY2" fmla="*/ 198595 h 199177"/>
                    <a:gd name="connsiteX3" fmla="*/ 358140 w 1082040"/>
                    <a:gd name="connsiteY3" fmla="*/ 475 h 199177"/>
                    <a:gd name="connsiteX4" fmla="*/ 358140 w 1082040"/>
                    <a:gd name="connsiteY4" fmla="*/ 475 h 199177"/>
                    <a:gd name="connsiteX5" fmla="*/ 502920 w 1082040"/>
                    <a:gd name="connsiteY5" fmla="*/ 175735 h 199177"/>
                    <a:gd name="connsiteX6" fmla="*/ 586740 w 1082040"/>
                    <a:gd name="connsiteY6" fmla="*/ 8095 h 199177"/>
                    <a:gd name="connsiteX7" fmla="*/ 739140 w 1082040"/>
                    <a:gd name="connsiteY7" fmla="*/ 137635 h 199177"/>
                    <a:gd name="connsiteX8" fmla="*/ 807720 w 1082040"/>
                    <a:gd name="connsiteY8" fmla="*/ 475 h 199177"/>
                    <a:gd name="connsiteX9" fmla="*/ 891540 w 1082040"/>
                    <a:gd name="connsiteY9" fmla="*/ 91915 h 199177"/>
                    <a:gd name="connsiteX10" fmla="*/ 1082040 w 1082040"/>
                    <a:gd name="connsiteY10" fmla="*/ 76675 h 199177"/>
                    <a:gd name="connsiteX0" fmla="*/ 0 w 1082040"/>
                    <a:gd name="connsiteY0" fmla="*/ 69055 h 199118"/>
                    <a:gd name="connsiteX1" fmla="*/ 182880 w 1082040"/>
                    <a:gd name="connsiteY1" fmla="*/ 61435 h 199118"/>
                    <a:gd name="connsiteX2" fmla="*/ 281940 w 1082040"/>
                    <a:gd name="connsiteY2" fmla="*/ 198595 h 199118"/>
                    <a:gd name="connsiteX3" fmla="*/ 358140 w 1082040"/>
                    <a:gd name="connsiteY3" fmla="*/ 475 h 199118"/>
                    <a:gd name="connsiteX4" fmla="*/ 358140 w 1082040"/>
                    <a:gd name="connsiteY4" fmla="*/ 475 h 199118"/>
                    <a:gd name="connsiteX5" fmla="*/ 502920 w 1082040"/>
                    <a:gd name="connsiteY5" fmla="*/ 175735 h 199118"/>
                    <a:gd name="connsiteX6" fmla="*/ 586740 w 1082040"/>
                    <a:gd name="connsiteY6" fmla="*/ 8095 h 199118"/>
                    <a:gd name="connsiteX7" fmla="*/ 739140 w 1082040"/>
                    <a:gd name="connsiteY7" fmla="*/ 137635 h 199118"/>
                    <a:gd name="connsiteX8" fmla="*/ 807720 w 1082040"/>
                    <a:gd name="connsiteY8" fmla="*/ 475 h 199118"/>
                    <a:gd name="connsiteX9" fmla="*/ 891540 w 1082040"/>
                    <a:gd name="connsiteY9" fmla="*/ 91915 h 199118"/>
                    <a:gd name="connsiteX10" fmla="*/ 1082040 w 1082040"/>
                    <a:gd name="connsiteY10" fmla="*/ 76675 h 199118"/>
                    <a:gd name="connsiteX0" fmla="*/ 0 w 1092200"/>
                    <a:gd name="connsiteY0" fmla="*/ 58895 h 199185"/>
                    <a:gd name="connsiteX1" fmla="*/ 193040 w 1092200"/>
                    <a:gd name="connsiteY1" fmla="*/ 61435 h 199185"/>
                    <a:gd name="connsiteX2" fmla="*/ 292100 w 1092200"/>
                    <a:gd name="connsiteY2" fmla="*/ 198595 h 199185"/>
                    <a:gd name="connsiteX3" fmla="*/ 368300 w 1092200"/>
                    <a:gd name="connsiteY3" fmla="*/ 475 h 199185"/>
                    <a:gd name="connsiteX4" fmla="*/ 368300 w 1092200"/>
                    <a:gd name="connsiteY4" fmla="*/ 475 h 199185"/>
                    <a:gd name="connsiteX5" fmla="*/ 513080 w 1092200"/>
                    <a:gd name="connsiteY5" fmla="*/ 175735 h 199185"/>
                    <a:gd name="connsiteX6" fmla="*/ 596900 w 1092200"/>
                    <a:gd name="connsiteY6" fmla="*/ 8095 h 199185"/>
                    <a:gd name="connsiteX7" fmla="*/ 749300 w 1092200"/>
                    <a:gd name="connsiteY7" fmla="*/ 137635 h 199185"/>
                    <a:gd name="connsiteX8" fmla="*/ 817880 w 1092200"/>
                    <a:gd name="connsiteY8" fmla="*/ 475 h 199185"/>
                    <a:gd name="connsiteX9" fmla="*/ 901700 w 1092200"/>
                    <a:gd name="connsiteY9" fmla="*/ 91915 h 199185"/>
                    <a:gd name="connsiteX10" fmla="*/ 1092200 w 1092200"/>
                    <a:gd name="connsiteY10" fmla="*/ 76675 h 199185"/>
                    <a:gd name="connsiteX0" fmla="*/ 0 w 1092200"/>
                    <a:gd name="connsiteY0" fmla="*/ 58895 h 199185"/>
                    <a:gd name="connsiteX1" fmla="*/ 193040 w 1092200"/>
                    <a:gd name="connsiteY1" fmla="*/ 61435 h 199185"/>
                    <a:gd name="connsiteX2" fmla="*/ 292100 w 1092200"/>
                    <a:gd name="connsiteY2" fmla="*/ 198595 h 199185"/>
                    <a:gd name="connsiteX3" fmla="*/ 368300 w 1092200"/>
                    <a:gd name="connsiteY3" fmla="*/ 475 h 199185"/>
                    <a:gd name="connsiteX4" fmla="*/ 368300 w 1092200"/>
                    <a:gd name="connsiteY4" fmla="*/ 475 h 199185"/>
                    <a:gd name="connsiteX5" fmla="*/ 513080 w 1092200"/>
                    <a:gd name="connsiteY5" fmla="*/ 175735 h 199185"/>
                    <a:gd name="connsiteX6" fmla="*/ 596900 w 1092200"/>
                    <a:gd name="connsiteY6" fmla="*/ 8095 h 199185"/>
                    <a:gd name="connsiteX7" fmla="*/ 749300 w 1092200"/>
                    <a:gd name="connsiteY7" fmla="*/ 137635 h 199185"/>
                    <a:gd name="connsiteX8" fmla="*/ 817880 w 1092200"/>
                    <a:gd name="connsiteY8" fmla="*/ 475 h 199185"/>
                    <a:gd name="connsiteX9" fmla="*/ 901700 w 1092200"/>
                    <a:gd name="connsiteY9" fmla="*/ 91915 h 199185"/>
                    <a:gd name="connsiteX10" fmla="*/ 1092200 w 1092200"/>
                    <a:gd name="connsiteY10" fmla="*/ 76675 h 199185"/>
                    <a:gd name="connsiteX0" fmla="*/ 0 w 1092200"/>
                    <a:gd name="connsiteY0" fmla="*/ 58895 h 199124"/>
                    <a:gd name="connsiteX1" fmla="*/ 193040 w 1092200"/>
                    <a:gd name="connsiteY1" fmla="*/ 61435 h 199124"/>
                    <a:gd name="connsiteX2" fmla="*/ 292100 w 1092200"/>
                    <a:gd name="connsiteY2" fmla="*/ 198595 h 199124"/>
                    <a:gd name="connsiteX3" fmla="*/ 368300 w 1092200"/>
                    <a:gd name="connsiteY3" fmla="*/ 475 h 199124"/>
                    <a:gd name="connsiteX4" fmla="*/ 368300 w 1092200"/>
                    <a:gd name="connsiteY4" fmla="*/ 475 h 199124"/>
                    <a:gd name="connsiteX5" fmla="*/ 513080 w 1092200"/>
                    <a:gd name="connsiteY5" fmla="*/ 175735 h 199124"/>
                    <a:gd name="connsiteX6" fmla="*/ 596900 w 1092200"/>
                    <a:gd name="connsiteY6" fmla="*/ 8095 h 199124"/>
                    <a:gd name="connsiteX7" fmla="*/ 749300 w 1092200"/>
                    <a:gd name="connsiteY7" fmla="*/ 137635 h 199124"/>
                    <a:gd name="connsiteX8" fmla="*/ 817880 w 1092200"/>
                    <a:gd name="connsiteY8" fmla="*/ 475 h 199124"/>
                    <a:gd name="connsiteX9" fmla="*/ 901700 w 1092200"/>
                    <a:gd name="connsiteY9" fmla="*/ 91915 h 199124"/>
                    <a:gd name="connsiteX10" fmla="*/ 1092200 w 1092200"/>
                    <a:gd name="connsiteY10" fmla="*/ 76675 h 199124"/>
                    <a:gd name="connsiteX0" fmla="*/ 0 w 1092200"/>
                    <a:gd name="connsiteY0" fmla="*/ 111760 h 251989"/>
                    <a:gd name="connsiteX1" fmla="*/ 193040 w 1092200"/>
                    <a:gd name="connsiteY1" fmla="*/ 114300 h 251989"/>
                    <a:gd name="connsiteX2" fmla="*/ 292100 w 1092200"/>
                    <a:gd name="connsiteY2" fmla="*/ 251460 h 251989"/>
                    <a:gd name="connsiteX3" fmla="*/ 368300 w 1092200"/>
                    <a:gd name="connsiteY3" fmla="*/ 53340 h 251989"/>
                    <a:gd name="connsiteX4" fmla="*/ 368300 w 1092200"/>
                    <a:gd name="connsiteY4" fmla="*/ 0 h 251989"/>
                    <a:gd name="connsiteX5" fmla="*/ 513080 w 1092200"/>
                    <a:gd name="connsiteY5" fmla="*/ 228600 h 251989"/>
                    <a:gd name="connsiteX6" fmla="*/ 596900 w 1092200"/>
                    <a:gd name="connsiteY6" fmla="*/ 60960 h 251989"/>
                    <a:gd name="connsiteX7" fmla="*/ 749300 w 1092200"/>
                    <a:gd name="connsiteY7" fmla="*/ 190500 h 251989"/>
                    <a:gd name="connsiteX8" fmla="*/ 817880 w 1092200"/>
                    <a:gd name="connsiteY8" fmla="*/ 53340 h 251989"/>
                    <a:gd name="connsiteX9" fmla="*/ 901700 w 1092200"/>
                    <a:gd name="connsiteY9" fmla="*/ 144780 h 251989"/>
                    <a:gd name="connsiteX10" fmla="*/ 1092200 w 1092200"/>
                    <a:gd name="connsiteY10" fmla="*/ 129540 h 251989"/>
                    <a:gd name="connsiteX0" fmla="*/ 0 w 1092200"/>
                    <a:gd name="connsiteY0" fmla="*/ 111760 h 267068"/>
                    <a:gd name="connsiteX1" fmla="*/ 193040 w 1092200"/>
                    <a:gd name="connsiteY1" fmla="*/ 114300 h 267068"/>
                    <a:gd name="connsiteX2" fmla="*/ 292100 w 1092200"/>
                    <a:gd name="connsiteY2" fmla="*/ 251460 h 267068"/>
                    <a:gd name="connsiteX3" fmla="*/ 368300 w 1092200"/>
                    <a:gd name="connsiteY3" fmla="*/ 53340 h 267068"/>
                    <a:gd name="connsiteX4" fmla="*/ 368300 w 1092200"/>
                    <a:gd name="connsiteY4" fmla="*/ 0 h 267068"/>
                    <a:gd name="connsiteX5" fmla="*/ 513080 w 1092200"/>
                    <a:gd name="connsiteY5" fmla="*/ 266700 h 267068"/>
                    <a:gd name="connsiteX6" fmla="*/ 596900 w 1092200"/>
                    <a:gd name="connsiteY6" fmla="*/ 60960 h 267068"/>
                    <a:gd name="connsiteX7" fmla="*/ 749300 w 1092200"/>
                    <a:gd name="connsiteY7" fmla="*/ 190500 h 267068"/>
                    <a:gd name="connsiteX8" fmla="*/ 817880 w 1092200"/>
                    <a:gd name="connsiteY8" fmla="*/ 53340 h 267068"/>
                    <a:gd name="connsiteX9" fmla="*/ 901700 w 1092200"/>
                    <a:gd name="connsiteY9" fmla="*/ 144780 h 267068"/>
                    <a:gd name="connsiteX10" fmla="*/ 1092200 w 1092200"/>
                    <a:gd name="connsiteY10" fmla="*/ 129540 h 267068"/>
                    <a:gd name="connsiteX0" fmla="*/ 0 w 1092200"/>
                    <a:gd name="connsiteY0" fmla="*/ 111780 h 267088"/>
                    <a:gd name="connsiteX1" fmla="*/ 193040 w 1092200"/>
                    <a:gd name="connsiteY1" fmla="*/ 114320 h 267088"/>
                    <a:gd name="connsiteX2" fmla="*/ 292100 w 1092200"/>
                    <a:gd name="connsiteY2" fmla="*/ 251480 h 267088"/>
                    <a:gd name="connsiteX3" fmla="*/ 368300 w 1092200"/>
                    <a:gd name="connsiteY3" fmla="*/ 20 h 267088"/>
                    <a:gd name="connsiteX4" fmla="*/ 513080 w 1092200"/>
                    <a:gd name="connsiteY4" fmla="*/ 266720 h 267088"/>
                    <a:gd name="connsiteX5" fmla="*/ 596900 w 1092200"/>
                    <a:gd name="connsiteY5" fmla="*/ 60980 h 267088"/>
                    <a:gd name="connsiteX6" fmla="*/ 749300 w 1092200"/>
                    <a:gd name="connsiteY6" fmla="*/ 190520 h 267088"/>
                    <a:gd name="connsiteX7" fmla="*/ 817880 w 1092200"/>
                    <a:gd name="connsiteY7" fmla="*/ 53360 h 267088"/>
                    <a:gd name="connsiteX8" fmla="*/ 901700 w 1092200"/>
                    <a:gd name="connsiteY8" fmla="*/ 144800 h 267088"/>
                    <a:gd name="connsiteX9" fmla="*/ 1092200 w 1092200"/>
                    <a:gd name="connsiteY9" fmla="*/ 129560 h 267088"/>
                    <a:gd name="connsiteX0" fmla="*/ 0 w 1092200"/>
                    <a:gd name="connsiteY0" fmla="*/ 119958 h 274902"/>
                    <a:gd name="connsiteX1" fmla="*/ 193040 w 1092200"/>
                    <a:gd name="connsiteY1" fmla="*/ 122498 h 274902"/>
                    <a:gd name="connsiteX2" fmla="*/ 292100 w 1092200"/>
                    <a:gd name="connsiteY2" fmla="*/ 259658 h 274902"/>
                    <a:gd name="connsiteX3" fmla="*/ 368300 w 1092200"/>
                    <a:gd name="connsiteY3" fmla="*/ 8198 h 274902"/>
                    <a:gd name="connsiteX4" fmla="*/ 513080 w 1092200"/>
                    <a:gd name="connsiteY4" fmla="*/ 274898 h 274902"/>
                    <a:gd name="connsiteX5" fmla="*/ 591820 w 1092200"/>
                    <a:gd name="connsiteY5" fmla="*/ 578 h 274902"/>
                    <a:gd name="connsiteX6" fmla="*/ 749300 w 1092200"/>
                    <a:gd name="connsiteY6" fmla="*/ 198698 h 274902"/>
                    <a:gd name="connsiteX7" fmla="*/ 817880 w 1092200"/>
                    <a:gd name="connsiteY7" fmla="*/ 61538 h 274902"/>
                    <a:gd name="connsiteX8" fmla="*/ 901700 w 1092200"/>
                    <a:gd name="connsiteY8" fmla="*/ 152978 h 274902"/>
                    <a:gd name="connsiteX9" fmla="*/ 1092200 w 1092200"/>
                    <a:gd name="connsiteY9" fmla="*/ 137738 h 274902"/>
                    <a:gd name="connsiteX0" fmla="*/ 0 w 1092200"/>
                    <a:gd name="connsiteY0" fmla="*/ 119381 h 274325"/>
                    <a:gd name="connsiteX1" fmla="*/ 193040 w 1092200"/>
                    <a:gd name="connsiteY1" fmla="*/ 121921 h 274325"/>
                    <a:gd name="connsiteX2" fmla="*/ 292100 w 1092200"/>
                    <a:gd name="connsiteY2" fmla="*/ 259081 h 274325"/>
                    <a:gd name="connsiteX3" fmla="*/ 368300 w 1092200"/>
                    <a:gd name="connsiteY3" fmla="*/ 7621 h 274325"/>
                    <a:gd name="connsiteX4" fmla="*/ 513080 w 1092200"/>
                    <a:gd name="connsiteY4" fmla="*/ 274321 h 274325"/>
                    <a:gd name="connsiteX5" fmla="*/ 591820 w 1092200"/>
                    <a:gd name="connsiteY5" fmla="*/ 1 h 274325"/>
                    <a:gd name="connsiteX6" fmla="*/ 734060 w 1092200"/>
                    <a:gd name="connsiteY6" fmla="*/ 271781 h 274325"/>
                    <a:gd name="connsiteX7" fmla="*/ 817880 w 1092200"/>
                    <a:gd name="connsiteY7" fmla="*/ 60961 h 274325"/>
                    <a:gd name="connsiteX8" fmla="*/ 901700 w 1092200"/>
                    <a:gd name="connsiteY8" fmla="*/ 152401 h 274325"/>
                    <a:gd name="connsiteX9" fmla="*/ 1092200 w 1092200"/>
                    <a:gd name="connsiteY9" fmla="*/ 137161 h 274325"/>
                    <a:gd name="connsiteX0" fmla="*/ 0 w 1087120"/>
                    <a:gd name="connsiteY0" fmla="*/ 119381 h 274325"/>
                    <a:gd name="connsiteX1" fmla="*/ 193040 w 1087120"/>
                    <a:gd name="connsiteY1" fmla="*/ 121921 h 274325"/>
                    <a:gd name="connsiteX2" fmla="*/ 292100 w 1087120"/>
                    <a:gd name="connsiteY2" fmla="*/ 259081 h 274325"/>
                    <a:gd name="connsiteX3" fmla="*/ 368300 w 1087120"/>
                    <a:gd name="connsiteY3" fmla="*/ 7621 h 274325"/>
                    <a:gd name="connsiteX4" fmla="*/ 513080 w 1087120"/>
                    <a:gd name="connsiteY4" fmla="*/ 274321 h 274325"/>
                    <a:gd name="connsiteX5" fmla="*/ 591820 w 1087120"/>
                    <a:gd name="connsiteY5" fmla="*/ 1 h 274325"/>
                    <a:gd name="connsiteX6" fmla="*/ 734060 w 1087120"/>
                    <a:gd name="connsiteY6" fmla="*/ 271781 h 274325"/>
                    <a:gd name="connsiteX7" fmla="*/ 817880 w 1087120"/>
                    <a:gd name="connsiteY7" fmla="*/ 60961 h 274325"/>
                    <a:gd name="connsiteX8" fmla="*/ 901700 w 1087120"/>
                    <a:gd name="connsiteY8" fmla="*/ 152401 h 274325"/>
                    <a:gd name="connsiteX9" fmla="*/ 1087120 w 1087120"/>
                    <a:gd name="connsiteY9" fmla="*/ 147321 h 274325"/>
                    <a:gd name="connsiteX0" fmla="*/ 0 w 1087120"/>
                    <a:gd name="connsiteY0" fmla="*/ 119381 h 274325"/>
                    <a:gd name="connsiteX1" fmla="*/ 193040 w 1087120"/>
                    <a:gd name="connsiteY1" fmla="*/ 121921 h 274325"/>
                    <a:gd name="connsiteX2" fmla="*/ 292100 w 1087120"/>
                    <a:gd name="connsiteY2" fmla="*/ 259081 h 274325"/>
                    <a:gd name="connsiteX3" fmla="*/ 368300 w 1087120"/>
                    <a:gd name="connsiteY3" fmla="*/ 7621 h 274325"/>
                    <a:gd name="connsiteX4" fmla="*/ 513080 w 1087120"/>
                    <a:gd name="connsiteY4" fmla="*/ 274321 h 274325"/>
                    <a:gd name="connsiteX5" fmla="*/ 591820 w 1087120"/>
                    <a:gd name="connsiteY5" fmla="*/ 1 h 274325"/>
                    <a:gd name="connsiteX6" fmla="*/ 734060 w 1087120"/>
                    <a:gd name="connsiteY6" fmla="*/ 271781 h 274325"/>
                    <a:gd name="connsiteX7" fmla="*/ 817880 w 1087120"/>
                    <a:gd name="connsiteY7" fmla="*/ 60961 h 274325"/>
                    <a:gd name="connsiteX8" fmla="*/ 901700 w 1087120"/>
                    <a:gd name="connsiteY8" fmla="*/ 152401 h 274325"/>
                    <a:gd name="connsiteX9" fmla="*/ 1087120 w 1087120"/>
                    <a:gd name="connsiteY9" fmla="*/ 147321 h 274325"/>
                    <a:gd name="connsiteX0" fmla="*/ 0 w 1087120"/>
                    <a:gd name="connsiteY0" fmla="*/ 151318 h 306262"/>
                    <a:gd name="connsiteX1" fmla="*/ 193040 w 1087120"/>
                    <a:gd name="connsiteY1" fmla="*/ 153858 h 306262"/>
                    <a:gd name="connsiteX2" fmla="*/ 292100 w 1087120"/>
                    <a:gd name="connsiteY2" fmla="*/ 291018 h 306262"/>
                    <a:gd name="connsiteX3" fmla="*/ 368300 w 1087120"/>
                    <a:gd name="connsiteY3" fmla="*/ 39558 h 306262"/>
                    <a:gd name="connsiteX4" fmla="*/ 513080 w 1087120"/>
                    <a:gd name="connsiteY4" fmla="*/ 306258 h 306262"/>
                    <a:gd name="connsiteX5" fmla="*/ 591820 w 1087120"/>
                    <a:gd name="connsiteY5" fmla="*/ 31938 h 306262"/>
                    <a:gd name="connsiteX6" fmla="*/ 734060 w 1087120"/>
                    <a:gd name="connsiteY6" fmla="*/ 303718 h 306262"/>
                    <a:gd name="connsiteX7" fmla="*/ 821436 w 1087120"/>
                    <a:gd name="connsiteY7" fmla="*/ 1458 h 306262"/>
                    <a:gd name="connsiteX8" fmla="*/ 901700 w 1087120"/>
                    <a:gd name="connsiteY8" fmla="*/ 184338 h 306262"/>
                    <a:gd name="connsiteX9" fmla="*/ 1087120 w 1087120"/>
                    <a:gd name="connsiteY9" fmla="*/ 179258 h 306262"/>
                    <a:gd name="connsiteX0" fmla="*/ 0 w 1087120"/>
                    <a:gd name="connsiteY0" fmla="*/ 119381 h 274325"/>
                    <a:gd name="connsiteX1" fmla="*/ 193040 w 1087120"/>
                    <a:gd name="connsiteY1" fmla="*/ 121921 h 274325"/>
                    <a:gd name="connsiteX2" fmla="*/ 292100 w 1087120"/>
                    <a:gd name="connsiteY2" fmla="*/ 259081 h 274325"/>
                    <a:gd name="connsiteX3" fmla="*/ 368300 w 1087120"/>
                    <a:gd name="connsiteY3" fmla="*/ 7621 h 274325"/>
                    <a:gd name="connsiteX4" fmla="*/ 513080 w 1087120"/>
                    <a:gd name="connsiteY4" fmla="*/ 274321 h 274325"/>
                    <a:gd name="connsiteX5" fmla="*/ 591820 w 1087120"/>
                    <a:gd name="connsiteY5" fmla="*/ 1 h 274325"/>
                    <a:gd name="connsiteX6" fmla="*/ 734060 w 1087120"/>
                    <a:gd name="connsiteY6" fmla="*/ 271781 h 274325"/>
                    <a:gd name="connsiteX7" fmla="*/ 817880 w 1087120"/>
                    <a:gd name="connsiteY7" fmla="*/ 10161 h 274325"/>
                    <a:gd name="connsiteX8" fmla="*/ 901700 w 1087120"/>
                    <a:gd name="connsiteY8" fmla="*/ 152401 h 274325"/>
                    <a:gd name="connsiteX9" fmla="*/ 1087120 w 1087120"/>
                    <a:gd name="connsiteY9" fmla="*/ 147321 h 274325"/>
                    <a:gd name="connsiteX0" fmla="*/ 0 w 1087120"/>
                    <a:gd name="connsiteY0" fmla="*/ 119381 h 274325"/>
                    <a:gd name="connsiteX1" fmla="*/ 193040 w 1087120"/>
                    <a:gd name="connsiteY1" fmla="*/ 121921 h 274325"/>
                    <a:gd name="connsiteX2" fmla="*/ 292100 w 1087120"/>
                    <a:gd name="connsiteY2" fmla="*/ 259081 h 274325"/>
                    <a:gd name="connsiteX3" fmla="*/ 368300 w 1087120"/>
                    <a:gd name="connsiteY3" fmla="*/ 7621 h 274325"/>
                    <a:gd name="connsiteX4" fmla="*/ 488184 w 1087120"/>
                    <a:gd name="connsiteY4" fmla="*/ 274321 h 274325"/>
                    <a:gd name="connsiteX5" fmla="*/ 591820 w 1087120"/>
                    <a:gd name="connsiteY5" fmla="*/ 1 h 274325"/>
                    <a:gd name="connsiteX6" fmla="*/ 734060 w 1087120"/>
                    <a:gd name="connsiteY6" fmla="*/ 271781 h 274325"/>
                    <a:gd name="connsiteX7" fmla="*/ 817880 w 1087120"/>
                    <a:gd name="connsiteY7" fmla="*/ 10161 h 274325"/>
                    <a:gd name="connsiteX8" fmla="*/ 901700 w 1087120"/>
                    <a:gd name="connsiteY8" fmla="*/ 152401 h 274325"/>
                    <a:gd name="connsiteX9" fmla="*/ 1087120 w 1087120"/>
                    <a:gd name="connsiteY9" fmla="*/ 147321 h 274325"/>
                    <a:gd name="connsiteX0" fmla="*/ 0 w 1087120"/>
                    <a:gd name="connsiteY0" fmla="*/ 119381 h 274325"/>
                    <a:gd name="connsiteX1" fmla="*/ 193040 w 1087120"/>
                    <a:gd name="connsiteY1" fmla="*/ 121921 h 274325"/>
                    <a:gd name="connsiteX2" fmla="*/ 292100 w 1087120"/>
                    <a:gd name="connsiteY2" fmla="*/ 259081 h 274325"/>
                    <a:gd name="connsiteX3" fmla="*/ 368300 w 1087120"/>
                    <a:gd name="connsiteY3" fmla="*/ 7621 h 274325"/>
                    <a:gd name="connsiteX4" fmla="*/ 488184 w 1087120"/>
                    <a:gd name="connsiteY4" fmla="*/ 274321 h 274325"/>
                    <a:gd name="connsiteX5" fmla="*/ 613160 w 1087120"/>
                    <a:gd name="connsiteY5" fmla="*/ 1 h 274325"/>
                    <a:gd name="connsiteX6" fmla="*/ 734060 w 1087120"/>
                    <a:gd name="connsiteY6" fmla="*/ 271781 h 274325"/>
                    <a:gd name="connsiteX7" fmla="*/ 817880 w 1087120"/>
                    <a:gd name="connsiteY7" fmla="*/ 10161 h 274325"/>
                    <a:gd name="connsiteX8" fmla="*/ 901700 w 1087120"/>
                    <a:gd name="connsiteY8" fmla="*/ 152401 h 274325"/>
                    <a:gd name="connsiteX9" fmla="*/ 1087120 w 1087120"/>
                    <a:gd name="connsiteY9" fmla="*/ 147321 h 274325"/>
                    <a:gd name="connsiteX0" fmla="*/ 0 w 1087120"/>
                    <a:gd name="connsiteY0" fmla="*/ 119381 h 274325"/>
                    <a:gd name="connsiteX1" fmla="*/ 193040 w 1087120"/>
                    <a:gd name="connsiteY1" fmla="*/ 121921 h 274325"/>
                    <a:gd name="connsiteX2" fmla="*/ 292100 w 1087120"/>
                    <a:gd name="connsiteY2" fmla="*/ 259081 h 274325"/>
                    <a:gd name="connsiteX3" fmla="*/ 368300 w 1087120"/>
                    <a:gd name="connsiteY3" fmla="*/ 7621 h 274325"/>
                    <a:gd name="connsiteX4" fmla="*/ 495298 w 1087120"/>
                    <a:gd name="connsiteY4" fmla="*/ 274321 h 274325"/>
                    <a:gd name="connsiteX5" fmla="*/ 613160 w 1087120"/>
                    <a:gd name="connsiteY5" fmla="*/ 1 h 274325"/>
                    <a:gd name="connsiteX6" fmla="*/ 734060 w 1087120"/>
                    <a:gd name="connsiteY6" fmla="*/ 271781 h 274325"/>
                    <a:gd name="connsiteX7" fmla="*/ 817880 w 1087120"/>
                    <a:gd name="connsiteY7" fmla="*/ 10161 h 274325"/>
                    <a:gd name="connsiteX8" fmla="*/ 901700 w 1087120"/>
                    <a:gd name="connsiteY8" fmla="*/ 152401 h 274325"/>
                    <a:gd name="connsiteX9" fmla="*/ 1087120 w 1087120"/>
                    <a:gd name="connsiteY9" fmla="*/ 147321 h 274325"/>
                    <a:gd name="connsiteX0" fmla="*/ 0 w 1087120"/>
                    <a:gd name="connsiteY0" fmla="*/ 119381 h 274325"/>
                    <a:gd name="connsiteX1" fmla="*/ 193040 w 1087120"/>
                    <a:gd name="connsiteY1" fmla="*/ 121921 h 274325"/>
                    <a:gd name="connsiteX2" fmla="*/ 292100 w 1087120"/>
                    <a:gd name="connsiteY2" fmla="*/ 259081 h 274325"/>
                    <a:gd name="connsiteX3" fmla="*/ 368300 w 1087120"/>
                    <a:gd name="connsiteY3" fmla="*/ 7621 h 274325"/>
                    <a:gd name="connsiteX4" fmla="*/ 495298 w 1087120"/>
                    <a:gd name="connsiteY4" fmla="*/ 274321 h 274325"/>
                    <a:gd name="connsiteX5" fmla="*/ 607825 w 1087120"/>
                    <a:gd name="connsiteY5" fmla="*/ 1 h 274325"/>
                    <a:gd name="connsiteX6" fmla="*/ 734060 w 1087120"/>
                    <a:gd name="connsiteY6" fmla="*/ 271781 h 274325"/>
                    <a:gd name="connsiteX7" fmla="*/ 817880 w 1087120"/>
                    <a:gd name="connsiteY7" fmla="*/ 10161 h 274325"/>
                    <a:gd name="connsiteX8" fmla="*/ 901700 w 1087120"/>
                    <a:gd name="connsiteY8" fmla="*/ 152401 h 274325"/>
                    <a:gd name="connsiteX9" fmla="*/ 1087120 w 1087120"/>
                    <a:gd name="connsiteY9" fmla="*/ 147321 h 274325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68300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326"/>
                    <a:gd name="connsiteX1" fmla="*/ 193040 w 1087120"/>
                    <a:gd name="connsiteY1" fmla="*/ 121922 h 274326"/>
                    <a:gd name="connsiteX2" fmla="*/ 292100 w 1087120"/>
                    <a:gd name="connsiteY2" fmla="*/ 259082 h 274326"/>
                    <a:gd name="connsiteX3" fmla="*/ 377192 w 1087120"/>
                    <a:gd name="connsiteY3" fmla="*/ 7622 h 274326"/>
                    <a:gd name="connsiteX4" fmla="*/ 495298 w 1087120"/>
                    <a:gd name="connsiteY4" fmla="*/ 274322 h 274326"/>
                    <a:gd name="connsiteX5" fmla="*/ 607825 w 1087120"/>
                    <a:gd name="connsiteY5" fmla="*/ 2 h 274326"/>
                    <a:gd name="connsiteX6" fmla="*/ 719833 w 1087120"/>
                    <a:gd name="connsiteY6" fmla="*/ 269242 h 274326"/>
                    <a:gd name="connsiteX7" fmla="*/ 817880 w 1087120"/>
                    <a:gd name="connsiteY7" fmla="*/ 10162 h 274326"/>
                    <a:gd name="connsiteX8" fmla="*/ 901700 w 1087120"/>
                    <a:gd name="connsiteY8" fmla="*/ 152402 h 274326"/>
                    <a:gd name="connsiteX9" fmla="*/ 1087120 w 1087120"/>
                    <a:gd name="connsiteY9" fmla="*/ 147322 h 274326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2 h 274584"/>
                    <a:gd name="connsiteX1" fmla="*/ 193040 w 1087120"/>
                    <a:gd name="connsiteY1" fmla="*/ 121922 h 274584"/>
                    <a:gd name="connsiteX2" fmla="*/ 278146 w 1087120"/>
                    <a:gd name="connsiteY2" fmla="*/ 274584 h 274584"/>
                    <a:gd name="connsiteX3" fmla="*/ 377192 w 1087120"/>
                    <a:gd name="connsiteY3" fmla="*/ 7622 h 274584"/>
                    <a:gd name="connsiteX4" fmla="*/ 495298 w 1087120"/>
                    <a:gd name="connsiteY4" fmla="*/ 274322 h 274584"/>
                    <a:gd name="connsiteX5" fmla="*/ 607825 w 1087120"/>
                    <a:gd name="connsiteY5" fmla="*/ 2 h 274584"/>
                    <a:gd name="connsiteX6" fmla="*/ 719833 w 1087120"/>
                    <a:gd name="connsiteY6" fmla="*/ 269242 h 274584"/>
                    <a:gd name="connsiteX7" fmla="*/ 817880 w 1087120"/>
                    <a:gd name="connsiteY7" fmla="*/ 10162 h 274584"/>
                    <a:gd name="connsiteX8" fmla="*/ 901700 w 1087120"/>
                    <a:gd name="connsiteY8" fmla="*/ 152402 h 274584"/>
                    <a:gd name="connsiteX9" fmla="*/ 1087120 w 1087120"/>
                    <a:gd name="connsiteY9" fmla="*/ 147322 h 274584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52400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65687 h 274582"/>
                    <a:gd name="connsiteX9" fmla="*/ 1087120 w 1087120"/>
                    <a:gd name="connsiteY9" fmla="*/ 14732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65687 h 274582"/>
                    <a:gd name="connsiteX9" fmla="*/ 1087120 w 1087120"/>
                    <a:gd name="connsiteY9" fmla="*/ 167250 h 274582"/>
                    <a:gd name="connsiteX0" fmla="*/ 0 w 1087120"/>
                    <a:gd name="connsiteY0" fmla="*/ 119380 h 274582"/>
                    <a:gd name="connsiteX1" fmla="*/ 193040 w 1087120"/>
                    <a:gd name="connsiteY1" fmla="*/ 121920 h 274582"/>
                    <a:gd name="connsiteX2" fmla="*/ 278146 w 1087120"/>
                    <a:gd name="connsiteY2" fmla="*/ 274582 h 274582"/>
                    <a:gd name="connsiteX3" fmla="*/ 377192 w 1087120"/>
                    <a:gd name="connsiteY3" fmla="*/ 7620 h 274582"/>
                    <a:gd name="connsiteX4" fmla="*/ 495298 w 1087120"/>
                    <a:gd name="connsiteY4" fmla="*/ 274320 h 274582"/>
                    <a:gd name="connsiteX5" fmla="*/ 607825 w 1087120"/>
                    <a:gd name="connsiteY5" fmla="*/ 0 h 274582"/>
                    <a:gd name="connsiteX6" fmla="*/ 719833 w 1087120"/>
                    <a:gd name="connsiteY6" fmla="*/ 269240 h 274582"/>
                    <a:gd name="connsiteX7" fmla="*/ 817880 w 1087120"/>
                    <a:gd name="connsiteY7" fmla="*/ 10160 h 274582"/>
                    <a:gd name="connsiteX8" fmla="*/ 901700 w 1087120"/>
                    <a:gd name="connsiteY8" fmla="*/ 165687 h 274582"/>
                    <a:gd name="connsiteX9" fmla="*/ 1087120 w 1087120"/>
                    <a:gd name="connsiteY9" fmla="*/ 167250 h 27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87120" h="274582">
                      <a:moveTo>
                        <a:pt x="0" y="119380"/>
                      </a:moveTo>
                      <a:cubicBezTo>
                        <a:pt x="83185" y="120015"/>
                        <a:pt x="146682" y="96053"/>
                        <a:pt x="193040" y="121920"/>
                      </a:cubicBezTo>
                      <a:cubicBezTo>
                        <a:pt x="239398" y="147787"/>
                        <a:pt x="240896" y="205787"/>
                        <a:pt x="278146" y="274582"/>
                      </a:cubicBezTo>
                      <a:cubicBezTo>
                        <a:pt x="311871" y="186748"/>
                        <a:pt x="337899" y="80744"/>
                        <a:pt x="377192" y="7620"/>
                      </a:cubicBezTo>
                      <a:cubicBezTo>
                        <a:pt x="399430" y="27507"/>
                        <a:pt x="453758" y="224656"/>
                        <a:pt x="495298" y="274320"/>
                      </a:cubicBezTo>
                      <a:cubicBezTo>
                        <a:pt x="533737" y="202185"/>
                        <a:pt x="570403" y="60639"/>
                        <a:pt x="607825" y="0"/>
                      </a:cubicBezTo>
                      <a:cubicBezTo>
                        <a:pt x="642146" y="56730"/>
                        <a:pt x="677072" y="198897"/>
                        <a:pt x="719833" y="269240"/>
                      </a:cubicBezTo>
                      <a:cubicBezTo>
                        <a:pt x="757943" y="191210"/>
                        <a:pt x="789120" y="80567"/>
                        <a:pt x="817880" y="10160"/>
                      </a:cubicBezTo>
                      <a:cubicBezTo>
                        <a:pt x="851292" y="70410"/>
                        <a:pt x="855980" y="152987"/>
                        <a:pt x="901700" y="165687"/>
                      </a:cubicBezTo>
                      <a:cubicBezTo>
                        <a:pt x="967740" y="165687"/>
                        <a:pt x="994574" y="172362"/>
                        <a:pt x="1087120" y="167250"/>
                      </a:cubicBezTo>
                    </a:path>
                  </a:pathLst>
                </a:custGeom>
                <a:noFill/>
                <a:ln w="19050">
                  <a:solidFill>
                    <a:srgbClr val="FE9E1C"/>
                  </a:solidFill>
                  <a:headEnd type="oval"/>
                  <a:tailEnd type="oval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42925060-3F1E-F051-EE30-73E164F8F378}"/>
                    </a:ext>
                  </a:extLst>
                </p:cNvPr>
                <p:cNvGrpSpPr/>
                <p:nvPr/>
              </p:nvGrpSpPr>
              <p:grpSpPr>
                <a:xfrm>
                  <a:off x="783771" y="3176063"/>
                  <a:ext cx="3472077" cy="1278429"/>
                  <a:chOff x="-321342" y="1841427"/>
                  <a:chExt cx="6020151" cy="2095740"/>
                </a:xfrm>
              </p:grpSpPr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300F2E0F-F9BE-F86D-F48A-DDD887C6C1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69640" y="1860164"/>
                    <a:ext cx="1672460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30D91BCE-EA0D-28AC-2630-27321AB3AB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39684" y="3641228"/>
                    <a:ext cx="2859125" cy="0"/>
                  </a:xfrm>
                  <a:prstGeom prst="line">
                    <a:avLst/>
                  </a:prstGeom>
                  <a:ln w="19050">
                    <a:solidFill>
                      <a:srgbClr val="7387A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91E67107-4E39-04E0-724C-6B7951AE83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321342" y="3641228"/>
                    <a:ext cx="2519591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DAD96B0D-A228-9FDC-8DF8-2FDE1F965D67}"/>
                      </a:ext>
                    </a:extLst>
                  </p:cNvPr>
                  <p:cNvGrpSpPr/>
                  <p:nvPr/>
                </p:nvGrpSpPr>
                <p:grpSpPr>
                  <a:xfrm>
                    <a:off x="2193416" y="3345288"/>
                    <a:ext cx="646269" cy="591879"/>
                    <a:chOff x="8730513" y="2463584"/>
                    <a:chExt cx="828060" cy="758371"/>
                  </a:xfrm>
                </p:grpSpPr>
                <p:sp>
                  <p:nvSpPr>
                    <p:cNvPr id="43" name="Oval 42">
                      <a:extLst>
                        <a:ext uri="{FF2B5EF4-FFF2-40B4-BE49-F238E27FC236}">
                          <a16:creationId xmlns:a16="http://schemas.microsoft.com/office/drawing/2014/main" id="{128CAF47-86D2-B5EF-F384-0A626FB44F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0513" y="2463584"/>
                      <a:ext cx="828060" cy="758371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F5EEF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pic>
                  <p:nvPicPr>
                    <p:cNvPr id="44" name="Picture 43">
                      <a:extLst>
                        <a:ext uri="{FF2B5EF4-FFF2-40B4-BE49-F238E27FC236}">
                          <a16:creationId xmlns:a16="http://schemas.microsoft.com/office/drawing/2014/main" id="{C2DF54F2-EBC7-B289-6261-563F4822DCB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duotone>
                        <a:schemeClr val="accent2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8831029" y="2672632"/>
                      <a:ext cx="627027" cy="340434"/>
                    </a:xfrm>
                    <a:prstGeom prst="rect">
                      <a:avLst/>
                    </a:prstGeom>
                    <a:effectLst>
                      <a:glow rad="127000">
                        <a:schemeClr val="bg1">
                          <a:lumMod val="95000"/>
                          <a:alpha val="20000"/>
                        </a:schemeClr>
                      </a:glow>
                    </a:effectLst>
                  </p:spPr>
                </p:pic>
              </p:grp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D2587001-6453-1252-7047-F27B9CB943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312440" y="1841427"/>
                    <a:ext cx="1285347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7048D08F-B371-31F5-A687-88AF598E95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72285" y="1841427"/>
                    <a:ext cx="1026524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C45B6E38-9AEC-AB2D-51A0-9ECE9FA236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-321342" y="1841427"/>
                    <a:ext cx="0" cy="179980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FF9BAD28-4C35-F115-EE94-BD1BD1BA2F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98809" y="1841427"/>
                    <a:ext cx="0" cy="179980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5CFC5E2-18B3-538E-D679-21237F9B4A5B}"/>
                  </a:ext>
                </a:extLst>
              </p:cNvPr>
              <p:cNvGrpSpPr/>
              <p:nvPr/>
            </p:nvGrpSpPr>
            <p:grpSpPr>
              <a:xfrm>
                <a:off x="4904115" y="948508"/>
                <a:ext cx="614556" cy="681683"/>
                <a:chOff x="5911543" y="2294502"/>
                <a:chExt cx="614556" cy="681683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F9AB1BE0-3A78-0864-B99C-1021C1BEB938}"/>
                    </a:ext>
                  </a:extLst>
                </p:cNvPr>
                <p:cNvGrpSpPr/>
                <p:nvPr/>
              </p:nvGrpSpPr>
              <p:grpSpPr>
                <a:xfrm>
                  <a:off x="5976375" y="2783604"/>
                  <a:ext cx="466924" cy="192581"/>
                  <a:chOff x="5425440" y="5760720"/>
                  <a:chExt cx="812800" cy="335236"/>
                </a:xfrm>
              </p:grpSpPr>
              <p:sp>
                <p:nvSpPr>
                  <p:cNvPr id="65" name="Cylinder 64">
                    <a:extLst>
                      <a:ext uri="{FF2B5EF4-FFF2-40B4-BE49-F238E27FC236}">
                        <a16:creationId xmlns:a16="http://schemas.microsoft.com/office/drawing/2014/main" id="{3392C977-7737-7B5F-8BEF-3616C9F6FD6D}"/>
                      </a:ext>
                    </a:extLst>
                  </p:cNvPr>
                  <p:cNvSpPr/>
                  <p:nvPr/>
                </p:nvSpPr>
                <p:spPr>
                  <a:xfrm>
                    <a:off x="5425440" y="5841955"/>
                    <a:ext cx="812800" cy="254001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Rectangle: Rounded Corners 67">
                    <a:extLst>
                      <a:ext uri="{FF2B5EF4-FFF2-40B4-BE49-F238E27FC236}">
                        <a16:creationId xmlns:a16="http://schemas.microsoft.com/office/drawing/2014/main" id="{5D2A2CD4-E058-2E14-0F35-468BDD1A0B01}"/>
                      </a:ext>
                    </a:extLst>
                  </p:cNvPr>
                  <p:cNvSpPr/>
                  <p:nvPr/>
                </p:nvSpPr>
                <p:spPr>
                  <a:xfrm>
                    <a:off x="5638800" y="5760720"/>
                    <a:ext cx="375920" cy="162560"/>
                  </a:xfrm>
                  <a:prstGeom prst="round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DB7DA57E-87A1-9D14-6668-73C84BF93A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 amt="97000"/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11543" y="2294502"/>
                  <a:ext cx="614556" cy="597075"/>
                </a:xfrm>
                <a:prstGeom prst="rect">
                  <a:avLst/>
                </a:prstGeom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03D0EF-0AA6-DE86-013F-AC3E0F30097B}"/>
                  </a:ext>
                </a:extLst>
              </p:cNvPr>
              <p:cNvSpPr txBox="1"/>
              <p:nvPr/>
            </p:nvSpPr>
            <p:spPr>
              <a:xfrm>
                <a:off x="5388136" y="2837190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100V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2F5C86-C98D-38E4-36E9-C5100BDEA77A}"/>
                  </a:ext>
                </a:extLst>
              </p:cNvPr>
              <p:cNvSpPr txBox="1"/>
              <p:nvPr/>
            </p:nvSpPr>
            <p:spPr>
              <a:xfrm>
                <a:off x="4703290" y="1630191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60V</a:t>
                </a:r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7064630-846D-5C3C-A587-38EBE117434D}"/>
              </a:ext>
            </a:extLst>
          </p:cNvPr>
          <p:cNvSpPr txBox="1"/>
          <p:nvPr/>
        </p:nvSpPr>
        <p:spPr>
          <a:xfrm>
            <a:off x="6415600" y="1630191"/>
            <a:ext cx="131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40V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3AF5482-28DF-BA21-9816-97EBD506FE6B}"/>
              </a:ext>
            </a:extLst>
          </p:cNvPr>
          <p:cNvGrpSpPr/>
          <p:nvPr/>
        </p:nvGrpSpPr>
        <p:grpSpPr>
          <a:xfrm>
            <a:off x="8054184" y="948508"/>
            <a:ext cx="3472077" cy="2333773"/>
            <a:chOff x="8054184" y="948508"/>
            <a:chExt cx="3472077" cy="2333773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7E9F19B-C57E-F586-A26C-C7951EB1D151}"/>
                </a:ext>
              </a:extLst>
            </p:cNvPr>
            <p:cNvCxnSpPr>
              <a:cxnSpLocks/>
            </p:cNvCxnSpPr>
            <p:nvPr/>
          </p:nvCxnSpPr>
          <p:spPr>
            <a:xfrm>
              <a:off x="9240552" y="1573564"/>
              <a:ext cx="96457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8AD91C5-E0C2-48F4-3E3B-2F93EC1A0D91}"/>
                </a:ext>
              </a:extLst>
            </p:cNvPr>
            <p:cNvGrpSpPr/>
            <p:nvPr/>
          </p:nvGrpSpPr>
          <p:grpSpPr>
            <a:xfrm>
              <a:off x="8054184" y="948508"/>
              <a:ext cx="3472077" cy="2333773"/>
              <a:chOff x="8054184" y="948508"/>
              <a:chExt cx="3472077" cy="2333773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219B574-D3B9-5B76-FA4E-1B0FEA31C016}"/>
                  </a:ext>
                </a:extLst>
              </p:cNvPr>
              <p:cNvGrpSpPr/>
              <p:nvPr/>
            </p:nvGrpSpPr>
            <p:grpSpPr>
              <a:xfrm>
                <a:off x="8054184" y="1484277"/>
                <a:ext cx="3472077" cy="1363637"/>
                <a:chOff x="783771" y="5200045"/>
                <a:chExt cx="3472077" cy="1363637"/>
              </a:xfrm>
            </p:grpSpPr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C6ED2F9B-24A6-A11E-4EE5-CB8A85330CEF}"/>
                    </a:ext>
                  </a:extLst>
                </p:cNvPr>
                <p:cNvGrpSpPr/>
                <p:nvPr/>
              </p:nvGrpSpPr>
              <p:grpSpPr>
                <a:xfrm>
                  <a:off x="2971569" y="5200045"/>
                  <a:ext cx="688636" cy="160171"/>
                  <a:chOff x="1396758" y="2373096"/>
                  <a:chExt cx="688636" cy="160171"/>
                </a:xfrm>
              </p:grpSpPr>
              <p:sp>
                <p:nvSpPr>
                  <p:cNvPr id="3" name="Oval 4">
                    <a:extLst>
                      <a:ext uri="{FF2B5EF4-FFF2-40B4-BE49-F238E27FC236}">
                        <a16:creationId xmlns:a16="http://schemas.microsoft.com/office/drawing/2014/main" id="{2E9874E9-9CFB-99C2-A24C-6E4AF9B58303}"/>
                      </a:ext>
                    </a:extLst>
                  </p:cNvPr>
                  <p:cNvSpPr/>
                  <p:nvPr/>
                </p:nvSpPr>
                <p:spPr>
                  <a:xfrm>
                    <a:off x="1396758" y="2373533"/>
                    <a:ext cx="193457" cy="157706"/>
                  </a:xfrm>
                  <a:custGeom>
                    <a:avLst/>
                    <a:gdLst>
                      <a:gd name="connsiteX0" fmla="*/ 0 w 561178"/>
                      <a:gd name="connsiteY0" fmla="*/ 575973 h 1151945"/>
                      <a:gd name="connsiteX1" fmla="*/ 280589 w 561178"/>
                      <a:gd name="connsiteY1" fmla="*/ 0 h 1151945"/>
                      <a:gd name="connsiteX2" fmla="*/ 561178 w 561178"/>
                      <a:gd name="connsiteY2" fmla="*/ 575973 h 1151945"/>
                      <a:gd name="connsiteX3" fmla="*/ 280589 w 561178"/>
                      <a:gd name="connsiteY3" fmla="*/ 1151946 h 1151945"/>
                      <a:gd name="connsiteX4" fmla="*/ 0 w 561178"/>
                      <a:gd name="connsiteY4" fmla="*/ 575973 h 1151945"/>
                      <a:gd name="connsiteX0" fmla="*/ 0 w 561178"/>
                      <a:gd name="connsiteY0" fmla="*/ 575973 h 1151946"/>
                      <a:gd name="connsiteX1" fmla="*/ 280589 w 561178"/>
                      <a:gd name="connsiteY1" fmla="*/ 0 h 1151946"/>
                      <a:gd name="connsiteX2" fmla="*/ 561178 w 561178"/>
                      <a:gd name="connsiteY2" fmla="*/ 575973 h 1151946"/>
                      <a:gd name="connsiteX3" fmla="*/ 280589 w 561178"/>
                      <a:gd name="connsiteY3" fmla="*/ 1151946 h 1151946"/>
                      <a:gd name="connsiteX4" fmla="*/ 91440 w 561178"/>
                      <a:gd name="connsiteY4" fmla="*/ 667413 h 1151946"/>
                      <a:gd name="connsiteX0" fmla="*/ 0 w 561178"/>
                      <a:gd name="connsiteY0" fmla="*/ 575973 h 1151946"/>
                      <a:gd name="connsiteX1" fmla="*/ 280589 w 561178"/>
                      <a:gd name="connsiteY1" fmla="*/ 0 h 1151946"/>
                      <a:gd name="connsiteX2" fmla="*/ 561178 w 561178"/>
                      <a:gd name="connsiteY2" fmla="*/ 575973 h 1151946"/>
                      <a:gd name="connsiteX3" fmla="*/ 280589 w 561178"/>
                      <a:gd name="connsiteY3" fmla="*/ 1151946 h 1151946"/>
                      <a:gd name="connsiteX0" fmla="*/ 0 w 566944"/>
                      <a:gd name="connsiteY0" fmla="*/ 575973 h 1063455"/>
                      <a:gd name="connsiteX1" fmla="*/ 280589 w 566944"/>
                      <a:gd name="connsiteY1" fmla="*/ 0 h 1063455"/>
                      <a:gd name="connsiteX2" fmla="*/ 561178 w 566944"/>
                      <a:gd name="connsiteY2" fmla="*/ 575973 h 1063455"/>
                      <a:gd name="connsiteX3" fmla="*/ 450195 w 566944"/>
                      <a:gd name="connsiteY3" fmla="*/ 1063455 h 1063455"/>
                      <a:gd name="connsiteX0" fmla="*/ 0 w 561178"/>
                      <a:gd name="connsiteY0" fmla="*/ 575973 h 1063455"/>
                      <a:gd name="connsiteX1" fmla="*/ 280589 w 561178"/>
                      <a:gd name="connsiteY1" fmla="*/ 0 h 1063455"/>
                      <a:gd name="connsiteX2" fmla="*/ 561178 w 561178"/>
                      <a:gd name="connsiteY2" fmla="*/ 575973 h 1063455"/>
                      <a:gd name="connsiteX3" fmla="*/ 450195 w 561178"/>
                      <a:gd name="connsiteY3" fmla="*/ 1063455 h 106345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6"/>
                      <a:gd name="connsiteX1" fmla="*/ 280589 w 561178"/>
                      <a:gd name="connsiteY1" fmla="*/ 0 h 1052026"/>
                      <a:gd name="connsiteX2" fmla="*/ 561178 w 561178"/>
                      <a:gd name="connsiteY2" fmla="*/ 575973 h 1052026"/>
                      <a:gd name="connsiteX3" fmla="*/ 444480 w 561178"/>
                      <a:gd name="connsiteY3" fmla="*/ 1052025 h 1052026"/>
                      <a:gd name="connsiteX0" fmla="*/ 0 w 561178"/>
                      <a:gd name="connsiteY0" fmla="*/ 575973 h 1052026"/>
                      <a:gd name="connsiteX1" fmla="*/ 280589 w 561178"/>
                      <a:gd name="connsiteY1" fmla="*/ 0 h 1052026"/>
                      <a:gd name="connsiteX2" fmla="*/ 561178 w 561178"/>
                      <a:gd name="connsiteY2" fmla="*/ 575973 h 1052026"/>
                      <a:gd name="connsiteX3" fmla="*/ 444480 w 561178"/>
                      <a:gd name="connsiteY3" fmla="*/ 1052025 h 1052026"/>
                      <a:gd name="connsiteX0" fmla="*/ 12837 w 574015"/>
                      <a:gd name="connsiteY0" fmla="*/ 576908 h 1052961"/>
                      <a:gd name="connsiteX1" fmla="*/ 23454 w 574015"/>
                      <a:gd name="connsiteY1" fmla="*/ 445290 h 1052961"/>
                      <a:gd name="connsiteX2" fmla="*/ 293426 w 574015"/>
                      <a:gd name="connsiteY2" fmla="*/ 935 h 1052961"/>
                      <a:gd name="connsiteX3" fmla="*/ 574015 w 574015"/>
                      <a:gd name="connsiteY3" fmla="*/ 576908 h 1052961"/>
                      <a:gd name="connsiteX4" fmla="*/ 457317 w 574015"/>
                      <a:gd name="connsiteY4" fmla="*/ 1052960 h 1052961"/>
                      <a:gd name="connsiteX0" fmla="*/ 0 w 953773"/>
                      <a:gd name="connsiteY0" fmla="*/ 576908 h 1052961"/>
                      <a:gd name="connsiteX1" fmla="*/ 403212 w 953773"/>
                      <a:gd name="connsiteY1" fmla="*/ 445290 h 1052961"/>
                      <a:gd name="connsiteX2" fmla="*/ 673184 w 953773"/>
                      <a:gd name="connsiteY2" fmla="*/ 935 h 1052961"/>
                      <a:gd name="connsiteX3" fmla="*/ 953773 w 953773"/>
                      <a:gd name="connsiteY3" fmla="*/ 576908 h 1052961"/>
                      <a:gd name="connsiteX4" fmla="*/ 837075 w 953773"/>
                      <a:gd name="connsiteY4" fmla="*/ 1052960 h 1052961"/>
                      <a:gd name="connsiteX0" fmla="*/ 0 w 953773"/>
                      <a:gd name="connsiteY0" fmla="*/ 576093 h 1052146"/>
                      <a:gd name="connsiteX1" fmla="*/ 413365 w 953773"/>
                      <a:gd name="connsiteY1" fmla="*/ 525624 h 1052146"/>
                      <a:gd name="connsiteX2" fmla="*/ 673184 w 953773"/>
                      <a:gd name="connsiteY2" fmla="*/ 120 h 1052146"/>
                      <a:gd name="connsiteX3" fmla="*/ 953773 w 953773"/>
                      <a:gd name="connsiteY3" fmla="*/ 576093 h 1052146"/>
                      <a:gd name="connsiteX4" fmla="*/ 837075 w 953773"/>
                      <a:gd name="connsiteY4" fmla="*/ 1052145 h 1052146"/>
                      <a:gd name="connsiteX0" fmla="*/ 0 w 953773"/>
                      <a:gd name="connsiteY0" fmla="*/ 576247 h 1052300"/>
                      <a:gd name="connsiteX1" fmla="*/ 413365 w 953773"/>
                      <a:gd name="connsiteY1" fmla="*/ 525778 h 1052300"/>
                      <a:gd name="connsiteX2" fmla="*/ 673184 w 953773"/>
                      <a:gd name="connsiteY2" fmla="*/ 274 h 1052300"/>
                      <a:gd name="connsiteX3" fmla="*/ 953773 w 953773"/>
                      <a:gd name="connsiteY3" fmla="*/ 576247 h 1052300"/>
                      <a:gd name="connsiteX4" fmla="*/ 837075 w 953773"/>
                      <a:gd name="connsiteY4" fmla="*/ 1052299 h 1052300"/>
                      <a:gd name="connsiteX0" fmla="*/ 0 w 953773"/>
                      <a:gd name="connsiteY0" fmla="*/ 575975 h 1052028"/>
                      <a:gd name="connsiteX1" fmla="*/ 413365 w 953773"/>
                      <a:gd name="connsiteY1" fmla="*/ 525506 h 1052028"/>
                      <a:gd name="connsiteX2" fmla="*/ 673184 w 953773"/>
                      <a:gd name="connsiteY2" fmla="*/ 2 h 1052028"/>
                      <a:gd name="connsiteX3" fmla="*/ 953773 w 953773"/>
                      <a:gd name="connsiteY3" fmla="*/ 575975 h 1052028"/>
                      <a:gd name="connsiteX4" fmla="*/ 837075 w 953773"/>
                      <a:gd name="connsiteY4" fmla="*/ 1052027 h 1052028"/>
                      <a:gd name="connsiteX0" fmla="*/ 0 w 953773"/>
                      <a:gd name="connsiteY0" fmla="*/ 576113 h 1052166"/>
                      <a:gd name="connsiteX1" fmla="*/ 437056 w 953773"/>
                      <a:gd name="connsiteY1" fmla="*/ 539169 h 1052166"/>
                      <a:gd name="connsiteX2" fmla="*/ 673184 w 953773"/>
                      <a:gd name="connsiteY2" fmla="*/ 140 h 1052166"/>
                      <a:gd name="connsiteX3" fmla="*/ 953773 w 953773"/>
                      <a:gd name="connsiteY3" fmla="*/ 576113 h 1052166"/>
                      <a:gd name="connsiteX4" fmla="*/ 837075 w 953773"/>
                      <a:gd name="connsiteY4" fmla="*/ 1052165 h 1052166"/>
                      <a:gd name="connsiteX0" fmla="*/ 0 w 953773"/>
                      <a:gd name="connsiteY0" fmla="*/ 576113 h 1052166"/>
                      <a:gd name="connsiteX1" fmla="*/ 437056 w 953773"/>
                      <a:gd name="connsiteY1" fmla="*/ 539169 h 1052166"/>
                      <a:gd name="connsiteX2" fmla="*/ 673184 w 953773"/>
                      <a:gd name="connsiteY2" fmla="*/ 140 h 1052166"/>
                      <a:gd name="connsiteX3" fmla="*/ 953773 w 953773"/>
                      <a:gd name="connsiteY3" fmla="*/ 576113 h 1052166"/>
                      <a:gd name="connsiteX4" fmla="*/ 837075 w 953773"/>
                      <a:gd name="connsiteY4" fmla="*/ 1052165 h 1052166"/>
                      <a:gd name="connsiteX0" fmla="*/ 0 w 1021462"/>
                      <a:gd name="connsiteY0" fmla="*/ 576114 h 1052166"/>
                      <a:gd name="connsiteX1" fmla="*/ 504745 w 1021462"/>
                      <a:gd name="connsiteY1" fmla="*/ 539169 h 1052166"/>
                      <a:gd name="connsiteX2" fmla="*/ 740873 w 1021462"/>
                      <a:gd name="connsiteY2" fmla="*/ 140 h 1052166"/>
                      <a:gd name="connsiteX3" fmla="*/ 1021462 w 1021462"/>
                      <a:gd name="connsiteY3" fmla="*/ 576113 h 1052166"/>
                      <a:gd name="connsiteX4" fmla="*/ 904764 w 1021462"/>
                      <a:gd name="connsiteY4" fmla="*/ 1052165 h 1052166"/>
                      <a:gd name="connsiteX0" fmla="*/ 0 w 1021462"/>
                      <a:gd name="connsiteY0" fmla="*/ 576114 h 1052166"/>
                      <a:gd name="connsiteX1" fmla="*/ 504745 w 1021462"/>
                      <a:gd name="connsiteY1" fmla="*/ 539169 h 1052166"/>
                      <a:gd name="connsiteX2" fmla="*/ 740873 w 1021462"/>
                      <a:gd name="connsiteY2" fmla="*/ 140 h 1052166"/>
                      <a:gd name="connsiteX3" fmla="*/ 1021462 w 1021462"/>
                      <a:gd name="connsiteY3" fmla="*/ 576113 h 1052166"/>
                      <a:gd name="connsiteX4" fmla="*/ 904764 w 1021462"/>
                      <a:gd name="connsiteY4" fmla="*/ 1052165 h 1052166"/>
                      <a:gd name="connsiteX0" fmla="*/ 0 w 1021462"/>
                      <a:gd name="connsiteY0" fmla="*/ 576492 h 1052544"/>
                      <a:gd name="connsiteX1" fmla="*/ 504745 w 1021462"/>
                      <a:gd name="connsiteY1" fmla="*/ 509117 h 1052544"/>
                      <a:gd name="connsiteX2" fmla="*/ 740873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76492 h 1052544"/>
                      <a:gd name="connsiteX1" fmla="*/ 504745 w 1021462"/>
                      <a:gd name="connsiteY1" fmla="*/ 509117 h 1052544"/>
                      <a:gd name="connsiteX2" fmla="*/ 740873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86635 h 1052544"/>
                      <a:gd name="connsiteX1" fmla="*/ 504745 w 1021462"/>
                      <a:gd name="connsiteY1" fmla="*/ 509117 h 1052544"/>
                      <a:gd name="connsiteX2" fmla="*/ 740873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86635 h 1052544"/>
                      <a:gd name="connsiteX1" fmla="*/ 504745 w 1021462"/>
                      <a:gd name="connsiteY1" fmla="*/ 509117 h 1052544"/>
                      <a:gd name="connsiteX2" fmla="*/ 763718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83264 h 1049173"/>
                      <a:gd name="connsiteX1" fmla="*/ 504745 w 1021462"/>
                      <a:gd name="connsiteY1" fmla="*/ 505746 h 1049173"/>
                      <a:gd name="connsiteX2" fmla="*/ 751027 w 1021462"/>
                      <a:gd name="connsiteY2" fmla="*/ 528 h 1049173"/>
                      <a:gd name="connsiteX3" fmla="*/ 1021462 w 1021462"/>
                      <a:gd name="connsiteY3" fmla="*/ 573120 h 1049173"/>
                      <a:gd name="connsiteX4" fmla="*/ 904764 w 1021462"/>
                      <a:gd name="connsiteY4" fmla="*/ 1049172 h 1049173"/>
                      <a:gd name="connsiteX0" fmla="*/ 0 w 1021462"/>
                      <a:gd name="connsiteY0" fmla="*/ 583397 h 1049306"/>
                      <a:gd name="connsiteX1" fmla="*/ 504745 w 1021462"/>
                      <a:gd name="connsiteY1" fmla="*/ 505879 h 1049306"/>
                      <a:gd name="connsiteX2" fmla="*/ 751027 w 1021462"/>
                      <a:gd name="connsiteY2" fmla="*/ 661 h 1049306"/>
                      <a:gd name="connsiteX3" fmla="*/ 1021462 w 1021462"/>
                      <a:gd name="connsiteY3" fmla="*/ 573253 h 1049306"/>
                      <a:gd name="connsiteX4" fmla="*/ 904764 w 1021462"/>
                      <a:gd name="connsiteY4" fmla="*/ 1049305 h 1049306"/>
                      <a:gd name="connsiteX0" fmla="*/ 0 w 1021462"/>
                      <a:gd name="connsiteY0" fmla="*/ 583154 h 1049063"/>
                      <a:gd name="connsiteX1" fmla="*/ 504745 w 1021462"/>
                      <a:gd name="connsiteY1" fmla="*/ 505636 h 1049063"/>
                      <a:gd name="connsiteX2" fmla="*/ 751027 w 1021462"/>
                      <a:gd name="connsiteY2" fmla="*/ 418 h 1049063"/>
                      <a:gd name="connsiteX3" fmla="*/ 1021462 w 1021462"/>
                      <a:gd name="connsiteY3" fmla="*/ 573010 h 1049063"/>
                      <a:gd name="connsiteX4" fmla="*/ 904764 w 1021462"/>
                      <a:gd name="connsiteY4" fmla="*/ 1049062 h 10490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21462" h="1049063">
                        <a:moveTo>
                          <a:pt x="0" y="583154"/>
                        </a:moveTo>
                        <a:cubicBezTo>
                          <a:pt x="154069" y="578124"/>
                          <a:pt x="493516" y="634316"/>
                          <a:pt x="504745" y="505636"/>
                        </a:cubicBezTo>
                        <a:cubicBezTo>
                          <a:pt x="534588" y="157179"/>
                          <a:pt x="631910" y="12857"/>
                          <a:pt x="751027" y="418"/>
                        </a:cubicBezTo>
                        <a:cubicBezTo>
                          <a:pt x="870144" y="-12021"/>
                          <a:pt x="1021462" y="254909"/>
                          <a:pt x="1021462" y="573010"/>
                        </a:cubicBezTo>
                        <a:cubicBezTo>
                          <a:pt x="1018605" y="882538"/>
                          <a:pt x="969303" y="1049708"/>
                          <a:pt x="904764" y="1049062"/>
                        </a:cubicBezTo>
                      </a:path>
                    </a:pathLst>
                  </a:custGeom>
                  <a:noFill/>
                  <a:ln w="19050">
                    <a:solidFill>
                      <a:srgbClr val="F6C9AB"/>
                    </a:solidFill>
                    <a:headEnd type="oval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121917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" name="Oval 9">
                    <a:extLst>
                      <a:ext uri="{FF2B5EF4-FFF2-40B4-BE49-F238E27FC236}">
                        <a16:creationId xmlns:a16="http://schemas.microsoft.com/office/drawing/2014/main" id="{33E3F3EB-7CBF-4008-8CC2-A9201E1ABC69}"/>
                      </a:ext>
                    </a:extLst>
                  </p:cNvPr>
                  <p:cNvSpPr/>
                  <p:nvPr/>
                </p:nvSpPr>
                <p:spPr>
                  <a:xfrm>
                    <a:off x="1552476" y="2373096"/>
                    <a:ext cx="102244" cy="158591"/>
                  </a:xfrm>
                  <a:custGeom>
                    <a:avLst/>
                    <a:gdLst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0 w 561178"/>
                      <a:gd name="connsiteY4" fmla="*/ 62431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91440 w 561178"/>
                      <a:gd name="connsiteY4" fmla="*/ 71575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0" fmla="*/ 0 w 567507"/>
                      <a:gd name="connsiteY0" fmla="*/ 624311 h 1057169"/>
                      <a:gd name="connsiteX1" fmla="*/ 280589 w 567507"/>
                      <a:gd name="connsiteY1" fmla="*/ 0 h 1057169"/>
                      <a:gd name="connsiteX2" fmla="*/ 561178 w 567507"/>
                      <a:gd name="connsiteY2" fmla="*/ 624311 h 1057169"/>
                      <a:gd name="connsiteX3" fmla="*/ 452039 w 567507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461165"/>
                      <a:gd name="connsiteY0" fmla="*/ 1050427 h 1050427"/>
                      <a:gd name="connsiteX1" fmla="*/ 180576 w 461165"/>
                      <a:gd name="connsiteY1" fmla="*/ 8921 h 1050427"/>
                      <a:gd name="connsiteX2" fmla="*/ 461165 w 461165"/>
                      <a:gd name="connsiteY2" fmla="*/ 633232 h 1050427"/>
                      <a:gd name="connsiteX3" fmla="*/ 372029 w 461165"/>
                      <a:gd name="connsiteY3" fmla="*/ 1031800 h 1050427"/>
                      <a:gd name="connsiteX0" fmla="*/ 48298 w 509463"/>
                      <a:gd name="connsiteY0" fmla="*/ 1050427 h 1050427"/>
                      <a:gd name="connsiteX1" fmla="*/ 228874 w 509463"/>
                      <a:gd name="connsiteY1" fmla="*/ 8921 h 1050427"/>
                      <a:gd name="connsiteX2" fmla="*/ 509463 w 509463"/>
                      <a:gd name="connsiteY2" fmla="*/ 633232 h 1050427"/>
                      <a:gd name="connsiteX3" fmla="*/ 420327 w 509463"/>
                      <a:gd name="connsiteY3" fmla="*/ 1031800 h 1050427"/>
                      <a:gd name="connsiteX0" fmla="*/ 74908 w 536073"/>
                      <a:gd name="connsiteY0" fmla="*/ 1041620 h 1041620"/>
                      <a:gd name="connsiteX1" fmla="*/ 6040 w 536073"/>
                      <a:gd name="connsiteY1" fmla="*/ 576804 h 1041620"/>
                      <a:gd name="connsiteX2" fmla="*/ 255484 w 536073"/>
                      <a:gd name="connsiteY2" fmla="*/ 114 h 1041620"/>
                      <a:gd name="connsiteX3" fmla="*/ 536073 w 536073"/>
                      <a:gd name="connsiteY3" fmla="*/ 624425 h 1041620"/>
                      <a:gd name="connsiteX4" fmla="*/ 446937 w 536073"/>
                      <a:gd name="connsiteY4" fmla="*/ 1022993 h 1041620"/>
                      <a:gd name="connsiteX0" fmla="*/ 76998 w 538163"/>
                      <a:gd name="connsiteY0" fmla="*/ 1041620 h 1041620"/>
                      <a:gd name="connsiteX1" fmla="*/ 8130 w 538163"/>
                      <a:gd name="connsiteY1" fmla="*/ 576804 h 1041620"/>
                      <a:gd name="connsiteX2" fmla="*/ 257574 w 538163"/>
                      <a:gd name="connsiteY2" fmla="*/ 114 h 1041620"/>
                      <a:gd name="connsiteX3" fmla="*/ 538163 w 538163"/>
                      <a:gd name="connsiteY3" fmla="*/ 624425 h 1041620"/>
                      <a:gd name="connsiteX4" fmla="*/ 449027 w 538163"/>
                      <a:gd name="connsiteY4" fmla="*/ 1022993 h 1041620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77749 w 538914"/>
                      <a:gd name="connsiteY0" fmla="*/ 1041637 h 1041637"/>
                      <a:gd name="connsiteX1" fmla="*/ 308 w 538914"/>
                      <a:gd name="connsiteY1" fmla="*/ 576821 h 1041637"/>
                      <a:gd name="connsiteX2" fmla="*/ 258325 w 538914"/>
                      <a:gd name="connsiteY2" fmla="*/ 131 h 1041637"/>
                      <a:gd name="connsiteX3" fmla="*/ 538914 w 538914"/>
                      <a:gd name="connsiteY3" fmla="*/ 624442 h 1041637"/>
                      <a:gd name="connsiteX4" fmla="*/ 449778 w 538914"/>
                      <a:gd name="connsiteY4" fmla="*/ 1023010 h 1041637"/>
                      <a:gd name="connsiteX0" fmla="*/ 77749 w 538914"/>
                      <a:gd name="connsiteY0" fmla="*/ 1045001 h 1045001"/>
                      <a:gd name="connsiteX1" fmla="*/ 308 w 538914"/>
                      <a:gd name="connsiteY1" fmla="*/ 580185 h 1045001"/>
                      <a:gd name="connsiteX2" fmla="*/ 258325 w 538914"/>
                      <a:gd name="connsiteY2" fmla="*/ 3495 h 1045001"/>
                      <a:gd name="connsiteX3" fmla="*/ 538914 w 538914"/>
                      <a:gd name="connsiteY3" fmla="*/ 627806 h 1045001"/>
                      <a:gd name="connsiteX4" fmla="*/ 449778 w 538914"/>
                      <a:gd name="connsiteY4" fmla="*/ 1026374 h 1045001"/>
                      <a:gd name="connsiteX0" fmla="*/ 77749 w 538914"/>
                      <a:gd name="connsiteY0" fmla="*/ 1041508 h 1041508"/>
                      <a:gd name="connsiteX1" fmla="*/ 308 w 538914"/>
                      <a:gd name="connsiteY1" fmla="*/ 576692 h 1041508"/>
                      <a:gd name="connsiteX2" fmla="*/ 258325 w 538914"/>
                      <a:gd name="connsiteY2" fmla="*/ 2 h 1041508"/>
                      <a:gd name="connsiteX3" fmla="*/ 538914 w 538914"/>
                      <a:gd name="connsiteY3" fmla="*/ 624313 h 1041508"/>
                      <a:gd name="connsiteX4" fmla="*/ 449778 w 538914"/>
                      <a:gd name="connsiteY4" fmla="*/ 1022881 h 1041508"/>
                      <a:gd name="connsiteX0" fmla="*/ 83431 w 538881"/>
                      <a:gd name="connsiteY0" fmla="*/ 1052938 h 1052938"/>
                      <a:gd name="connsiteX1" fmla="*/ 275 w 538881"/>
                      <a:gd name="connsiteY1" fmla="*/ 576692 h 1052938"/>
                      <a:gd name="connsiteX2" fmla="*/ 258292 w 538881"/>
                      <a:gd name="connsiteY2" fmla="*/ 2 h 1052938"/>
                      <a:gd name="connsiteX3" fmla="*/ 538881 w 538881"/>
                      <a:gd name="connsiteY3" fmla="*/ 624313 h 1052938"/>
                      <a:gd name="connsiteX4" fmla="*/ 449745 w 538881"/>
                      <a:gd name="connsiteY4" fmla="*/ 1022881 h 1052938"/>
                      <a:gd name="connsiteX0" fmla="*/ 83670 w 539120"/>
                      <a:gd name="connsiteY0" fmla="*/ 1052938 h 1052938"/>
                      <a:gd name="connsiteX1" fmla="*/ 514 w 539120"/>
                      <a:gd name="connsiteY1" fmla="*/ 576692 h 1052938"/>
                      <a:gd name="connsiteX2" fmla="*/ 258531 w 539120"/>
                      <a:gd name="connsiteY2" fmla="*/ 2 h 1052938"/>
                      <a:gd name="connsiteX3" fmla="*/ 539120 w 539120"/>
                      <a:gd name="connsiteY3" fmla="*/ 624313 h 1052938"/>
                      <a:gd name="connsiteX4" fmla="*/ 449984 w 539120"/>
                      <a:gd name="connsiteY4" fmla="*/ 1022881 h 1052938"/>
                      <a:gd name="connsiteX0" fmla="*/ 83529 w 538979"/>
                      <a:gd name="connsiteY0" fmla="*/ 1052938 h 1053548"/>
                      <a:gd name="connsiteX1" fmla="*/ 373 w 538979"/>
                      <a:gd name="connsiteY1" fmla="*/ 576692 h 1053548"/>
                      <a:gd name="connsiteX2" fmla="*/ 258390 w 538979"/>
                      <a:gd name="connsiteY2" fmla="*/ 2 h 1053548"/>
                      <a:gd name="connsiteX3" fmla="*/ 538979 w 538979"/>
                      <a:gd name="connsiteY3" fmla="*/ 624313 h 1053548"/>
                      <a:gd name="connsiteX4" fmla="*/ 449843 w 538979"/>
                      <a:gd name="connsiteY4" fmla="*/ 1022881 h 105354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5516"/>
                      <a:gd name="connsiteX1" fmla="*/ 373 w 538979"/>
                      <a:gd name="connsiteY1" fmla="*/ 576692 h 1055516"/>
                      <a:gd name="connsiteX2" fmla="*/ 258390 w 538979"/>
                      <a:gd name="connsiteY2" fmla="*/ 2 h 1055516"/>
                      <a:gd name="connsiteX3" fmla="*/ 538979 w 538979"/>
                      <a:gd name="connsiteY3" fmla="*/ 624313 h 1055516"/>
                      <a:gd name="connsiteX4" fmla="*/ 449843 w 538979"/>
                      <a:gd name="connsiteY4" fmla="*/ 1054914 h 1055516"/>
                      <a:gd name="connsiteX0" fmla="*/ 83529 w 538979"/>
                      <a:gd name="connsiteY0" fmla="*/ 1052938 h 1054951"/>
                      <a:gd name="connsiteX1" fmla="*/ 373 w 538979"/>
                      <a:gd name="connsiteY1" fmla="*/ 576692 h 1054951"/>
                      <a:gd name="connsiteX2" fmla="*/ 258390 w 538979"/>
                      <a:gd name="connsiteY2" fmla="*/ 2 h 1054951"/>
                      <a:gd name="connsiteX3" fmla="*/ 538979 w 538979"/>
                      <a:gd name="connsiteY3" fmla="*/ 624313 h 1054951"/>
                      <a:gd name="connsiteX4" fmla="*/ 449843 w 538979"/>
                      <a:gd name="connsiteY4" fmla="*/ 1054914 h 1054951"/>
                      <a:gd name="connsiteX0" fmla="*/ 83529 w 538979"/>
                      <a:gd name="connsiteY0" fmla="*/ 1052938 h 1054949"/>
                      <a:gd name="connsiteX1" fmla="*/ 373 w 538979"/>
                      <a:gd name="connsiteY1" fmla="*/ 576692 h 1054949"/>
                      <a:gd name="connsiteX2" fmla="*/ 258390 w 538979"/>
                      <a:gd name="connsiteY2" fmla="*/ 2 h 1054949"/>
                      <a:gd name="connsiteX3" fmla="*/ 538979 w 538979"/>
                      <a:gd name="connsiteY3" fmla="*/ 624313 h 1054949"/>
                      <a:gd name="connsiteX4" fmla="*/ 449843 w 538979"/>
                      <a:gd name="connsiteY4" fmla="*/ 1054914 h 1054949"/>
                      <a:gd name="connsiteX0" fmla="*/ 83529 w 541324"/>
                      <a:gd name="connsiteY0" fmla="*/ 1052938 h 1054949"/>
                      <a:gd name="connsiteX1" fmla="*/ 373 w 541324"/>
                      <a:gd name="connsiteY1" fmla="*/ 576692 h 1054949"/>
                      <a:gd name="connsiteX2" fmla="*/ 258390 w 541324"/>
                      <a:gd name="connsiteY2" fmla="*/ 2 h 1054949"/>
                      <a:gd name="connsiteX3" fmla="*/ 538979 w 541324"/>
                      <a:gd name="connsiteY3" fmla="*/ 624313 h 1054949"/>
                      <a:gd name="connsiteX4" fmla="*/ 449843 w 541324"/>
                      <a:gd name="connsiteY4" fmla="*/ 1054914 h 1054949"/>
                      <a:gd name="connsiteX0" fmla="*/ 83529 w 539853"/>
                      <a:gd name="connsiteY0" fmla="*/ 1052938 h 1054949"/>
                      <a:gd name="connsiteX1" fmla="*/ 373 w 539853"/>
                      <a:gd name="connsiteY1" fmla="*/ 576692 h 1054949"/>
                      <a:gd name="connsiteX2" fmla="*/ 258390 w 539853"/>
                      <a:gd name="connsiteY2" fmla="*/ 2 h 1054949"/>
                      <a:gd name="connsiteX3" fmla="*/ 538979 w 539853"/>
                      <a:gd name="connsiteY3" fmla="*/ 624313 h 1054949"/>
                      <a:gd name="connsiteX4" fmla="*/ 449843 w 539853"/>
                      <a:gd name="connsiteY4" fmla="*/ 1054914 h 1054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9853" h="1054949">
                        <a:moveTo>
                          <a:pt x="83529" y="1052938"/>
                        </a:moveTo>
                        <a:cubicBezTo>
                          <a:pt x="30617" y="1049287"/>
                          <a:pt x="-4005" y="753133"/>
                          <a:pt x="373" y="576692"/>
                        </a:cubicBezTo>
                        <a:cubicBezTo>
                          <a:pt x="7609" y="348816"/>
                          <a:pt x="71467" y="638"/>
                          <a:pt x="258390" y="2"/>
                        </a:cubicBezTo>
                        <a:cubicBezTo>
                          <a:pt x="445313" y="-634"/>
                          <a:pt x="550628" y="296989"/>
                          <a:pt x="538979" y="624313"/>
                        </a:cubicBezTo>
                        <a:cubicBezTo>
                          <a:pt x="536504" y="906082"/>
                          <a:pt x="487650" y="1057608"/>
                          <a:pt x="449843" y="1054914"/>
                        </a:cubicBezTo>
                      </a:path>
                    </a:pathLst>
                  </a:custGeom>
                  <a:noFill/>
                  <a:ln w="19050">
                    <a:solidFill>
                      <a:srgbClr val="F6C9A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121917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" name="Oval 9">
                    <a:extLst>
                      <a:ext uri="{FF2B5EF4-FFF2-40B4-BE49-F238E27FC236}">
                        <a16:creationId xmlns:a16="http://schemas.microsoft.com/office/drawing/2014/main" id="{FC8B3E4E-C7A2-EE12-967A-21835F5BD0E6}"/>
                      </a:ext>
                    </a:extLst>
                  </p:cNvPr>
                  <p:cNvSpPr/>
                  <p:nvPr/>
                </p:nvSpPr>
                <p:spPr>
                  <a:xfrm>
                    <a:off x="1621571" y="2373526"/>
                    <a:ext cx="102244" cy="158591"/>
                  </a:xfrm>
                  <a:custGeom>
                    <a:avLst/>
                    <a:gdLst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0 w 561178"/>
                      <a:gd name="connsiteY4" fmla="*/ 62431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91440 w 561178"/>
                      <a:gd name="connsiteY4" fmla="*/ 71575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0" fmla="*/ 0 w 567507"/>
                      <a:gd name="connsiteY0" fmla="*/ 624311 h 1057169"/>
                      <a:gd name="connsiteX1" fmla="*/ 280589 w 567507"/>
                      <a:gd name="connsiteY1" fmla="*/ 0 h 1057169"/>
                      <a:gd name="connsiteX2" fmla="*/ 561178 w 567507"/>
                      <a:gd name="connsiteY2" fmla="*/ 624311 h 1057169"/>
                      <a:gd name="connsiteX3" fmla="*/ 452039 w 567507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461165"/>
                      <a:gd name="connsiteY0" fmla="*/ 1050427 h 1050427"/>
                      <a:gd name="connsiteX1" fmla="*/ 180576 w 461165"/>
                      <a:gd name="connsiteY1" fmla="*/ 8921 h 1050427"/>
                      <a:gd name="connsiteX2" fmla="*/ 461165 w 461165"/>
                      <a:gd name="connsiteY2" fmla="*/ 633232 h 1050427"/>
                      <a:gd name="connsiteX3" fmla="*/ 372029 w 461165"/>
                      <a:gd name="connsiteY3" fmla="*/ 1031800 h 1050427"/>
                      <a:gd name="connsiteX0" fmla="*/ 48298 w 509463"/>
                      <a:gd name="connsiteY0" fmla="*/ 1050427 h 1050427"/>
                      <a:gd name="connsiteX1" fmla="*/ 228874 w 509463"/>
                      <a:gd name="connsiteY1" fmla="*/ 8921 h 1050427"/>
                      <a:gd name="connsiteX2" fmla="*/ 509463 w 509463"/>
                      <a:gd name="connsiteY2" fmla="*/ 633232 h 1050427"/>
                      <a:gd name="connsiteX3" fmla="*/ 420327 w 509463"/>
                      <a:gd name="connsiteY3" fmla="*/ 1031800 h 1050427"/>
                      <a:gd name="connsiteX0" fmla="*/ 74908 w 536073"/>
                      <a:gd name="connsiteY0" fmla="*/ 1041620 h 1041620"/>
                      <a:gd name="connsiteX1" fmla="*/ 6040 w 536073"/>
                      <a:gd name="connsiteY1" fmla="*/ 576804 h 1041620"/>
                      <a:gd name="connsiteX2" fmla="*/ 255484 w 536073"/>
                      <a:gd name="connsiteY2" fmla="*/ 114 h 1041620"/>
                      <a:gd name="connsiteX3" fmla="*/ 536073 w 536073"/>
                      <a:gd name="connsiteY3" fmla="*/ 624425 h 1041620"/>
                      <a:gd name="connsiteX4" fmla="*/ 446937 w 536073"/>
                      <a:gd name="connsiteY4" fmla="*/ 1022993 h 1041620"/>
                      <a:gd name="connsiteX0" fmla="*/ 76998 w 538163"/>
                      <a:gd name="connsiteY0" fmla="*/ 1041620 h 1041620"/>
                      <a:gd name="connsiteX1" fmla="*/ 8130 w 538163"/>
                      <a:gd name="connsiteY1" fmla="*/ 576804 h 1041620"/>
                      <a:gd name="connsiteX2" fmla="*/ 257574 w 538163"/>
                      <a:gd name="connsiteY2" fmla="*/ 114 h 1041620"/>
                      <a:gd name="connsiteX3" fmla="*/ 538163 w 538163"/>
                      <a:gd name="connsiteY3" fmla="*/ 624425 h 1041620"/>
                      <a:gd name="connsiteX4" fmla="*/ 449027 w 538163"/>
                      <a:gd name="connsiteY4" fmla="*/ 1022993 h 1041620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77749 w 538914"/>
                      <a:gd name="connsiteY0" fmla="*/ 1041637 h 1041637"/>
                      <a:gd name="connsiteX1" fmla="*/ 308 w 538914"/>
                      <a:gd name="connsiteY1" fmla="*/ 576821 h 1041637"/>
                      <a:gd name="connsiteX2" fmla="*/ 258325 w 538914"/>
                      <a:gd name="connsiteY2" fmla="*/ 131 h 1041637"/>
                      <a:gd name="connsiteX3" fmla="*/ 538914 w 538914"/>
                      <a:gd name="connsiteY3" fmla="*/ 624442 h 1041637"/>
                      <a:gd name="connsiteX4" fmla="*/ 449778 w 538914"/>
                      <a:gd name="connsiteY4" fmla="*/ 1023010 h 1041637"/>
                      <a:gd name="connsiteX0" fmla="*/ 77749 w 538914"/>
                      <a:gd name="connsiteY0" fmla="*/ 1045001 h 1045001"/>
                      <a:gd name="connsiteX1" fmla="*/ 308 w 538914"/>
                      <a:gd name="connsiteY1" fmla="*/ 580185 h 1045001"/>
                      <a:gd name="connsiteX2" fmla="*/ 258325 w 538914"/>
                      <a:gd name="connsiteY2" fmla="*/ 3495 h 1045001"/>
                      <a:gd name="connsiteX3" fmla="*/ 538914 w 538914"/>
                      <a:gd name="connsiteY3" fmla="*/ 627806 h 1045001"/>
                      <a:gd name="connsiteX4" fmla="*/ 449778 w 538914"/>
                      <a:gd name="connsiteY4" fmla="*/ 1026374 h 1045001"/>
                      <a:gd name="connsiteX0" fmla="*/ 77749 w 538914"/>
                      <a:gd name="connsiteY0" fmla="*/ 1041508 h 1041508"/>
                      <a:gd name="connsiteX1" fmla="*/ 308 w 538914"/>
                      <a:gd name="connsiteY1" fmla="*/ 576692 h 1041508"/>
                      <a:gd name="connsiteX2" fmla="*/ 258325 w 538914"/>
                      <a:gd name="connsiteY2" fmla="*/ 2 h 1041508"/>
                      <a:gd name="connsiteX3" fmla="*/ 538914 w 538914"/>
                      <a:gd name="connsiteY3" fmla="*/ 624313 h 1041508"/>
                      <a:gd name="connsiteX4" fmla="*/ 449778 w 538914"/>
                      <a:gd name="connsiteY4" fmla="*/ 1022881 h 1041508"/>
                      <a:gd name="connsiteX0" fmla="*/ 83431 w 538881"/>
                      <a:gd name="connsiteY0" fmla="*/ 1052938 h 1052938"/>
                      <a:gd name="connsiteX1" fmla="*/ 275 w 538881"/>
                      <a:gd name="connsiteY1" fmla="*/ 576692 h 1052938"/>
                      <a:gd name="connsiteX2" fmla="*/ 258292 w 538881"/>
                      <a:gd name="connsiteY2" fmla="*/ 2 h 1052938"/>
                      <a:gd name="connsiteX3" fmla="*/ 538881 w 538881"/>
                      <a:gd name="connsiteY3" fmla="*/ 624313 h 1052938"/>
                      <a:gd name="connsiteX4" fmla="*/ 449745 w 538881"/>
                      <a:gd name="connsiteY4" fmla="*/ 1022881 h 1052938"/>
                      <a:gd name="connsiteX0" fmla="*/ 83670 w 539120"/>
                      <a:gd name="connsiteY0" fmla="*/ 1052938 h 1052938"/>
                      <a:gd name="connsiteX1" fmla="*/ 514 w 539120"/>
                      <a:gd name="connsiteY1" fmla="*/ 576692 h 1052938"/>
                      <a:gd name="connsiteX2" fmla="*/ 258531 w 539120"/>
                      <a:gd name="connsiteY2" fmla="*/ 2 h 1052938"/>
                      <a:gd name="connsiteX3" fmla="*/ 539120 w 539120"/>
                      <a:gd name="connsiteY3" fmla="*/ 624313 h 1052938"/>
                      <a:gd name="connsiteX4" fmla="*/ 449984 w 539120"/>
                      <a:gd name="connsiteY4" fmla="*/ 1022881 h 1052938"/>
                      <a:gd name="connsiteX0" fmla="*/ 83529 w 538979"/>
                      <a:gd name="connsiteY0" fmla="*/ 1052938 h 1053548"/>
                      <a:gd name="connsiteX1" fmla="*/ 373 w 538979"/>
                      <a:gd name="connsiteY1" fmla="*/ 576692 h 1053548"/>
                      <a:gd name="connsiteX2" fmla="*/ 258390 w 538979"/>
                      <a:gd name="connsiteY2" fmla="*/ 2 h 1053548"/>
                      <a:gd name="connsiteX3" fmla="*/ 538979 w 538979"/>
                      <a:gd name="connsiteY3" fmla="*/ 624313 h 1053548"/>
                      <a:gd name="connsiteX4" fmla="*/ 449843 w 538979"/>
                      <a:gd name="connsiteY4" fmla="*/ 1022881 h 105354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5516"/>
                      <a:gd name="connsiteX1" fmla="*/ 373 w 538979"/>
                      <a:gd name="connsiteY1" fmla="*/ 576692 h 1055516"/>
                      <a:gd name="connsiteX2" fmla="*/ 258390 w 538979"/>
                      <a:gd name="connsiteY2" fmla="*/ 2 h 1055516"/>
                      <a:gd name="connsiteX3" fmla="*/ 538979 w 538979"/>
                      <a:gd name="connsiteY3" fmla="*/ 624313 h 1055516"/>
                      <a:gd name="connsiteX4" fmla="*/ 449843 w 538979"/>
                      <a:gd name="connsiteY4" fmla="*/ 1054914 h 1055516"/>
                      <a:gd name="connsiteX0" fmla="*/ 83529 w 538979"/>
                      <a:gd name="connsiteY0" fmla="*/ 1052938 h 1054951"/>
                      <a:gd name="connsiteX1" fmla="*/ 373 w 538979"/>
                      <a:gd name="connsiteY1" fmla="*/ 576692 h 1054951"/>
                      <a:gd name="connsiteX2" fmla="*/ 258390 w 538979"/>
                      <a:gd name="connsiteY2" fmla="*/ 2 h 1054951"/>
                      <a:gd name="connsiteX3" fmla="*/ 538979 w 538979"/>
                      <a:gd name="connsiteY3" fmla="*/ 624313 h 1054951"/>
                      <a:gd name="connsiteX4" fmla="*/ 449843 w 538979"/>
                      <a:gd name="connsiteY4" fmla="*/ 1054914 h 1054951"/>
                      <a:gd name="connsiteX0" fmla="*/ 83529 w 538979"/>
                      <a:gd name="connsiteY0" fmla="*/ 1052938 h 1054949"/>
                      <a:gd name="connsiteX1" fmla="*/ 373 w 538979"/>
                      <a:gd name="connsiteY1" fmla="*/ 576692 h 1054949"/>
                      <a:gd name="connsiteX2" fmla="*/ 258390 w 538979"/>
                      <a:gd name="connsiteY2" fmla="*/ 2 h 1054949"/>
                      <a:gd name="connsiteX3" fmla="*/ 538979 w 538979"/>
                      <a:gd name="connsiteY3" fmla="*/ 624313 h 1054949"/>
                      <a:gd name="connsiteX4" fmla="*/ 449843 w 538979"/>
                      <a:gd name="connsiteY4" fmla="*/ 1054914 h 1054949"/>
                      <a:gd name="connsiteX0" fmla="*/ 83529 w 541324"/>
                      <a:gd name="connsiteY0" fmla="*/ 1052938 h 1054949"/>
                      <a:gd name="connsiteX1" fmla="*/ 373 w 541324"/>
                      <a:gd name="connsiteY1" fmla="*/ 576692 h 1054949"/>
                      <a:gd name="connsiteX2" fmla="*/ 258390 w 541324"/>
                      <a:gd name="connsiteY2" fmla="*/ 2 h 1054949"/>
                      <a:gd name="connsiteX3" fmla="*/ 538979 w 541324"/>
                      <a:gd name="connsiteY3" fmla="*/ 624313 h 1054949"/>
                      <a:gd name="connsiteX4" fmla="*/ 449843 w 541324"/>
                      <a:gd name="connsiteY4" fmla="*/ 1054914 h 1054949"/>
                      <a:gd name="connsiteX0" fmla="*/ 83529 w 539853"/>
                      <a:gd name="connsiteY0" fmla="*/ 1052938 h 1054949"/>
                      <a:gd name="connsiteX1" fmla="*/ 373 w 539853"/>
                      <a:gd name="connsiteY1" fmla="*/ 576692 h 1054949"/>
                      <a:gd name="connsiteX2" fmla="*/ 258390 w 539853"/>
                      <a:gd name="connsiteY2" fmla="*/ 2 h 1054949"/>
                      <a:gd name="connsiteX3" fmla="*/ 538979 w 539853"/>
                      <a:gd name="connsiteY3" fmla="*/ 624313 h 1054949"/>
                      <a:gd name="connsiteX4" fmla="*/ 449843 w 539853"/>
                      <a:gd name="connsiteY4" fmla="*/ 1054914 h 1054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9853" h="1054949">
                        <a:moveTo>
                          <a:pt x="83529" y="1052938"/>
                        </a:moveTo>
                        <a:cubicBezTo>
                          <a:pt x="30617" y="1049287"/>
                          <a:pt x="-4005" y="753133"/>
                          <a:pt x="373" y="576692"/>
                        </a:cubicBezTo>
                        <a:cubicBezTo>
                          <a:pt x="7609" y="348816"/>
                          <a:pt x="71467" y="638"/>
                          <a:pt x="258390" y="2"/>
                        </a:cubicBezTo>
                        <a:cubicBezTo>
                          <a:pt x="445313" y="-634"/>
                          <a:pt x="550628" y="296989"/>
                          <a:pt x="538979" y="624313"/>
                        </a:cubicBezTo>
                        <a:cubicBezTo>
                          <a:pt x="536504" y="906082"/>
                          <a:pt x="487650" y="1057608"/>
                          <a:pt x="449843" y="1054914"/>
                        </a:cubicBezTo>
                      </a:path>
                    </a:pathLst>
                  </a:custGeom>
                  <a:noFill/>
                  <a:ln w="19050">
                    <a:solidFill>
                      <a:srgbClr val="F6C9A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121917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" name="Oval 9">
                    <a:extLst>
                      <a:ext uri="{FF2B5EF4-FFF2-40B4-BE49-F238E27FC236}">
                        <a16:creationId xmlns:a16="http://schemas.microsoft.com/office/drawing/2014/main" id="{B20D5E1D-865A-298E-4480-A0EFBAD3CBE1}"/>
                      </a:ext>
                    </a:extLst>
                  </p:cNvPr>
                  <p:cNvSpPr/>
                  <p:nvPr/>
                </p:nvSpPr>
                <p:spPr>
                  <a:xfrm>
                    <a:off x="1691035" y="2373910"/>
                    <a:ext cx="102244" cy="158591"/>
                  </a:xfrm>
                  <a:custGeom>
                    <a:avLst/>
                    <a:gdLst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0 w 561178"/>
                      <a:gd name="connsiteY4" fmla="*/ 62431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91440 w 561178"/>
                      <a:gd name="connsiteY4" fmla="*/ 71575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0" fmla="*/ 0 w 567507"/>
                      <a:gd name="connsiteY0" fmla="*/ 624311 h 1057169"/>
                      <a:gd name="connsiteX1" fmla="*/ 280589 w 567507"/>
                      <a:gd name="connsiteY1" fmla="*/ 0 h 1057169"/>
                      <a:gd name="connsiteX2" fmla="*/ 561178 w 567507"/>
                      <a:gd name="connsiteY2" fmla="*/ 624311 h 1057169"/>
                      <a:gd name="connsiteX3" fmla="*/ 452039 w 567507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461165"/>
                      <a:gd name="connsiteY0" fmla="*/ 1050427 h 1050427"/>
                      <a:gd name="connsiteX1" fmla="*/ 180576 w 461165"/>
                      <a:gd name="connsiteY1" fmla="*/ 8921 h 1050427"/>
                      <a:gd name="connsiteX2" fmla="*/ 461165 w 461165"/>
                      <a:gd name="connsiteY2" fmla="*/ 633232 h 1050427"/>
                      <a:gd name="connsiteX3" fmla="*/ 372029 w 461165"/>
                      <a:gd name="connsiteY3" fmla="*/ 1031800 h 1050427"/>
                      <a:gd name="connsiteX0" fmla="*/ 48298 w 509463"/>
                      <a:gd name="connsiteY0" fmla="*/ 1050427 h 1050427"/>
                      <a:gd name="connsiteX1" fmla="*/ 228874 w 509463"/>
                      <a:gd name="connsiteY1" fmla="*/ 8921 h 1050427"/>
                      <a:gd name="connsiteX2" fmla="*/ 509463 w 509463"/>
                      <a:gd name="connsiteY2" fmla="*/ 633232 h 1050427"/>
                      <a:gd name="connsiteX3" fmla="*/ 420327 w 509463"/>
                      <a:gd name="connsiteY3" fmla="*/ 1031800 h 1050427"/>
                      <a:gd name="connsiteX0" fmla="*/ 74908 w 536073"/>
                      <a:gd name="connsiteY0" fmla="*/ 1041620 h 1041620"/>
                      <a:gd name="connsiteX1" fmla="*/ 6040 w 536073"/>
                      <a:gd name="connsiteY1" fmla="*/ 576804 h 1041620"/>
                      <a:gd name="connsiteX2" fmla="*/ 255484 w 536073"/>
                      <a:gd name="connsiteY2" fmla="*/ 114 h 1041620"/>
                      <a:gd name="connsiteX3" fmla="*/ 536073 w 536073"/>
                      <a:gd name="connsiteY3" fmla="*/ 624425 h 1041620"/>
                      <a:gd name="connsiteX4" fmla="*/ 446937 w 536073"/>
                      <a:gd name="connsiteY4" fmla="*/ 1022993 h 1041620"/>
                      <a:gd name="connsiteX0" fmla="*/ 76998 w 538163"/>
                      <a:gd name="connsiteY0" fmla="*/ 1041620 h 1041620"/>
                      <a:gd name="connsiteX1" fmla="*/ 8130 w 538163"/>
                      <a:gd name="connsiteY1" fmla="*/ 576804 h 1041620"/>
                      <a:gd name="connsiteX2" fmla="*/ 257574 w 538163"/>
                      <a:gd name="connsiteY2" fmla="*/ 114 h 1041620"/>
                      <a:gd name="connsiteX3" fmla="*/ 538163 w 538163"/>
                      <a:gd name="connsiteY3" fmla="*/ 624425 h 1041620"/>
                      <a:gd name="connsiteX4" fmla="*/ 449027 w 538163"/>
                      <a:gd name="connsiteY4" fmla="*/ 1022993 h 1041620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77749 w 538914"/>
                      <a:gd name="connsiteY0" fmla="*/ 1041637 h 1041637"/>
                      <a:gd name="connsiteX1" fmla="*/ 308 w 538914"/>
                      <a:gd name="connsiteY1" fmla="*/ 576821 h 1041637"/>
                      <a:gd name="connsiteX2" fmla="*/ 258325 w 538914"/>
                      <a:gd name="connsiteY2" fmla="*/ 131 h 1041637"/>
                      <a:gd name="connsiteX3" fmla="*/ 538914 w 538914"/>
                      <a:gd name="connsiteY3" fmla="*/ 624442 h 1041637"/>
                      <a:gd name="connsiteX4" fmla="*/ 449778 w 538914"/>
                      <a:gd name="connsiteY4" fmla="*/ 1023010 h 1041637"/>
                      <a:gd name="connsiteX0" fmla="*/ 77749 w 538914"/>
                      <a:gd name="connsiteY0" fmla="*/ 1045001 h 1045001"/>
                      <a:gd name="connsiteX1" fmla="*/ 308 w 538914"/>
                      <a:gd name="connsiteY1" fmla="*/ 580185 h 1045001"/>
                      <a:gd name="connsiteX2" fmla="*/ 258325 w 538914"/>
                      <a:gd name="connsiteY2" fmla="*/ 3495 h 1045001"/>
                      <a:gd name="connsiteX3" fmla="*/ 538914 w 538914"/>
                      <a:gd name="connsiteY3" fmla="*/ 627806 h 1045001"/>
                      <a:gd name="connsiteX4" fmla="*/ 449778 w 538914"/>
                      <a:gd name="connsiteY4" fmla="*/ 1026374 h 1045001"/>
                      <a:gd name="connsiteX0" fmla="*/ 77749 w 538914"/>
                      <a:gd name="connsiteY0" fmla="*/ 1041508 h 1041508"/>
                      <a:gd name="connsiteX1" fmla="*/ 308 w 538914"/>
                      <a:gd name="connsiteY1" fmla="*/ 576692 h 1041508"/>
                      <a:gd name="connsiteX2" fmla="*/ 258325 w 538914"/>
                      <a:gd name="connsiteY2" fmla="*/ 2 h 1041508"/>
                      <a:gd name="connsiteX3" fmla="*/ 538914 w 538914"/>
                      <a:gd name="connsiteY3" fmla="*/ 624313 h 1041508"/>
                      <a:gd name="connsiteX4" fmla="*/ 449778 w 538914"/>
                      <a:gd name="connsiteY4" fmla="*/ 1022881 h 1041508"/>
                      <a:gd name="connsiteX0" fmla="*/ 83431 w 538881"/>
                      <a:gd name="connsiteY0" fmla="*/ 1052938 h 1052938"/>
                      <a:gd name="connsiteX1" fmla="*/ 275 w 538881"/>
                      <a:gd name="connsiteY1" fmla="*/ 576692 h 1052938"/>
                      <a:gd name="connsiteX2" fmla="*/ 258292 w 538881"/>
                      <a:gd name="connsiteY2" fmla="*/ 2 h 1052938"/>
                      <a:gd name="connsiteX3" fmla="*/ 538881 w 538881"/>
                      <a:gd name="connsiteY3" fmla="*/ 624313 h 1052938"/>
                      <a:gd name="connsiteX4" fmla="*/ 449745 w 538881"/>
                      <a:gd name="connsiteY4" fmla="*/ 1022881 h 1052938"/>
                      <a:gd name="connsiteX0" fmla="*/ 83670 w 539120"/>
                      <a:gd name="connsiteY0" fmla="*/ 1052938 h 1052938"/>
                      <a:gd name="connsiteX1" fmla="*/ 514 w 539120"/>
                      <a:gd name="connsiteY1" fmla="*/ 576692 h 1052938"/>
                      <a:gd name="connsiteX2" fmla="*/ 258531 w 539120"/>
                      <a:gd name="connsiteY2" fmla="*/ 2 h 1052938"/>
                      <a:gd name="connsiteX3" fmla="*/ 539120 w 539120"/>
                      <a:gd name="connsiteY3" fmla="*/ 624313 h 1052938"/>
                      <a:gd name="connsiteX4" fmla="*/ 449984 w 539120"/>
                      <a:gd name="connsiteY4" fmla="*/ 1022881 h 1052938"/>
                      <a:gd name="connsiteX0" fmla="*/ 83529 w 538979"/>
                      <a:gd name="connsiteY0" fmla="*/ 1052938 h 1053548"/>
                      <a:gd name="connsiteX1" fmla="*/ 373 w 538979"/>
                      <a:gd name="connsiteY1" fmla="*/ 576692 h 1053548"/>
                      <a:gd name="connsiteX2" fmla="*/ 258390 w 538979"/>
                      <a:gd name="connsiteY2" fmla="*/ 2 h 1053548"/>
                      <a:gd name="connsiteX3" fmla="*/ 538979 w 538979"/>
                      <a:gd name="connsiteY3" fmla="*/ 624313 h 1053548"/>
                      <a:gd name="connsiteX4" fmla="*/ 449843 w 538979"/>
                      <a:gd name="connsiteY4" fmla="*/ 1022881 h 105354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5516"/>
                      <a:gd name="connsiteX1" fmla="*/ 373 w 538979"/>
                      <a:gd name="connsiteY1" fmla="*/ 576692 h 1055516"/>
                      <a:gd name="connsiteX2" fmla="*/ 258390 w 538979"/>
                      <a:gd name="connsiteY2" fmla="*/ 2 h 1055516"/>
                      <a:gd name="connsiteX3" fmla="*/ 538979 w 538979"/>
                      <a:gd name="connsiteY3" fmla="*/ 624313 h 1055516"/>
                      <a:gd name="connsiteX4" fmla="*/ 449843 w 538979"/>
                      <a:gd name="connsiteY4" fmla="*/ 1054914 h 1055516"/>
                      <a:gd name="connsiteX0" fmla="*/ 83529 w 538979"/>
                      <a:gd name="connsiteY0" fmla="*/ 1052938 h 1054951"/>
                      <a:gd name="connsiteX1" fmla="*/ 373 w 538979"/>
                      <a:gd name="connsiteY1" fmla="*/ 576692 h 1054951"/>
                      <a:gd name="connsiteX2" fmla="*/ 258390 w 538979"/>
                      <a:gd name="connsiteY2" fmla="*/ 2 h 1054951"/>
                      <a:gd name="connsiteX3" fmla="*/ 538979 w 538979"/>
                      <a:gd name="connsiteY3" fmla="*/ 624313 h 1054951"/>
                      <a:gd name="connsiteX4" fmla="*/ 449843 w 538979"/>
                      <a:gd name="connsiteY4" fmla="*/ 1054914 h 1054951"/>
                      <a:gd name="connsiteX0" fmla="*/ 83529 w 538979"/>
                      <a:gd name="connsiteY0" fmla="*/ 1052938 h 1054949"/>
                      <a:gd name="connsiteX1" fmla="*/ 373 w 538979"/>
                      <a:gd name="connsiteY1" fmla="*/ 576692 h 1054949"/>
                      <a:gd name="connsiteX2" fmla="*/ 258390 w 538979"/>
                      <a:gd name="connsiteY2" fmla="*/ 2 h 1054949"/>
                      <a:gd name="connsiteX3" fmla="*/ 538979 w 538979"/>
                      <a:gd name="connsiteY3" fmla="*/ 624313 h 1054949"/>
                      <a:gd name="connsiteX4" fmla="*/ 449843 w 538979"/>
                      <a:gd name="connsiteY4" fmla="*/ 1054914 h 1054949"/>
                      <a:gd name="connsiteX0" fmla="*/ 83529 w 541324"/>
                      <a:gd name="connsiteY0" fmla="*/ 1052938 h 1054949"/>
                      <a:gd name="connsiteX1" fmla="*/ 373 w 541324"/>
                      <a:gd name="connsiteY1" fmla="*/ 576692 h 1054949"/>
                      <a:gd name="connsiteX2" fmla="*/ 258390 w 541324"/>
                      <a:gd name="connsiteY2" fmla="*/ 2 h 1054949"/>
                      <a:gd name="connsiteX3" fmla="*/ 538979 w 541324"/>
                      <a:gd name="connsiteY3" fmla="*/ 624313 h 1054949"/>
                      <a:gd name="connsiteX4" fmla="*/ 449843 w 541324"/>
                      <a:gd name="connsiteY4" fmla="*/ 1054914 h 1054949"/>
                      <a:gd name="connsiteX0" fmla="*/ 83529 w 539853"/>
                      <a:gd name="connsiteY0" fmla="*/ 1052938 h 1054949"/>
                      <a:gd name="connsiteX1" fmla="*/ 373 w 539853"/>
                      <a:gd name="connsiteY1" fmla="*/ 576692 h 1054949"/>
                      <a:gd name="connsiteX2" fmla="*/ 258390 w 539853"/>
                      <a:gd name="connsiteY2" fmla="*/ 2 h 1054949"/>
                      <a:gd name="connsiteX3" fmla="*/ 538979 w 539853"/>
                      <a:gd name="connsiteY3" fmla="*/ 624313 h 1054949"/>
                      <a:gd name="connsiteX4" fmla="*/ 449843 w 539853"/>
                      <a:gd name="connsiteY4" fmla="*/ 1054914 h 1054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9853" h="1054949">
                        <a:moveTo>
                          <a:pt x="83529" y="1052938"/>
                        </a:moveTo>
                        <a:cubicBezTo>
                          <a:pt x="30617" y="1049287"/>
                          <a:pt x="-4005" y="753133"/>
                          <a:pt x="373" y="576692"/>
                        </a:cubicBezTo>
                        <a:cubicBezTo>
                          <a:pt x="7609" y="348816"/>
                          <a:pt x="71467" y="638"/>
                          <a:pt x="258390" y="2"/>
                        </a:cubicBezTo>
                        <a:cubicBezTo>
                          <a:pt x="445313" y="-634"/>
                          <a:pt x="550628" y="296989"/>
                          <a:pt x="538979" y="624313"/>
                        </a:cubicBezTo>
                        <a:cubicBezTo>
                          <a:pt x="536504" y="906082"/>
                          <a:pt x="487650" y="1057608"/>
                          <a:pt x="449843" y="1054914"/>
                        </a:cubicBezTo>
                      </a:path>
                    </a:pathLst>
                  </a:custGeom>
                  <a:noFill/>
                  <a:ln w="19050">
                    <a:solidFill>
                      <a:srgbClr val="F6C9A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121917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" name="Oval 9">
                    <a:extLst>
                      <a:ext uri="{FF2B5EF4-FFF2-40B4-BE49-F238E27FC236}">
                        <a16:creationId xmlns:a16="http://schemas.microsoft.com/office/drawing/2014/main" id="{AD8C0AC1-70B5-D9FB-755E-401CD3934B7A}"/>
                      </a:ext>
                    </a:extLst>
                  </p:cNvPr>
                  <p:cNvSpPr/>
                  <p:nvPr/>
                </p:nvSpPr>
                <p:spPr>
                  <a:xfrm>
                    <a:off x="1760499" y="2374293"/>
                    <a:ext cx="102244" cy="158591"/>
                  </a:xfrm>
                  <a:custGeom>
                    <a:avLst/>
                    <a:gdLst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0 w 561178"/>
                      <a:gd name="connsiteY4" fmla="*/ 62431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91440 w 561178"/>
                      <a:gd name="connsiteY4" fmla="*/ 71575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0" fmla="*/ 0 w 567507"/>
                      <a:gd name="connsiteY0" fmla="*/ 624311 h 1057169"/>
                      <a:gd name="connsiteX1" fmla="*/ 280589 w 567507"/>
                      <a:gd name="connsiteY1" fmla="*/ 0 h 1057169"/>
                      <a:gd name="connsiteX2" fmla="*/ 561178 w 567507"/>
                      <a:gd name="connsiteY2" fmla="*/ 624311 h 1057169"/>
                      <a:gd name="connsiteX3" fmla="*/ 452039 w 567507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461165"/>
                      <a:gd name="connsiteY0" fmla="*/ 1050427 h 1050427"/>
                      <a:gd name="connsiteX1" fmla="*/ 180576 w 461165"/>
                      <a:gd name="connsiteY1" fmla="*/ 8921 h 1050427"/>
                      <a:gd name="connsiteX2" fmla="*/ 461165 w 461165"/>
                      <a:gd name="connsiteY2" fmla="*/ 633232 h 1050427"/>
                      <a:gd name="connsiteX3" fmla="*/ 372029 w 461165"/>
                      <a:gd name="connsiteY3" fmla="*/ 1031800 h 1050427"/>
                      <a:gd name="connsiteX0" fmla="*/ 48298 w 509463"/>
                      <a:gd name="connsiteY0" fmla="*/ 1050427 h 1050427"/>
                      <a:gd name="connsiteX1" fmla="*/ 228874 w 509463"/>
                      <a:gd name="connsiteY1" fmla="*/ 8921 h 1050427"/>
                      <a:gd name="connsiteX2" fmla="*/ 509463 w 509463"/>
                      <a:gd name="connsiteY2" fmla="*/ 633232 h 1050427"/>
                      <a:gd name="connsiteX3" fmla="*/ 420327 w 509463"/>
                      <a:gd name="connsiteY3" fmla="*/ 1031800 h 1050427"/>
                      <a:gd name="connsiteX0" fmla="*/ 74908 w 536073"/>
                      <a:gd name="connsiteY0" fmla="*/ 1041620 h 1041620"/>
                      <a:gd name="connsiteX1" fmla="*/ 6040 w 536073"/>
                      <a:gd name="connsiteY1" fmla="*/ 576804 h 1041620"/>
                      <a:gd name="connsiteX2" fmla="*/ 255484 w 536073"/>
                      <a:gd name="connsiteY2" fmla="*/ 114 h 1041620"/>
                      <a:gd name="connsiteX3" fmla="*/ 536073 w 536073"/>
                      <a:gd name="connsiteY3" fmla="*/ 624425 h 1041620"/>
                      <a:gd name="connsiteX4" fmla="*/ 446937 w 536073"/>
                      <a:gd name="connsiteY4" fmla="*/ 1022993 h 1041620"/>
                      <a:gd name="connsiteX0" fmla="*/ 76998 w 538163"/>
                      <a:gd name="connsiteY0" fmla="*/ 1041620 h 1041620"/>
                      <a:gd name="connsiteX1" fmla="*/ 8130 w 538163"/>
                      <a:gd name="connsiteY1" fmla="*/ 576804 h 1041620"/>
                      <a:gd name="connsiteX2" fmla="*/ 257574 w 538163"/>
                      <a:gd name="connsiteY2" fmla="*/ 114 h 1041620"/>
                      <a:gd name="connsiteX3" fmla="*/ 538163 w 538163"/>
                      <a:gd name="connsiteY3" fmla="*/ 624425 h 1041620"/>
                      <a:gd name="connsiteX4" fmla="*/ 449027 w 538163"/>
                      <a:gd name="connsiteY4" fmla="*/ 1022993 h 1041620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77749 w 538914"/>
                      <a:gd name="connsiteY0" fmla="*/ 1041637 h 1041637"/>
                      <a:gd name="connsiteX1" fmla="*/ 308 w 538914"/>
                      <a:gd name="connsiteY1" fmla="*/ 576821 h 1041637"/>
                      <a:gd name="connsiteX2" fmla="*/ 258325 w 538914"/>
                      <a:gd name="connsiteY2" fmla="*/ 131 h 1041637"/>
                      <a:gd name="connsiteX3" fmla="*/ 538914 w 538914"/>
                      <a:gd name="connsiteY3" fmla="*/ 624442 h 1041637"/>
                      <a:gd name="connsiteX4" fmla="*/ 449778 w 538914"/>
                      <a:gd name="connsiteY4" fmla="*/ 1023010 h 1041637"/>
                      <a:gd name="connsiteX0" fmla="*/ 77749 w 538914"/>
                      <a:gd name="connsiteY0" fmla="*/ 1045001 h 1045001"/>
                      <a:gd name="connsiteX1" fmla="*/ 308 w 538914"/>
                      <a:gd name="connsiteY1" fmla="*/ 580185 h 1045001"/>
                      <a:gd name="connsiteX2" fmla="*/ 258325 w 538914"/>
                      <a:gd name="connsiteY2" fmla="*/ 3495 h 1045001"/>
                      <a:gd name="connsiteX3" fmla="*/ 538914 w 538914"/>
                      <a:gd name="connsiteY3" fmla="*/ 627806 h 1045001"/>
                      <a:gd name="connsiteX4" fmla="*/ 449778 w 538914"/>
                      <a:gd name="connsiteY4" fmla="*/ 1026374 h 1045001"/>
                      <a:gd name="connsiteX0" fmla="*/ 77749 w 538914"/>
                      <a:gd name="connsiteY0" fmla="*/ 1041508 h 1041508"/>
                      <a:gd name="connsiteX1" fmla="*/ 308 w 538914"/>
                      <a:gd name="connsiteY1" fmla="*/ 576692 h 1041508"/>
                      <a:gd name="connsiteX2" fmla="*/ 258325 w 538914"/>
                      <a:gd name="connsiteY2" fmla="*/ 2 h 1041508"/>
                      <a:gd name="connsiteX3" fmla="*/ 538914 w 538914"/>
                      <a:gd name="connsiteY3" fmla="*/ 624313 h 1041508"/>
                      <a:gd name="connsiteX4" fmla="*/ 449778 w 538914"/>
                      <a:gd name="connsiteY4" fmla="*/ 1022881 h 1041508"/>
                      <a:gd name="connsiteX0" fmla="*/ 83431 w 538881"/>
                      <a:gd name="connsiteY0" fmla="*/ 1052938 h 1052938"/>
                      <a:gd name="connsiteX1" fmla="*/ 275 w 538881"/>
                      <a:gd name="connsiteY1" fmla="*/ 576692 h 1052938"/>
                      <a:gd name="connsiteX2" fmla="*/ 258292 w 538881"/>
                      <a:gd name="connsiteY2" fmla="*/ 2 h 1052938"/>
                      <a:gd name="connsiteX3" fmla="*/ 538881 w 538881"/>
                      <a:gd name="connsiteY3" fmla="*/ 624313 h 1052938"/>
                      <a:gd name="connsiteX4" fmla="*/ 449745 w 538881"/>
                      <a:gd name="connsiteY4" fmla="*/ 1022881 h 1052938"/>
                      <a:gd name="connsiteX0" fmla="*/ 83670 w 539120"/>
                      <a:gd name="connsiteY0" fmla="*/ 1052938 h 1052938"/>
                      <a:gd name="connsiteX1" fmla="*/ 514 w 539120"/>
                      <a:gd name="connsiteY1" fmla="*/ 576692 h 1052938"/>
                      <a:gd name="connsiteX2" fmla="*/ 258531 w 539120"/>
                      <a:gd name="connsiteY2" fmla="*/ 2 h 1052938"/>
                      <a:gd name="connsiteX3" fmla="*/ 539120 w 539120"/>
                      <a:gd name="connsiteY3" fmla="*/ 624313 h 1052938"/>
                      <a:gd name="connsiteX4" fmla="*/ 449984 w 539120"/>
                      <a:gd name="connsiteY4" fmla="*/ 1022881 h 1052938"/>
                      <a:gd name="connsiteX0" fmla="*/ 83529 w 538979"/>
                      <a:gd name="connsiteY0" fmla="*/ 1052938 h 1053548"/>
                      <a:gd name="connsiteX1" fmla="*/ 373 w 538979"/>
                      <a:gd name="connsiteY1" fmla="*/ 576692 h 1053548"/>
                      <a:gd name="connsiteX2" fmla="*/ 258390 w 538979"/>
                      <a:gd name="connsiteY2" fmla="*/ 2 h 1053548"/>
                      <a:gd name="connsiteX3" fmla="*/ 538979 w 538979"/>
                      <a:gd name="connsiteY3" fmla="*/ 624313 h 1053548"/>
                      <a:gd name="connsiteX4" fmla="*/ 449843 w 538979"/>
                      <a:gd name="connsiteY4" fmla="*/ 1022881 h 105354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5516"/>
                      <a:gd name="connsiteX1" fmla="*/ 373 w 538979"/>
                      <a:gd name="connsiteY1" fmla="*/ 576692 h 1055516"/>
                      <a:gd name="connsiteX2" fmla="*/ 258390 w 538979"/>
                      <a:gd name="connsiteY2" fmla="*/ 2 h 1055516"/>
                      <a:gd name="connsiteX3" fmla="*/ 538979 w 538979"/>
                      <a:gd name="connsiteY3" fmla="*/ 624313 h 1055516"/>
                      <a:gd name="connsiteX4" fmla="*/ 449843 w 538979"/>
                      <a:gd name="connsiteY4" fmla="*/ 1054914 h 1055516"/>
                      <a:gd name="connsiteX0" fmla="*/ 83529 w 538979"/>
                      <a:gd name="connsiteY0" fmla="*/ 1052938 h 1054951"/>
                      <a:gd name="connsiteX1" fmla="*/ 373 w 538979"/>
                      <a:gd name="connsiteY1" fmla="*/ 576692 h 1054951"/>
                      <a:gd name="connsiteX2" fmla="*/ 258390 w 538979"/>
                      <a:gd name="connsiteY2" fmla="*/ 2 h 1054951"/>
                      <a:gd name="connsiteX3" fmla="*/ 538979 w 538979"/>
                      <a:gd name="connsiteY3" fmla="*/ 624313 h 1054951"/>
                      <a:gd name="connsiteX4" fmla="*/ 449843 w 538979"/>
                      <a:gd name="connsiteY4" fmla="*/ 1054914 h 1054951"/>
                      <a:gd name="connsiteX0" fmla="*/ 83529 w 538979"/>
                      <a:gd name="connsiteY0" fmla="*/ 1052938 h 1054949"/>
                      <a:gd name="connsiteX1" fmla="*/ 373 w 538979"/>
                      <a:gd name="connsiteY1" fmla="*/ 576692 h 1054949"/>
                      <a:gd name="connsiteX2" fmla="*/ 258390 w 538979"/>
                      <a:gd name="connsiteY2" fmla="*/ 2 h 1054949"/>
                      <a:gd name="connsiteX3" fmla="*/ 538979 w 538979"/>
                      <a:gd name="connsiteY3" fmla="*/ 624313 h 1054949"/>
                      <a:gd name="connsiteX4" fmla="*/ 449843 w 538979"/>
                      <a:gd name="connsiteY4" fmla="*/ 1054914 h 1054949"/>
                      <a:gd name="connsiteX0" fmla="*/ 83529 w 541324"/>
                      <a:gd name="connsiteY0" fmla="*/ 1052938 h 1054949"/>
                      <a:gd name="connsiteX1" fmla="*/ 373 w 541324"/>
                      <a:gd name="connsiteY1" fmla="*/ 576692 h 1054949"/>
                      <a:gd name="connsiteX2" fmla="*/ 258390 w 541324"/>
                      <a:gd name="connsiteY2" fmla="*/ 2 h 1054949"/>
                      <a:gd name="connsiteX3" fmla="*/ 538979 w 541324"/>
                      <a:gd name="connsiteY3" fmla="*/ 624313 h 1054949"/>
                      <a:gd name="connsiteX4" fmla="*/ 449843 w 541324"/>
                      <a:gd name="connsiteY4" fmla="*/ 1054914 h 1054949"/>
                      <a:gd name="connsiteX0" fmla="*/ 83529 w 539853"/>
                      <a:gd name="connsiteY0" fmla="*/ 1052938 h 1054949"/>
                      <a:gd name="connsiteX1" fmla="*/ 373 w 539853"/>
                      <a:gd name="connsiteY1" fmla="*/ 576692 h 1054949"/>
                      <a:gd name="connsiteX2" fmla="*/ 258390 w 539853"/>
                      <a:gd name="connsiteY2" fmla="*/ 2 h 1054949"/>
                      <a:gd name="connsiteX3" fmla="*/ 538979 w 539853"/>
                      <a:gd name="connsiteY3" fmla="*/ 624313 h 1054949"/>
                      <a:gd name="connsiteX4" fmla="*/ 449843 w 539853"/>
                      <a:gd name="connsiteY4" fmla="*/ 1054914 h 1054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9853" h="1054949">
                        <a:moveTo>
                          <a:pt x="83529" y="1052938"/>
                        </a:moveTo>
                        <a:cubicBezTo>
                          <a:pt x="30617" y="1049287"/>
                          <a:pt x="-4005" y="753133"/>
                          <a:pt x="373" y="576692"/>
                        </a:cubicBezTo>
                        <a:cubicBezTo>
                          <a:pt x="7609" y="348816"/>
                          <a:pt x="71467" y="638"/>
                          <a:pt x="258390" y="2"/>
                        </a:cubicBezTo>
                        <a:cubicBezTo>
                          <a:pt x="445313" y="-634"/>
                          <a:pt x="550628" y="296989"/>
                          <a:pt x="538979" y="624313"/>
                        </a:cubicBezTo>
                        <a:cubicBezTo>
                          <a:pt x="536504" y="906082"/>
                          <a:pt x="487650" y="1057608"/>
                          <a:pt x="449843" y="1054914"/>
                        </a:cubicBezTo>
                      </a:path>
                    </a:pathLst>
                  </a:custGeom>
                  <a:noFill/>
                  <a:ln w="19050">
                    <a:solidFill>
                      <a:srgbClr val="F6C9A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121917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" name="Oval 9">
                    <a:extLst>
                      <a:ext uri="{FF2B5EF4-FFF2-40B4-BE49-F238E27FC236}">
                        <a16:creationId xmlns:a16="http://schemas.microsoft.com/office/drawing/2014/main" id="{987A1040-D50E-8F24-DD08-A8F2757335A5}"/>
                      </a:ext>
                    </a:extLst>
                  </p:cNvPr>
                  <p:cNvSpPr/>
                  <p:nvPr/>
                </p:nvSpPr>
                <p:spPr>
                  <a:xfrm>
                    <a:off x="1829963" y="2374676"/>
                    <a:ext cx="102244" cy="158591"/>
                  </a:xfrm>
                  <a:custGeom>
                    <a:avLst/>
                    <a:gdLst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0 w 561178"/>
                      <a:gd name="connsiteY4" fmla="*/ 62431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4" fmla="*/ 91440 w 561178"/>
                      <a:gd name="connsiteY4" fmla="*/ 715751 h 1248622"/>
                      <a:gd name="connsiteX0" fmla="*/ 0 w 561178"/>
                      <a:gd name="connsiteY0" fmla="*/ 624311 h 1248622"/>
                      <a:gd name="connsiteX1" fmla="*/ 280589 w 561178"/>
                      <a:gd name="connsiteY1" fmla="*/ 0 h 1248622"/>
                      <a:gd name="connsiteX2" fmla="*/ 561178 w 561178"/>
                      <a:gd name="connsiteY2" fmla="*/ 624311 h 1248622"/>
                      <a:gd name="connsiteX3" fmla="*/ 280589 w 561178"/>
                      <a:gd name="connsiteY3" fmla="*/ 1248622 h 1248622"/>
                      <a:gd name="connsiteX0" fmla="*/ 0 w 567507"/>
                      <a:gd name="connsiteY0" fmla="*/ 624311 h 1057169"/>
                      <a:gd name="connsiteX1" fmla="*/ 280589 w 567507"/>
                      <a:gd name="connsiteY1" fmla="*/ 0 h 1057169"/>
                      <a:gd name="connsiteX2" fmla="*/ 561178 w 567507"/>
                      <a:gd name="connsiteY2" fmla="*/ 624311 h 1057169"/>
                      <a:gd name="connsiteX3" fmla="*/ 452039 w 567507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57169"/>
                      <a:gd name="connsiteX1" fmla="*/ 280589 w 561178"/>
                      <a:gd name="connsiteY1" fmla="*/ 0 h 1057169"/>
                      <a:gd name="connsiteX2" fmla="*/ 561178 w 561178"/>
                      <a:gd name="connsiteY2" fmla="*/ 624311 h 1057169"/>
                      <a:gd name="connsiteX3" fmla="*/ 452039 w 561178"/>
                      <a:gd name="connsiteY3" fmla="*/ 1057169 h 105716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63469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561178"/>
                      <a:gd name="connsiteY0" fmla="*/ 624311 h 1022879"/>
                      <a:gd name="connsiteX1" fmla="*/ 280589 w 561178"/>
                      <a:gd name="connsiteY1" fmla="*/ 0 h 1022879"/>
                      <a:gd name="connsiteX2" fmla="*/ 561178 w 561178"/>
                      <a:gd name="connsiteY2" fmla="*/ 624311 h 1022879"/>
                      <a:gd name="connsiteX3" fmla="*/ 472042 w 561178"/>
                      <a:gd name="connsiteY3" fmla="*/ 1022879 h 1022879"/>
                      <a:gd name="connsiteX0" fmla="*/ 0 w 461165"/>
                      <a:gd name="connsiteY0" fmla="*/ 1050427 h 1050427"/>
                      <a:gd name="connsiteX1" fmla="*/ 180576 w 461165"/>
                      <a:gd name="connsiteY1" fmla="*/ 8921 h 1050427"/>
                      <a:gd name="connsiteX2" fmla="*/ 461165 w 461165"/>
                      <a:gd name="connsiteY2" fmla="*/ 633232 h 1050427"/>
                      <a:gd name="connsiteX3" fmla="*/ 372029 w 461165"/>
                      <a:gd name="connsiteY3" fmla="*/ 1031800 h 1050427"/>
                      <a:gd name="connsiteX0" fmla="*/ 48298 w 509463"/>
                      <a:gd name="connsiteY0" fmla="*/ 1050427 h 1050427"/>
                      <a:gd name="connsiteX1" fmla="*/ 228874 w 509463"/>
                      <a:gd name="connsiteY1" fmla="*/ 8921 h 1050427"/>
                      <a:gd name="connsiteX2" fmla="*/ 509463 w 509463"/>
                      <a:gd name="connsiteY2" fmla="*/ 633232 h 1050427"/>
                      <a:gd name="connsiteX3" fmla="*/ 420327 w 509463"/>
                      <a:gd name="connsiteY3" fmla="*/ 1031800 h 1050427"/>
                      <a:gd name="connsiteX0" fmla="*/ 74908 w 536073"/>
                      <a:gd name="connsiteY0" fmla="*/ 1041620 h 1041620"/>
                      <a:gd name="connsiteX1" fmla="*/ 6040 w 536073"/>
                      <a:gd name="connsiteY1" fmla="*/ 576804 h 1041620"/>
                      <a:gd name="connsiteX2" fmla="*/ 255484 w 536073"/>
                      <a:gd name="connsiteY2" fmla="*/ 114 h 1041620"/>
                      <a:gd name="connsiteX3" fmla="*/ 536073 w 536073"/>
                      <a:gd name="connsiteY3" fmla="*/ 624425 h 1041620"/>
                      <a:gd name="connsiteX4" fmla="*/ 446937 w 536073"/>
                      <a:gd name="connsiteY4" fmla="*/ 1022993 h 1041620"/>
                      <a:gd name="connsiteX0" fmla="*/ 76998 w 538163"/>
                      <a:gd name="connsiteY0" fmla="*/ 1041620 h 1041620"/>
                      <a:gd name="connsiteX1" fmla="*/ 8130 w 538163"/>
                      <a:gd name="connsiteY1" fmla="*/ 576804 h 1041620"/>
                      <a:gd name="connsiteX2" fmla="*/ 257574 w 538163"/>
                      <a:gd name="connsiteY2" fmla="*/ 114 h 1041620"/>
                      <a:gd name="connsiteX3" fmla="*/ 538163 w 538163"/>
                      <a:gd name="connsiteY3" fmla="*/ 624425 h 1041620"/>
                      <a:gd name="connsiteX4" fmla="*/ 449027 w 538163"/>
                      <a:gd name="connsiteY4" fmla="*/ 1022993 h 1041620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76998 w 538163"/>
                      <a:gd name="connsiteY0" fmla="*/ 1043092 h 1043092"/>
                      <a:gd name="connsiteX1" fmla="*/ 8130 w 538163"/>
                      <a:gd name="connsiteY1" fmla="*/ 578276 h 1043092"/>
                      <a:gd name="connsiteX2" fmla="*/ 257574 w 538163"/>
                      <a:gd name="connsiteY2" fmla="*/ 1586 h 1043092"/>
                      <a:gd name="connsiteX3" fmla="*/ 538163 w 538163"/>
                      <a:gd name="connsiteY3" fmla="*/ 625897 h 1043092"/>
                      <a:gd name="connsiteX4" fmla="*/ 449027 w 538163"/>
                      <a:gd name="connsiteY4" fmla="*/ 1024465 h 1043092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84841 w 546006"/>
                      <a:gd name="connsiteY0" fmla="*/ 1041637 h 1041637"/>
                      <a:gd name="connsiteX1" fmla="*/ 7400 w 546006"/>
                      <a:gd name="connsiteY1" fmla="*/ 576821 h 1041637"/>
                      <a:gd name="connsiteX2" fmla="*/ 265417 w 546006"/>
                      <a:gd name="connsiteY2" fmla="*/ 131 h 1041637"/>
                      <a:gd name="connsiteX3" fmla="*/ 546006 w 546006"/>
                      <a:gd name="connsiteY3" fmla="*/ 624442 h 1041637"/>
                      <a:gd name="connsiteX4" fmla="*/ 456870 w 546006"/>
                      <a:gd name="connsiteY4" fmla="*/ 1023010 h 1041637"/>
                      <a:gd name="connsiteX0" fmla="*/ 77749 w 538914"/>
                      <a:gd name="connsiteY0" fmla="*/ 1041637 h 1041637"/>
                      <a:gd name="connsiteX1" fmla="*/ 308 w 538914"/>
                      <a:gd name="connsiteY1" fmla="*/ 576821 h 1041637"/>
                      <a:gd name="connsiteX2" fmla="*/ 258325 w 538914"/>
                      <a:gd name="connsiteY2" fmla="*/ 131 h 1041637"/>
                      <a:gd name="connsiteX3" fmla="*/ 538914 w 538914"/>
                      <a:gd name="connsiteY3" fmla="*/ 624442 h 1041637"/>
                      <a:gd name="connsiteX4" fmla="*/ 449778 w 538914"/>
                      <a:gd name="connsiteY4" fmla="*/ 1023010 h 1041637"/>
                      <a:gd name="connsiteX0" fmla="*/ 77749 w 538914"/>
                      <a:gd name="connsiteY0" fmla="*/ 1045001 h 1045001"/>
                      <a:gd name="connsiteX1" fmla="*/ 308 w 538914"/>
                      <a:gd name="connsiteY1" fmla="*/ 580185 h 1045001"/>
                      <a:gd name="connsiteX2" fmla="*/ 258325 w 538914"/>
                      <a:gd name="connsiteY2" fmla="*/ 3495 h 1045001"/>
                      <a:gd name="connsiteX3" fmla="*/ 538914 w 538914"/>
                      <a:gd name="connsiteY3" fmla="*/ 627806 h 1045001"/>
                      <a:gd name="connsiteX4" fmla="*/ 449778 w 538914"/>
                      <a:gd name="connsiteY4" fmla="*/ 1026374 h 1045001"/>
                      <a:gd name="connsiteX0" fmla="*/ 77749 w 538914"/>
                      <a:gd name="connsiteY0" fmla="*/ 1041508 h 1041508"/>
                      <a:gd name="connsiteX1" fmla="*/ 308 w 538914"/>
                      <a:gd name="connsiteY1" fmla="*/ 576692 h 1041508"/>
                      <a:gd name="connsiteX2" fmla="*/ 258325 w 538914"/>
                      <a:gd name="connsiteY2" fmla="*/ 2 h 1041508"/>
                      <a:gd name="connsiteX3" fmla="*/ 538914 w 538914"/>
                      <a:gd name="connsiteY3" fmla="*/ 624313 h 1041508"/>
                      <a:gd name="connsiteX4" fmla="*/ 449778 w 538914"/>
                      <a:gd name="connsiteY4" fmla="*/ 1022881 h 1041508"/>
                      <a:gd name="connsiteX0" fmla="*/ 83431 w 538881"/>
                      <a:gd name="connsiteY0" fmla="*/ 1052938 h 1052938"/>
                      <a:gd name="connsiteX1" fmla="*/ 275 w 538881"/>
                      <a:gd name="connsiteY1" fmla="*/ 576692 h 1052938"/>
                      <a:gd name="connsiteX2" fmla="*/ 258292 w 538881"/>
                      <a:gd name="connsiteY2" fmla="*/ 2 h 1052938"/>
                      <a:gd name="connsiteX3" fmla="*/ 538881 w 538881"/>
                      <a:gd name="connsiteY3" fmla="*/ 624313 h 1052938"/>
                      <a:gd name="connsiteX4" fmla="*/ 449745 w 538881"/>
                      <a:gd name="connsiteY4" fmla="*/ 1022881 h 1052938"/>
                      <a:gd name="connsiteX0" fmla="*/ 83670 w 539120"/>
                      <a:gd name="connsiteY0" fmla="*/ 1052938 h 1052938"/>
                      <a:gd name="connsiteX1" fmla="*/ 514 w 539120"/>
                      <a:gd name="connsiteY1" fmla="*/ 576692 h 1052938"/>
                      <a:gd name="connsiteX2" fmla="*/ 258531 w 539120"/>
                      <a:gd name="connsiteY2" fmla="*/ 2 h 1052938"/>
                      <a:gd name="connsiteX3" fmla="*/ 539120 w 539120"/>
                      <a:gd name="connsiteY3" fmla="*/ 624313 h 1052938"/>
                      <a:gd name="connsiteX4" fmla="*/ 449984 w 539120"/>
                      <a:gd name="connsiteY4" fmla="*/ 1022881 h 1052938"/>
                      <a:gd name="connsiteX0" fmla="*/ 83529 w 538979"/>
                      <a:gd name="connsiteY0" fmla="*/ 1052938 h 1053548"/>
                      <a:gd name="connsiteX1" fmla="*/ 373 w 538979"/>
                      <a:gd name="connsiteY1" fmla="*/ 576692 h 1053548"/>
                      <a:gd name="connsiteX2" fmla="*/ 258390 w 538979"/>
                      <a:gd name="connsiteY2" fmla="*/ 2 h 1053548"/>
                      <a:gd name="connsiteX3" fmla="*/ 538979 w 538979"/>
                      <a:gd name="connsiteY3" fmla="*/ 624313 h 1053548"/>
                      <a:gd name="connsiteX4" fmla="*/ 449843 w 538979"/>
                      <a:gd name="connsiteY4" fmla="*/ 1022881 h 105354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2938"/>
                      <a:gd name="connsiteX1" fmla="*/ 373 w 538979"/>
                      <a:gd name="connsiteY1" fmla="*/ 576692 h 1052938"/>
                      <a:gd name="connsiteX2" fmla="*/ 258390 w 538979"/>
                      <a:gd name="connsiteY2" fmla="*/ 2 h 1052938"/>
                      <a:gd name="connsiteX3" fmla="*/ 538979 w 538979"/>
                      <a:gd name="connsiteY3" fmla="*/ 624313 h 1052938"/>
                      <a:gd name="connsiteX4" fmla="*/ 449843 w 538979"/>
                      <a:gd name="connsiteY4" fmla="*/ 1022881 h 1052938"/>
                      <a:gd name="connsiteX0" fmla="*/ 83529 w 538979"/>
                      <a:gd name="connsiteY0" fmla="*/ 1052938 h 1055516"/>
                      <a:gd name="connsiteX1" fmla="*/ 373 w 538979"/>
                      <a:gd name="connsiteY1" fmla="*/ 576692 h 1055516"/>
                      <a:gd name="connsiteX2" fmla="*/ 258390 w 538979"/>
                      <a:gd name="connsiteY2" fmla="*/ 2 h 1055516"/>
                      <a:gd name="connsiteX3" fmla="*/ 538979 w 538979"/>
                      <a:gd name="connsiteY3" fmla="*/ 624313 h 1055516"/>
                      <a:gd name="connsiteX4" fmla="*/ 449843 w 538979"/>
                      <a:gd name="connsiteY4" fmla="*/ 1054914 h 1055516"/>
                      <a:gd name="connsiteX0" fmla="*/ 83529 w 538979"/>
                      <a:gd name="connsiteY0" fmla="*/ 1052938 h 1054951"/>
                      <a:gd name="connsiteX1" fmla="*/ 373 w 538979"/>
                      <a:gd name="connsiteY1" fmla="*/ 576692 h 1054951"/>
                      <a:gd name="connsiteX2" fmla="*/ 258390 w 538979"/>
                      <a:gd name="connsiteY2" fmla="*/ 2 h 1054951"/>
                      <a:gd name="connsiteX3" fmla="*/ 538979 w 538979"/>
                      <a:gd name="connsiteY3" fmla="*/ 624313 h 1054951"/>
                      <a:gd name="connsiteX4" fmla="*/ 449843 w 538979"/>
                      <a:gd name="connsiteY4" fmla="*/ 1054914 h 1054951"/>
                      <a:gd name="connsiteX0" fmla="*/ 83529 w 538979"/>
                      <a:gd name="connsiteY0" fmla="*/ 1052938 h 1054949"/>
                      <a:gd name="connsiteX1" fmla="*/ 373 w 538979"/>
                      <a:gd name="connsiteY1" fmla="*/ 576692 h 1054949"/>
                      <a:gd name="connsiteX2" fmla="*/ 258390 w 538979"/>
                      <a:gd name="connsiteY2" fmla="*/ 2 h 1054949"/>
                      <a:gd name="connsiteX3" fmla="*/ 538979 w 538979"/>
                      <a:gd name="connsiteY3" fmla="*/ 624313 h 1054949"/>
                      <a:gd name="connsiteX4" fmla="*/ 449843 w 538979"/>
                      <a:gd name="connsiteY4" fmla="*/ 1054914 h 1054949"/>
                      <a:gd name="connsiteX0" fmla="*/ 83529 w 541324"/>
                      <a:gd name="connsiteY0" fmla="*/ 1052938 h 1054949"/>
                      <a:gd name="connsiteX1" fmla="*/ 373 w 541324"/>
                      <a:gd name="connsiteY1" fmla="*/ 576692 h 1054949"/>
                      <a:gd name="connsiteX2" fmla="*/ 258390 w 541324"/>
                      <a:gd name="connsiteY2" fmla="*/ 2 h 1054949"/>
                      <a:gd name="connsiteX3" fmla="*/ 538979 w 541324"/>
                      <a:gd name="connsiteY3" fmla="*/ 624313 h 1054949"/>
                      <a:gd name="connsiteX4" fmla="*/ 449843 w 541324"/>
                      <a:gd name="connsiteY4" fmla="*/ 1054914 h 1054949"/>
                      <a:gd name="connsiteX0" fmla="*/ 83529 w 539853"/>
                      <a:gd name="connsiteY0" fmla="*/ 1052938 h 1054949"/>
                      <a:gd name="connsiteX1" fmla="*/ 373 w 539853"/>
                      <a:gd name="connsiteY1" fmla="*/ 576692 h 1054949"/>
                      <a:gd name="connsiteX2" fmla="*/ 258390 w 539853"/>
                      <a:gd name="connsiteY2" fmla="*/ 2 h 1054949"/>
                      <a:gd name="connsiteX3" fmla="*/ 538979 w 539853"/>
                      <a:gd name="connsiteY3" fmla="*/ 624313 h 1054949"/>
                      <a:gd name="connsiteX4" fmla="*/ 449843 w 539853"/>
                      <a:gd name="connsiteY4" fmla="*/ 1054914 h 1054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9853" h="1054949">
                        <a:moveTo>
                          <a:pt x="83529" y="1052938"/>
                        </a:moveTo>
                        <a:cubicBezTo>
                          <a:pt x="30617" y="1049287"/>
                          <a:pt x="-4005" y="753133"/>
                          <a:pt x="373" y="576692"/>
                        </a:cubicBezTo>
                        <a:cubicBezTo>
                          <a:pt x="7609" y="348816"/>
                          <a:pt x="71467" y="638"/>
                          <a:pt x="258390" y="2"/>
                        </a:cubicBezTo>
                        <a:cubicBezTo>
                          <a:pt x="445313" y="-634"/>
                          <a:pt x="550628" y="296989"/>
                          <a:pt x="538979" y="624313"/>
                        </a:cubicBezTo>
                        <a:cubicBezTo>
                          <a:pt x="536504" y="906082"/>
                          <a:pt x="487650" y="1057608"/>
                          <a:pt x="449843" y="1054914"/>
                        </a:cubicBezTo>
                      </a:path>
                    </a:pathLst>
                  </a:custGeom>
                  <a:noFill/>
                  <a:ln w="19050">
                    <a:solidFill>
                      <a:srgbClr val="F6C9A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121917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" name="Oval 4">
                    <a:extLst>
                      <a:ext uri="{FF2B5EF4-FFF2-40B4-BE49-F238E27FC236}">
                        <a16:creationId xmlns:a16="http://schemas.microsoft.com/office/drawing/2014/main" id="{B078130B-3D75-18CD-1BE4-819A0D5E5065}"/>
                      </a:ext>
                    </a:extLst>
                  </p:cNvPr>
                  <p:cNvSpPr/>
                  <p:nvPr/>
                </p:nvSpPr>
                <p:spPr>
                  <a:xfrm flipH="1">
                    <a:off x="1892929" y="2375530"/>
                    <a:ext cx="192465" cy="157706"/>
                  </a:xfrm>
                  <a:custGeom>
                    <a:avLst/>
                    <a:gdLst>
                      <a:gd name="connsiteX0" fmla="*/ 0 w 561178"/>
                      <a:gd name="connsiteY0" fmla="*/ 575973 h 1151945"/>
                      <a:gd name="connsiteX1" fmla="*/ 280589 w 561178"/>
                      <a:gd name="connsiteY1" fmla="*/ 0 h 1151945"/>
                      <a:gd name="connsiteX2" fmla="*/ 561178 w 561178"/>
                      <a:gd name="connsiteY2" fmla="*/ 575973 h 1151945"/>
                      <a:gd name="connsiteX3" fmla="*/ 280589 w 561178"/>
                      <a:gd name="connsiteY3" fmla="*/ 1151946 h 1151945"/>
                      <a:gd name="connsiteX4" fmla="*/ 0 w 561178"/>
                      <a:gd name="connsiteY4" fmla="*/ 575973 h 1151945"/>
                      <a:gd name="connsiteX0" fmla="*/ 0 w 561178"/>
                      <a:gd name="connsiteY0" fmla="*/ 575973 h 1151946"/>
                      <a:gd name="connsiteX1" fmla="*/ 280589 w 561178"/>
                      <a:gd name="connsiteY1" fmla="*/ 0 h 1151946"/>
                      <a:gd name="connsiteX2" fmla="*/ 561178 w 561178"/>
                      <a:gd name="connsiteY2" fmla="*/ 575973 h 1151946"/>
                      <a:gd name="connsiteX3" fmla="*/ 280589 w 561178"/>
                      <a:gd name="connsiteY3" fmla="*/ 1151946 h 1151946"/>
                      <a:gd name="connsiteX4" fmla="*/ 91440 w 561178"/>
                      <a:gd name="connsiteY4" fmla="*/ 667413 h 1151946"/>
                      <a:gd name="connsiteX0" fmla="*/ 0 w 561178"/>
                      <a:gd name="connsiteY0" fmla="*/ 575973 h 1151946"/>
                      <a:gd name="connsiteX1" fmla="*/ 280589 w 561178"/>
                      <a:gd name="connsiteY1" fmla="*/ 0 h 1151946"/>
                      <a:gd name="connsiteX2" fmla="*/ 561178 w 561178"/>
                      <a:gd name="connsiteY2" fmla="*/ 575973 h 1151946"/>
                      <a:gd name="connsiteX3" fmla="*/ 280589 w 561178"/>
                      <a:gd name="connsiteY3" fmla="*/ 1151946 h 1151946"/>
                      <a:gd name="connsiteX0" fmla="*/ 0 w 566944"/>
                      <a:gd name="connsiteY0" fmla="*/ 575973 h 1063455"/>
                      <a:gd name="connsiteX1" fmla="*/ 280589 w 566944"/>
                      <a:gd name="connsiteY1" fmla="*/ 0 h 1063455"/>
                      <a:gd name="connsiteX2" fmla="*/ 561178 w 566944"/>
                      <a:gd name="connsiteY2" fmla="*/ 575973 h 1063455"/>
                      <a:gd name="connsiteX3" fmla="*/ 450195 w 566944"/>
                      <a:gd name="connsiteY3" fmla="*/ 1063455 h 1063455"/>
                      <a:gd name="connsiteX0" fmla="*/ 0 w 561178"/>
                      <a:gd name="connsiteY0" fmla="*/ 575973 h 1063455"/>
                      <a:gd name="connsiteX1" fmla="*/ 280589 w 561178"/>
                      <a:gd name="connsiteY1" fmla="*/ 0 h 1063455"/>
                      <a:gd name="connsiteX2" fmla="*/ 561178 w 561178"/>
                      <a:gd name="connsiteY2" fmla="*/ 575973 h 1063455"/>
                      <a:gd name="connsiteX3" fmla="*/ 450195 w 561178"/>
                      <a:gd name="connsiteY3" fmla="*/ 1063455 h 106345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5"/>
                      <a:gd name="connsiteX1" fmla="*/ 280589 w 561178"/>
                      <a:gd name="connsiteY1" fmla="*/ 0 h 1052025"/>
                      <a:gd name="connsiteX2" fmla="*/ 561178 w 561178"/>
                      <a:gd name="connsiteY2" fmla="*/ 575973 h 1052025"/>
                      <a:gd name="connsiteX3" fmla="*/ 444480 w 561178"/>
                      <a:gd name="connsiteY3" fmla="*/ 1052025 h 1052025"/>
                      <a:gd name="connsiteX0" fmla="*/ 0 w 561178"/>
                      <a:gd name="connsiteY0" fmla="*/ 575973 h 1052026"/>
                      <a:gd name="connsiteX1" fmla="*/ 280589 w 561178"/>
                      <a:gd name="connsiteY1" fmla="*/ 0 h 1052026"/>
                      <a:gd name="connsiteX2" fmla="*/ 561178 w 561178"/>
                      <a:gd name="connsiteY2" fmla="*/ 575973 h 1052026"/>
                      <a:gd name="connsiteX3" fmla="*/ 444480 w 561178"/>
                      <a:gd name="connsiteY3" fmla="*/ 1052025 h 1052026"/>
                      <a:gd name="connsiteX0" fmla="*/ 0 w 561178"/>
                      <a:gd name="connsiteY0" fmla="*/ 575973 h 1052026"/>
                      <a:gd name="connsiteX1" fmla="*/ 280589 w 561178"/>
                      <a:gd name="connsiteY1" fmla="*/ 0 h 1052026"/>
                      <a:gd name="connsiteX2" fmla="*/ 561178 w 561178"/>
                      <a:gd name="connsiteY2" fmla="*/ 575973 h 1052026"/>
                      <a:gd name="connsiteX3" fmla="*/ 444480 w 561178"/>
                      <a:gd name="connsiteY3" fmla="*/ 1052025 h 1052026"/>
                      <a:gd name="connsiteX0" fmla="*/ 12837 w 574015"/>
                      <a:gd name="connsiteY0" fmla="*/ 576908 h 1052961"/>
                      <a:gd name="connsiteX1" fmla="*/ 23454 w 574015"/>
                      <a:gd name="connsiteY1" fmla="*/ 445290 h 1052961"/>
                      <a:gd name="connsiteX2" fmla="*/ 293426 w 574015"/>
                      <a:gd name="connsiteY2" fmla="*/ 935 h 1052961"/>
                      <a:gd name="connsiteX3" fmla="*/ 574015 w 574015"/>
                      <a:gd name="connsiteY3" fmla="*/ 576908 h 1052961"/>
                      <a:gd name="connsiteX4" fmla="*/ 457317 w 574015"/>
                      <a:gd name="connsiteY4" fmla="*/ 1052960 h 1052961"/>
                      <a:gd name="connsiteX0" fmla="*/ 0 w 953773"/>
                      <a:gd name="connsiteY0" fmla="*/ 576908 h 1052961"/>
                      <a:gd name="connsiteX1" fmla="*/ 403212 w 953773"/>
                      <a:gd name="connsiteY1" fmla="*/ 445290 h 1052961"/>
                      <a:gd name="connsiteX2" fmla="*/ 673184 w 953773"/>
                      <a:gd name="connsiteY2" fmla="*/ 935 h 1052961"/>
                      <a:gd name="connsiteX3" fmla="*/ 953773 w 953773"/>
                      <a:gd name="connsiteY3" fmla="*/ 576908 h 1052961"/>
                      <a:gd name="connsiteX4" fmla="*/ 837075 w 953773"/>
                      <a:gd name="connsiteY4" fmla="*/ 1052960 h 1052961"/>
                      <a:gd name="connsiteX0" fmla="*/ 0 w 953773"/>
                      <a:gd name="connsiteY0" fmla="*/ 576093 h 1052146"/>
                      <a:gd name="connsiteX1" fmla="*/ 413365 w 953773"/>
                      <a:gd name="connsiteY1" fmla="*/ 525624 h 1052146"/>
                      <a:gd name="connsiteX2" fmla="*/ 673184 w 953773"/>
                      <a:gd name="connsiteY2" fmla="*/ 120 h 1052146"/>
                      <a:gd name="connsiteX3" fmla="*/ 953773 w 953773"/>
                      <a:gd name="connsiteY3" fmla="*/ 576093 h 1052146"/>
                      <a:gd name="connsiteX4" fmla="*/ 837075 w 953773"/>
                      <a:gd name="connsiteY4" fmla="*/ 1052145 h 1052146"/>
                      <a:gd name="connsiteX0" fmla="*/ 0 w 953773"/>
                      <a:gd name="connsiteY0" fmla="*/ 576247 h 1052300"/>
                      <a:gd name="connsiteX1" fmla="*/ 413365 w 953773"/>
                      <a:gd name="connsiteY1" fmla="*/ 525778 h 1052300"/>
                      <a:gd name="connsiteX2" fmla="*/ 673184 w 953773"/>
                      <a:gd name="connsiteY2" fmla="*/ 274 h 1052300"/>
                      <a:gd name="connsiteX3" fmla="*/ 953773 w 953773"/>
                      <a:gd name="connsiteY3" fmla="*/ 576247 h 1052300"/>
                      <a:gd name="connsiteX4" fmla="*/ 837075 w 953773"/>
                      <a:gd name="connsiteY4" fmla="*/ 1052299 h 1052300"/>
                      <a:gd name="connsiteX0" fmla="*/ 0 w 953773"/>
                      <a:gd name="connsiteY0" fmla="*/ 575975 h 1052028"/>
                      <a:gd name="connsiteX1" fmla="*/ 413365 w 953773"/>
                      <a:gd name="connsiteY1" fmla="*/ 525506 h 1052028"/>
                      <a:gd name="connsiteX2" fmla="*/ 673184 w 953773"/>
                      <a:gd name="connsiteY2" fmla="*/ 2 h 1052028"/>
                      <a:gd name="connsiteX3" fmla="*/ 953773 w 953773"/>
                      <a:gd name="connsiteY3" fmla="*/ 575975 h 1052028"/>
                      <a:gd name="connsiteX4" fmla="*/ 837075 w 953773"/>
                      <a:gd name="connsiteY4" fmla="*/ 1052027 h 1052028"/>
                      <a:gd name="connsiteX0" fmla="*/ 0 w 953773"/>
                      <a:gd name="connsiteY0" fmla="*/ 576113 h 1052166"/>
                      <a:gd name="connsiteX1" fmla="*/ 437056 w 953773"/>
                      <a:gd name="connsiteY1" fmla="*/ 539169 h 1052166"/>
                      <a:gd name="connsiteX2" fmla="*/ 673184 w 953773"/>
                      <a:gd name="connsiteY2" fmla="*/ 140 h 1052166"/>
                      <a:gd name="connsiteX3" fmla="*/ 953773 w 953773"/>
                      <a:gd name="connsiteY3" fmla="*/ 576113 h 1052166"/>
                      <a:gd name="connsiteX4" fmla="*/ 837075 w 953773"/>
                      <a:gd name="connsiteY4" fmla="*/ 1052165 h 1052166"/>
                      <a:gd name="connsiteX0" fmla="*/ 0 w 953773"/>
                      <a:gd name="connsiteY0" fmla="*/ 576113 h 1052166"/>
                      <a:gd name="connsiteX1" fmla="*/ 437056 w 953773"/>
                      <a:gd name="connsiteY1" fmla="*/ 539169 h 1052166"/>
                      <a:gd name="connsiteX2" fmla="*/ 673184 w 953773"/>
                      <a:gd name="connsiteY2" fmla="*/ 140 h 1052166"/>
                      <a:gd name="connsiteX3" fmla="*/ 953773 w 953773"/>
                      <a:gd name="connsiteY3" fmla="*/ 576113 h 1052166"/>
                      <a:gd name="connsiteX4" fmla="*/ 837075 w 953773"/>
                      <a:gd name="connsiteY4" fmla="*/ 1052165 h 1052166"/>
                      <a:gd name="connsiteX0" fmla="*/ 0 w 1021462"/>
                      <a:gd name="connsiteY0" fmla="*/ 576114 h 1052166"/>
                      <a:gd name="connsiteX1" fmla="*/ 504745 w 1021462"/>
                      <a:gd name="connsiteY1" fmla="*/ 539169 h 1052166"/>
                      <a:gd name="connsiteX2" fmla="*/ 740873 w 1021462"/>
                      <a:gd name="connsiteY2" fmla="*/ 140 h 1052166"/>
                      <a:gd name="connsiteX3" fmla="*/ 1021462 w 1021462"/>
                      <a:gd name="connsiteY3" fmla="*/ 576113 h 1052166"/>
                      <a:gd name="connsiteX4" fmla="*/ 904764 w 1021462"/>
                      <a:gd name="connsiteY4" fmla="*/ 1052165 h 1052166"/>
                      <a:gd name="connsiteX0" fmla="*/ 0 w 1021462"/>
                      <a:gd name="connsiteY0" fmla="*/ 576114 h 1052166"/>
                      <a:gd name="connsiteX1" fmla="*/ 504745 w 1021462"/>
                      <a:gd name="connsiteY1" fmla="*/ 539169 h 1052166"/>
                      <a:gd name="connsiteX2" fmla="*/ 740873 w 1021462"/>
                      <a:gd name="connsiteY2" fmla="*/ 140 h 1052166"/>
                      <a:gd name="connsiteX3" fmla="*/ 1021462 w 1021462"/>
                      <a:gd name="connsiteY3" fmla="*/ 576113 h 1052166"/>
                      <a:gd name="connsiteX4" fmla="*/ 904764 w 1021462"/>
                      <a:gd name="connsiteY4" fmla="*/ 1052165 h 1052166"/>
                      <a:gd name="connsiteX0" fmla="*/ 0 w 1021462"/>
                      <a:gd name="connsiteY0" fmla="*/ 576492 h 1052544"/>
                      <a:gd name="connsiteX1" fmla="*/ 504745 w 1021462"/>
                      <a:gd name="connsiteY1" fmla="*/ 509117 h 1052544"/>
                      <a:gd name="connsiteX2" fmla="*/ 740873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76492 h 1052544"/>
                      <a:gd name="connsiteX1" fmla="*/ 504745 w 1021462"/>
                      <a:gd name="connsiteY1" fmla="*/ 509117 h 1052544"/>
                      <a:gd name="connsiteX2" fmla="*/ 740873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86635 h 1052544"/>
                      <a:gd name="connsiteX1" fmla="*/ 504745 w 1021462"/>
                      <a:gd name="connsiteY1" fmla="*/ 509117 h 1052544"/>
                      <a:gd name="connsiteX2" fmla="*/ 740873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86635 h 1052544"/>
                      <a:gd name="connsiteX1" fmla="*/ 504745 w 1021462"/>
                      <a:gd name="connsiteY1" fmla="*/ 509117 h 1052544"/>
                      <a:gd name="connsiteX2" fmla="*/ 763718 w 1021462"/>
                      <a:gd name="connsiteY2" fmla="*/ 518 h 1052544"/>
                      <a:gd name="connsiteX3" fmla="*/ 1021462 w 1021462"/>
                      <a:gd name="connsiteY3" fmla="*/ 576491 h 1052544"/>
                      <a:gd name="connsiteX4" fmla="*/ 904764 w 1021462"/>
                      <a:gd name="connsiteY4" fmla="*/ 1052543 h 1052544"/>
                      <a:gd name="connsiteX0" fmla="*/ 0 w 1021462"/>
                      <a:gd name="connsiteY0" fmla="*/ 583264 h 1049173"/>
                      <a:gd name="connsiteX1" fmla="*/ 504745 w 1021462"/>
                      <a:gd name="connsiteY1" fmla="*/ 505746 h 1049173"/>
                      <a:gd name="connsiteX2" fmla="*/ 751027 w 1021462"/>
                      <a:gd name="connsiteY2" fmla="*/ 528 h 1049173"/>
                      <a:gd name="connsiteX3" fmla="*/ 1021462 w 1021462"/>
                      <a:gd name="connsiteY3" fmla="*/ 573120 h 1049173"/>
                      <a:gd name="connsiteX4" fmla="*/ 904764 w 1021462"/>
                      <a:gd name="connsiteY4" fmla="*/ 1049172 h 1049173"/>
                      <a:gd name="connsiteX0" fmla="*/ 0 w 1021462"/>
                      <a:gd name="connsiteY0" fmla="*/ 583397 h 1049306"/>
                      <a:gd name="connsiteX1" fmla="*/ 504745 w 1021462"/>
                      <a:gd name="connsiteY1" fmla="*/ 505879 h 1049306"/>
                      <a:gd name="connsiteX2" fmla="*/ 751027 w 1021462"/>
                      <a:gd name="connsiteY2" fmla="*/ 661 h 1049306"/>
                      <a:gd name="connsiteX3" fmla="*/ 1021462 w 1021462"/>
                      <a:gd name="connsiteY3" fmla="*/ 573253 h 1049306"/>
                      <a:gd name="connsiteX4" fmla="*/ 904764 w 1021462"/>
                      <a:gd name="connsiteY4" fmla="*/ 1049305 h 1049306"/>
                      <a:gd name="connsiteX0" fmla="*/ 0 w 1021462"/>
                      <a:gd name="connsiteY0" fmla="*/ 583154 h 1049063"/>
                      <a:gd name="connsiteX1" fmla="*/ 504745 w 1021462"/>
                      <a:gd name="connsiteY1" fmla="*/ 505636 h 1049063"/>
                      <a:gd name="connsiteX2" fmla="*/ 751027 w 1021462"/>
                      <a:gd name="connsiteY2" fmla="*/ 418 h 1049063"/>
                      <a:gd name="connsiteX3" fmla="*/ 1021462 w 1021462"/>
                      <a:gd name="connsiteY3" fmla="*/ 573010 h 1049063"/>
                      <a:gd name="connsiteX4" fmla="*/ 904764 w 1021462"/>
                      <a:gd name="connsiteY4" fmla="*/ 1049062 h 1049063"/>
                      <a:gd name="connsiteX0" fmla="*/ 0 w 1016229"/>
                      <a:gd name="connsiteY0" fmla="*/ 556784 h 1049063"/>
                      <a:gd name="connsiteX1" fmla="*/ 499512 w 1016229"/>
                      <a:gd name="connsiteY1" fmla="*/ 505636 h 1049063"/>
                      <a:gd name="connsiteX2" fmla="*/ 745794 w 1016229"/>
                      <a:gd name="connsiteY2" fmla="*/ 418 h 1049063"/>
                      <a:gd name="connsiteX3" fmla="*/ 1016229 w 1016229"/>
                      <a:gd name="connsiteY3" fmla="*/ 573010 h 1049063"/>
                      <a:gd name="connsiteX4" fmla="*/ 899531 w 1016229"/>
                      <a:gd name="connsiteY4" fmla="*/ 1049062 h 10490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6229" h="1049063">
                        <a:moveTo>
                          <a:pt x="0" y="556784"/>
                        </a:moveTo>
                        <a:cubicBezTo>
                          <a:pt x="154069" y="551754"/>
                          <a:pt x="488283" y="634316"/>
                          <a:pt x="499512" y="505636"/>
                        </a:cubicBezTo>
                        <a:cubicBezTo>
                          <a:pt x="529355" y="157179"/>
                          <a:pt x="626677" y="12857"/>
                          <a:pt x="745794" y="418"/>
                        </a:cubicBezTo>
                        <a:cubicBezTo>
                          <a:pt x="864911" y="-12021"/>
                          <a:pt x="1016229" y="254909"/>
                          <a:pt x="1016229" y="573010"/>
                        </a:cubicBezTo>
                        <a:cubicBezTo>
                          <a:pt x="1013372" y="882538"/>
                          <a:pt x="964070" y="1049708"/>
                          <a:pt x="899531" y="1049062"/>
                        </a:cubicBezTo>
                      </a:path>
                    </a:pathLst>
                  </a:custGeom>
                  <a:noFill/>
                  <a:ln w="19050">
                    <a:solidFill>
                      <a:srgbClr val="F6C9AB"/>
                    </a:solidFill>
                    <a:headEnd type="oval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121917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47B156A4-B4E8-4294-B0B1-917D995616A7}"/>
                    </a:ext>
                  </a:extLst>
                </p:cNvPr>
                <p:cNvGrpSpPr/>
                <p:nvPr/>
              </p:nvGrpSpPr>
              <p:grpSpPr>
                <a:xfrm>
                  <a:off x="783771" y="5285253"/>
                  <a:ext cx="3472077" cy="1278429"/>
                  <a:chOff x="-321342" y="1841427"/>
                  <a:chExt cx="6020151" cy="2095740"/>
                </a:xfrm>
              </p:grpSpPr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191BF3B3-8F07-D13E-1F37-BD1047B52D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39684" y="3641228"/>
                    <a:ext cx="2859125" cy="0"/>
                  </a:xfrm>
                  <a:prstGeom prst="line">
                    <a:avLst/>
                  </a:prstGeom>
                  <a:ln w="19050">
                    <a:solidFill>
                      <a:srgbClr val="7387A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A07842CD-722C-C5E9-C132-23B2497868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321342" y="3641228"/>
                    <a:ext cx="2519591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564F37E8-8FEB-011D-3636-EC1061373303}"/>
                      </a:ext>
                    </a:extLst>
                  </p:cNvPr>
                  <p:cNvGrpSpPr/>
                  <p:nvPr/>
                </p:nvGrpSpPr>
                <p:grpSpPr>
                  <a:xfrm>
                    <a:off x="2193416" y="3345288"/>
                    <a:ext cx="646269" cy="591879"/>
                    <a:chOff x="8730513" y="2463584"/>
                    <a:chExt cx="828060" cy="758371"/>
                  </a:xfrm>
                </p:grpSpPr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id="{F5CFF360-8739-6329-3DCD-CB95A2E9A6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30513" y="2463584"/>
                      <a:ext cx="828060" cy="758371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F5EEF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pic>
                  <p:nvPicPr>
                    <p:cNvPr id="54" name="Picture 53">
                      <a:extLst>
                        <a:ext uri="{FF2B5EF4-FFF2-40B4-BE49-F238E27FC236}">
                          <a16:creationId xmlns:a16="http://schemas.microsoft.com/office/drawing/2014/main" id="{EE79FCF9-0DCE-AAEC-0623-ADE24A9B943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>
                      <a:duotone>
                        <a:schemeClr val="accent2">
                          <a:shade val="45000"/>
                          <a:satMod val="135000"/>
                        </a:schemeClr>
                        <a:prstClr val="white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8831029" y="2672632"/>
                      <a:ext cx="627027" cy="340434"/>
                    </a:xfrm>
                    <a:prstGeom prst="rect">
                      <a:avLst/>
                    </a:prstGeom>
                    <a:effectLst>
                      <a:glow rad="127000">
                        <a:schemeClr val="bg1">
                          <a:lumMod val="95000"/>
                          <a:alpha val="20000"/>
                        </a:schemeClr>
                      </a:glow>
                    </a:effectLst>
                  </p:spPr>
                </p:pic>
              </p:grp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9A3AEED5-9A55-06A9-42D5-9004BD4BFD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312440" y="1841427"/>
                    <a:ext cx="1285347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D4B908B8-C07D-E3C5-170C-7D56D2A0FD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72285" y="1841427"/>
                    <a:ext cx="1026524" cy="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8C231C5D-6710-DBBA-B9D6-E95B55480A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-321342" y="1841427"/>
                    <a:ext cx="0" cy="179980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04001B62-E061-44AB-963B-58C5DC1ED8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98809" y="1841427"/>
                    <a:ext cx="0" cy="1799800"/>
                  </a:xfrm>
                  <a:prstGeom prst="line">
                    <a:avLst/>
                  </a:prstGeom>
                  <a:noFill/>
                  <a:ln w="19050" cap="rnd">
                    <a:solidFill>
                      <a:srgbClr val="7388AD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06B8F8AE-6349-5851-1ED1-E25947CEFB93}"/>
                  </a:ext>
                </a:extLst>
              </p:cNvPr>
              <p:cNvGrpSpPr/>
              <p:nvPr/>
            </p:nvGrpSpPr>
            <p:grpSpPr>
              <a:xfrm>
                <a:off x="8744030" y="948508"/>
                <a:ext cx="614556" cy="681683"/>
                <a:chOff x="5911543" y="2294502"/>
                <a:chExt cx="614556" cy="681683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88267252-5CAF-0857-4CD8-3C15E23764D9}"/>
                    </a:ext>
                  </a:extLst>
                </p:cNvPr>
                <p:cNvGrpSpPr/>
                <p:nvPr/>
              </p:nvGrpSpPr>
              <p:grpSpPr>
                <a:xfrm>
                  <a:off x="5976375" y="2783604"/>
                  <a:ext cx="466924" cy="192581"/>
                  <a:chOff x="5425440" y="5760720"/>
                  <a:chExt cx="812800" cy="335236"/>
                </a:xfrm>
              </p:grpSpPr>
              <p:sp>
                <p:nvSpPr>
                  <p:cNvPr id="72" name="Cylinder 71">
                    <a:extLst>
                      <a:ext uri="{FF2B5EF4-FFF2-40B4-BE49-F238E27FC236}">
                        <a16:creationId xmlns:a16="http://schemas.microsoft.com/office/drawing/2014/main" id="{0A621770-F257-6971-A485-F60FD21ED78D}"/>
                      </a:ext>
                    </a:extLst>
                  </p:cNvPr>
                  <p:cNvSpPr/>
                  <p:nvPr/>
                </p:nvSpPr>
                <p:spPr>
                  <a:xfrm>
                    <a:off x="5425440" y="5841955"/>
                    <a:ext cx="812800" cy="254001"/>
                  </a:xfrm>
                  <a:prstGeom prst="can">
                    <a:avLst>
                      <a:gd name="adj" fmla="val 50000"/>
                    </a:avLst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" name="Rectangle: Rounded Corners 72">
                    <a:extLst>
                      <a:ext uri="{FF2B5EF4-FFF2-40B4-BE49-F238E27FC236}">
                        <a16:creationId xmlns:a16="http://schemas.microsoft.com/office/drawing/2014/main" id="{C5D6DFBD-8D3F-B698-D176-43C2703BCE3A}"/>
                      </a:ext>
                    </a:extLst>
                  </p:cNvPr>
                  <p:cNvSpPr/>
                  <p:nvPr/>
                </p:nvSpPr>
                <p:spPr>
                  <a:xfrm>
                    <a:off x="5638800" y="5760720"/>
                    <a:ext cx="375920" cy="162560"/>
                  </a:xfrm>
                  <a:prstGeom prst="round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775DD023-B587-9046-7CCC-8BA5192271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alphaModFix amt="97000"/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11543" y="2294502"/>
                  <a:ext cx="614556" cy="597075"/>
                </a:xfrm>
                <a:prstGeom prst="rect">
                  <a:avLst/>
                </a:prstGeom>
              </p:spPr>
            </p:pic>
          </p:grp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B16035E6-8BCB-DE5A-788A-3C49ACDBF66A}"/>
                  </a:ext>
                </a:extLst>
              </p:cNvPr>
              <p:cNvSpPr/>
              <p:nvPr/>
            </p:nvSpPr>
            <p:spPr>
              <a:xfrm>
                <a:off x="8987945" y="1067139"/>
                <a:ext cx="100616" cy="111024"/>
              </a:xfrm>
              <a:prstGeom prst="ellipse">
                <a:avLst/>
              </a:prstGeom>
              <a:solidFill>
                <a:srgbClr val="FFFF00">
                  <a:alpha val="16000"/>
                </a:srgb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  <a:effectLst>
                <a:glow rad="342900">
                  <a:srgbClr val="E4EC7A">
                    <a:alpha val="94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31E4D0-1A75-728B-D697-C8EDE48D81F0}"/>
                  </a:ext>
                </a:extLst>
              </p:cNvPr>
              <p:cNvSpPr txBox="1"/>
              <p:nvPr/>
            </p:nvSpPr>
            <p:spPr>
              <a:xfrm>
                <a:off x="9115925" y="2759061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100V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6E0E23F-F3E8-B8A6-B300-1E47B72BD318}"/>
                  </a:ext>
                </a:extLst>
              </p:cNvPr>
              <p:cNvSpPr txBox="1"/>
              <p:nvPr/>
            </p:nvSpPr>
            <p:spPr>
              <a:xfrm>
                <a:off x="8431079" y="1552062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60V</a:t>
                </a:r>
              </a:p>
            </p:txBody>
          </p: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1C1BA61-6A65-151F-570B-00D4656F5DC2}"/>
              </a:ext>
            </a:extLst>
          </p:cNvPr>
          <p:cNvSpPr txBox="1"/>
          <p:nvPr/>
        </p:nvSpPr>
        <p:spPr>
          <a:xfrm>
            <a:off x="10143389" y="1552062"/>
            <a:ext cx="131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40V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FEFD963-D74A-AEFF-33D1-A412A4569A22}"/>
              </a:ext>
            </a:extLst>
          </p:cNvPr>
          <p:cNvSpPr/>
          <p:nvPr/>
        </p:nvSpPr>
        <p:spPr>
          <a:xfrm>
            <a:off x="10027197" y="1723944"/>
            <a:ext cx="914400" cy="416689"/>
          </a:xfrm>
          <a:custGeom>
            <a:avLst/>
            <a:gdLst>
              <a:gd name="connsiteX0" fmla="*/ 69449 w 914400"/>
              <a:gd name="connsiteY0" fmla="*/ 243068 h 416689"/>
              <a:gd name="connsiteX1" fmla="*/ 254643 w 914400"/>
              <a:gd name="connsiteY1" fmla="*/ 0 h 416689"/>
              <a:gd name="connsiteX2" fmla="*/ 300942 w 914400"/>
              <a:gd name="connsiteY2" fmla="*/ 381965 h 416689"/>
              <a:gd name="connsiteX3" fmla="*/ 474562 w 914400"/>
              <a:gd name="connsiteY3" fmla="*/ 57873 h 416689"/>
              <a:gd name="connsiteX4" fmla="*/ 578735 w 914400"/>
              <a:gd name="connsiteY4" fmla="*/ 416689 h 416689"/>
              <a:gd name="connsiteX5" fmla="*/ 740780 w 914400"/>
              <a:gd name="connsiteY5" fmla="*/ 23149 h 416689"/>
              <a:gd name="connsiteX6" fmla="*/ 844952 w 914400"/>
              <a:gd name="connsiteY6" fmla="*/ 370390 h 416689"/>
              <a:gd name="connsiteX7" fmla="*/ 0 w 914400"/>
              <a:gd name="connsiteY7" fmla="*/ 11575 h 416689"/>
              <a:gd name="connsiteX8" fmla="*/ 914400 w 914400"/>
              <a:gd name="connsiteY8" fmla="*/ 196770 h 416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" h="416689">
                <a:moveTo>
                  <a:pt x="69449" y="243068"/>
                </a:moveTo>
                <a:lnTo>
                  <a:pt x="254643" y="0"/>
                </a:lnTo>
                <a:lnTo>
                  <a:pt x="300942" y="381965"/>
                </a:lnTo>
                <a:lnTo>
                  <a:pt x="474562" y="57873"/>
                </a:lnTo>
                <a:lnTo>
                  <a:pt x="578735" y="416689"/>
                </a:lnTo>
                <a:lnTo>
                  <a:pt x="740780" y="23149"/>
                </a:lnTo>
                <a:lnTo>
                  <a:pt x="844952" y="370390"/>
                </a:lnTo>
                <a:lnTo>
                  <a:pt x="0" y="11575"/>
                </a:lnTo>
                <a:lnTo>
                  <a:pt x="914400" y="196770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BB5A45-AA1B-CE92-4BE7-C9A51092C282}"/>
                  </a:ext>
                </a:extLst>
              </p:cNvPr>
              <p:cNvSpPr txBox="1"/>
              <p:nvPr/>
            </p:nvSpPr>
            <p:spPr>
              <a:xfrm>
                <a:off x="9945966" y="913384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BB5A45-AA1B-CE92-4BE7-C9A51092C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966" y="913384"/>
                <a:ext cx="131951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59E79D-CBD9-7FE8-C742-2F5231C6C9FC}"/>
                  </a:ext>
                </a:extLst>
              </p:cNvPr>
              <p:cNvSpPr txBox="1"/>
              <p:nvPr/>
            </p:nvSpPr>
            <p:spPr>
              <a:xfrm>
                <a:off x="8039072" y="3327116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F59E79D-CBD9-7FE8-C742-2F5231C6C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072" y="3327116"/>
                <a:ext cx="13195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B09376C-F756-4DEC-6049-D0A6FBC4DC2D}"/>
                  </a:ext>
                </a:extLst>
              </p:cNvPr>
              <p:cNvSpPr txBox="1"/>
              <p:nvPr/>
            </p:nvSpPr>
            <p:spPr>
              <a:xfrm>
                <a:off x="9327116" y="3240399"/>
                <a:ext cx="1319514" cy="62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I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B09376C-F756-4DEC-6049-D0A6FBC4D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116" y="3240399"/>
                <a:ext cx="1319514" cy="629660"/>
              </a:xfrm>
              <a:prstGeom prst="rect">
                <a:avLst/>
              </a:prstGeom>
              <a:blipFill>
                <a:blip r:embed="rId7"/>
                <a:stretch>
                  <a:fillRect r="-300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19255A2-D8AA-F620-BBF6-B2BBAC89ABA4}"/>
                  </a:ext>
                </a:extLst>
              </p:cNvPr>
              <p:cNvSpPr txBox="1"/>
              <p:nvPr/>
            </p:nvSpPr>
            <p:spPr>
              <a:xfrm>
                <a:off x="8007602" y="3850336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  <m:sup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19255A2-D8AA-F620-BBF6-B2BBAC89A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602" y="3850336"/>
                <a:ext cx="131951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C31BCE-4AF8-9820-94BA-D9A99ECD5AAF}"/>
                  </a:ext>
                </a:extLst>
              </p:cNvPr>
              <p:cNvSpPr txBox="1"/>
              <p:nvPr/>
            </p:nvSpPr>
            <p:spPr>
              <a:xfrm>
                <a:off x="9295646" y="3870059"/>
                <a:ext cx="16349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e>
                        <m:sup>
                          <m: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C31BCE-4AF8-9820-94BA-D9A99ECD5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646" y="3870059"/>
                <a:ext cx="163497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97ED764-8ECC-3757-E1E9-6A19378E2CC5}"/>
                  </a:ext>
                </a:extLst>
              </p:cNvPr>
              <p:cNvSpPr txBox="1"/>
              <p:nvPr/>
            </p:nvSpPr>
            <p:spPr>
              <a:xfrm>
                <a:off x="8023065" y="4343934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97ED764-8ECC-3757-E1E9-6A19378E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065" y="4343934"/>
                <a:ext cx="131951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10635F7-74D8-BBA9-4C0F-B342A35B8CA4}"/>
                  </a:ext>
                </a:extLst>
              </p:cNvPr>
              <p:cNvSpPr txBox="1"/>
              <p:nvPr/>
            </p:nvSpPr>
            <p:spPr>
              <a:xfrm>
                <a:off x="9147382" y="4354446"/>
                <a:ext cx="9308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IN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10635F7-74D8-BBA9-4C0F-B342A35B8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7382" y="4354446"/>
                <a:ext cx="93087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FDD56D7-479F-A94A-FFF5-BE0FEE705B07}"/>
                  </a:ext>
                </a:extLst>
              </p:cNvPr>
              <p:cNvSpPr txBox="1"/>
              <p:nvPr/>
            </p:nvSpPr>
            <p:spPr>
              <a:xfrm>
                <a:off x="8023065" y="4817809"/>
                <a:ext cx="13195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FDD56D7-479F-A94A-FFF5-BE0FEE705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065" y="4817809"/>
                <a:ext cx="131951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3FEC852-7522-98BC-1822-60A6BBFF28A6}"/>
                  </a:ext>
                </a:extLst>
              </p:cNvPr>
              <p:cNvSpPr txBox="1"/>
              <p:nvPr/>
            </p:nvSpPr>
            <p:spPr>
              <a:xfrm>
                <a:off x="8881164" y="4828321"/>
                <a:ext cx="9308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3FEC852-7522-98BC-1822-60A6BBFF2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1164" y="4828321"/>
                <a:ext cx="93087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F8EAB0E-9454-695E-9209-93AABD25F28F}"/>
                  </a:ext>
                </a:extLst>
              </p:cNvPr>
              <p:cNvSpPr txBox="1"/>
              <p:nvPr/>
            </p:nvSpPr>
            <p:spPr>
              <a:xfrm>
                <a:off x="7830098" y="5420390"/>
                <a:ext cx="1319514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F8EAB0E-9454-695E-9209-93AABD25F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098" y="5420390"/>
                <a:ext cx="1319514" cy="8989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E643C8B-D32C-798D-8C0D-1BD87C01EC36}"/>
                  </a:ext>
                </a:extLst>
              </p:cNvPr>
              <p:cNvSpPr txBox="1"/>
              <p:nvPr/>
            </p:nvSpPr>
            <p:spPr>
              <a:xfrm>
                <a:off x="8822529" y="5420390"/>
                <a:ext cx="1319514" cy="901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E643C8B-D32C-798D-8C0D-1BD87C01E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529" y="5420390"/>
                <a:ext cx="1319514" cy="90172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41CD2F45-9D5E-2E30-EDFE-B7CA4C248D6F}"/>
              </a:ext>
            </a:extLst>
          </p:cNvPr>
          <p:cNvSpPr txBox="1"/>
          <p:nvPr/>
        </p:nvSpPr>
        <p:spPr>
          <a:xfrm>
            <a:off x="301894" y="3681058"/>
            <a:ext cx="50980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Ideal Choke coil is basically inductor so it will share voltage but no power loss.</a:t>
            </a:r>
          </a:p>
        </p:txBody>
      </p:sp>
    </p:spTree>
    <p:extLst>
      <p:ext uri="{BB962C8B-B14F-4D97-AF65-F5344CB8AC3E}">
        <p14:creationId xmlns:p14="http://schemas.microsoft.com/office/powerpoint/2010/main" val="47994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 animBg="1"/>
      <p:bldP spid="31" grpId="0"/>
      <p:bldP spid="32" grpId="0"/>
      <p:bldP spid="33" grpId="0"/>
      <p:bldP spid="34" grpId="0"/>
      <p:bldP spid="67" grpId="0"/>
      <p:bldP spid="75" grpId="0"/>
      <p:bldP spid="76" grpId="0"/>
      <p:bldP spid="77" grpId="0"/>
      <p:bldP spid="80" grpId="0"/>
      <p:bldP spid="86" grpId="0"/>
      <p:bldP spid="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1EF86C-17ED-002D-6657-1ED8FECD5D07}"/>
              </a:ext>
            </a:extLst>
          </p:cNvPr>
          <p:cNvSpPr txBox="1"/>
          <p:nvPr/>
        </p:nvSpPr>
        <p:spPr>
          <a:xfrm>
            <a:off x="476864" y="1088574"/>
            <a:ext cx="783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Real Choke coil is inductor + Resistor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EF687-F6AA-D87D-A882-EAEE4C318089}"/>
              </a:ext>
            </a:extLst>
          </p:cNvPr>
          <p:cNvSpPr txBox="1"/>
          <p:nvPr/>
        </p:nvSpPr>
        <p:spPr>
          <a:xfrm>
            <a:off x="476864" y="1611794"/>
            <a:ext cx="6366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Ideal Choke coil is inductor only</a:t>
            </a:r>
          </a:p>
        </p:txBody>
      </p:sp>
    </p:spTree>
    <p:extLst>
      <p:ext uri="{BB962C8B-B14F-4D97-AF65-F5344CB8AC3E}">
        <p14:creationId xmlns:p14="http://schemas.microsoft.com/office/powerpoint/2010/main" val="2541817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5073" y="132080"/>
            <a:ext cx="751598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Graphs 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marL="685800" indent="-45720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Resistance 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marL="1143000" indent="-457200"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Conductance (G)</a:t>
            </a:r>
            <a:endParaRPr lang="en-GB" sz="2800" dirty="0">
              <a:solidFill>
                <a:srgbClr val="FFFFFF"/>
              </a:solidFill>
            </a:endParaRPr>
          </a:p>
          <a:p>
            <a:pPr marL="685800" indent="-45720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Reactance 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marL="1143000" indent="-457200"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Inductive reactance</a:t>
            </a:r>
            <a:endParaRPr lang="en-GB" sz="2800" dirty="0">
              <a:solidFill>
                <a:srgbClr val="FFFFFF"/>
              </a:solidFill>
            </a:endParaRPr>
          </a:p>
          <a:p>
            <a:pPr marL="1143000" indent="-457200"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Capacitive reactance</a:t>
            </a:r>
            <a:endParaRPr lang="en-GB" sz="2800" dirty="0">
              <a:solidFill>
                <a:srgbClr val="FFFFFF"/>
              </a:solidFill>
            </a:endParaRPr>
          </a:p>
          <a:p>
            <a:pPr marL="1143000" indent="-457200"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Susceptance(B)</a:t>
            </a:r>
            <a:endParaRPr lang="en-GB" sz="2800" dirty="0">
              <a:solidFill>
                <a:srgbClr val="FFFFFF"/>
              </a:solidFill>
            </a:endParaRPr>
          </a:p>
          <a:p>
            <a:pPr marL="685800" indent="-45720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Impedance (imaginary form)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marL="1143000" indent="-457200">
              <a:buFont typeface="Wingdings" panose="05000000000000000000" pitchFamily="2" charset="2"/>
              <a:buChar char="§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Admittance (S/Y)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2965981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5819" y="2939534"/>
            <a:ext cx="81559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FFFFFF"/>
                </a:solidFill>
                <a:latin typeface="Calibri" panose="020F0502020204030204" pitchFamily="34" charset="0"/>
              </a:rPr>
              <a:t>Rate of energy is stored in maximum when </a:t>
            </a:r>
            <a:endParaRPr lang="en-IN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8632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8F16D9-EB65-4F11-9CD9-58377B437CF8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1234</Words>
  <Application>Microsoft Office PowerPoint</Application>
  <PresentationFormat>Widescreen</PresentationFormat>
  <Paragraphs>228</Paragraphs>
  <Slides>21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Aharoni</vt:lpstr>
      <vt:lpstr>Arial</vt:lpstr>
      <vt:lpstr>Calibri</vt:lpstr>
      <vt:lpstr>Cambria</vt:lpstr>
      <vt:lpstr>Cambria Math</vt:lpstr>
      <vt:lpstr>Kruti Dev 010</vt:lpstr>
      <vt:lpstr>Noto Sans Symbols</vt:lpstr>
      <vt:lpstr>Symbol</vt:lpstr>
      <vt:lpstr>Wingdings</vt:lpstr>
      <vt:lpstr>Custom Design</vt:lpstr>
      <vt:lpstr>1_Custom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2025-08-21T09:25:37Z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