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 bookmarkIdSeed="2">
  <p:sldMasterIdLst>
    <p:sldMasterId id="2147483793" r:id="rId4"/>
    <p:sldMasterId id="2147483805" r:id="rId5"/>
  </p:sldMasterIdLst>
  <p:notesMasterIdLst>
    <p:notesMasterId r:id="rId19"/>
  </p:notesMasterIdLst>
  <p:handoutMasterIdLst>
    <p:handoutMasterId r:id="rId20"/>
  </p:handoutMasterIdLst>
  <p:sldIdLst>
    <p:sldId id="524" r:id="rId6"/>
    <p:sldId id="1499" r:id="rId7"/>
    <p:sldId id="1360" r:id="rId8"/>
    <p:sldId id="1497" r:id="rId9"/>
    <p:sldId id="1498" r:id="rId10"/>
    <p:sldId id="528" r:id="rId11"/>
    <p:sldId id="566" r:id="rId12"/>
    <p:sldId id="529" r:id="rId13"/>
    <p:sldId id="567" r:id="rId14"/>
    <p:sldId id="547" r:id="rId15"/>
    <p:sldId id="549" r:id="rId16"/>
    <p:sldId id="600" r:id="rId17"/>
    <p:sldId id="555" r:id="rId18"/>
  </p:sldIdLst>
  <p:sldSz cx="12192000" cy="6858000"/>
  <p:notesSz cx="7102475" cy="102330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3B60382-BD1A-4226-BF5A-3518D9E6CB7A}">
          <p14:sldIdLst>
            <p14:sldId id="524"/>
            <p14:sldId id="1499"/>
            <p14:sldId id="1360"/>
            <p14:sldId id="1497"/>
            <p14:sldId id="1498"/>
            <p14:sldId id="528"/>
            <p14:sldId id="566"/>
            <p14:sldId id="529"/>
            <p14:sldId id="567"/>
            <p14:sldId id="547"/>
            <p14:sldId id="549"/>
            <p14:sldId id="600"/>
            <p14:sldId id="5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FFFFFF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151" autoAdjust="0"/>
    <p:restoredTop sz="94249" autoAdjust="0"/>
  </p:normalViewPr>
  <p:slideViewPr>
    <p:cSldViewPr snapToGrid="0" showGuides="1">
      <p:cViewPr varScale="1">
        <p:scale>
          <a:sx n="78" d="100"/>
          <a:sy n="78" d="100"/>
        </p:scale>
        <p:origin x="274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59" d="100"/>
          <a:sy n="59" d="100"/>
        </p:scale>
        <p:origin x="3254" y="67"/>
      </p:cViewPr>
      <p:guideLst>
        <p:guide orient="horz" pos="3223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69671B-947A-44A3-A764-A91E66D469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B23CC-4610-41C4-A0CF-67A30700C4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096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r">
              <a:defRPr sz="1300"/>
            </a:lvl1pPr>
          </a:lstStyle>
          <a:p>
            <a:fld id="{C07299BE-0F96-4D8C-8AC3-AFAE1A841C66}" type="datetimeFigureOut">
              <a:rPr lang="en-US" smtClean="0"/>
              <a:t>7/25/2025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4FC55-2324-40BC-8420-15EC835D95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EC604-E5A5-4A58-AC5A-211F83D37C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096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r">
              <a:defRPr sz="1300"/>
            </a:lvl1pPr>
          </a:lstStyle>
          <a:p>
            <a:fld id="{9E3B048B-0EBA-466F-928F-37073F3BFB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507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l">
              <a:defRPr sz="13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6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r">
              <a:defRPr sz="1300"/>
            </a:lvl1pPr>
          </a:lstStyle>
          <a:p>
            <a:fld id="{454692AC-01A2-4EFF-966B-504F28E82D7A}" type="datetimeFigureOut">
              <a:rPr lang="en-US" noProof="0" smtClean="0"/>
              <a:t>7/25/2025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1" tIns="49513" rIns="99031" bIns="49513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9031" tIns="49513" rIns="99031" bIns="49513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l">
              <a:defRPr sz="13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6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r">
              <a:defRPr sz="1300"/>
            </a:lvl1pPr>
          </a:lstStyle>
          <a:p>
            <a:fld id="{4AED498D-6977-40EC-8E5E-7EB644D5E75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2264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485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ED498D-6977-40EC-8E5E-7EB644D5E759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2477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ED498D-6977-40EC-8E5E-7EB644D5E759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2950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6620-902F-F1E8-D0D9-1D9196272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8CA7F7-AC5E-3278-7CC6-F660B609B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A5E90-3E1F-7DAC-54BA-12ABCBA9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A5DD88-BDEF-4970-BD0A-0155C51EED11}" type="datetime1">
              <a:rPr lang="en-IN" smtClean="0"/>
              <a:t>25-07-2025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FF17D-A900-F81A-AA83-8AC465EB2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2EFD5-5C38-B817-C796-04A3FDD4E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701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B79B0-CB93-70C3-596B-42055B47E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7A89E-B411-A694-AA1E-55912893F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5091C-C81E-5AF1-AC2A-BD76B7480A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CC31D62-EE3C-4A56-9B5A-DB21972D1221}" type="datetime1">
              <a:rPr lang="en-IN" smtClean="0"/>
              <a:t>25-07-2025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1C22A-E147-A0CA-E175-E36E046DF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CC307-0F83-39C9-B790-DB6BA850B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105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7005-4F94-C14A-B08D-06E06F2B6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634A4-2496-A1D1-E0B5-F67E51292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C6CF5-C17A-E459-C756-62DC7240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69B76D-A1B6-42B2-A407-47252CB17B18}" type="datetime1">
              <a:rPr lang="en-IN" smtClean="0"/>
              <a:t>25-07-2025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E126F-FF1F-2E4B-3D1B-8FDB9652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BDC35-902C-3E86-5533-00AD0BD8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83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050B0-50F6-F9B9-F101-B92373B60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1E354-2DEF-881F-8F7F-35443EE567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1D1B4-128C-FE76-2B34-49AD13709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9B0F6-6220-D266-70E5-84B39CD751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39AE66-3A89-492F-8C92-E6BA3E69E4D9}" type="datetime1">
              <a:rPr lang="en-IN" smtClean="0"/>
              <a:t>25-07-2025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E63F2-9487-B5BE-D84B-2114351C1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CFFE2-DFBB-CFC7-7D3C-49DF357A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406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26E2D-1AAC-05C0-F0A3-E276C86D0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AFBC7-71DA-75A4-228D-B853B459B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4F27FE-F1F2-F525-74F7-44F0445F7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498466-24EA-A1E4-F44D-96D6A8F6B7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3FA844-4070-FC83-2D70-55A12EE14F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B553BA-3A43-E72F-0FB2-67054AC44B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20D9C8-F614-4B42-855F-CB76B5BB078C}" type="datetime1">
              <a:rPr lang="en-IN" smtClean="0"/>
              <a:t>25-07-2025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43EDD4-2330-F41D-27BB-F7D1B2B6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6A832F-BD38-688A-C952-C0DE8521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943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9EAED-C54A-4E99-F5AC-1FBF9E541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993DBF-970B-7D6F-E63E-1DDE012F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F77122-3B01-4DA4-93E4-A05B11669CF3}" type="datetime1">
              <a:rPr lang="en-IN" smtClean="0"/>
              <a:t>25-07-2025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64642-B2B6-70F5-E497-A00578846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5643AB-ADAB-A588-1016-09784CA8B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728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CA4D4E-BDB6-1AE6-BDC3-3A468305C3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ADC03A-D2FC-47AF-82A4-2E8A65F173D3}" type="datetime1">
              <a:rPr lang="en-IN" smtClean="0"/>
              <a:t>25-07-2025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42083D-ED91-6AB8-7EC8-33DCC75D5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CF1BE-E01D-3D32-F08F-A9F91DDB6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280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6202F-BF1C-5F3D-5181-CE939F81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90BD2-2F2F-FC72-F3F3-F35DB7BEB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70F44-1A0A-3E7B-6207-27502332F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4CBC6-3820-365E-3ED3-4BFB50F722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DEFA2E-1B39-4B49-A233-E065575EADFD}" type="datetime1">
              <a:rPr lang="en-IN" smtClean="0"/>
              <a:t>25-07-2025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43FD0-6798-91FF-6140-BB7D9058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060421-A9DC-27AE-BA13-E4D230FAC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3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FCD38-AACF-3C14-09E8-5CB12FE1A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3F5C9D-296F-A771-C92B-9F34E4250C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70184-0A80-2879-18F6-7191F7195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EE481-E6B6-6A4D-7D09-D9F77134E8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9E9E9B-5A8A-40E9-A1B5-3D618A7A51BD}" type="datetime1">
              <a:rPr lang="en-IN" smtClean="0"/>
              <a:t>25-07-2025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B1FE4-CB11-12F3-3D25-58ABC9006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651D5-E1C1-9C56-D0C5-DCC467CE4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13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0599A-8562-7673-8C71-A2546DFD3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C74FB-EC60-84BD-0B19-889B48783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03CBD-FA1F-863E-84E6-4C758688E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EDF5C7-870F-4F4A-ABB1-820B833872B7}" type="datetime1">
              <a:rPr lang="en-IN" smtClean="0"/>
              <a:t>25-07-2025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8992C-6526-E8FB-26D1-515DEE88B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F3850-9CE1-E28F-C08C-0AAA523AA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852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53BA0B-D795-5618-E8D1-2B9A1927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47677-FB61-704E-CE6B-F037DE6D5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A825B-9248-EA7B-3259-E72FD34D7C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F815F53-B842-4A07-8127-4A4A0D298956}" type="datetime1">
              <a:rPr lang="en-IN" smtClean="0"/>
              <a:t>25-07-2025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475EB-670C-A0F8-D93A-600158E93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47FAD-4D4E-141B-FE0C-48C1330AC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956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6620-902F-F1E8-D0D9-1D9196272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8CA7F7-AC5E-3278-7CC6-F660B609B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A5E90-3E1F-7DAC-54BA-12ABCBA9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3883FA-C6DF-4218-AB09-2E70644672B2}" type="datetime1">
              <a:rPr lang="en-IN" smtClean="0"/>
              <a:t>25-07-2025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FF17D-A900-F81A-AA83-8AC465EB2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2EFD5-5C38-B817-C796-04A3FDD4E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928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B79B0-CB93-70C3-596B-42055B47E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7A89E-B411-A694-AA1E-55912893F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5091C-C81E-5AF1-AC2A-BD76B7480A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CFDAAF-E3C8-4E23-BE81-7A83AF94C8B8}" type="datetime1">
              <a:rPr lang="en-IN" smtClean="0"/>
              <a:t>25-07-2025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1C22A-E147-A0CA-E175-E36E046DF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CC307-0F83-39C9-B790-DB6BA850B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769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7005-4F94-C14A-B08D-06E06F2B6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634A4-2496-A1D1-E0B5-F67E51292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C6CF5-C17A-E459-C756-62DC7240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FDA40A-1D34-49DD-9A37-6A793829BDE4}" type="datetime1">
              <a:rPr lang="en-IN" smtClean="0"/>
              <a:t>25-07-2025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E126F-FF1F-2E4B-3D1B-8FDB9652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BDC35-902C-3E86-5533-00AD0BD8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9422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050B0-50F6-F9B9-F101-B92373B60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1E354-2DEF-881F-8F7F-35443EE567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1D1B4-128C-FE76-2B34-49AD13709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9B0F6-6220-D266-70E5-84B39CD751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2527C6-7B3F-4FB1-9A4A-0EE135838B3E}" type="datetime1">
              <a:rPr lang="en-IN" smtClean="0"/>
              <a:t>25-07-2025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E63F2-9487-B5BE-D84B-2114351C1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CFFE2-DFBB-CFC7-7D3C-49DF357A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5031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26E2D-1AAC-05C0-F0A3-E276C86D0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AFBC7-71DA-75A4-228D-B853B459B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4F27FE-F1F2-F525-74F7-44F0445F7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498466-24EA-A1E4-F44D-96D6A8F6B7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3FA844-4070-FC83-2D70-55A12EE14F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B553BA-3A43-E72F-0FB2-67054AC44B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5829CE-854E-47C2-A2CC-41A6823C89EC}" type="datetime1">
              <a:rPr lang="en-IN" smtClean="0"/>
              <a:t>25-07-2025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43EDD4-2330-F41D-27BB-F7D1B2B6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6A832F-BD38-688A-C952-C0DE8521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3190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9EAED-C54A-4E99-F5AC-1FBF9E541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993DBF-970B-7D6F-E63E-1DDE012F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F69B0A-6955-467F-8E18-EE67F3AF0523}" type="datetime1">
              <a:rPr lang="en-IN" smtClean="0"/>
              <a:t>25-07-2025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64642-B2B6-70F5-E497-A00578846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5643AB-ADAB-A588-1016-09784CA8B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8144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CA4D4E-BDB6-1AE6-BDC3-3A468305C3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6225483-DF0A-4032-9B54-9FAC1AA70D3E}" type="datetime1">
              <a:rPr lang="en-IN" smtClean="0"/>
              <a:t>25-07-2025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42083D-ED91-6AB8-7EC8-33DCC75D5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CF1BE-E01D-3D32-F08F-A9F91DDB6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8919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6202F-BF1C-5F3D-5181-CE939F81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90BD2-2F2F-FC72-F3F3-F35DB7BEB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70F44-1A0A-3E7B-6207-27502332F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4CBC6-3820-365E-3ED3-4BFB50F722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EC7E75-194B-42F0-8103-6225C0AE458A}" type="datetime1">
              <a:rPr lang="en-IN" smtClean="0"/>
              <a:t>25-07-2025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43FD0-6798-91FF-6140-BB7D9058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060421-A9DC-27AE-BA13-E4D230FAC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5143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FCD38-AACF-3C14-09E8-5CB12FE1A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3F5C9D-296F-A771-C92B-9F34E4250C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70184-0A80-2879-18F6-7191F7195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EE481-E6B6-6A4D-7D09-D9F77134E8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D1234C-9373-4455-898B-075084727388}" type="datetime1">
              <a:rPr lang="en-IN" smtClean="0"/>
              <a:t>25-07-2025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B1FE4-CB11-12F3-3D25-58ABC9006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651D5-E1C1-9C56-D0C5-DCC467CE4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8403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0599A-8562-7673-8C71-A2546DFD3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C74FB-EC60-84BD-0B19-889B48783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03CBD-FA1F-863E-84E6-4C758688E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536642-4E43-4ACC-983C-90E8CE254AAB}" type="datetime1">
              <a:rPr lang="en-IN" smtClean="0"/>
              <a:t>25-07-2025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8992C-6526-E8FB-26D1-515DEE88B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F3850-9CE1-E28F-C08C-0AAA523AA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4572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53BA0B-D795-5618-E8D1-2B9A1927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47677-FB61-704E-CE6B-F037DE6D5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A825B-9248-EA7B-3259-E72FD34D7C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DDD676-01FC-443E-996E-49F7AA0C7DAA}" type="datetime1">
              <a:rPr lang="en-IN" smtClean="0"/>
              <a:t>25-07-2025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475EB-670C-A0F8-D93A-600158E93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47FAD-4D4E-141B-FE0C-48C1330AC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634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119E1A-8310-F8FE-C575-2EB29045D92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F6693F-7DF4-2BFE-2257-60414133E79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1217" y="0"/>
            <a:ext cx="960783" cy="94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00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119E1A-8310-F8FE-C575-2EB29045D92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F6693F-7DF4-2BFE-2257-60414133E79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1217" y="0"/>
            <a:ext cx="960783" cy="94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246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5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4.png"/><Relationship Id="rId2" Type="http://schemas.openxmlformats.org/officeDocument/2006/relationships/image" Target="../media/image2610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3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9" Type="http://schemas.openxmlformats.org/officeDocument/2006/relationships/image" Target="../media/image29.png"/><Relationship Id="rId1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240.png"/><Relationship Id="rId12" Type="http://schemas.openxmlformats.org/officeDocument/2006/relationships/image" Target="../media/image290.png"/><Relationship Id="rId17" Type="http://schemas.openxmlformats.org/officeDocument/2006/relationships/image" Target="../media/image49.png"/><Relationship Id="rId2" Type="http://schemas.openxmlformats.org/officeDocument/2006/relationships/image" Target="../media/image39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27.svg"/><Relationship Id="rId5" Type="http://schemas.openxmlformats.org/officeDocument/2006/relationships/image" Target="../media/image42.png"/><Relationship Id="rId15" Type="http://schemas.openxmlformats.org/officeDocument/2006/relationships/image" Target="../media/image47.png"/><Relationship Id="rId10" Type="http://schemas.openxmlformats.org/officeDocument/2006/relationships/image" Target="../media/image26.png"/><Relationship Id="rId4" Type="http://schemas.openxmlformats.org/officeDocument/2006/relationships/image" Target="../media/image41.png"/><Relationship Id="rId9" Type="http://schemas.openxmlformats.org/officeDocument/2006/relationships/image" Target="../media/image260.png"/><Relationship Id="rId14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1.png"/><Relationship Id="rId13" Type="http://schemas.openxmlformats.org/officeDocument/2006/relationships/image" Target="../media/image52.png"/><Relationship Id="rId3" Type="http://schemas.openxmlformats.org/officeDocument/2006/relationships/image" Target="../media/image481.png"/><Relationship Id="rId7" Type="http://schemas.openxmlformats.org/officeDocument/2006/relationships/image" Target="../media/image462.png"/><Relationship Id="rId12" Type="http://schemas.openxmlformats.org/officeDocument/2006/relationships/image" Target="../media/image51.png"/><Relationship Id="rId2" Type="http://schemas.openxmlformats.org/officeDocument/2006/relationships/image" Target="../media/image4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2.png"/><Relationship Id="rId11" Type="http://schemas.openxmlformats.org/officeDocument/2006/relationships/image" Target="../media/image501.png"/><Relationship Id="rId10" Type="http://schemas.openxmlformats.org/officeDocument/2006/relationships/image" Target="../media/image491.png"/><Relationship Id="rId4" Type="http://schemas.openxmlformats.org/officeDocument/2006/relationships/image" Target="../media/image492.png"/><Relationship Id="rId9" Type="http://schemas.openxmlformats.org/officeDocument/2006/relationships/image" Target="../media/image482.png"/><Relationship Id="rId14" Type="http://schemas.openxmlformats.org/officeDocument/2006/relationships/image" Target="../media/image5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1.png"/><Relationship Id="rId13" Type="http://schemas.openxmlformats.org/officeDocument/2006/relationships/image" Target="../media/image461.png"/><Relationship Id="rId18" Type="http://schemas.openxmlformats.org/officeDocument/2006/relationships/image" Target="../media/image59.png"/><Relationship Id="rId21" Type="http://schemas.openxmlformats.org/officeDocument/2006/relationships/image" Target="../media/image64.png"/><Relationship Id="rId7" Type="http://schemas.openxmlformats.org/officeDocument/2006/relationships/image" Target="../media/image420.png"/><Relationship Id="rId12" Type="http://schemas.openxmlformats.org/officeDocument/2006/relationships/image" Target="../media/image451.png"/><Relationship Id="rId17" Type="http://schemas.openxmlformats.org/officeDocument/2006/relationships/image" Target="../media/image58.png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0.png"/><Relationship Id="rId11" Type="http://schemas.openxmlformats.org/officeDocument/2006/relationships/image" Target="../media/image55.png"/><Relationship Id="rId5" Type="http://schemas.openxmlformats.org/officeDocument/2006/relationships/image" Target="../media/image400.png"/><Relationship Id="rId15" Type="http://schemas.openxmlformats.org/officeDocument/2006/relationships/image" Target="../media/image56.png"/><Relationship Id="rId10" Type="http://schemas.openxmlformats.org/officeDocument/2006/relationships/image" Target="../media/image27.svg"/><Relationship Id="rId19" Type="http://schemas.openxmlformats.org/officeDocument/2006/relationships/image" Target="../media/image60.png"/><Relationship Id="rId4" Type="http://schemas.openxmlformats.org/officeDocument/2006/relationships/image" Target="../media/image390.png"/><Relationship Id="rId9" Type="http://schemas.openxmlformats.org/officeDocument/2006/relationships/image" Target="../media/image26.png"/><Relationship Id="rId14" Type="http://schemas.openxmlformats.org/officeDocument/2006/relationships/image" Target="../media/image5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3" Type="http://schemas.openxmlformats.org/officeDocument/2006/relationships/image" Target="../media/image440.png"/><Relationship Id="rId7" Type="http://schemas.openxmlformats.org/officeDocument/2006/relationships/image" Target="../media/image480.png"/><Relationship Id="rId12" Type="http://schemas.openxmlformats.org/officeDocument/2006/relationships/image" Target="../media/image530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0.png"/><Relationship Id="rId11" Type="http://schemas.openxmlformats.org/officeDocument/2006/relationships/image" Target="../media/image520.png"/><Relationship Id="rId5" Type="http://schemas.openxmlformats.org/officeDocument/2006/relationships/image" Target="../media/image460.png"/><Relationship Id="rId10" Type="http://schemas.openxmlformats.org/officeDocument/2006/relationships/image" Target="../media/image510.png"/><Relationship Id="rId4" Type="http://schemas.openxmlformats.org/officeDocument/2006/relationships/image" Target="../media/image450.png"/><Relationship Id="rId9" Type="http://schemas.openxmlformats.org/officeDocument/2006/relationships/image" Target="../media/image50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0.png"/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1.png"/><Relationship Id="rId5" Type="http://schemas.openxmlformats.org/officeDocument/2006/relationships/image" Target="../media/image570.png"/><Relationship Id="rId4" Type="http://schemas.openxmlformats.org/officeDocument/2006/relationships/image" Target="../media/image56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0.png"/><Relationship Id="rId2" Type="http://schemas.openxmlformats.org/officeDocument/2006/relationships/image" Target="../media/image59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wo women engineers in the laboratory">
            <a:extLst>
              <a:ext uri="{FF2B5EF4-FFF2-40B4-BE49-F238E27FC236}">
                <a16:creationId xmlns:a16="http://schemas.microsoft.com/office/drawing/2014/main" id="{801D26BD-C777-4D54-BB49-2E97776B30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2" y="-24626"/>
            <a:ext cx="12192031" cy="491491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B512D56-3115-4658-A559-1918ADBF37B8}"/>
              </a:ext>
            </a:extLst>
          </p:cNvPr>
          <p:cNvSpPr txBox="1">
            <a:spLocks/>
          </p:cNvSpPr>
          <p:nvPr/>
        </p:nvSpPr>
        <p:spPr>
          <a:xfrm>
            <a:off x="828675" y="5120639"/>
            <a:ext cx="7137263" cy="12801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800" dirty="0">
                <a:solidFill>
                  <a:srgbClr val="FFFFFF"/>
                </a:solidFill>
              </a:rPr>
              <a:t>AC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548BE92-E817-4C9A-B197-64FAE3ED7D63}"/>
              </a:ext>
            </a:extLst>
          </p:cNvPr>
          <p:cNvSpPr txBox="1">
            <a:spLocks/>
          </p:cNvSpPr>
          <p:nvPr/>
        </p:nvSpPr>
        <p:spPr>
          <a:xfrm>
            <a:off x="8289580" y="5166359"/>
            <a:ext cx="3073745" cy="1188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38619000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0E4BB8-F40F-FFA0-B07C-FD5D92258440}"/>
              </a:ext>
            </a:extLst>
          </p:cNvPr>
          <p:cNvSpPr/>
          <p:nvPr/>
        </p:nvSpPr>
        <p:spPr>
          <a:xfrm>
            <a:off x="0" y="0"/>
            <a:ext cx="84625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Basic Math (Can be skipped )</a:t>
            </a:r>
          </a:p>
        </p:txBody>
      </p:sp>
    </p:spTree>
    <p:extLst>
      <p:ext uri="{BB962C8B-B14F-4D97-AF65-F5344CB8AC3E}">
        <p14:creationId xmlns:p14="http://schemas.microsoft.com/office/powerpoint/2010/main" val="4149387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A654783-9128-C184-CEC3-F51C6CB74236}"/>
              </a:ext>
            </a:extLst>
          </p:cNvPr>
          <p:cNvGrpSpPr/>
          <p:nvPr/>
        </p:nvGrpSpPr>
        <p:grpSpPr>
          <a:xfrm>
            <a:off x="448836" y="1740372"/>
            <a:ext cx="1829839" cy="523220"/>
            <a:chOff x="230628" y="1737947"/>
            <a:chExt cx="1829839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Rectangle 1"/>
                <p:cNvSpPr/>
                <p:nvPr/>
              </p:nvSpPr>
              <p:spPr>
                <a:xfrm>
                  <a:off x="498309" y="1737947"/>
                  <a:ext cx="1562158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I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𝑆𝑖𝑛</m:t>
                        </m:r>
                        <m:d>
                          <m:dPr>
                            <m:ctrlPr>
                              <a:rPr kumimoji="0" lang="en-IN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IN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−</m:t>
                            </m:r>
                            <m:r>
                              <a:rPr kumimoji="0" lang="en-IN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𝜃</m:t>
                            </m:r>
                          </m:e>
                        </m:d>
                      </m:oMath>
                    </m:oMathPara>
                  </a14:m>
                  <a:endParaRPr kumimoji="0" lang="en-I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" name="Rectangle 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309" y="1737947"/>
                  <a:ext cx="1562158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Oval 6"/>
            <p:cNvSpPr/>
            <p:nvPr/>
          </p:nvSpPr>
          <p:spPr>
            <a:xfrm>
              <a:off x="230628" y="1816350"/>
              <a:ext cx="263769" cy="263769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92A3103-9858-765C-DF27-09C140BFA055}"/>
              </a:ext>
            </a:extLst>
          </p:cNvPr>
          <p:cNvGrpSpPr/>
          <p:nvPr/>
        </p:nvGrpSpPr>
        <p:grpSpPr>
          <a:xfrm>
            <a:off x="4116954" y="1740372"/>
            <a:ext cx="1846752" cy="523220"/>
            <a:chOff x="224552" y="2323390"/>
            <a:chExt cx="1846752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2"/>
                <p:cNvSpPr/>
                <p:nvPr/>
              </p:nvSpPr>
              <p:spPr>
                <a:xfrm>
                  <a:off x="498309" y="2323390"/>
                  <a:ext cx="1572995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I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𝑐𝑜𝑠</m:t>
                        </m:r>
                        <m:d>
                          <m:dPr>
                            <m:ctrlPr>
                              <a:rPr kumimoji="0" lang="en-IN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IN" sz="2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−</m:t>
                            </m:r>
                            <m:r>
                              <a:rPr kumimoji="0" lang="en-IN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𝜃</m:t>
                            </m:r>
                          </m:e>
                        </m:d>
                      </m:oMath>
                    </m:oMathPara>
                  </a14:m>
                  <a:endParaRPr kumimoji="0" lang="en-I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" name="Rect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309" y="2323390"/>
                  <a:ext cx="1572995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Oval 14"/>
            <p:cNvSpPr/>
            <p:nvPr/>
          </p:nvSpPr>
          <p:spPr>
            <a:xfrm>
              <a:off x="224552" y="2454015"/>
              <a:ext cx="263769" cy="263769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677F73B-6AEF-41CF-4B05-911728B16FDE}"/>
              </a:ext>
            </a:extLst>
          </p:cNvPr>
          <p:cNvGrpSpPr/>
          <p:nvPr/>
        </p:nvGrpSpPr>
        <p:grpSpPr>
          <a:xfrm>
            <a:off x="7954983" y="1737395"/>
            <a:ext cx="1615840" cy="523220"/>
            <a:chOff x="218476" y="2972026"/>
            <a:chExt cx="1615840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/>
                <p:cNvSpPr/>
                <p:nvPr/>
              </p:nvSpPr>
              <p:spPr>
                <a:xfrm>
                  <a:off x="502220" y="2972026"/>
                  <a:ext cx="1332096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I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𝑠𝑖𝑛</m:t>
                        </m:r>
                        <m:r>
                          <a:rPr kumimoji="0" lang="en-I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𝜃</m:t>
                        </m:r>
                        <m:r>
                          <a:rPr kumimoji="0" lang="en-I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</m:oMath>
                    </m:oMathPara>
                  </a14:m>
                  <a:endParaRPr kumimoji="0" lang="en-I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" name="Rectangle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220" y="2972026"/>
                  <a:ext cx="1332096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Oval 15"/>
            <p:cNvSpPr/>
            <p:nvPr/>
          </p:nvSpPr>
          <p:spPr>
            <a:xfrm>
              <a:off x="218476" y="3091680"/>
              <a:ext cx="263769" cy="263769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" name="Freeform 62">
            <a:extLst>
              <a:ext uri="{FF2B5EF4-FFF2-40B4-BE49-F238E27FC236}">
                <a16:creationId xmlns:a16="http://schemas.microsoft.com/office/drawing/2014/main" id="{52E9E17F-6066-48A4-7A55-5FDF6E8EB641}"/>
              </a:ext>
            </a:extLst>
          </p:cNvPr>
          <p:cNvSpPr>
            <a:spLocks noEditPoints="1"/>
          </p:cNvSpPr>
          <p:nvPr/>
        </p:nvSpPr>
        <p:spPr bwMode="invGray">
          <a:xfrm>
            <a:off x="371062" y="861622"/>
            <a:ext cx="2046675" cy="180010"/>
          </a:xfrm>
          <a:custGeom>
            <a:avLst/>
            <a:gdLst>
              <a:gd name="T0" fmla="*/ 9555 w 10030"/>
              <a:gd name="T1" fmla="*/ 25 h 75"/>
              <a:gd name="T2" fmla="*/ 9488 w 10030"/>
              <a:gd name="T3" fmla="*/ 23 h 75"/>
              <a:gd name="T4" fmla="*/ 5258 w 10030"/>
              <a:gd name="T5" fmla="*/ 60 h 75"/>
              <a:gd name="T6" fmla="*/ 4572 w 10030"/>
              <a:gd name="T7" fmla="*/ 65 h 75"/>
              <a:gd name="T8" fmla="*/ 4884 w 10030"/>
              <a:gd name="T9" fmla="*/ 61 h 75"/>
              <a:gd name="T10" fmla="*/ 5092 w 10030"/>
              <a:gd name="T11" fmla="*/ 56 h 75"/>
              <a:gd name="T12" fmla="*/ 5260 w 10030"/>
              <a:gd name="T13" fmla="*/ 60 h 75"/>
              <a:gd name="T14" fmla="*/ 5560 w 10030"/>
              <a:gd name="T15" fmla="*/ 62 h 75"/>
              <a:gd name="T16" fmla="*/ 6006 w 10030"/>
              <a:gd name="T17" fmla="*/ 56 h 75"/>
              <a:gd name="T18" fmla="*/ 6308 w 10030"/>
              <a:gd name="T19" fmla="*/ 32 h 75"/>
              <a:gd name="T20" fmla="*/ 6269 w 10030"/>
              <a:gd name="T21" fmla="*/ 52 h 75"/>
              <a:gd name="T22" fmla="*/ 6665 w 10030"/>
              <a:gd name="T23" fmla="*/ 41 h 75"/>
              <a:gd name="T24" fmla="*/ 6806 w 10030"/>
              <a:gd name="T25" fmla="*/ 53 h 75"/>
              <a:gd name="T26" fmla="*/ 7204 w 10030"/>
              <a:gd name="T27" fmla="*/ 50 h 75"/>
              <a:gd name="T28" fmla="*/ 7485 w 10030"/>
              <a:gd name="T29" fmla="*/ 62 h 75"/>
              <a:gd name="T30" fmla="*/ 7667 w 10030"/>
              <a:gd name="T31" fmla="*/ 61 h 75"/>
              <a:gd name="T32" fmla="*/ 7919 w 10030"/>
              <a:gd name="T33" fmla="*/ 63 h 75"/>
              <a:gd name="T34" fmla="*/ 8179 w 10030"/>
              <a:gd name="T35" fmla="*/ 51 h 75"/>
              <a:gd name="T36" fmla="*/ 8401 w 10030"/>
              <a:gd name="T37" fmla="*/ 31 h 75"/>
              <a:gd name="T38" fmla="*/ 8692 w 10030"/>
              <a:gd name="T39" fmla="*/ 58 h 75"/>
              <a:gd name="T40" fmla="*/ 9084 w 10030"/>
              <a:gd name="T41" fmla="*/ 61 h 75"/>
              <a:gd name="T42" fmla="*/ 9498 w 10030"/>
              <a:gd name="T43" fmla="*/ 44 h 75"/>
              <a:gd name="T44" fmla="*/ 9670 w 10030"/>
              <a:gd name="T45" fmla="*/ 45 h 75"/>
              <a:gd name="T46" fmla="*/ 9877 w 10030"/>
              <a:gd name="T47" fmla="*/ 32 h 75"/>
              <a:gd name="T48" fmla="*/ 9735 w 10030"/>
              <a:gd name="T49" fmla="*/ 21 h 75"/>
              <a:gd name="T50" fmla="*/ 9636 w 10030"/>
              <a:gd name="T51" fmla="*/ 27 h 75"/>
              <a:gd name="T52" fmla="*/ 9290 w 10030"/>
              <a:gd name="T53" fmla="*/ 22 h 75"/>
              <a:gd name="T54" fmla="*/ 8498 w 10030"/>
              <a:gd name="T55" fmla="*/ 12 h 75"/>
              <a:gd name="T56" fmla="*/ 7899 w 10030"/>
              <a:gd name="T57" fmla="*/ 21 h 75"/>
              <a:gd name="T58" fmla="*/ 7774 w 10030"/>
              <a:gd name="T59" fmla="*/ 22 h 75"/>
              <a:gd name="T60" fmla="*/ 7493 w 10030"/>
              <a:gd name="T61" fmla="*/ 32 h 75"/>
              <a:gd name="T62" fmla="*/ 7190 w 10030"/>
              <a:gd name="T63" fmla="*/ 31 h 75"/>
              <a:gd name="T64" fmla="*/ 6418 w 10030"/>
              <a:gd name="T65" fmla="*/ 20 h 75"/>
              <a:gd name="T66" fmla="*/ 6248 w 10030"/>
              <a:gd name="T67" fmla="*/ 24 h 75"/>
              <a:gd name="T68" fmla="*/ 5823 w 10030"/>
              <a:gd name="T69" fmla="*/ 28 h 75"/>
              <a:gd name="T70" fmla="*/ 5422 w 10030"/>
              <a:gd name="T71" fmla="*/ 11 h 75"/>
              <a:gd name="T72" fmla="*/ 4925 w 10030"/>
              <a:gd name="T73" fmla="*/ 16 h 75"/>
              <a:gd name="T74" fmla="*/ 4310 w 10030"/>
              <a:gd name="T75" fmla="*/ 18 h 75"/>
              <a:gd name="T76" fmla="*/ 3439 w 10030"/>
              <a:gd name="T77" fmla="*/ 21 h 75"/>
              <a:gd name="T78" fmla="*/ 2740 w 10030"/>
              <a:gd name="T79" fmla="*/ 18 h 75"/>
              <a:gd name="T80" fmla="*/ 2597 w 10030"/>
              <a:gd name="T81" fmla="*/ 9 h 75"/>
              <a:gd name="T82" fmla="*/ 2367 w 10030"/>
              <a:gd name="T83" fmla="*/ 21 h 75"/>
              <a:gd name="T84" fmla="*/ 1566 w 10030"/>
              <a:gd name="T85" fmla="*/ 11 h 75"/>
              <a:gd name="T86" fmla="*/ 262 w 10030"/>
              <a:gd name="T87" fmla="*/ 7 h 75"/>
              <a:gd name="T88" fmla="*/ 104 w 10030"/>
              <a:gd name="T89" fmla="*/ 42 h 75"/>
              <a:gd name="T90" fmla="*/ 742 w 10030"/>
              <a:gd name="T91" fmla="*/ 47 h 75"/>
              <a:gd name="T92" fmla="*/ 1060 w 10030"/>
              <a:gd name="T93" fmla="*/ 47 h 75"/>
              <a:gd name="T94" fmla="*/ 1593 w 10030"/>
              <a:gd name="T95" fmla="*/ 46 h 75"/>
              <a:gd name="T96" fmla="*/ 2022 w 10030"/>
              <a:gd name="T97" fmla="*/ 45 h 75"/>
              <a:gd name="T98" fmla="*/ 2481 w 10030"/>
              <a:gd name="T99" fmla="*/ 51 h 75"/>
              <a:gd name="T100" fmla="*/ 2677 w 10030"/>
              <a:gd name="T101" fmla="*/ 45 h 75"/>
              <a:gd name="T102" fmla="*/ 2863 w 10030"/>
              <a:gd name="T103" fmla="*/ 52 h 75"/>
              <a:gd name="T104" fmla="*/ 3163 w 10030"/>
              <a:gd name="T105" fmla="*/ 62 h 75"/>
              <a:gd name="T106" fmla="*/ 3411 w 10030"/>
              <a:gd name="T107" fmla="*/ 54 h 75"/>
              <a:gd name="T108" fmla="*/ 3550 w 10030"/>
              <a:gd name="T109" fmla="*/ 60 h 75"/>
              <a:gd name="T110" fmla="*/ 3740 w 10030"/>
              <a:gd name="T111" fmla="*/ 65 h 75"/>
              <a:gd name="T112" fmla="*/ 4329 w 10030"/>
              <a:gd name="T113" fmla="*/ 68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0030" h="75">
                <a:moveTo>
                  <a:pt x="2469" y="12"/>
                </a:moveTo>
                <a:lnTo>
                  <a:pt x="2469" y="12"/>
                </a:lnTo>
                <a:lnTo>
                  <a:pt x="2482" y="13"/>
                </a:lnTo>
                <a:cubicBezTo>
                  <a:pt x="2453" y="15"/>
                  <a:pt x="2461" y="13"/>
                  <a:pt x="2469" y="12"/>
                </a:cubicBezTo>
                <a:close/>
                <a:moveTo>
                  <a:pt x="9555" y="25"/>
                </a:moveTo>
                <a:lnTo>
                  <a:pt x="9555" y="25"/>
                </a:lnTo>
                <a:cubicBezTo>
                  <a:pt x="9562" y="24"/>
                  <a:pt x="9561" y="23"/>
                  <a:pt x="9559" y="23"/>
                </a:cubicBezTo>
                <a:cubicBezTo>
                  <a:pt x="9554" y="24"/>
                  <a:pt x="9539" y="24"/>
                  <a:pt x="9522" y="24"/>
                </a:cubicBezTo>
                <a:cubicBezTo>
                  <a:pt x="9527" y="25"/>
                  <a:pt x="9536" y="26"/>
                  <a:pt x="9555" y="25"/>
                </a:cubicBezTo>
                <a:close/>
                <a:moveTo>
                  <a:pt x="9489" y="23"/>
                </a:moveTo>
                <a:lnTo>
                  <a:pt x="9489" y="23"/>
                </a:lnTo>
                <a:lnTo>
                  <a:pt x="9488" y="23"/>
                </a:lnTo>
                <a:cubicBezTo>
                  <a:pt x="9456" y="21"/>
                  <a:pt x="9467" y="22"/>
                  <a:pt x="9489" y="23"/>
                </a:cubicBezTo>
                <a:close/>
                <a:moveTo>
                  <a:pt x="6376" y="50"/>
                </a:moveTo>
                <a:lnTo>
                  <a:pt x="6376" y="50"/>
                </a:lnTo>
                <a:cubicBezTo>
                  <a:pt x="6365" y="52"/>
                  <a:pt x="6349" y="51"/>
                  <a:pt x="6330" y="49"/>
                </a:cubicBezTo>
                <a:cubicBezTo>
                  <a:pt x="6344" y="49"/>
                  <a:pt x="6359" y="49"/>
                  <a:pt x="6376" y="50"/>
                </a:cubicBezTo>
                <a:close/>
                <a:moveTo>
                  <a:pt x="5258" y="60"/>
                </a:moveTo>
                <a:lnTo>
                  <a:pt x="5258" y="60"/>
                </a:lnTo>
                <a:cubicBezTo>
                  <a:pt x="5244" y="61"/>
                  <a:pt x="5216" y="64"/>
                  <a:pt x="5205" y="61"/>
                </a:cubicBezTo>
                <a:cubicBezTo>
                  <a:pt x="5222" y="55"/>
                  <a:pt x="5234" y="58"/>
                  <a:pt x="5258" y="60"/>
                </a:cubicBezTo>
                <a:close/>
                <a:moveTo>
                  <a:pt x="4523" y="61"/>
                </a:moveTo>
                <a:lnTo>
                  <a:pt x="4523" y="61"/>
                </a:lnTo>
                <a:lnTo>
                  <a:pt x="4572" y="65"/>
                </a:lnTo>
                <a:cubicBezTo>
                  <a:pt x="4513" y="71"/>
                  <a:pt x="4470" y="69"/>
                  <a:pt x="4516" y="75"/>
                </a:cubicBezTo>
                <a:cubicBezTo>
                  <a:pt x="4523" y="61"/>
                  <a:pt x="4707" y="74"/>
                  <a:pt x="4714" y="60"/>
                </a:cubicBezTo>
                <a:lnTo>
                  <a:pt x="4747" y="63"/>
                </a:lnTo>
                <a:cubicBezTo>
                  <a:pt x="4737" y="63"/>
                  <a:pt x="4736" y="64"/>
                  <a:pt x="4727" y="64"/>
                </a:cubicBezTo>
                <a:cubicBezTo>
                  <a:pt x="4790" y="70"/>
                  <a:pt x="4774" y="54"/>
                  <a:pt x="4855" y="56"/>
                </a:cubicBezTo>
                <a:cubicBezTo>
                  <a:pt x="4883" y="57"/>
                  <a:pt x="4903" y="59"/>
                  <a:pt x="4884" y="61"/>
                </a:cubicBezTo>
                <a:lnTo>
                  <a:pt x="4947" y="57"/>
                </a:lnTo>
                <a:cubicBezTo>
                  <a:pt x="4965" y="58"/>
                  <a:pt x="4961" y="60"/>
                  <a:pt x="4942" y="60"/>
                </a:cubicBezTo>
                <a:lnTo>
                  <a:pt x="5039" y="59"/>
                </a:lnTo>
                <a:lnTo>
                  <a:pt x="5038" y="59"/>
                </a:lnTo>
                <a:cubicBezTo>
                  <a:pt x="5052" y="57"/>
                  <a:pt x="5083" y="54"/>
                  <a:pt x="5098" y="52"/>
                </a:cubicBezTo>
                <a:cubicBezTo>
                  <a:pt x="5122" y="54"/>
                  <a:pt x="5086" y="54"/>
                  <a:pt x="5092" y="56"/>
                </a:cubicBezTo>
                <a:lnTo>
                  <a:pt x="5145" y="52"/>
                </a:lnTo>
                <a:cubicBezTo>
                  <a:pt x="5167" y="56"/>
                  <a:pt x="5123" y="59"/>
                  <a:pt x="5086" y="59"/>
                </a:cubicBezTo>
                <a:cubicBezTo>
                  <a:pt x="5136" y="73"/>
                  <a:pt x="5130" y="55"/>
                  <a:pt x="5238" y="64"/>
                </a:cubicBezTo>
                <a:lnTo>
                  <a:pt x="5187" y="65"/>
                </a:lnTo>
                <a:cubicBezTo>
                  <a:pt x="5220" y="73"/>
                  <a:pt x="5259" y="70"/>
                  <a:pt x="5316" y="75"/>
                </a:cubicBezTo>
                <a:cubicBezTo>
                  <a:pt x="5302" y="73"/>
                  <a:pt x="5202" y="63"/>
                  <a:pt x="5260" y="60"/>
                </a:cubicBezTo>
                <a:cubicBezTo>
                  <a:pt x="5276" y="61"/>
                  <a:pt x="5298" y="61"/>
                  <a:pt x="5329" y="59"/>
                </a:cubicBezTo>
                <a:cubicBezTo>
                  <a:pt x="5329" y="63"/>
                  <a:pt x="5359" y="62"/>
                  <a:pt x="5398" y="62"/>
                </a:cubicBezTo>
                <a:lnTo>
                  <a:pt x="5395" y="69"/>
                </a:lnTo>
                <a:cubicBezTo>
                  <a:pt x="5436" y="67"/>
                  <a:pt x="5433" y="64"/>
                  <a:pt x="5457" y="61"/>
                </a:cubicBezTo>
                <a:cubicBezTo>
                  <a:pt x="5503" y="61"/>
                  <a:pt x="5513" y="66"/>
                  <a:pt x="5523" y="71"/>
                </a:cubicBezTo>
                <a:cubicBezTo>
                  <a:pt x="5597" y="72"/>
                  <a:pt x="5473" y="63"/>
                  <a:pt x="5560" y="62"/>
                </a:cubicBezTo>
                <a:cubicBezTo>
                  <a:pt x="5621" y="64"/>
                  <a:pt x="5664" y="62"/>
                  <a:pt x="5737" y="58"/>
                </a:cubicBezTo>
                <a:cubicBezTo>
                  <a:pt x="5780" y="60"/>
                  <a:pt x="5730" y="62"/>
                  <a:pt x="5745" y="64"/>
                </a:cubicBezTo>
                <a:lnTo>
                  <a:pt x="5783" y="59"/>
                </a:lnTo>
                <a:cubicBezTo>
                  <a:pt x="5792" y="59"/>
                  <a:pt x="5789" y="60"/>
                  <a:pt x="5788" y="61"/>
                </a:cubicBezTo>
                <a:cubicBezTo>
                  <a:pt x="5820" y="59"/>
                  <a:pt x="5790" y="55"/>
                  <a:pt x="5841" y="53"/>
                </a:cubicBezTo>
                <a:cubicBezTo>
                  <a:pt x="5854" y="46"/>
                  <a:pt x="5944" y="64"/>
                  <a:pt x="6006" y="56"/>
                </a:cubicBezTo>
                <a:cubicBezTo>
                  <a:pt x="6021" y="58"/>
                  <a:pt x="5999" y="60"/>
                  <a:pt x="6003" y="62"/>
                </a:cubicBezTo>
                <a:cubicBezTo>
                  <a:pt x="6089" y="57"/>
                  <a:pt x="6077" y="59"/>
                  <a:pt x="6147" y="52"/>
                </a:cubicBezTo>
                <a:lnTo>
                  <a:pt x="6206" y="56"/>
                </a:lnTo>
                <a:cubicBezTo>
                  <a:pt x="6163" y="51"/>
                  <a:pt x="6219" y="45"/>
                  <a:pt x="6268" y="41"/>
                </a:cubicBezTo>
                <a:cubicBezTo>
                  <a:pt x="6252" y="38"/>
                  <a:pt x="6239" y="36"/>
                  <a:pt x="6230" y="35"/>
                </a:cubicBezTo>
                <a:lnTo>
                  <a:pt x="6308" y="32"/>
                </a:lnTo>
                <a:cubicBezTo>
                  <a:pt x="6318" y="33"/>
                  <a:pt x="6310" y="35"/>
                  <a:pt x="6297" y="38"/>
                </a:cubicBezTo>
                <a:lnTo>
                  <a:pt x="6311" y="36"/>
                </a:lnTo>
                <a:cubicBezTo>
                  <a:pt x="6339" y="39"/>
                  <a:pt x="6325" y="43"/>
                  <a:pt x="6305" y="46"/>
                </a:cubicBezTo>
                <a:lnTo>
                  <a:pt x="6277" y="42"/>
                </a:lnTo>
                <a:cubicBezTo>
                  <a:pt x="6257" y="46"/>
                  <a:pt x="6239" y="50"/>
                  <a:pt x="6243" y="54"/>
                </a:cubicBezTo>
                <a:cubicBezTo>
                  <a:pt x="6248" y="53"/>
                  <a:pt x="6258" y="53"/>
                  <a:pt x="6269" y="52"/>
                </a:cubicBezTo>
                <a:cubicBezTo>
                  <a:pt x="6264" y="53"/>
                  <a:pt x="6261" y="54"/>
                  <a:pt x="6263" y="55"/>
                </a:cubicBezTo>
                <a:cubicBezTo>
                  <a:pt x="6266" y="56"/>
                  <a:pt x="6274" y="54"/>
                  <a:pt x="6287" y="53"/>
                </a:cubicBezTo>
                <a:lnTo>
                  <a:pt x="6304" y="60"/>
                </a:lnTo>
                <a:lnTo>
                  <a:pt x="6309" y="57"/>
                </a:lnTo>
                <a:lnTo>
                  <a:pt x="6411" y="62"/>
                </a:lnTo>
                <a:cubicBezTo>
                  <a:pt x="6485" y="55"/>
                  <a:pt x="6548" y="44"/>
                  <a:pt x="6665" y="41"/>
                </a:cubicBezTo>
                <a:cubicBezTo>
                  <a:pt x="6636" y="47"/>
                  <a:pt x="6659" y="50"/>
                  <a:pt x="6657" y="56"/>
                </a:cubicBezTo>
                <a:cubicBezTo>
                  <a:pt x="6625" y="50"/>
                  <a:pt x="6567" y="59"/>
                  <a:pt x="6507" y="58"/>
                </a:cubicBezTo>
                <a:cubicBezTo>
                  <a:pt x="6538" y="58"/>
                  <a:pt x="6531" y="61"/>
                  <a:pt x="6523" y="62"/>
                </a:cubicBezTo>
                <a:lnTo>
                  <a:pt x="6631" y="57"/>
                </a:lnTo>
                <a:cubicBezTo>
                  <a:pt x="6628" y="62"/>
                  <a:pt x="6654" y="60"/>
                  <a:pt x="6682" y="63"/>
                </a:cubicBezTo>
                <a:cubicBezTo>
                  <a:pt x="6660" y="52"/>
                  <a:pt x="6762" y="56"/>
                  <a:pt x="6806" y="53"/>
                </a:cubicBezTo>
                <a:cubicBezTo>
                  <a:pt x="6808" y="56"/>
                  <a:pt x="6798" y="60"/>
                  <a:pt x="6744" y="59"/>
                </a:cubicBezTo>
                <a:cubicBezTo>
                  <a:pt x="6803" y="67"/>
                  <a:pt x="6821" y="47"/>
                  <a:pt x="6879" y="54"/>
                </a:cubicBezTo>
                <a:cubicBezTo>
                  <a:pt x="6865" y="54"/>
                  <a:pt x="6858" y="53"/>
                  <a:pt x="6853" y="55"/>
                </a:cubicBezTo>
                <a:cubicBezTo>
                  <a:pt x="6884" y="52"/>
                  <a:pt x="6958" y="55"/>
                  <a:pt x="6941" y="58"/>
                </a:cubicBezTo>
                <a:lnTo>
                  <a:pt x="6928" y="58"/>
                </a:lnTo>
                <a:cubicBezTo>
                  <a:pt x="7014" y="59"/>
                  <a:pt x="7191" y="58"/>
                  <a:pt x="7204" y="50"/>
                </a:cubicBezTo>
                <a:cubicBezTo>
                  <a:pt x="7205" y="51"/>
                  <a:pt x="7193" y="60"/>
                  <a:pt x="7188" y="62"/>
                </a:cubicBezTo>
                <a:lnTo>
                  <a:pt x="7342" y="33"/>
                </a:lnTo>
                <a:cubicBezTo>
                  <a:pt x="7329" y="41"/>
                  <a:pt x="7381" y="58"/>
                  <a:pt x="7309" y="62"/>
                </a:cubicBezTo>
                <a:cubicBezTo>
                  <a:pt x="7330" y="63"/>
                  <a:pt x="7355" y="65"/>
                  <a:pt x="7399" y="62"/>
                </a:cubicBezTo>
                <a:cubicBezTo>
                  <a:pt x="7385" y="61"/>
                  <a:pt x="7364" y="51"/>
                  <a:pt x="7383" y="51"/>
                </a:cubicBezTo>
                <a:cubicBezTo>
                  <a:pt x="7436" y="59"/>
                  <a:pt x="7420" y="55"/>
                  <a:pt x="7485" y="62"/>
                </a:cubicBezTo>
                <a:cubicBezTo>
                  <a:pt x="7463" y="61"/>
                  <a:pt x="7487" y="49"/>
                  <a:pt x="7520" y="50"/>
                </a:cubicBezTo>
                <a:cubicBezTo>
                  <a:pt x="7515" y="51"/>
                  <a:pt x="7523" y="61"/>
                  <a:pt x="7511" y="62"/>
                </a:cubicBezTo>
                <a:lnTo>
                  <a:pt x="7594" y="51"/>
                </a:lnTo>
                <a:cubicBezTo>
                  <a:pt x="7573" y="53"/>
                  <a:pt x="7590" y="61"/>
                  <a:pt x="7609" y="64"/>
                </a:cubicBezTo>
                <a:cubicBezTo>
                  <a:pt x="7600" y="62"/>
                  <a:pt x="7680" y="64"/>
                  <a:pt x="7702" y="63"/>
                </a:cubicBezTo>
                <a:lnTo>
                  <a:pt x="7667" y="61"/>
                </a:lnTo>
                <a:cubicBezTo>
                  <a:pt x="7761" y="63"/>
                  <a:pt x="7760" y="45"/>
                  <a:pt x="7853" y="46"/>
                </a:cubicBezTo>
                <a:cubicBezTo>
                  <a:pt x="7842" y="48"/>
                  <a:pt x="7825" y="60"/>
                  <a:pt x="7872" y="62"/>
                </a:cubicBezTo>
                <a:cubicBezTo>
                  <a:pt x="7894" y="56"/>
                  <a:pt x="7968" y="34"/>
                  <a:pt x="8050" y="29"/>
                </a:cubicBezTo>
                <a:lnTo>
                  <a:pt x="8066" y="33"/>
                </a:lnTo>
                <a:lnTo>
                  <a:pt x="8129" y="29"/>
                </a:lnTo>
                <a:cubicBezTo>
                  <a:pt x="8090" y="38"/>
                  <a:pt x="7980" y="56"/>
                  <a:pt x="7919" y="63"/>
                </a:cubicBezTo>
                <a:cubicBezTo>
                  <a:pt x="7954" y="66"/>
                  <a:pt x="7929" y="67"/>
                  <a:pt x="7982" y="67"/>
                </a:cubicBezTo>
                <a:cubicBezTo>
                  <a:pt x="8000" y="70"/>
                  <a:pt x="7953" y="72"/>
                  <a:pt x="7938" y="72"/>
                </a:cubicBezTo>
                <a:lnTo>
                  <a:pt x="8060" y="74"/>
                </a:lnTo>
                <a:cubicBezTo>
                  <a:pt x="8054" y="67"/>
                  <a:pt x="8153" y="67"/>
                  <a:pt x="8149" y="62"/>
                </a:cubicBezTo>
                <a:lnTo>
                  <a:pt x="8016" y="68"/>
                </a:lnTo>
                <a:cubicBezTo>
                  <a:pt x="8011" y="62"/>
                  <a:pt x="8093" y="49"/>
                  <a:pt x="8179" y="51"/>
                </a:cubicBezTo>
                <a:cubicBezTo>
                  <a:pt x="8201" y="53"/>
                  <a:pt x="8163" y="63"/>
                  <a:pt x="8165" y="65"/>
                </a:cubicBezTo>
                <a:cubicBezTo>
                  <a:pt x="8176" y="63"/>
                  <a:pt x="8247" y="61"/>
                  <a:pt x="8255" y="62"/>
                </a:cubicBezTo>
                <a:lnTo>
                  <a:pt x="8218" y="66"/>
                </a:lnTo>
                <a:cubicBezTo>
                  <a:pt x="8266" y="69"/>
                  <a:pt x="8297" y="57"/>
                  <a:pt x="8355" y="64"/>
                </a:cubicBezTo>
                <a:cubicBezTo>
                  <a:pt x="8375" y="64"/>
                  <a:pt x="8414" y="73"/>
                  <a:pt x="8418" y="69"/>
                </a:cubicBezTo>
                <a:cubicBezTo>
                  <a:pt x="8385" y="61"/>
                  <a:pt x="8379" y="37"/>
                  <a:pt x="8401" y="31"/>
                </a:cubicBezTo>
                <a:cubicBezTo>
                  <a:pt x="8408" y="31"/>
                  <a:pt x="8505" y="38"/>
                  <a:pt x="8528" y="42"/>
                </a:cubicBezTo>
                <a:cubicBezTo>
                  <a:pt x="8561" y="48"/>
                  <a:pt x="8479" y="57"/>
                  <a:pt x="8507" y="62"/>
                </a:cubicBezTo>
                <a:cubicBezTo>
                  <a:pt x="8508" y="60"/>
                  <a:pt x="8526" y="58"/>
                  <a:pt x="8534" y="57"/>
                </a:cubicBezTo>
                <a:cubicBezTo>
                  <a:pt x="8555" y="59"/>
                  <a:pt x="8525" y="63"/>
                  <a:pt x="8571" y="62"/>
                </a:cubicBezTo>
                <a:cubicBezTo>
                  <a:pt x="8578" y="55"/>
                  <a:pt x="8664" y="63"/>
                  <a:pt x="8592" y="56"/>
                </a:cubicBezTo>
                <a:cubicBezTo>
                  <a:pt x="8637" y="55"/>
                  <a:pt x="8640" y="58"/>
                  <a:pt x="8692" y="58"/>
                </a:cubicBezTo>
                <a:cubicBezTo>
                  <a:pt x="8675" y="53"/>
                  <a:pt x="8739" y="43"/>
                  <a:pt x="8784" y="41"/>
                </a:cubicBezTo>
                <a:cubicBezTo>
                  <a:pt x="8781" y="42"/>
                  <a:pt x="8791" y="45"/>
                  <a:pt x="8796" y="46"/>
                </a:cubicBezTo>
                <a:cubicBezTo>
                  <a:pt x="8888" y="47"/>
                  <a:pt x="8937" y="50"/>
                  <a:pt x="9022" y="50"/>
                </a:cubicBezTo>
                <a:cubicBezTo>
                  <a:pt x="9030" y="52"/>
                  <a:pt x="9071" y="54"/>
                  <a:pt x="9054" y="57"/>
                </a:cubicBezTo>
                <a:cubicBezTo>
                  <a:pt x="9066" y="56"/>
                  <a:pt x="9077" y="53"/>
                  <a:pt x="9103" y="53"/>
                </a:cubicBezTo>
                <a:cubicBezTo>
                  <a:pt x="9154" y="59"/>
                  <a:pt x="9045" y="54"/>
                  <a:pt x="9084" y="61"/>
                </a:cubicBezTo>
                <a:cubicBezTo>
                  <a:pt x="9087" y="57"/>
                  <a:pt x="9152" y="56"/>
                  <a:pt x="9189" y="53"/>
                </a:cubicBezTo>
                <a:cubicBezTo>
                  <a:pt x="9178" y="47"/>
                  <a:pt x="9103" y="52"/>
                  <a:pt x="9065" y="54"/>
                </a:cubicBezTo>
                <a:cubicBezTo>
                  <a:pt x="9065" y="46"/>
                  <a:pt x="9130" y="37"/>
                  <a:pt x="9219" y="33"/>
                </a:cubicBezTo>
                <a:cubicBezTo>
                  <a:pt x="9290" y="31"/>
                  <a:pt x="9250" y="39"/>
                  <a:pt x="9262" y="38"/>
                </a:cubicBezTo>
                <a:cubicBezTo>
                  <a:pt x="9395" y="39"/>
                  <a:pt x="9376" y="23"/>
                  <a:pt x="9486" y="29"/>
                </a:cubicBezTo>
                <a:cubicBezTo>
                  <a:pt x="9530" y="35"/>
                  <a:pt x="9488" y="40"/>
                  <a:pt x="9498" y="44"/>
                </a:cubicBezTo>
                <a:cubicBezTo>
                  <a:pt x="9440" y="46"/>
                  <a:pt x="9409" y="40"/>
                  <a:pt x="9370" y="40"/>
                </a:cubicBezTo>
                <a:lnTo>
                  <a:pt x="9418" y="43"/>
                </a:lnTo>
                <a:cubicBezTo>
                  <a:pt x="9400" y="45"/>
                  <a:pt x="9361" y="46"/>
                  <a:pt x="9340" y="45"/>
                </a:cubicBezTo>
                <a:cubicBezTo>
                  <a:pt x="9377" y="50"/>
                  <a:pt x="9565" y="46"/>
                  <a:pt x="9668" y="51"/>
                </a:cubicBezTo>
                <a:cubicBezTo>
                  <a:pt x="9686" y="49"/>
                  <a:pt x="9718" y="47"/>
                  <a:pt x="9703" y="45"/>
                </a:cubicBezTo>
                <a:lnTo>
                  <a:pt x="9670" y="45"/>
                </a:lnTo>
                <a:cubicBezTo>
                  <a:pt x="9640" y="41"/>
                  <a:pt x="9732" y="39"/>
                  <a:pt x="9690" y="37"/>
                </a:cubicBezTo>
                <a:cubicBezTo>
                  <a:pt x="9734" y="34"/>
                  <a:pt x="9783" y="29"/>
                  <a:pt x="9844" y="32"/>
                </a:cubicBezTo>
                <a:lnTo>
                  <a:pt x="9856" y="38"/>
                </a:lnTo>
                <a:cubicBezTo>
                  <a:pt x="9854" y="36"/>
                  <a:pt x="9816" y="35"/>
                  <a:pt x="9798" y="36"/>
                </a:cubicBezTo>
                <a:cubicBezTo>
                  <a:pt x="9824" y="34"/>
                  <a:pt x="9892" y="45"/>
                  <a:pt x="9920" y="37"/>
                </a:cubicBezTo>
                <a:lnTo>
                  <a:pt x="9877" y="32"/>
                </a:lnTo>
                <a:cubicBezTo>
                  <a:pt x="9921" y="29"/>
                  <a:pt x="9975" y="23"/>
                  <a:pt x="10030" y="25"/>
                </a:cubicBezTo>
                <a:cubicBezTo>
                  <a:pt x="10005" y="19"/>
                  <a:pt x="10017" y="26"/>
                  <a:pt x="9979" y="18"/>
                </a:cubicBezTo>
                <a:cubicBezTo>
                  <a:pt x="10012" y="27"/>
                  <a:pt x="9839" y="18"/>
                  <a:pt x="9893" y="27"/>
                </a:cubicBezTo>
                <a:cubicBezTo>
                  <a:pt x="9854" y="19"/>
                  <a:pt x="9825" y="24"/>
                  <a:pt x="9773" y="16"/>
                </a:cubicBezTo>
                <a:cubicBezTo>
                  <a:pt x="9774" y="18"/>
                  <a:pt x="9791" y="20"/>
                  <a:pt x="9746" y="19"/>
                </a:cubicBezTo>
                <a:cubicBezTo>
                  <a:pt x="9743" y="20"/>
                  <a:pt x="9739" y="21"/>
                  <a:pt x="9735" y="21"/>
                </a:cubicBezTo>
                <a:lnTo>
                  <a:pt x="9732" y="21"/>
                </a:lnTo>
                <a:lnTo>
                  <a:pt x="9735" y="21"/>
                </a:lnTo>
                <a:cubicBezTo>
                  <a:pt x="9733" y="21"/>
                  <a:pt x="9733" y="22"/>
                  <a:pt x="9736" y="21"/>
                </a:cubicBezTo>
                <a:cubicBezTo>
                  <a:pt x="9747" y="22"/>
                  <a:pt x="9756" y="23"/>
                  <a:pt x="9759" y="24"/>
                </a:cubicBezTo>
                <a:cubicBezTo>
                  <a:pt x="9736" y="29"/>
                  <a:pt x="9664" y="29"/>
                  <a:pt x="9639" y="31"/>
                </a:cubicBezTo>
                <a:cubicBezTo>
                  <a:pt x="9612" y="30"/>
                  <a:pt x="9651" y="29"/>
                  <a:pt x="9636" y="27"/>
                </a:cubicBezTo>
                <a:lnTo>
                  <a:pt x="9599" y="30"/>
                </a:lnTo>
                <a:cubicBezTo>
                  <a:pt x="9596" y="26"/>
                  <a:pt x="9527" y="23"/>
                  <a:pt x="9591" y="20"/>
                </a:cubicBezTo>
                <a:lnTo>
                  <a:pt x="9534" y="20"/>
                </a:lnTo>
                <a:cubicBezTo>
                  <a:pt x="9500" y="17"/>
                  <a:pt x="9453" y="16"/>
                  <a:pt x="9425" y="18"/>
                </a:cubicBezTo>
                <a:cubicBezTo>
                  <a:pt x="9398" y="17"/>
                  <a:pt x="9356" y="23"/>
                  <a:pt x="9380" y="19"/>
                </a:cubicBezTo>
                <a:lnTo>
                  <a:pt x="9290" y="22"/>
                </a:lnTo>
                <a:lnTo>
                  <a:pt x="9289" y="21"/>
                </a:lnTo>
                <a:cubicBezTo>
                  <a:pt x="9200" y="20"/>
                  <a:pt x="9106" y="28"/>
                  <a:pt x="9004" y="20"/>
                </a:cubicBezTo>
                <a:cubicBezTo>
                  <a:pt x="8974" y="21"/>
                  <a:pt x="8944" y="22"/>
                  <a:pt x="8893" y="21"/>
                </a:cubicBezTo>
                <a:lnTo>
                  <a:pt x="8884" y="17"/>
                </a:lnTo>
                <a:cubicBezTo>
                  <a:pt x="8845" y="18"/>
                  <a:pt x="8768" y="13"/>
                  <a:pt x="8752" y="17"/>
                </a:cubicBezTo>
                <a:cubicBezTo>
                  <a:pt x="8710" y="7"/>
                  <a:pt x="8565" y="14"/>
                  <a:pt x="8498" y="12"/>
                </a:cubicBezTo>
                <a:lnTo>
                  <a:pt x="8495" y="17"/>
                </a:lnTo>
                <a:cubicBezTo>
                  <a:pt x="8449" y="17"/>
                  <a:pt x="8404" y="18"/>
                  <a:pt x="8346" y="20"/>
                </a:cubicBezTo>
                <a:lnTo>
                  <a:pt x="8350" y="25"/>
                </a:lnTo>
                <a:cubicBezTo>
                  <a:pt x="8300" y="28"/>
                  <a:pt x="8222" y="21"/>
                  <a:pt x="8143" y="22"/>
                </a:cubicBezTo>
                <a:cubicBezTo>
                  <a:pt x="8149" y="20"/>
                  <a:pt x="8169" y="20"/>
                  <a:pt x="8183" y="21"/>
                </a:cubicBezTo>
                <a:cubicBezTo>
                  <a:pt x="8089" y="11"/>
                  <a:pt x="7984" y="28"/>
                  <a:pt x="7899" y="21"/>
                </a:cubicBezTo>
                <a:cubicBezTo>
                  <a:pt x="7878" y="22"/>
                  <a:pt x="7862" y="22"/>
                  <a:pt x="7848" y="21"/>
                </a:cubicBezTo>
                <a:cubicBezTo>
                  <a:pt x="7850" y="21"/>
                  <a:pt x="7851" y="21"/>
                  <a:pt x="7853" y="20"/>
                </a:cubicBezTo>
                <a:lnTo>
                  <a:pt x="7844" y="20"/>
                </a:lnTo>
                <a:lnTo>
                  <a:pt x="7815" y="18"/>
                </a:lnTo>
                <a:cubicBezTo>
                  <a:pt x="7823" y="19"/>
                  <a:pt x="7832" y="20"/>
                  <a:pt x="7839" y="20"/>
                </a:cubicBezTo>
                <a:cubicBezTo>
                  <a:pt x="7823" y="20"/>
                  <a:pt x="7798" y="21"/>
                  <a:pt x="7774" y="22"/>
                </a:cubicBezTo>
                <a:lnTo>
                  <a:pt x="7763" y="17"/>
                </a:lnTo>
                <a:lnTo>
                  <a:pt x="7758" y="17"/>
                </a:lnTo>
                <a:cubicBezTo>
                  <a:pt x="7734" y="15"/>
                  <a:pt x="7739" y="19"/>
                  <a:pt x="7751" y="23"/>
                </a:cubicBezTo>
                <a:cubicBezTo>
                  <a:pt x="7739" y="24"/>
                  <a:pt x="7728" y="25"/>
                  <a:pt x="7719" y="26"/>
                </a:cubicBezTo>
                <a:cubicBezTo>
                  <a:pt x="7700" y="18"/>
                  <a:pt x="7655" y="29"/>
                  <a:pt x="7629" y="20"/>
                </a:cubicBezTo>
                <a:cubicBezTo>
                  <a:pt x="7612" y="24"/>
                  <a:pt x="7506" y="23"/>
                  <a:pt x="7493" y="32"/>
                </a:cubicBezTo>
                <a:cubicBezTo>
                  <a:pt x="7492" y="30"/>
                  <a:pt x="7485" y="30"/>
                  <a:pt x="7498" y="30"/>
                </a:cubicBezTo>
                <a:cubicBezTo>
                  <a:pt x="7471" y="29"/>
                  <a:pt x="7444" y="28"/>
                  <a:pt x="7420" y="30"/>
                </a:cubicBezTo>
                <a:lnTo>
                  <a:pt x="7408" y="24"/>
                </a:lnTo>
                <a:lnTo>
                  <a:pt x="7349" y="32"/>
                </a:lnTo>
                <a:cubicBezTo>
                  <a:pt x="7313" y="28"/>
                  <a:pt x="7298" y="26"/>
                  <a:pt x="7334" y="21"/>
                </a:cubicBezTo>
                <a:cubicBezTo>
                  <a:pt x="7247" y="28"/>
                  <a:pt x="7263" y="24"/>
                  <a:pt x="7190" y="31"/>
                </a:cubicBezTo>
                <a:lnTo>
                  <a:pt x="7194" y="27"/>
                </a:lnTo>
                <a:cubicBezTo>
                  <a:pt x="7167" y="27"/>
                  <a:pt x="7125" y="32"/>
                  <a:pt x="7109" y="29"/>
                </a:cubicBezTo>
                <a:cubicBezTo>
                  <a:pt x="7051" y="21"/>
                  <a:pt x="6819" y="27"/>
                  <a:pt x="6668" y="20"/>
                </a:cubicBezTo>
                <a:cubicBezTo>
                  <a:pt x="6697" y="32"/>
                  <a:pt x="6598" y="14"/>
                  <a:pt x="6592" y="24"/>
                </a:cubicBezTo>
                <a:cubicBezTo>
                  <a:pt x="6583" y="21"/>
                  <a:pt x="6562" y="19"/>
                  <a:pt x="6586" y="17"/>
                </a:cubicBezTo>
                <a:cubicBezTo>
                  <a:pt x="6509" y="19"/>
                  <a:pt x="6471" y="12"/>
                  <a:pt x="6418" y="20"/>
                </a:cubicBezTo>
                <a:cubicBezTo>
                  <a:pt x="6409" y="17"/>
                  <a:pt x="6434" y="16"/>
                  <a:pt x="6426" y="14"/>
                </a:cubicBezTo>
                <a:cubicBezTo>
                  <a:pt x="6420" y="14"/>
                  <a:pt x="6402" y="16"/>
                  <a:pt x="6394" y="15"/>
                </a:cubicBezTo>
                <a:cubicBezTo>
                  <a:pt x="6386" y="13"/>
                  <a:pt x="6405" y="12"/>
                  <a:pt x="6417" y="11"/>
                </a:cubicBezTo>
                <a:cubicBezTo>
                  <a:pt x="6339" y="11"/>
                  <a:pt x="6331" y="20"/>
                  <a:pt x="6325" y="28"/>
                </a:cubicBezTo>
                <a:cubicBezTo>
                  <a:pt x="6285" y="24"/>
                  <a:pt x="6265" y="25"/>
                  <a:pt x="6236" y="30"/>
                </a:cubicBezTo>
                <a:cubicBezTo>
                  <a:pt x="6223" y="27"/>
                  <a:pt x="6199" y="24"/>
                  <a:pt x="6248" y="24"/>
                </a:cubicBezTo>
                <a:cubicBezTo>
                  <a:pt x="6221" y="23"/>
                  <a:pt x="6080" y="19"/>
                  <a:pt x="6078" y="26"/>
                </a:cubicBezTo>
                <a:cubicBezTo>
                  <a:pt x="6069" y="24"/>
                  <a:pt x="6039" y="25"/>
                  <a:pt x="6032" y="26"/>
                </a:cubicBezTo>
                <a:cubicBezTo>
                  <a:pt x="5970" y="25"/>
                  <a:pt x="5965" y="25"/>
                  <a:pt x="5904" y="25"/>
                </a:cubicBezTo>
                <a:lnTo>
                  <a:pt x="5921" y="26"/>
                </a:lnTo>
                <a:cubicBezTo>
                  <a:pt x="5897" y="34"/>
                  <a:pt x="5871" y="28"/>
                  <a:pt x="5822" y="29"/>
                </a:cubicBezTo>
                <a:lnTo>
                  <a:pt x="5823" y="28"/>
                </a:lnTo>
                <a:cubicBezTo>
                  <a:pt x="5711" y="22"/>
                  <a:pt x="5775" y="31"/>
                  <a:pt x="5665" y="24"/>
                </a:cubicBezTo>
                <a:lnTo>
                  <a:pt x="5671" y="29"/>
                </a:lnTo>
                <a:cubicBezTo>
                  <a:pt x="5660" y="39"/>
                  <a:pt x="5573" y="22"/>
                  <a:pt x="5509" y="26"/>
                </a:cubicBezTo>
                <a:lnTo>
                  <a:pt x="5532" y="29"/>
                </a:lnTo>
                <a:cubicBezTo>
                  <a:pt x="5497" y="33"/>
                  <a:pt x="5434" y="15"/>
                  <a:pt x="5399" y="13"/>
                </a:cubicBezTo>
                <a:cubicBezTo>
                  <a:pt x="5391" y="12"/>
                  <a:pt x="5411" y="12"/>
                  <a:pt x="5422" y="11"/>
                </a:cubicBezTo>
                <a:cubicBezTo>
                  <a:pt x="5330" y="6"/>
                  <a:pt x="5410" y="17"/>
                  <a:pt x="5341" y="19"/>
                </a:cubicBezTo>
                <a:cubicBezTo>
                  <a:pt x="5328" y="15"/>
                  <a:pt x="5357" y="10"/>
                  <a:pt x="5311" y="9"/>
                </a:cubicBezTo>
                <a:cubicBezTo>
                  <a:pt x="5288" y="7"/>
                  <a:pt x="5177" y="20"/>
                  <a:pt x="5114" y="13"/>
                </a:cubicBezTo>
                <a:cubicBezTo>
                  <a:pt x="5128" y="16"/>
                  <a:pt x="5142" y="19"/>
                  <a:pt x="5110" y="21"/>
                </a:cubicBezTo>
                <a:cubicBezTo>
                  <a:pt x="5061" y="21"/>
                  <a:pt x="4978" y="10"/>
                  <a:pt x="4934" y="19"/>
                </a:cubicBezTo>
                <a:cubicBezTo>
                  <a:pt x="4928" y="18"/>
                  <a:pt x="4925" y="17"/>
                  <a:pt x="4925" y="16"/>
                </a:cubicBezTo>
                <a:cubicBezTo>
                  <a:pt x="4888" y="19"/>
                  <a:pt x="4804" y="20"/>
                  <a:pt x="4781" y="24"/>
                </a:cubicBezTo>
                <a:cubicBezTo>
                  <a:pt x="4747" y="8"/>
                  <a:pt x="4549" y="32"/>
                  <a:pt x="4550" y="16"/>
                </a:cubicBezTo>
                <a:lnTo>
                  <a:pt x="4435" y="17"/>
                </a:lnTo>
                <a:lnTo>
                  <a:pt x="4438" y="15"/>
                </a:lnTo>
                <a:cubicBezTo>
                  <a:pt x="4365" y="14"/>
                  <a:pt x="4339" y="18"/>
                  <a:pt x="4313" y="22"/>
                </a:cubicBezTo>
                <a:cubicBezTo>
                  <a:pt x="4296" y="20"/>
                  <a:pt x="4309" y="19"/>
                  <a:pt x="4310" y="18"/>
                </a:cubicBezTo>
                <a:cubicBezTo>
                  <a:pt x="4203" y="15"/>
                  <a:pt x="4192" y="15"/>
                  <a:pt x="4102" y="23"/>
                </a:cubicBezTo>
                <a:lnTo>
                  <a:pt x="4093" y="18"/>
                </a:lnTo>
                <a:cubicBezTo>
                  <a:pt x="4068" y="21"/>
                  <a:pt x="3938" y="10"/>
                  <a:pt x="3833" y="15"/>
                </a:cubicBezTo>
                <a:cubicBezTo>
                  <a:pt x="3834" y="15"/>
                  <a:pt x="3836" y="14"/>
                  <a:pt x="3844" y="13"/>
                </a:cubicBezTo>
                <a:cubicBezTo>
                  <a:pt x="3726" y="19"/>
                  <a:pt x="3561" y="0"/>
                  <a:pt x="3518" y="17"/>
                </a:cubicBezTo>
                <a:lnTo>
                  <a:pt x="3439" y="21"/>
                </a:lnTo>
                <a:cubicBezTo>
                  <a:pt x="3540" y="23"/>
                  <a:pt x="3424" y="29"/>
                  <a:pt x="3466" y="32"/>
                </a:cubicBezTo>
                <a:cubicBezTo>
                  <a:pt x="3426" y="33"/>
                  <a:pt x="3363" y="27"/>
                  <a:pt x="3412" y="26"/>
                </a:cubicBezTo>
                <a:lnTo>
                  <a:pt x="3420" y="27"/>
                </a:lnTo>
                <a:cubicBezTo>
                  <a:pt x="3438" y="17"/>
                  <a:pt x="3294" y="23"/>
                  <a:pt x="3297" y="16"/>
                </a:cubicBezTo>
                <a:cubicBezTo>
                  <a:pt x="3098" y="17"/>
                  <a:pt x="2904" y="11"/>
                  <a:pt x="2718" y="10"/>
                </a:cubicBezTo>
                <a:lnTo>
                  <a:pt x="2740" y="18"/>
                </a:lnTo>
                <a:lnTo>
                  <a:pt x="2675" y="17"/>
                </a:lnTo>
                <a:cubicBezTo>
                  <a:pt x="2658" y="15"/>
                  <a:pt x="2652" y="11"/>
                  <a:pt x="2698" y="12"/>
                </a:cubicBezTo>
                <a:cubicBezTo>
                  <a:pt x="2674" y="8"/>
                  <a:pt x="2620" y="15"/>
                  <a:pt x="2619" y="17"/>
                </a:cubicBezTo>
                <a:cubicBezTo>
                  <a:pt x="2528" y="14"/>
                  <a:pt x="2655" y="9"/>
                  <a:pt x="2627" y="9"/>
                </a:cubicBezTo>
                <a:lnTo>
                  <a:pt x="2589" y="9"/>
                </a:lnTo>
                <a:lnTo>
                  <a:pt x="2597" y="9"/>
                </a:lnTo>
                <a:cubicBezTo>
                  <a:pt x="2567" y="12"/>
                  <a:pt x="2564" y="15"/>
                  <a:pt x="2508" y="15"/>
                </a:cubicBezTo>
                <a:cubicBezTo>
                  <a:pt x="2473" y="13"/>
                  <a:pt x="2490" y="10"/>
                  <a:pt x="2476" y="10"/>
                </a:cubicBezTo>
                <a:cubicBezTo>
                  <a:pt x="2477" y="10"/>
                  <a:pt x="2472" y="9"/>
                  <a:pt x="2455" y="10"/>
                </a:cubicBezTo>
                <a:lnTo>
                  <a:pt x="2373" y="9"/>
                </a:lnTo>
                <a:lnTo>
                  <a:pt x="2406" y="15"/>
                </a:lnTo>
                <a:cubicBezTo>
                  <a:pt x="2370" y="18"/>
                  <a:pt x="2329" y="15"/>
                  <a:pt x="2367" y="21"/>
                </a:cubicBezTo>
                <a:cubicBezTo>
                  <a:pt x="2311" y="11"/>
                  <a:pt x="2062" y="17"/>
                  <a:pt x="2028" y="14"/>
                </a:cubicBezTo>
                <a:cubicBezTo>
                  <a:pt x="1977" y="18"/>
                  <a:pt x="1927" y="18"/>
                  <a:pt x="1864" y="17"/>
                </a:cubicBezTo>
                <a:cubicBezTo>
                  <a:pt x="1880" y="19"/>
                  <a:pt x="1889" y="25"/>
                  <a:pt x="1836" y="24"/>
                </a:cubicBezTo>
                <a:cubicBezTo>
                  <a:pt x="1855" y="11"/>
                  <a:pt x="1737" y="18"/>
                  <a:pt x="1694" y="9"/>
                </a:cubicBezTo>
                <a:cubicBezTo>
                  <a:pt x="1733" y="15"/>
                  <a:pt x="1542" y="10"/>
                  <a:pt x="1603" y="19"/>
                </a:cubicBezTo>
                <a:cubicBezTo>
                  <a:pt x="1558" y="18"/>
                  <a:pt x="1600" y="14"/>
                  <a:pt x="1566" y="11"/>
                </a:cubicBezTo>
                <a:cubicBezTo>
                  <a:pt x="1460" y="16"/>
                  <a:pt x="1331" y="8"/>
                  <a:pt x="1200" y="9"/>
                </a:cubicBezTo>
                <a:cubicBezTo>
                  <a:pt x="1198" y="11"/>
                  <a:pt x="1220" y="13"/>
                  <a:pt x="1192" y="16"/>
                </a:cubicBezTo>
                <a:lnTo>
                  <a:pt x="1122" y="8"/>
                </a:lnTo>
                <a:cubicBezTo>
                  <a:pt x="1096" y="9"/>
                  <a:pt x="1098" y="17"/>
                  <a:pt x="1051" y="11"/>
                </a:cubicBezTo>
                <a:cubicBezTo>
                  <a:pt x="1058" y="13"/>
                  <a:pt x="1068" y="15"/>
                  <a:pt x="1050" y="15"/>
                </a:cubicBezTo>
                <a:cubicBezTo>
                  <a:pt x="792" y="7"/>
                  <a:pt x="524" y="22"/>
                  <a:pt x="262" y="7"/>
                </a:cubicBezTo>
                <a:cubicBezTo>
                  <a:pt x="297" y="9"/>
                  <a:pt x="274" y="10"/>
                  <a:pt x="247" y="10"/>
                </a:cubicBezTo>
                <a:cubicBezTo>
                  <a:pt x="264" y="11"/>
                  <a:pt x="246" y="14"/>
                  <a:pt x="250" y="17"/>
                </a:cubicBezTo>
                <a:lnTo>
                  <a:pt x="140" y="10"/>
                </a:lnTo>
                <a:cubicBezTo>
                  <a:pt x="120" y="17"/>
                  <a:pt x="23" y="10"/>
                  <a:pt x="11" y="17"/>
                </a:cubicBezTo>
                <a:lnTo>
                  <a:pt x="46" y="15"/>
                </a:lnTo>
                <a:cubicBezTo>
                  <a:pt x="0" y="23"/>
                  <a:pt x="111" y="32"/>
                  <a:pt x="104" y="42"/>
                </a:cubicBezTo>
                <a:cubicBezTo>
                  <a:pt x="156" y="33"/>
                  <a:pt x="240" y="55"/>
                  <a:pt x="325" y="43"/>
                </a:cubicBezTo>
                <a:cubicBezTo>
                  <a:pt x="344" y="45"/>
                  <a:pt x="309" y="46"/>
                  <a:pt x="319" y="48"/>
                </a:cubicBezTo>
                <a:cubicBezTo>
                  <a:pt x="340" y="44"/>
                  <a:pt x="366" y="43"/>
                  <a:pt x="414" y="45"/>
                </a:cubicBezTo>
                <a:lnTo>
                  <a:pt x="409" y="46"/>
                </a:lnTo>
                <a:cubicBezTo>
                  <a:pt x="544" y="45"/>
                  <a:pt x="602" y="49"/>
                  <a:pt x="754" y="52"/>
                </a:cubicBezTo>
                <a:lnTo>
                  <a:pt x="742" y="47"/>
                </a:lnTo>
                <a:cubicBezTo>
                  <a:pt x="775" y="48"/>
                  <a:pt x="782" y="49"/>
                  <a:pt x="797" y="50"/>
                </a:cubicBezTo>
                <a:cubicBezTo>
                  <a:pt x="835" y="43"/>
                  <a:pt x="706" y="50"/>
                  <a:pt x="740" y="42"/>
                </a:cubicBezTo>
                <a:cubicBezTo>
                  <a:pt x="783" y="52"/>
                  <a:pt x="970" y="42"/>
                  <a:pt x="999" y="53"/>
                </a:cubicBezTo>
                <a:cubicBezTo>
                  <a:pt x="1049" y="54"/>
                  <a:pt x="984" y="48"/>
                  <a:pt x="1034" y="48"/>
                </a:cubicBezTo>
                <a:lnTo>
                  <a:pt x="1048" y="51"/>
                </a:lnTo>
                <a:lnTo>
                  <a:pt x="1060" y="47"/>
                </a:lnTo>
                <a:cubicBezTo>
                  <a:pt x="1093" y="48"/>
                  <a:pt x="1110" y="52"/>
                  <a:pt x="1111" y="54"/>
                </a:cubicBezTo>
                <a:cubicBezTo>
                  <a:pt x="1103" y="54"/>
                  <a:pt x="1088" y="55"/>
                  <a:pt x="1080" y="55"/>
                </a:cubicBezTo>
                <a:cubicBezTo>
                  <a:pt x="1122" y="59"/>
                  <a:pt x="1200" y="54"/>
                  <a:pt x="1215" y="55"/>
                </a:cubicBezTo>
                <a:lnTo>
                  <a:pt x="1166" y="53"/>
                </a:lnTo>
                <a:cubicBezTo>
                  <a:pt x="1303" y="50"/>
                  <a:pt x="1470" y="55"/>
                  <a:pt x="1603" y="49"/>
                </a:cubicBezTo>
                <a:lnTo>
                  <a:pt x="1593" y="46"/>
                </a:lnTo>
                <a:cubicBezTo>
                  <a:pt x="1694" y="42"/>
                  <a:pt x="1674" y="49"/>
                  <a:pt x="1784" y="47"/>
                </a:cubicBezTo>
                <a:lnTo>
                  <a:pt x="1780" y="48"/>
                </a:lnTo>
                <a:cubicBezTo>
                  <a:pt x="1803" y="45"/>
                  <a:pt x="1832" y="44"/>
                  <a:pt x="1863" y="45"/>
                </a:cubicBezTo>
                <a:cubicBezTo>
                  <a:pt x="1835" y="47"/>
                  <a:pt x="1915" y="50"/>
                  <a:pt x="1879" y="53"/>
                </a:cubicBezTo>
                <a:cubicBezTo>
                  <a:pt x="1988" y="48"/>
                  <a:pt x="1933" y="49"/>
                  <a:pt x="2005" y="41"/>
                </a:cubicBezTo>
                <a:lnTo>
                  <a:pt x="2022" y="45"/>
                </a:lnTo>
                <a:cubicBezTo>
                  <a:pt x="2046" y="41"/>
                  <a:pt x="2048" y="40"/>
                  <a:pt x="2104" y="39"/>
                </a:cubicBezTo>
                <a:cubicBezTo>
                  <a:pt x="2058" y="42"/>
                  <a:pt x="2139" y="44"/>
                  <a:pt x="2088" y="49"/>
                </a:cubicBezTo>
                <a:cubicBezTo>
                  <a:pt x="2205" y="57"/>
                  <a:pt x="2261" y="41"/>
                  <a:pt x="2314" y="53"/>
                </a:cubicBezTo>
                <a:cubicBezTo>
                  <a:pt x="2368" y="42"/>
                  <a:pt x="2214" y="47"/>
                  <a:pt x="2244" y="45"/>
                </a:cubicBezTo>
                <a:cubicBezTo>
                  <a:pt x="2219" y="41"/>
                  <a:pt x="2288" y="37"/>
                  <a:pt x="2324" y="38"/>
                </a:cubicBezTo>
                <a:cubicBezTo>
                  <a:pt x="2361" y="38"/>
                  <a:pt x="2387" y="51"/>
                  <a:pt x="2481" y="51"/>
                </a:cubicBezTo>
                <a:cubicBezTo>
                  <a:pt x="2471" y="51"/>
                  <a:pt x="2471" y="52"/>
                  <a:pt x="2461" y="52"/>
                </a:cubicBezTo>
                <a:cubicBezTo>
                  <a:pt x="2496" y="55"/>
                  <a:pt x="2530" y="48"/>
                  <a:pt x="2573" y="53"/>
                </a:cubicBezTo>
                <a:cubicBezTo>
                  <a:pt x="2597" y="47"/>
                  <a:pt x="2628" y="53"/>
                  <a:pt x="2635" y="45"/>
                </a:cubicBezTo>
                <a:lnTo>
                  <a:pt x="2550" y="47"/>
                </a:lnTo>
                <a:cubicBezTo>
                  <a:pt x="2598" y="45"/>
                  <a:pt x="2644" y="36"/>
                  <a:pt x="2724" y="40"/>
                </a:cubicBezTo>
                <a:cubicBezTo>
                  <a:pt x="2718" y="42"/>
                  <a:pt x="2694" y="44"/>
                  <a:pt x="2677" y="45"/>
                </a:cubicBezTo>
                <a:cubicBezTo>
                  <a:pt x="2701" y="48"/>
                  <a:pt x="2722" y="44"/>
                  <a:pt x="2747" y="46"/>
                </a:cubicBezTo>
                <a:cubicBezTo>
                  <a:pt x="2740" y="54"/>
                  <a:pt x="2643" y="48"/>
                  <a:pt x="2591" y="54"/>
                </a:cubicBezTo>
                <a:cubicBezTo>
                  <a:pt x="2616" y="57"/>
                  <a:pt x="2689" y="48"/>
                  <a:pt x="2663" y="57"/>
                </a:cubicBezTo>
                <a:cubicBezTo>
                  <a:pt x="2700" y="46"/>
                  <a:pt x="2755" y="58"/>
                  <a:pt x="2818" y="50"/>
                </a:cubicBezTo>
                <a:lnTo>
                  <a:pt x="2814" y="55"/>
                </a:lnTo>
                <a:cubicBezTo>
                  <a:pt x="2824" y="54"/>
                  <a:pt x="2845" y="52"/>
                  <a:pt x="2863" y="52"/>
                </a:cubicBezTo>
                <a:lnTo>
                  <a:pt x="2830" y="58"/>
                </a:lnTo>
                <a:cubicBezTo>
                  <a:pt x="2881" y="53"/>
                  <a:pt x="2928" y="63"/>
                  <a:pt x="2977" y="60"/>
                </a:cubicBezTo>
                <a:cubicBezTo>
                  <a:pt x="2875" y="60"/>
                  <a:pt x="2954" y="54"/>
                  <a:pt x="2911" y="51"/>
                </a:cubicBezTo>
                <a:cubicBezTo>
                  <a:pt x="3038" y="45"/>
                  <a:pt x="2984" y="64"/>
                  <a:pt x="3126" y="62"/>
                </a:cubicBezTo>
                <a:cubicBezTo>
                  <a:pt x="3107" y="62"/>
                  <a:pt x="3054" y="58"/>
                  <a:pt x="3084" y="56"/>
                </a:cubicBezTo>
                <a:cubicBezTo>
                  <a:pt x="3111" y="57"/>
                  <a:pt x="3146" y="59"/>
                  <a:pt x="3163" y="62"/>
                </a:cubicBezTo>
                <a:cubicBezTo>
                  <a:pt x="3257" y="61"/>
                  <a:pt x="3149" y="57"/>
                  <a:pt x="3189" y="54"/>
                </a:cubicBezTo>
                <a:cubicBezTo>
                  <a:pt x="3221" y="60"/>
                  <a:pt x="3235" y="52"/>
                  <a:pt x="3276" y="50"/>
                </a:cubicBezTo>
                <a:lnTo>
                  <a:pt x="3276" y="55"/>
                </a:lnTo>
                <a:cubicBezTo>
                  <a:pt x="3384" y="58"/>
                  <a:pt x="3305" y="45"/>
                  <a:pt x="3401" y="49"/>
                </a:cubicBezTo>
                <a:lnTo>
                  <a:pt x="3361" y="55"/>
                </a:lnTo>
                <a:lnTo>
                  <a:pt x="3411" y="54"/>
                </a:lnTo>
                <a:lnTo>
                  <a:pt x="3400" y="59"/>
                </a:lnTo>
                <a:cubicBezTo>
                  <a:pt x="3455" y="55"/>
                  <a:pt x="3472" y="56"/>
                  <a:pt x="3526" y="58"/>
                </a:cubicBezTo>
                <a:cubicBezTo>
                  <a:pt x="3513" y="54"/>
                  <a:pt x="3533" y="49"/>
                  <a:pt x="3580" y="49"/>
                </a:cubicBezTo>
                <a:cubicBezTo>
                  <a:pt x="3613" y="52"/>
                  <a:pt x="3562" y="54"/>
                  <a:pt x="3630" y="53"/>
                </a:cubicBezTo>
                <a:cubicBezTo>
                  <a:pt x="3614" y="56"/>
                  <a:pt x="3598" y="60"/>
                  <a:pt x="3568" y="55"/>
                </a:cubicBezTo>
                <a:cubicBezTo>
                  <a:pt x="3565" y="57"/>
                  <a:pt x="3553" y="58"/>
                  <a:pt x="3550" y="60"/>
                </a:cubicBezTo>
                <a:cubicBezTo>
                  <a:pt x="3585" y="63"/>
                  <a:pt x="3638" y="61"/>
                  <a:pt x="3662" y="61"/>
                </a:cubicBezTo>
                <a:cubicBezTo>
                  <a:pt x="3653" y="61"/>
                  <a:pt x="3642" y="60"/>
                  <a:pt x="3636" y="60"/>
                </a:cubicBezTo>
                <a:lnTo>
                  <a:pt x="3734" y="53"/>
                </a:lnTo>
                <a:cubicBezTo>
                  <a:pt x="3749" y="55"/>
                  <a:pt x="3737" y="56"/>
                  <a:pt x="3725" y="58"/>
                </a:cubicBezTo>
                <a:cubicBezTo>
                  <a:pt x="3744" y="57"/>
                  <a:pt x="3758" y="55"/>
                  <a:pt x="3787" y="55"/>
                </a:cubicBezTo>
                <a:cubicBezTo>
                  <a:pt x="3780" y="59"/>
                  <a:pt x="3781" y="63"/>
                  <a:pt x="3740" y="65"/>
                </a:cubicBezTo>
                <a:lnTo>
                  <a:pt x="3833" y="60"/>
                </a:lnTo>
                <a:cubicBezTo>
                  <a:pt x="3839" y="62"/>
                  <a:pt x="3881" y="65"/>
                  <a:pt x="3869" y="67"/>
                </a:cubicBezTo>
                <a:cubicBezTo>
                  <a:pt x="3920" y="69"/>
                  <a:pt x="3995" y="59"/>
                  <a:pt x="4064" y="62"/>
                </a:cubicBezTo>
                <a:cubicBezTo>
                  <a:pt x="4067" y="62"/>
                  <a:pt x="4074" y="61"/>
                  <a:pt x="4089" y="60"/>
                </a:cubicBezTo>
                <a:cubicBezTo>
                  <a:pt x="4153" y="62"/>
                  <a:pt x="4210" y="67"/>
                  <a:pt x="4286" y="61"/>
                </a:cubicBezTo>
                <a:lnTo>
                  <a:pt x="4329" y="68"/>
                </a:lnTo>
                <a:cubicBezTo>
                  <a:pt x="4389" y="67"/>
                  <a:pt x="4271" y="59"/>
                  <a:pt x="4370" y="57"/>
                </a:cubicBezTo>
                <a:cubicBezTo>
                  <a:pt x="4440" y="55"/>
                  <a:pt x="4396" y="63"/>
                  <a:pt x="4421" y="65"/>
                </a:cubicBezTo>
                <a:cubicBezTo>
                  <a:pt x="4456" y="62"/>
                  <a:pt x="4517" y="54"/>
                  <a:pt x="4581" y="60"/>
                </a:cubicBezTo>
                <a:cubicBezTo>
                  <a:pt x="4560" y="62"/>
                  <a:pt x="4543" y="60"/>
                  <a:pt x="4523" y="61"/>
                </a:cubicBezTo>
                <a:close/>
              </a:path>
            </a:pathLst>
          </a:custGeom>
          <a:solidFill>
            <a:sysClr val="window" lastClr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6046E0-75FE-415C-D1C6-9D6311439E54}"/>
              </a:ext>
            </a:extLst>
          </p:cNvPr>
          <p:cNvSpPr txBox="1"/>
          <p:nvPr/>
        </p:nvSpPr>
        <p:spPr>
          <a:xfrm>
            <a:off x="371062" y="323273"/>
            <a:ext cx="29888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Pre knowledge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C4A12A7-51A2-C05C-C3BB-60B88D1EE1E7}"/>
              </a:ext>
            </a:extLst>
          </p:cNvPr>
          <p:cNvSpPr/>
          <p:nvPr/>
        </p:nvSpPr>
        <p:spPr>
          <a:xfrm>
            <a:off x="8326140" y="1737395"/>
            <a:ext cx="3496235" cy="516988"/>
          </a:xfrm>
          <a:custGeom>
            <a:avLst/>
            <a:gdLst>
              <a:gd name="connsiteX0" fmla="*/ 0 w 3496235"/>
              <a:gd name="connsiteY0" fmla="*/ 86166 h 516988"/>
              <a:gd name="connsiteX1" fmla="*/ 86166 w 3496235"/>
              <a:gd name="connsiteY1" fmla="*/ 0 h 516988"/>
              <a:gd name="connsiteX2" fmla="*/ 651230 w 3496235"/>
              <a:gd name="connsiteY2" fmla="*/ 0 h 516988"/>
              <a:gd name="connsiteX3" fmla="*/ 1216293 w 3496235"/>
              <a:gd name="connsiteY3" fmla="*/ 0 h 516988"/>
              <a:gd name="connsiteX4" fmla="*/ 1914313 w 3496235"/>
              <a:gd name="connsiteY4" fmla="*/ 0 h 516988"/>
              <a:gd name="connsiteX5" fmla="*/ 2612332 w 3496235"/>
              <a:gd name="connsiteY5" fmla="*/ 0 h 516988"/>
              <a:gd name="connsiteX6" fmla="*/ 3410069 w 3496235"/>
              <a:gd name="connsiteY6" fmla="*/ 0 h 516988"/>
              <a:gd name="connsiteX7" fmla="*/ 3496235 w 3496235"/>
              <a:gd name="connsiteY7" fmla="*/ 86166 h 516988"/>
              <a:gd name="connsiteX8" fmla="*/ 3496235 w 3496235"/>
              <a:gd name="connsiteY8" fmla="*/ 430822 h 516988"/>
              <a:gd name="connsiteX9" fmla="*/ 3410069 w 3496235"/>
              <a:gd name="connsiteY9" fmla="*/ 516988 h 516988"/>
              <a:gd name="connsiteX10" fmla="*/ 2811766 w 3496235"/>
              <a:gd name="connsiteY10" fmla="*/ 516988 h 516988"/>
              <a:gd name="connsiteX11" fmla="*/ 2146986 w 3496235"/>
              <a:gd name="connsiteY11" fmla="*/ 516988 h 516988"/>
              <a:gd name="connsiteX12" fmla="*/ 1548683 w 3496235"/>
              <a:gd name="connsiteY12" fmla="*/ 516988 h 516988"/>
              <a:gd name="connsiteX13" fmla="*/ 817425 w 3496235"/>
              <a:gd name="connsiteY13" fmla="*/ 516988 h 516988"/>
              <a:gd name="connsiteX14" fmla="*/ 86166 w 3496235"/>
              <a:gd name="connsiteY14" fmla="*/ 516988 h 516988"/>
              <a:gd name="connsiteX15" fmla="*/ 0 w 3496235"/>
              <a:gd name="connsiteY15" fmla="*/ 430822 h 516988"/>
              <a:gd name="connsiteX16" fmla="*/ 0 w 3496235"/>
              <a:gd name="connsiteY16" fmla="*/ 86166 h 516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235" h="516988" extrusionOk="0">
                <a:moveTo>
                  <a:pt x="0" y="86166"/>
                </a:moveTo>
                <a:cubicBezTo>
                  <a:pt x="-1050" y="45638"/>
                  <a:pt x="28893" y="-3635"/>
                  <a:pt x="86166" y="0"/>
                </a:cubicBezTo>
                <a:cubicBezTo>
                  <a:pt x="255574" y="-23809"/>
                  <a:pt x="500078" y="-25824"/>
                  <a:pt x="651230" y="0"/>
                </a:cubicBezTo>
                <a:cubicBezTo>
                  <a:pt x="802382" y="25824"/>
                  <a:pt x="1063440" y="-4962"/>
                  <a:pt x="1216293" y="0"/>
                </a:cubicBezTo>
                <a:cubicBezTo>
                  <a:pt x="1369146" y="4962"/>
                  <a:pt x="1610485" y="24080"/>
                  <a:pt x="1914313" y="0"/>
                </a:cubicBezTo>
                <a:cubicBezTo>
                  <a:pt x="2218141" y="-24080"/>
                  <a:pt x="2359501" y="5919"/>
                  <a:pt x="2612332" y="0"/>
                </a:cubicBezTo>
                <a:cubicBezTo>
                  <a:pt x="2865163" y="-5919"/>
                  <a:pt x="3068029" y="-8859"/>
                  <a:pt x="3410069" y="0"/>
                </a:cubicBezTo>
                <a:cubicBezTo>
                  <a:pt x="3452137" y="6301"/>
                  <a:pt x="3488743" y="30281"/>
                  <a:pt x="3496235" y="86166"/>
                </a:cubicBezTo>
                <a:cubicBezTo>
                  <a:pt x="3488798" y="222628"/>
                  <a:pt x="3503986" y="305594"/>
                  <a:pt x="3496235" y="430822"/>
                </a:cubicBezTo>
                <a:cubicBezTo>
                  <a:pt x="3498141" y="490101"/>
                  <a:pt x="3457096" y="509104"/>
                  <a:pt x="3410069" y="516988"/>
                </a:cubicBezTo>
                <a:cubicBezTo>
                  <a:pt x="3204086" y="521092"/>
                  <a:pt x="3088824" y="540063"/>
                  <a:pt x="2811766" y="516988"/>
                </a:cubicBezTo>
                <a:cubicBezTo>
                  <a:pt x="2534708" y="493913"/>
                  <a:pt x="2415178" y="530736"/>
                  <a:pt x="2146986" y="516988"/>
                </a:cubicBezTo>
                <a:cubicBezTo>
                  <a:pt x="1878794" y="503240"/>
                  <a:pt x="1668588" y="521004"/>
                  <a:pt x="1548683" y="516988"/>
                </a:cubicBezTo>
                <a:cubicBezTo>
                  <a:pt x="1428778" y="512972"/>
                  <a:pt x="1032765" y="492251"/>
                  <a:pt x="817425" y="516988"/>
                </a:cubicBezTo>
                <a:cubicBezTo>
                  <a:pt x="602085" y="541725"/>
                  <a:pt x="291806" y="494698"/>
                  <a:pt x="86166" y="516988"/>
                </a:cubicBezTo>
                <a:cubicBezTo>
                  <a:pt x="40449" y="517783"/>
                  <a:pt x="-6025" y="477755"/>
                  <a:pt x="0" y="430822"/>
                </a:cubicBezTo>
                <a:cubicBezTo>
                  <a:pt x="5725" y="328953"/>
                  <a:pt x="14489" y="174039"/>
                  <a:pt x="0" y="86166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035435450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F259584-8AF4-1B60-3729-B1B37C1938F8}"/>
                  </a:ext>
                </a:extLst>
              </p:cNvPr>
              <p:cNvSpPr/>
              <p:nvPr/>
            </p:nvSpPr>
            <p:spPr>
              <a:xfrm>
                <a:off x="2094555" y="1725083"/>
                <a:ext cx="156773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</m:t>
                      </m:r>
                      <m:r>
                        <m:rPr>
                          <m:sty m:val="p"/>
                        </m:rPr>
                        <a:rPr kumimoji="0" lang="en-IN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sin</m:t>
                      </m:r>
                      <m:r>
                        <a:rPr kumimoji="0" lang="en-IN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𝜃</m:t>
                      </m:r>
                    </m:oMath>
                  </m:oMathPara>
                </a14:m>
                <a:endParaRPr kumimoji="0" lang="en-I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F259584-8AF4-1B60-3729-B1B37C1938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4555" y="1725083"/>
                <a:ext cx="156773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DB9B7D19-B928-9391-9710-04A655B94B13}"/>
                  </a:ext>
                </a:extLst>
              </p:cNvPr>
              <p:cNvSpPr/>
              <p:nvPr/>
            </p:nvSpPr>
            <p:spPr>
              <a:xfrm>
                <a:off x="5794796" y="1740372"/>
                <a:ext cx="134972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0" lang="en-IN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cos</m:t>
                      </m:r>
                      <m:r>
                        <a:rPr kumimoji="0" lang="en-IN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𝜃</m:t>
                      </m:r>
                    </m:oMath>
                  </m:oMathPara>
                </a14:m>
                <a:endParaRPr kumimoji="0" lang="en-I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DB9B7D19-B928-9391-9710-04A655B94B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4796" y="1740372"/>
                <a:ext cx="134972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0" name="Group 119">
            <a:extLst>
              <a:ext uri="{FF2B5EF4-FFF2-40B4-BE49-F238E27FC236}">
                <a16:creationId xmlns:a16="http://schemas.microsoft.com/office/drawing/2014/main" id="{96C4CFFD-3ED1-B680-485D-B4DF1424A997}"/>
              </a:ext>
            </a:extLst>
          </p:cNvPr>
          <p:cNvGrpSpPr/>
          <p:nvPr/>
        </p:nvGrpSpPr>
        <p:grpSpPr>
          <a:xfrm>
            <a:off x="168472" y="2324409"/>
            <a:ext cx="3741523" cy="3243401"/>
            <a:chOff x="89255" y="1659477"/>
            <a:chExt cx="3741523" cy="3243401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1776CDF-D072-402A-AFA4-B4F024AD8135}"/>
                </a:ext>
              </a:extLst>
            </p:cNvPr>
            <p:cNvGrpSpPr/>
            <p:nvPr/>
          </p:nvGrpSpPr>
          <p:grpSpPr>
            <a:xfrm>
              <a:off x="650350" y="2131060"/>
              <a:ext cx="2430317" cy="2209800"/>
              <a:chOff x="899160" y="2324100"/>
              <a:chExt cx="2430317" cy="2209800"/>
            </a:xfrm>
          </p:grpSpPr>
          <p:sp>
            <p:nvSpPr>
              <p:cNvPr id="53" name="Partial Circle 52">
                <a:extLst>
                  <a:ext uri="{FF2B5EF4-FFF2-40B4-BE49-F238E27FC236}">
                    <a16:creationId xmlns:a16="http://schemas.microsoft.com/office/drawing/2014/main" id="{775DB9A4-C7DF-D51E-6994-EB31FD4ED9ED}"/>
                  </a:ext>
                </a:extLst>
              </p:cNvPr>
              <p:cNvSpPr/>
              <p:nvPr/>
            </p:nvSpPr>
            <p:spPr>
              <a:xfrm>
                <a:off x="1419057" y="2688020"/>
                <a:ext cx="1462148" cy="1462148"/>
              </a:xfrm>
              <a:prstGeom prst="pie">
                <a:avLst>
                  <a:gd name="adj1" fmla="val 16206605"/>
                  <a:gd name="adj2" fmla="val 21582696"/>
                </a:avLst>
              </a:prstGeom>
              <a:solidFill>
                <a:schemeClr val="accent1">
                  <a:alpha val="37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E063C428-F56E-6696-3A6C-16E1EB95C42F}"/>
                  </a:ext>
                </a:extLst>
              </p:cNvPr>
              <p:cNvGrpSpPr/>
              <p:nvPr/>
            </p:nvGrpSpPr>
            <p:grpSpPr>
              <a:xfrm>
                <a:off x="899160" y="2324100"/>
                <a:ext cx="2430317" cy="2209800"/>
                <a:chOff x="899160" y="2324100"/>
                <a:chExt cx="2430317" cy="2209800"/>
              </a:xfrm>
            </p:grpSpPr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2D271777-5C3F-98A3-D453-0B6F60C1D9F7}"/>
                    </a:ext>
                  </a:extLst>
                </p:cNvPr>
                <p:cNvCxnSpPr/>
                <p:nvPr/>
              </p:nvCxnSpPr>
              <p:spPr>
                <a:xfrm>
                  <a:off x="899160" y="3429000"/>
                  <a:ext cx="243031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0C8CBC63-5AE3-D18D-7447-7D129F33D6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38701" y="2324100"/>
                  <a:ext cx="0" cy="22098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9" name="Arc 48">
                <a:extLst>
                  <a:ext uri="{FF2B5EF4-FFF2-40B4-BE49-F238E27FC236}">
                    <a16:creationId xmlns:a16="http://schemas.microsoft.com/office/drawing/2014/main" id="{B11587B9-6DDF-3C00-3E18-0D78103C2779}"/>
                  </a:ext>
                </a:extLst>
              </p:cNvPr>
              <p:cNvSpPr/>
              <p:nvPr/>
            </p:nvSpPr>
            <p:spPr>
              <a:xfrm>
                <a:off x="1408422" y="2682241"/>
                <a:ext cx="1493518" cy="1493518"/>
              </a:xfrm>
              <a:prstGeom prst="arc">
                <a:avLst/>
              </a:prstGeom>
              <a:ln w="12700">
                <a:solidFill>
                  <a:srgbClr val="FFFF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13E51CEE-2FDA-A63E-A434-A8DF4B6CF82D}"/>
                  </a:ext>
                </a:extLst>
              </p:cNvPr>
              <p:cNvSpPr/>
              <p:nvPr/>
            </p:nvSpPr>
            <p:spPr>
              <a:xfrm>
                <a:off x="1408422" y="2682241"/>
                <a:ext cx="1493518" cy="1493518"/>
              </a:xfrm>
              <a:prstGeom prst="arc">
                <a:avLst>
                  <a:gd name="adj1" fmla="val 10880301"/>
                  <a:gd name="adj2" fmla="val 16156297"/>
                </a:avLst>
              </a:prstGeom>
              <a:ln w="12700">
                <a:solidFill>
                  <a:srgbClr val="FFFF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AD468C31-C1A9-4A5A-13CA-5ED9197EC514}"/>
                  </a:ext>
                </a:extLst>
              </p:cNvPr>
              <p:cNvSpPr/>
              <p:nvPr/>
            </p:nvSpPr>
            <p:spPr>
              <a:xfrm>
                <a:off x="1407630" y="2676145"/>
                <a:ext cx="1493518" cy="1493518"/>
              </a:xfrm>
              <a:prstGeom prst="arc">
                <a:avLst>
                  <a:gd name="adj1" fmla="val 5489100"/>
                  <a:gd name="adj2" fmla="val 10751287"/>
                </a:avLst>
              </a:prstGeom>
              <a:ln w="12700">
                <a:solidFill>
                  <a:srgbClr val="FFFF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4C96DA82-8BAA-A2E9-3679-7E025FA77349}"/>
                  </a:ext>
                </a:extLst>
              </p:cNvPr>
              <p:cNvSpPr/>
              <p:nvPr/>
            </p:nvSpPr>
            <p:spPr>
              <a:xfrm>
                <a:off x="1407630" y="2682241"/>
                <a:ext cx="1493518" cy="1493518"/>
              </a:xfrm>
              <a:prstGeom prst="arc">
                <a:avLst>
                  <a:gd name="adj1" fmla="val 111264"/>
                  <a:gd name="adj2" fmla="val 5440032"/>
                </a:avLst>
              </a:prstGeom>
              <a:ln w="12700">
                <a:solidFill>
                  <a:srgbClr val="FFFF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Partial Circle 53">
                <a:extLst>
                  <a:ext uri="{FF2B5EF4-FFF2-40B4-BE49-F238E27FC236}">
                    <a16:creationId xmlns:a16="http://schemas.microsoft.com/office/drawing/2014/main" id="{D1027514-F4AE-BB78-BC39-72B115407464}"/>
                  </a:ext>
                </a:extLst>
              </p:cNvPr>
              <p:cNvSpPr/>
              <p:nvPr/>
            </p:nvSpPr>
            <p:spPr>
              <a:xfrm>
                <a:off x="1429029" y="2688020"/>
                <a:ext cx="1462148" cy="1462148"/>
              </a:xfrm>
              <a:prstGeom prst="pie">
                <a:avLst>
                  <a:gd name="adj1" fmla="val 10762562"/>
                  <a:gd name="adj2" fmla="val 16128545"/>
                </a:avLst>
              </a:prstGeom>
              <a:solidFill>
                <a:schemeClr val="accent1">
                  <a:alpha val="37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Partial Circle 54">
                <a:extLst>
                  <a:ext uri="{FF2B5EF4-FFF2-40B4-BE49-F238E27FC236}">
                    <a16:creationId xmlns:a16="http://schemas.microsoft.com/office/drawing/2014/main" id="{9B643B1D-1923-D0A4-E75B-11A2562EA79D}"/>
                  </a:ext>
                </a:extLst>
              </p:cNvPr>
              <p:cNvSpPr/>
              <p:nvPr/>
            </p:nvSpPr>
            <p:spPr>
              <a:xfrm>
                <a:off x="1404711" y="2688020"/>
                <a:ext cx="1462148" cy="1462148"/>
              </a:xfrm>
              <a:prstGeom prst="pie">
                <a:avLst>
                  <a:gd name="adj1" fmla="val 5381011"/>
                  <a:gd name="adj2" fmla="val 10749062"/>
                </a:avLst>
              </a:prstGeom>
              <a:solidFill>
                <a:schemeClr val="accent1">
                  <a:alpha val="37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Partial Circle 55">
                <a:extLst>
                  <a:ext uri="{FF2B5EF4-FFF2-40B4-BE49-F238E27FC236}">
                    <a16:creationId xmlns:a16="http://schemas.microsoft.com/office/drawing/2014/main" id="{83DF4D33-E5D7-292A-D211-FB64DC378A33}"/>
                  </a:ext>
                </a:extLst>
              </p:cNvPr>
              <p:cNvSpPr/>
              <p:nvPr/>
            </p:nvSpPr>
            <p:spPr>
              <a:xfrm>
                <a:off x="1406787" y="2697355"/>
                <a:ext cx="1462148" cy="1462148"/>
              </a:xfrm>
              <a:prstGeom prst="pie">
                <a:avLst>
                  <a:gd name="adj1" fmla="val 21594405"/>
                  <a:gd name="adj2" fmla="val 5287958"/>
                </a:avLst>
              </a:prstGeom>
              <a:solidFill>
                <a:schemeClr val="accent1">
                  <a:alpha val="37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DBF116EC-2B39-3B5A-1C84-1A48BE39411C}"/>
                </a:ext>
              </a:extLst>
            </p:cNvPr>
            <p:cNvGrpSpPr/>
            <p:nvPr/>
          </p:nvGrpSpPr>
          <p:grpSpPr>
            <a:xfrm>
              <a:off x="1393879" y="2651589"/>
              <a:ext cx="992025" cy="1134965"/>
              <a:chOff x="1393879" y="2651589"/>
              <a:chExt cx="992025" cy="1134965"/>
            </a:xfrm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33816AF0-C9D9-20EE-6231-8BA53704786A}"/>
                  </a:ext>
                </a:extLst>
              </p:cNvPr>
              <p:cNvSpPr txBox="1"/>
              <p:nvPr/>
            </p:nvSpPr>
            <p:spPr>
              <a:xfrm>
                <a:off x="1950200" y="2651589"/>
                <a:ext cx="29408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+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9EC4EA2-DB06-2CC7-86F4-0619B2A19464}"/>
                  </a:ext>
                </a:extLst>
              </p:cNvPr>
              <p:cNvSpPr txBox="1"/>
              <p:nvPr/>
            </p:nvSpPr>
            <p:spPr>
              <a:xfrm>
                <a:off x="1393879" y="2651589"/>
                <a:ext cx="34485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+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34AEBC24-8F13-1B95-9A6A-3C9C4FEE43F4}"/>
                  </a:ext>
                </a:extLst>
              </p:cNvPr>
              <p:cNvSpPr txBox="1"/>
              <p:nvPr/>
            </p:nvSpPr>
            <p:spPr>
              <a:xfrm>
                <a:off x="1969351" y="3263334"/>
                <a:ext cx="41655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-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44ABC8DA-9A46-CDA5-E26D-1E6F5EE52466}"/>
                  </a:ext>
                </a:extLst>
              </p:cNvPr>
              <p:cNvSpPr txBox="1"/>
              <p:nvPr/>
            </p:nvSpPr>
            <p:spPr>
              <a:xfrm>
                <a:off x="1413030" y="3263334"/>
                <a:ext cx="45461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-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116C9E4D-BE46-882A-B70E-2BC9D42B871F}"/>
                    </a:ext>
                  </a:extLst>
                </p:cNvPr>
                <p:cNvSpPr txBox="1"/>
                <p:nvPr/>
              </p:nvSpPr>
              <p:spPr>
                <a:xfrm>
                  <a:off x="2916378" y="3001724"/>
                  <a:ext cx="9144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I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0°</m:t>
                        </m:r>
                      </m:oMath>
                    </m:oMathPara>
                  </a14:m>
                  <a:endParaRPr kumimoji="0" lang="en-I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116C9E4D-BE46-882A-B70E-2BC9D42B87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6378" y="3001724"/>
                  <a:ext cx="914400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EE9D0442-9228-01EF-F18E-85C27A87A8EE}"/>
                    </a:ext>
                  </a:extLst>
                </p:cNvPr>
                <p:cNvSpPr txBox="1"/>
                <p:nvPr/>
              </p:nvSpPr>
              <p:spPr>
                <a:xfrm>
                  <a:off x="1526088" y="1659477"/>
                  <a:ext cx="9144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IN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9</m:t>
                        </m:r>
                        <m:r>
                          <a:rPr kumimoji="0" lang="en-I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0°</m:t>
                        </m:r>
                      </m:oMath>
                    </m:oMathPara>
                  </a14:m>
                  <a:endParaRPr kumimoji="0" lang="en-I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EE9D0442-9228-01EF-F18E-85C27A87A8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6088" y="1659477"/>
                  <a:ext cx="914400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301EA464-EA8E-A2D0-F319-6DA977D89377}"/>
                    </a:ext>
                  </a:extLst>
                </p:cNvPr>
                <p:cNvSpPr txBox="1"/>
                <p:nvPr/>
              </p:nvSpPr>
              <p:spPr>
                <a:xfrm>
                  <a:off x="89255" y="2956971"/>
                  <a:ext cx="9144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I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180°</m:t>
                        </m:r>
                      </m:oMath>
                    </m:oMathPara>
                  </a14:m>
                  <a:endParaRPr kumimoji="0" lang="en-I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301EA464-EA8E-A2D0-F319-6DA977D893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255" y="2956971"/>
                  <a:ext cx="914400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036EF062-2DF1-0FB5-64D6-AF0373C94A94}"/>
                    </a:ext>
                  </a:extLst>
                </p:cNvPr>
                <p:cNvSpPr txBox="1"/>
                <p:nvPr/>
              </p:nvSpPr>
              <p:spPr>
                <a:xfrm>
                  <a:off x="1471504" y="4379658"/>
                  <a:ext cx="9144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I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270°</m:t>
                        </m:r>
                      </m:oMath>
                    </m:oMathPara>
                  </a14:m>
                  <a:endParaRPr kumimoji="0" lang="en-I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036EF062-2DF1-0FB5-64D6-AF0373C94A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1504" y="4379658"/>
                  <a:ext cx="914400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486E4D52-A4FD-A13D-4A98-9DA3B541C06E}"/>
              </a:ext>
            </a:extLst>
          </p:cNvPr>
          <p:cNvGrpSpPr/>
          <p:nvPr/>
        </p:nvGrpSpPr>
        <p:grpSpPr>
          <a:xfrm>
            <a:off x="4173243" y="2324409"/>
            <a:ext cx="3741523" cy="3243401"/>
            <a:chOff x="3604493" y="1646626"/>
            <a:chExt cx="3741523" cy="3243401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CE50950E-AFF2-050D-7429-969FD64F1911}"/>
                </a:ext>
              </a:extLst>
            </p:cNvPr>
            <p:cNvGrpSpPr/>
            <p:nvPr/>
          </p:nvGrpSpPr>
          <p:grpSpPr>
            <a:xfrm>
              <a:off x="4181224" y="2131060"/>
              <a:ext cx="2430317" cy="2209800"/>
              <a:chOff x="899160" y="2324100"/>
              <a:chExt cx="2430317" cy="2209800"/>
            </a:xfrm>
          </p:grpSpPr>
          <p:sp>
            <p:nvSpPr>
              <p:cNvPr id="59" name="Partial Circle 58">
                <a:extLst>
                  <a:ext uri="{FF2B5EF4-FFF2-40B4-BE49-F238E27FC236}">
                    <a16:creationId xmlns:a16="http://schemas.microsoft.com/office/drawing/2014/main" id="{F38F2ECD-B56F-8629-89F0-4A083D8A901E}"/>
                  </a:ext>
                </a:extLst>
              </p:cNvPr>
              <p:cNvSpPr/>
              <p:nvPr/>
            </p:nvSpPr>
            <p:spPr>
              <a:xfrm>
                <a:off x="1419057" y="2688020"/>
                <a:ext cx="1462148" cy="1462148"/>
              </a:xfrm>
              <a:prstGeom prst="pie">
                <a:avLst>
                  <a:gd name="adj1" fmla="val 16206605"/>
                  <a:gd name="adj2" fmla="val 21582696"/>
                </a:avLst>
              </a:prstGeom>
              <a:solidFill>
                <a:schemeClr val="accent1">
                  <a:alpha val="37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FBD7C876-9325-C4FA-609B-4261A5931923}"/>
                  </a:ext>
                </a:extLst>
              </p:cNvPr>
              <p:cNvGrpSpPr/>
              <p:nvPr/>
            </p:nvGrpSpPr>
            <p:grpSpPr>
              <a:xfrm>
                <a:off x="899160" y="2324100"/>
                <a:ext cx="2430317" cy="2209800"/>
                <a:chOff x="899160" y="2324100"/>
                <a:chExt cx="2430317" cy="2209800"/>
              </a:xfrm>
            </p:grpSpPr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D98794D8-7E6B-0ABB-9E3F-91D18083D474}"/>
                    </a:ext>
                  </a:extLst>
                </p:cNvPr>
                <p:cNvCxnSpPr/>
                <p:nvPr/>
              </p:nvCxnSpPr>
              <p:spPr>
                <a:xfrm>
                  <a:off x="899160" y="3429000"/>
                  <a:ext cx="243031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0F13F8BE-5CAE-E5DB-0710-AE18347448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38701" y="2324100"/>
                  <a:ext cx="0" cy="22098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1" name="Arc 60">
                <a:extLst>
                  <a:ext uri="{FF2B5EF4-FFF2-40B4-BE49-F238E27FC236}">
                    <a16:creationId xmlns:a16="http://schemas.microsoft.com/office/drawing/2014/main" id="{661A57F9-8D6D-A724-9F85-BF0AF004FA1C}"/>
                  </a:ext>
                </a:extLst>
              </p:cNvPr>
              <p:cNvSpPr/>
              <p:nvPr/>
            </p:nvSpPr>
            <p:spPr>
              <a:xfrm>
                <a:off x="1408422" y="2682241"/>
                <a:ext cx="1493518" cy="1493518"/>
              </a:xfrm>
              <a:prstGeom prst="arc">
                <a:avLst/>
              </a:prstGeom>
              <a:ln w="12700">
                <a:solidFill>
                  <a:srgbClr val="FFFF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Arc 61">
                <a:extLst>
                  <a:ext uri="{FF2B5EF4-FFF2-40B4-BE49-F238E27FC236}">
                    <a16:creationId xmlns:a16="http://schemas.microsoft.com/office/drawing/2014/main" id="{42FDEB32-E2A0-E426-B8E2-89AE34869FB6}"/>
                  </a:ext>
                </a:extLst>
              </p:cNvPr>
              <p:cNvSpPr/>
              <p:nvPr/>
            </p:nvSpPr>
            <p:spPr>
              <a:xfrm>
                <a:off x="1408422" y="2682241"/>
                <a:ext cx="1493518" cy="1493518"/>
              </a:xfrm>
              <a:prstGeom prst="arc">
                <a:avLst>
                  <a:gd name="adj1" fmla="val 10880301"/>
                  <a:gd name="adj2" fmla="val 16156297"/>
                </a:avLst>
              </a:prstGeom>
              <a:ln w="12700">
                <a:solidFill>
                  <a:srgbClr val="FFFF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Arc 66">
                <a:extLst>
                  <a:ext uri="{FF2B5EF4-FFF2-40B4-BE49-F238E27FC236}">
                    <a16:creationId xmlns:a16="http://schemas.microsoft.com/office/drawing/2014/main" id="{4B44211E-7D51-11BC-0D0E-35BC72E1CC95}"/>
                  </a:ext>
                </a:extLst>
              </p:cNvPr>
              <p:cNvSpPr/>
              <p:nvPr/>
            </p:nvSpPr>
            <p:spPr>
              <a:xfrm>
                <a:off x="1407630" y="2676145"/>
                <a:ext cx="1493518" cy="1493518"/>
              </a:xfrm>
              <a:prstGeom prst="arc">
                <a:avLst>
                  <a:gd name="adj1" fmla="val 5489100"/>
                  <a:gd name="adj2" fmla="val 10751287"/>
                </a:avLst>
              </a:prstGeom>
              <a:ln w="12700">
                <a:solidFill>
                  <a:srgbClr val="FFFF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Arc 67">
                <a:extLst>
                  <a:ext uri="{FF2B5EF4-FFF2-40B4-BE49-F238E27FC236}">
                    <a16:creationId xmlns:a16="http://schemas.microsoft.com/office/drawing/2014/main" id="{30902931-ADBE-4AFF-0AA7-D2356E6D5802}"/>
                  </a:ext>
                </a:extLst>
              </p:cNvPr>
              <p:cNvSpPr/>
              <p:nvPr/>
            </p:nvSpPr>
            <p:spPr>
              <a:xfrm>
                <a:off x="1407630" y="2682241"/>
                <a:ext cx="1493518" cy="1493518"/>
              </a:xfrm>
              <a:prstGeom prst="arc">
                <a:avLst>
                  <a:gd name="adj1" fmla="val 111264"/>
                  <a:gd name="adj2" fmla="val 5440032"/>
                </a:avLst>
              </a:prstGeom>
              <a:ln w="12700">
                <a:solidFill>
                  <a:srgbClr val="FFFF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1" name="Partial Circle 70">
                <a:extLst>
                  <a:ext uri="{FF2B5EF4-FFF2-40B4-BE49-F238E27FC236}">
                    <a16:creationId xmlns:a16="http://schemas.microsoft.com/office/drawing/2014/main" id="{C8D606AB-0C5A-EDDD-725F-A5C664C679F1}"/>
                  </a:ext>
                </a:extLst>
              </p:cNvPr>
              <p:cNvSpPr/>
              <p:nvPr/>
            </p:nvSpPr>
            <p:spPr>
              <a:xfrm>
                <a:off x="1429029" y="2688020"/>
                <a:ext cx="1462148" cy="1462148"/>
              </a:xfrm>
              <a:prstGeom prst="pie">
                <a:avLst>
                  <a:gd name="adj1" fmla="val 10762562"/>
                  <a:gd name="adj2" fmla="val 16128545"/>
                </a:avLst>
              </a:prstGeom>
              <a:solidFill>
                <a:schemeClr val="accent1">
                  <a:alpha val="37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2" name="Partial Circle 71">
                <a:extLst>
                  <a:ext uri="{FF2B5EF4-FFF2-40B4-BE49-F238E27FC236}">
                    <a16:creationId xmlns:a16="http://schemas.microsoft.com/office/drawing/2014/main" id="{66629C6C-2DDA-2D7D-CFDA-07B1008D7A7E}"/>
                  </a:ext>
                </a:extLst>
              </p:cNvPr>
              <p:cNvSpPr/>
              <p:nvPr/>
            </p:nvSpPr>
            <p:spPr>
              <a:xfrm>
                <a:off x="1435191" y="2688020"/>
                <a:ext cx="1462148" cy="1462148"/>
              </a:xfrm>
              <a:prstGeom prst="pie">
                <a:avLst>
                  <a:gd name="adj1" fmla="val 5381011"/>
                  <a:gd name="adj2" fmla="val 10749062"/>
                </a:avLst>
              </a:prstGeom>
              <a:solidFill>
                <a:schemeClr val="accent1">
                  <a:alpha val="37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Partial Circle 72">
                <a:extLst>
                  <a:ext uri="{FF2B5EF4-FFF2-40B4-BE49-F238E27FC236}">
                    <a16:creationId xmlns:a16="http://schemas.microsoft.com/office/drawing/2014/main" id="{F48FDEBA-F92D-3894-646B-1799E7FC225D}"/>
                  </a:ext>
                </a:extLst>
              </p:cNvPr>
              <p:cNvSpPr/>
              <p:nvPr/>
            </p:nvSpPr>
            <p:spPr>
              <a:xfrm>
                <a:off x="1406787" y="2697355"/>
                <a:ext cx="1462148" cy="1462148"/>
              </a:xfrm>
              <a:prstGeom prst="pie">
                <a:avLst>
                  <a:gd name="adj1" fmla="val 21594405"/>
                  <a:gd name="adj2" fmla="val 5287958"/>
                </a:avLst>
              </a:prstGeom>
              <a:solidFill>
                <a:schemeClr val="accent1">
                  <a:alpha val="37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B8B470F7-2EE7-2808-8EC7-4BB5FA1201F9}"/>
                </a:ext>
              </a:extLst>
            </p:cNvPr>
            <p:cNvGrpSpPr/>
            <p:nvPr/>
          </p:nvGrpSpPr>
          <p:grpSpPr>
            <a:xfrm>
              <a:off x="4938455" y="2695361"/>
              <a:ext cx="992025" cy="1134965"/>
              <a:chOff x="4938455" y="2695361"/>
              <a:chExt cx="992025" cy="1134965"/>
            </a:xfrm>
          </p:grpSpPr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C6BFD4C-9CF5-0E8F-3F49-A84EA48B6591}"/>
                  </a:ext>
                </a:extLst>
              </p:cNvPr>
              <p:cNvSpPr txBox="1"/>
              <p:nvPr/>
            </p:nvSpPr>
            <p:spPr>
              <a:xfrm>
                <a:off x="5494776" y="2695361"/>
                <a:ext cx="29408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+</a:t>
                </a: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6FE4D150-FB7C-BDA0-AE97-59F148589006}"/>
                  </a:ext>
                </a:extLst>
              </p:cNvPr>
              <p:cNvSpPr txBox="1"/>
              <p:nvPr/>
            </p:nvSpPr>
            <p:spPr>
              <a:xfrm>
                <a:off x="4938455" y="2695361"/>
                <a:ext cx="34485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-</a:t>
                </a: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EB0713ED-ABDB-CE26-C373-D34C43010C22}"/>
                  </a:ext>
                </a:extLst>
              </p:cNvPr>
              <p:cNvSpPr txBox="1"/>
              <p:nvPr/>
            </p:nvSpPr>
            <p:spPr>
              <a:xfrm>
                <a:off x="5513927" y="3307106"/>
                <a:ext cx="41655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+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7ED2A7D6-6E4E-D3BB-FF89-F951A0388D1E}"/>
                  </a:ext>
                </a:extLst>
              </p:cNvPr>
              <p:cNvSpPr txBox="1"/>
              <p:nvPr/>
            </p:nvSpPr>
            <p:spPr>
              <a:xfrm>
                <a:off x="4947446" y="3307106"/>
                <a:ext cx="45461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-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7AE52E98-FA29-7DCD-107D-74A094E9DFCD}"/>
                    </a:ext>
                  </a:extLst>
                </p:cNvPr>
                <p:cNvSpPr txBox="1"/>
                <p:nvPr/>
              </p:nvSpPr>
              <p:spPr>
                <a:xfrm>
                  <a:off x="6431616" y="2988873"/>
                  <a:ext cx="9144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I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0°</m:t>
                        </m:r>
                      </m:oMath>
                    </m:oMathPara>
                  </a14:m>
                  <a:endParaRPr kumimoji="0" lang="en-I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7AE52E98-FA29-7DCD-107D-74A094E9DF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1616" y="2988873"/>
                  <a:ext cx="914400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06BBE38B-77F2-B9AC-007F-0AE05B0D78D9}"/>
                    </a:ext>
                  </a:extLst>
                </p:cNvPr>
                <p:cNvSpPr txBox="1"/>
                <p:nvPr/>
              </p:nvSpPr>
              <p:spPr>
                <a:xfrm>
                  <a:off x="5041326" y="1646626"/>
                  <a:ext cx="9144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IN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9</m:t>
                        </m:r>
                        <m:r>
                          <a:rPr kumimoji="0" lang="en-I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0°</m:t>
                        </m:r>
                      </m:oMath>
                    </m:oMathPara>
                  </a14:m>
                  <a:endParaRPr kumimoji="0" lang="en-I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06BBE38B-77F2-B9AC-007F-0AE05B0D78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1326" y="1646626"/>
                  <a:ext cx="914400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56D7F938-1B7E-8C35-7F4C-FF5A3C18CB8C}"/>
                    </a:ext>
                  </a:extLst>
                </p:cNvPr>
                <p:cNvSpPr txBox="1"/>
                <p:nvPr/>
              </p:nvSpPr>
              <p:spPr>
                <a:xfrm>
                  <a:off x="3604493" y="2944120"/>
                  <a:ext cx="9144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I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180°</m:t>
                        </m:r>
                      </m:oMath>
                    </m:oMathPara>
                  </a14:m>
                  <a:endParaRPr kumimoji="0" lang="en-I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56D7F938-1B7E-8C35-7F4C-FF5A3C18CB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4493" y="2944120"/>
                  <a:ext cx="914400" cy="52322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174B3BFD-C8A1-8CE6-7EAC-BDC650E108F1}"/>
                    </a:ext>
                  </a:extLst>
                </p:cNvPr>
                <p:cNvSpPr txBox="1"/>
                <p:nvPr/>
              </p:nvSpPr>
              <p:spPr>
                <a:xfrm>
                  <a:off x="4986742" y="4366807"/>
                  <a:ext cx="9144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I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270°</m:t>
                        </m:r>
                      </m:oMath>
                    </m:oMathPara>
                  </a14:m>
                  <a:endParaRPr kumimoji="0" lang="en-I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174B3BFD-C8A1-8CE6-7EAC-BDC650E108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6742" y="4366807"/>
                  <a:ext cx="914400" cy="52322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8E997505-F613-4A17-B8ED-E44C3470C1B8}"/>
                  </a:ext>
                </a:extLst>
              </p:cNvPr>
              <p:cNvSpPr/>
              <p:nvPr/>
            </p:nvSpPr>
            <p:spPr>
              <a:xfrm>
                <a:off x="8086867" y="316794"/>
                <a:ext cx="336874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IN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sin</m:t>
                      </m:r>
                      <m:r>
                        <a:rPr kumimoji="0" lang="en-I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𝜃</m:t>
                      </m:r>
                      <m:r>
                        <a:rPr kumimoji="0" lang="en-IN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0" lang="en-IN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cos</m:t>
                      </m:r>
                      <m:d>
                        <m:dPr>
                          <m:ctrlPr>
                            <a:rPr kumimoji="0" lang="en-I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en-IN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IN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90</m:t>
                              </m:r>
                            </m:e>
                            <m:sup>
                              <m:r>
                                <a:rPr kumimoji="0" lang="en-IN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∘</m:t>
                              </m:r>
                            </m:sup>
                          </m:sSup>
                          <m:r>
                            <a:rPr kumimoji="0" lang="en-I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I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kumimoji="0" lang="en-I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8E997505-F613-4A17-B8ED-E44C3470C1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6867" y="316794"/>
                <a:ext cx="3368743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C311175C-6F19-052B-5278-965E9022075D}"/>
                  </a:ext>
                </a:extLst>
              </p:cNvPr>
              <p:cNvSpPr/>
              <p:nvPr/>
            </p:nvSpPr>
            <p:spPr>
              <a:xfrm>
                <a:off x="8086867" y="825311"/>
                <a:ext cx="336874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IN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cos</m:t>
                      </m:r>
                      <m:r>
                        <a:rPr kumimoji="0" lang="en-I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𝜃</m:t>
                      </m:r>
                      <m:r>
                        <a:rPr kumimoji="0" lang="en-IN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0" lang="en-IN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sin</m:t>
                      </m:r>
                      <m:d>
                        <m:dPr>
                          <m:ctrlPr>
                            <a:rPr kumimoji="0" lang="en-I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en-IN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IN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90</m:t>
                              </m:r>
                            </m:e>
                            <m:sup>
                              <m:r>
                                <a:rPr kumimoji="0" lang="en-IN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∘</m:t>
                              </m:r>
                            </m:sup>
                          </m:sSup>
                          <m:r>
                            <a:rPr kumimoji="0" lang="en-I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I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kumimoji="0" lang="en-I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C311175C-6F19-052B-5278-965E902207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6867" y="825311"/>
                <a:ext cx="3368743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89AB6E68-40BE-27DA-F3D3-F3B13E61E97D}"/>
                  </a:ext>
                </a:extLst>
              </p:cNvPr>
              <p:cNvSpPr txBox="1"/>
              <p:nvPr/>
            </p:nvSpPr>
            <p:spPr>
              <a:xfrm>
                <a:off x="8564880" y="2419037"/>
                <a:ext cx="362712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This shows that cos lead sin by </a:t>
                </a:r>
                <a14:m>
                  <m:oMath xmlns:m="http://schemas.openxmlformats.org/officeDocument/2006/math">
                    <m:r>
                      <a:rPr kumimoji="0" lang="en-IN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90°</m:t>
                    </m:r>
                  </m:oMath>
                </a14:m>
                <a:endParaRPr kumimoji="0" lang="en-I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89AB6E68-40BE-27DA-F3D3-F3B13E61E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4880" y="2419037"/>
                <a:ext cx="3627120" cy="954107"/>
              </a:xfrm>
              <a:prstGeom prst="rect">
                <a:avLst/>
              </a:prstGeom>
              <a:blipFill>
                <a:blip r:embed="rId18"/>
                <a:stretch>
                  <a:fillRect l="-3361" t="-6410" b="-179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D50666D1-F72C-62AB-7814-1057788C7E6D}"/>
                  </a:ext>
                </a:extLst>
              </p:cNvPr>
              <p:cNvSpPr/>
              <p:nvPr/>
            </p:nvSpPr>
            <p:spPr>
              <a:xfrm>
                <a:off x="9593235" y="1725083"/>
                <a:ext cx="223535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IN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cos</m:t>
                      </m:r>
                      <m:d>
                        <m:dPr>
                          <m:ctrlPr>
                            <a:rPr kumimoji="0" lang="en-I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  <m:r>
                            <a:rPr kumimoji="0" lang="en-I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p>
                            <m:sSupPr>
                              <m:ctrlPr>
                                <a:rPr kumimoji="0" lang="en-IN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IN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90</m:t>
                              </m:r>
                            </m:e>
                            <m:sup>
                              <m:r>
                                <a:rPr kumimoji="0" lang="en-IN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kumimoji="0" lang="en-I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D50666D1-F72C-62AB-7814-1057788C7E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3235" y="1725083"/>
                <a:ext cx="2235356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08933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1" grpId="0"/>
      <p:bldP spid="45" grpId="0"/>
      <p:bldP spid="121" grpId="0"/>
      <p:bldP spid="132" grpId="0"/>
      <p:bldP spid="165" grpId="0"/>
      <p:bldP spid="16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7071E00-ABE1-44FD-92BD-2769C2C9C727}"/>
              </a:ext>
            </a:extLst>
          </p:cNvPr>
          <p:cNvSpPr txBox="1">
            <a:spLocks/>
          </p:cNvSpPr>
          <p:nvPr/>
        </p:nvSpPr>
        <p:spPr>
          <a:xfrm>
            <a:off x="271027" y="1698759"/>
            <a:ext cx="3448259" cy="5169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17" name="Freeform 62">
            <a:extLst>
              <a:ext uri="{FF2B5EF4-FFF2-40B4-BE49-F238E27FC236}">
                <a16:creationId xmlns:a16="http://schemas.microsoft.com/office/drawing/2014/main" id="{52E9E17F-6066-48A4-7A55-5FDF6E8EB641}"/>
              </a:ext>
            </a:extLst>
          </p:cNvPr>
          <p:cNvSpPr>
            <a:spLocks noEditPoints="1"/>
          </p:cNvSpPr>
          <p:nvPr/>
        </p:nvSpPr>
        <p:spPr bwMode="invGray">
          <a:xfrm>
            <a:off x="371062" y="861622"/>
            <a:ext cx="2046675" cy="180010"/>
          </a:xfrm>
          <a:custGeom>
            <a:avLst/>
            <a:gdLst>
              <a:gd name="T0" fmla="*/ 9555 w 10030"/>
              <a:gd name="T1" fmla="*/ 25 h 75"/>
              <a:gd name="T2" fmla="*/ 9488 w 10030"/>
              <a:gd name="T3" fmla="*/ 23 h 75"/>
              <a:gd name="T4" fmla="*/ 5258 w 10030"/>
              <a:gd name="T5" fmla="*/ 60 h 75"/>
              <a:gd name="T6" fmla="*/ 4572 w 10030"/>
              <a:gd name="T7" fmla="*/ 65 h 75"/>
              <a:gd name="T8" fmla="*/ 4884 w 10030"/>
              <a:gd name="T9" fmla="*/ 61 h 75"/>
              <a:gd name="T10" fmla="*/ 5092 w 10030"/>
              <a:gd name="T11" fmla="*/ 56 h 75"/>
              <a:gd name="T12" fmla="*/ 5260 w 10030"/>
              <a:gd name="T13" fmla="*/ 60 h 75"/>
              <a:gd name="T14" fmla="*/ 5560 w 10030"/>
              <a:gd name="T15" fmla="*/ 62 h 75"/>
              <a:gd name="T16" fmla="*/ 6006 w 10030"/>
              <a:gd name="T17" fmla="*/ 56 h 75"/>
              <a:gd name="T18" fmla="*/ 6308 w 10030"/>
              <a:gd name="T19" fmla="*/ 32 h 75"/>
              <a:gd name="T20" fmla="*/ 6269 w 10030"/>
              <a:gd name="T21" fmla="*/ 52 h 75"/>
              <a:gd name="T22" fmla="*/ 6665 w 10030"/>
              <a:gd name="T23" fmla="*/ 41 h 75"/>
              <a:gd name="T24" fmla="*/ 6806 w 10030"/>
              <a:gd name="T25" fmla="*/ 53 h 75"/>
              <a:gd name="T26" fmla="*/ 7204 w 10030"/>
              <a:gd name="T27" fmla="*/ 50 h 75"/>
              <a:gd name="T28" fmla="*/ 7485 w 10030"/>
              <a:gd name="T29" fmla="*/ 62 h 75"/>
              <a:gd name="T30" fmla="*/ 7667 w 10030"/>
              <a:gd name="T31" fmla="*/ 61 h 75"/>
              <a:gd name="T32" fmla="*/ 7919 w 10030"/>
              <a:gd name="T33" fmla="*/ 63 h 75"/>
              <a:gd name="T34" fmla="*/ 8179 w 10030"/>
              <a:gd name="T35" fmla="*/ 51 h 75"/>
              <a:gd name="T36" fmla="*/ 8401 w 10030"/>
              <a:gd name="T37" fmla="*/ 31 h 75"/>
              <a:gd name="T38" fmla="*/ 8692 w 10030"/>
              <a:gd name="T39" fmla="*/ 58 h 75"/>
              <a:gd name="T40" fmla="*/ 9084 w 10030"/>
              <a:gd name="T41" fmla="*/ 61 h 75"/>
              <a:gd name="T42" fmla="*/ 9498 w 10030"/>
              <a:gd name="T43" fmla="*/ 44 h 75"/>
              <a:gd name="T44" fmla="*/ 9670 w 10030"/>
              <a:gd name="T45" fmla="*/ 45 h 75"/>
              <a:gd name="T46" fmla="*/ 9877 w 10030"/>
              <a:gd name="T47" fmla="*/ 32 h 75"/>
              <a:gd name="T48" fmla="*/ 9735 w 10030"/>
              <a:gd name="T49" fmla="*/ 21 h 75"/>
              <a:gd name="T50" fmla="*/ 9636 w 10030"/>
              <a:gd name="T51" fmla="*/ 27 h 75"/>
              <a:gd name="T52" fmla="*/ 9290 w 10030"/>
              <a:gd name="T53" fmla="*/ 22 h 75"/>
              <a:gd name="T54" fmla="*/ 8498 w 10030"/>
              <a:gd name="T55" fmla="*/ 12 h 75"/>
              <a:gd name="T56" fmla="*/ 7899 w 10030"/>
              <a:gd name="T57" fmla="*/ 21 h 75"/>
              <a:gd name="T58" fmla="*/ 7774 w 10030"/>
              <a:gd name="T59" fmla="*/ 22 h 75"/>
              <a:gd name="T60" fmla="*/ 7493 w 10030"/>
              <a:gd name="T61" fmla="*/ 32 h 75"/>
              <a:gd name="T62" fmla="*/ 7190 w 10030"/>
              <a:gd name="T63" fmla="*/ 31 h 75"/>
              <a:gd name="T64" fmla="*/ 6418 w 10030"/>
              <a:gd name="T65" fmla="*/ 20 h 75"/>
              <a:gd name="T66" fmla="*/ 6248 w 10030"/>
              <a:gd name="T67" fmla="*/ 24 h 75"/>
              <a:gd name="T68" fmla="*/ 5823 w 10030"/>
              <a:gd name="T69" fmla="*/ 28 h 75"/>
              <a:gd name="T70" fmla="*/ 5422 w 10030"/>
              <a:gd name="T71" fmla="*/ 11 h 75"/>
              <a:gd name="T72" fmla="*/ 4925 w 10030"/>
              <a:gd name="T73" fmla="*/ 16 h 75"/>
              <a:gd name="T74" fmla="*/ 4310 w 10030"/>
              <a:gd name="T75" fmla="*/ 18 h 75"/>
              <a:gd name="T76" fmla="*/ 3439 w 10030"/>
              <a:gd name="T77" fmla="*/ 21 h 75"/>
              <a:gd name="T78" fmla="*/ 2740 w 10030"/>
              <a:gd name="T79" fmla="*/ 18 h 75"/>
              <a:gd name="T80" fmla="*/ 2597 w 10030"/>
              <a:gd name="T81" fmla="*/ 9 h 75"/>
              <a:gd name="T82" fmla="*/ 2367 w 10030"/>
              <a:gd name="T83" fmla="*/ 21 h 75"/>
              <a:gd name="T84" fmla="*/ 1566 w 10030"/>
              <a:gd name="T85" fmla="*/ 11 h 75"/>
              <a:gd name="T86" fmla="*/ 262 w 10030"/>
              <a:gd name="T87" fmla="*/ 7 h 75"/>
              <a:gd name="T88" fmla="*/ 104 w 10030"/>
              <a:gd name="T89" fmla="*/ 42 h 75"/>
              <a:gd name="T90" fmla="*/ 742 w 10030"/>
              <a:gd name="T91" fmla="*/ 47 h 75"/>
              <a:gd name="T92" fmla="*/ 1060 w 10030"/>
              <a:gd name="T93" fmla="*/ 47 h 75"/>
              <a:gd name="T94" fmla="*/ 1593 w 10030"/>
              <a:gd name="T95" fmla="*/ 46 h 75"/>
              <a:gd name="T96" fmla="*/ 2022 w 10030"/>
              <a:gd name="T97" fmla="*/ 45 h 75"/>
              <a:gd name="T98" fmla="*/ 2481 w 10030"/>
              <a:gd name="T99" fmla="*/ 51 h 75"/>
              <a:gd name="T100" fmla="*/ 2677 w 10030"/>
              <a:gd name="T101" fmla="*/ 45 h 75"/>
              <a:gd name="T102" fmla="*/ 2863 w 10030"/>
              <a:gd name="T103" fmla="*/ 52 h 75"/>
              <a:gd name="T104" fmla="*/ 3163 w 10030"/>
              <a:gd name="T105" fmla="*/ 62 h 75"/>
              <a:gd name="T106" fmla="*/ 3411 w 10030"/>
              <a:gd name="T107" fmla="*/ 54 h 75"/>
              <a:gd name="T108" fmla="*/ 3550 w 10030"/>
              <a:gd name="T109" fmla="*/ 60 h 75"/>
              <a:gd name="T110" fmla="*/ 3740 w 10030"/>
              <a:gd name="T111" fmla="*/ 65 h 75"/>
              <a:gd name="T112" fmla="*/ 4329 w 10030"/>
              <a:gd name="T113" fmla="*/ 68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0030" h="75">
                <a:moveTo>
                  <a:pt x="2469" y="12"/>
                </a:moveTo>
                <a:lnTo>
                  <a:pt x="2469" y="12"/>
                </a:lnTo>
                <a:lnTo>
                  <a:pt x="2482" y="13"/>
                </a:lnTo>
                <a:cubicBezTo>
                  <a:pt x="2453" y="15"/>
                  <a:pt x="2461" y="13"/>
                  <a:pt x="2469" y="12"/>
                </a:cubicBezTo>
                <a:close/>
                <a:moveTo>
                  <a:pt x="9555" y="25"/>
                </a:moveTo>
                <a:lnTo>
                  <a:pt x="9555" y="25"/>
                </a:lnTo>
                <a:cubicBezTo>
                  <a:pt x="9562" y="24"/>
                  <a:pt x="9561" y="23"/>
                  <a:pt x="9559" y="23"/>
                </a:cubicBezTo>
                <a:cubicBezTo>
                  <a:pt x="9554" y="24"/>
                  <a:pt x="9539" y="24"/>
                  <a:pt x="9522" y="24"/>
                </a:cubicBezTo>
                <a:cubicBezTo>
                  <a:pt x="9527" y="25"/>
                  <a:pt x="9536" y="26"/>
                  <a:pt x="9555" y="25"/>
                </a:cubicBezTo>
                <a:close/>
                <a:moveTo>
                  <a:pt x="9489" y="23"/>
                </a:moveTo>
                <a:lnTo>
                  <a:pt x="9489" y="23"/>
                </a:lnTo>
                <a:lnTo>
                  <a:pt x="9488" y="23"/>
                </a:lnTo>
                <a:cubicBezTo>
                  <a:pt x="9456" y="21"/>
                  <a:pt x="9467" y="22"/>
                  <a:pt x="9489" y="23"/>
                </a:cubicBezTo>
                <a:close/>
                <a:moveTo>
                  <a:pt x="6376" y="50"/>
                </a:moveTo>
                <a:lnTo>
                  <a:pt x="6376" y="50"/>
                </a:lnTo>
                <a:cubicBezTo>
                  <a:pt x="6365" y="52"/>
                  <a:pt x="6349" y="51"/>
                  <a:pt x="6330" y="49"/>
                </a:cubicBezTo>
                <a:cubicBezTo>
                  <a:pt x="6344" y="49"/>
                  <a:pt x="6359" y="49"/>
                  <a:pt x="6376" y="50"/>
                </a:cubicBezTo>
                <a:close/>
                <a:moveTo>
                  <a:pt x="5258" y="60"/>
                </a:moveTo>
                <a:lnTo>
                  <a:pt x="5258" y="60"/>
                </a:lnTo>
                <a:cubicBezTo>
                  <a:pt x="5244" y="61"/>
                  <a:pt x="5216" y="64"/>
                  <a:pt x="5205" y="61"/>
                </a:cubicBezTo>
                <a:cubicBezTo>
                  <a:pt x="5222" y="55"/>
                  <a:pt x="5234" y="58"/>
                  <a:pt x="5258" y="60"/>
                </a:cubicBezTo>
                <a:close/>
                <a:moveTo>
                  <a:pt x="4523" y="61"/>
                </a:moveTo>
                <a:lnTo>
                  <a:pt x="4523" y="61"/>
                </a:lnTo>
                <a:lnTo>
                  <a:pt x="4572" y="65"/>
                </a:lnTo>
                <a:cubicBezTo>
                  <a:pt x="4513" y="71"/>
                  <a:pt x="4470" y="69"/>
                  <a:pt x="4516" y="75"/>
                </a:cubicBezTo>
                <a:cubicBezTo>
                  <a:pt x="4523" y="61"/>
                  <a:pt x="4707" y="74"/>
                  <a:pt x="4714" y="60"/>
                </a:cubicBezTo>
                <a:lnTo>
                  <a:pt x="4747" y="63"/>
                </a:lnTo>
                <a:cubicBezTo>
                  <a:pt x="4737" y="63"/>
                  <a:pt x="4736" y="64"/>
                  <a:pt x="4727" y="64"/>
                </a:cubicBezTo>
                <a:cubicBezTo>
                  <a:pt x="4790" y="70"/>
                  <a:pt x="4774" y="54"/>
                  <a:pt x="4855" y="56"/>
                </a:cubicBezTo>
                <a:cubicBezTo>
                  <a:pt x="4883" y="57"/>
                  <a:pt x="4903" y="59"/>
                  <a:pt x="4884" y="61"/>
                </a:cubicBezTo>
                <a:lnTo>
                  <a:pt x="4947" y="57"/>
                </a:lnTo>
                <a:cubicBezTo>
                  <a:pt x="4965" y="58"/>
                  <a:pt x="4961" y="60"/>
                  <a:pt x="4942" y="60"/>
                </a:cubicBezTo>
                <a:lnTo>
                  <a:pt x="5039" y="59"/>
                </a:lnTo>
                <a:lnTo>
                  <a:pt x="5038" y="59"/>
                </a:lnTo>
                <a:cubicBezTo>
                  <a:pt x="5052" y="57"/>
                  <a:pt x="5083" y="54"/>
                  <a:pt x="5098" y="52"/>
                </a:cubicBezTo>
                <a:cubicBezTo>
                  <a:pt x="5122" y="54"/>
                  <a:pt x="5086" y="54"/>
                  <a:pt x="5092" y="56"/>
                </a:cubicBezTo>
                <a:lnTo>
                  <a:pt x="5145" y="52"/>
                </a:lnTo>
                <a:cubicBezTo>
                  <a:pt x="5167" y="56"/>
                  <a:pt x="5123" y="59"/>
                  <a:pt x="5086" y="59"/>
                </a:cubicBezTo>
                <a:cubicBezTo>
                  <a:pt x="5136" y="73"/>
                  <a:pt x="5130" y="55"/>
                  <a:pt x="5238" y="64"/>
                </a:cubicBezTo>
                <a:lnTo>
                  <a:pt x="5187" y="65"/>
                </a:lnTo>
                <a:cubicBezTo>
                  <a:pt x="5220" y="73"/>
                  <a:pt x="5259" y="70"/>
                  <a:pt x="5316" y="75"/>
                </a:cubicBezTo>
                <a:cubicBezTo>
                  <a:pt x="5302" y="73"/>
                  <a:pt x="5202" y="63"/>
                  <a:pt x="5260" y="60"/>
                </a:cubicBezTo>
                <a:cubicBezTo>
                  <a:pt x="5276" y="61"/>
                  <a:pt x="5298" y="61"/>
                  <a:pt x="5329" y="59"/>
                </a:cubicBezTo>
                <a:cubicBezTo>
                  <a:pt x="5329" y="63"/>
                  <a:pt x="5359" y="62"/>
                  <a:pt x="5398" y="62"/>
                </a:cubicBezTo>
                <a:lnTo>
                  <a:pt x="5395" y="69"/>
                </a:lnTo>
                <a:cubicBezTo>
                  <a:pt x="5436" y="67"/>
                  <a:pt x="5433" y="64"/>
                  <a:pt x="5457" y="61"/>
                </a:cubicBezTo>
                <a:cubicBezTo>
                  <a:pt x="5503" y="61"/>
                  <a:pt x="5513" y="66"/>
                  <a:pt x="5523" y="71"/>
                </a:cubicBezTo>
                <a:cubicBezTo>
                  <a:pt x="5597" y="72"/>
                  <a:pt x="5473" y="63"/>
                  <a:pt x="5560" y="62"/>
                </a:cubicBezTo>
                <a:cubicBezTo>
                  <a:pt x="5621" y="64"/>
                  <a:pt x="5664" y="62"/>
                  <a:pt x="5737" y="58"/>
                </a:cubicBezTo>
                <a:cubicBezTo>
                  <a:pt x="5780" y="60"/>
                  <a:pt x="5730" y="62"/>
                  <a:pt x="5745" y="64"/>
                </a:cubicBezTo>
                <a:lnTo>
                  <a:pt x="5783" y="59"/>
                </a:lnTo>
                <a:cubicBezTo>
                  <a:pt x="5792" y="59"/>
                  <a:pt x="5789" y="60"/>
                  <a:pt x="5788" y="61"/>
                </a:cubicBezTo>
                <a:cubicBezTo>
                  <a:pt x="5820" y="59"/>
                  <a:pt x="5790" y="55"/>
                  <a:pt x="5841" y="53"/>
                </a:cubicBezTo>
                <a:cubicBezTo>
                  <a:pt x="5854" y="46"/>
                  <a:pt x="5944" y="64"/>
                  <a:pt x="6006" y="56"/>
                </a:cubicBezTo>
                <a:cubicBezTo>
                  <a:pt x="6021" y="58"/>
                  <a:pt x="5999" y="60"/>
                  <a:pt x="6003" y="62"/>
                </a:cubicBezTo>
                <a:cubicBezTo>
                  <a:pt x="6089" y="57"/>
                  <a:pt x="6077" y="59"/>
                  <a:pt x="6147" y="52"/>
                </a:cubicBezTo>
                <a:lnTo>
                  <a:pt x="6206" y="56"/>
                </a:lnTo>
                <a:cubicBezTo>
                  <a:pt x="6163" y="51"/>
                  <a:pt x="6219" y="45"/>
                  <a:pt x="6268" y="41"/>
                </a:cubicBezTo>
                <a:cubicBezTo>
                  <a:pt x="6252" y="38"/>
                  <a:pt x="6239" y="36"/>
                  <a:pt x="6230" y="35"/>
                </a:cubicBezTo>
                <a:lnTo>
                  <a:pt x="6308" y="32"/>
                </a:lnTo>
                <a:cubicBezTo>
                  <a:pt x="6318" y="33"/>
                  <a:pt x="6310" y="35"/>
                  <a:pt x="6297" y="38"/>
                </a:cubicBezTo>
                <a:lnTo>
                  <a:pt x="6311" y="36"/>
                </a:lnTo>
                <a:cubicBezTo>
                  <a:pt x="6339" y="39"/>
                  <a:pt x="6325" y="43"/>
                  <a:pt x="6305" y="46"/>
                </a:cubicBezTo>
                <a:lnTo>
                  <a:pt x="6277" y="42"/>
                </a:lnTo>
                <a:cubicBezTo>
                  <a:pt x="6257" y="46"/>
                  <a:pt x="6239" y="50"/>
                  <a:pt x="6243" y="54"/>
                </a:cubicBezTo>
                <a:cubicBezTo>
                  <a:pt x="6248" y="53"/>
                  <a:pt x="6258" y="53"/>
                  <a:pt x="6269" y="52"/>
                </a:cubicBezTo>
                <a:cubicBezTo>
                  <a:pt x="6264" y="53"/>
                  <a:pt x="6261" y="54"/>
                  <a:pt x="6263" y="55"/>
                </a:cubicBezTo>
                <a:cubicBezTo>
                  <a:pt x="6266" y="56"/>
                  <a:pt x="6274" y="54"/>
                  <a:pt x="6287" y="53"/>
                </a:cubicBezTo>
                <a:lnTo>
                  <a:pt x="6304" y="60"/>
                </a:lnTo>
                <a:lnTo>
                  <a:pt x="6309" y="57"/>
                </a:lnTo>
                <a:lnTo>
                  <a:pt x="6411" y="62"/>
                </a:lnTo>
                <a:cubicBezTo>
                  <a:pt x="6485" y="55"/>
                  <a:pt x="6548" y="44"/>
                  <a:pt x="6665" y="41"/>
                </a:cubicBezTo>
                <a:cubicBezTo>
                  <a:pt x="6636" y="47"/>
                  <a:pt x="6659" y="50"/>
                  <a:pt x="6657" y="56"/>
                </a:cubicBezTo>
                <a:cubicBezTo>
                  <a:pt x="6625" y="50"/>
                  <a:pt x="6567" y="59"/>
                  <a:pt x="6507" y="58"/>
                </a:cubicBezTo>
                <a:cubicBezTo>
                  <a:pt x="6538" y="58"/>
                  <a:pt x="6531" y="61"/>
                  <a:pt x="6523" y="62"/>
                </a:cubicBezTo>
                <a:lnTo>
                  <a:pt x="6631" y="57"/>
                </a:lnTo>
                <a:cubicBezTo>
                  <a:pt x="6628" y="62"/>
                  <a:pt x="6654" y="60"/>
                  <a:pt x="6682" y="63"/>
                </a:cubicBezTo>
                <a:cubicBezTo>
                  <a:pt x="6660" y="52"/>
                  <a:pt x="6762" y="56"/>
                  <a:pt x="6806" y="53"/>
                </a:cubicBezTo>
                <a:cubicBezTo>
                  <a:pt x="6808" y="56"/>
                  <a:pt x="6798" y="60"/>
                  <a:pt x="6744" y="59"/>
                </a:cubicBezTo>
                <a:cubicBezTo>
                  <a:pt x="6803" y="67"/>
                  <a:pt x="6821" y="47"/>
                  <a:pt x="6879" y="54"/>
                </a:cubicBezTo>
                <a:cubicBezTo>
                  <a:pt x="6865" y="54"/>
                  <a:pt x="6858" y="53"/>
                  <a:pt x="6853" y="55"/>
                </a:cubicBezTo>
                <a:cubicBezTo>
                  <a:pt x="6884" y="52"/>
                  <a:pt x="6958" y="55"/>
                  <a:pt x="6941" y="58"/>
                </a:cubicBezTo>
                <a:lnTo>
                  <a:pt x="6928" y="58"/>
                </a:lnTo>
                <a:cubicBezTo>
                  <a:pt x="7014" y="59"/>
                  <a:pt x="7191" y="58"/>
                  <a:pt x="7204" y="50"/>
                </a:cubicBezTo>
                <a:cubicBezTo>
                  <a:pt x="7205" y="51"/>
                  <a:pt x="7193" y="60"/>
                  <a:pt x="7188" y="62"/>
                </a:cubicBezTo>
                <a:lnTo>
                  <a:pt x="7342" y="33"/>
                </a:lnTo>
                <a:cubicBezTo>
                  <a:pt x="7329" y="41"/>
                  <a:pt x="7381" y="58"/>
                  <a:pt x="7309" y="62"/>
                </a:cubicBezTo>
                <a:cubicBezTo>
                  <a:pt x="7330" y="63"/>
                  <a:pt x="7355" y="65"/>
                  <a:pt x="7399" y="62"/>
                </a:cubicBezTo>
                <a:cubicBezTo>
                  <a:pt x="7385" y="61"/>
                  <a:pt x="7364" y="51"/>
                  <a:pt x="7383" y="51"/>
                </a:cubicBezTo>
                <a:cubicBezTo>
                  <a:pt x="7436" y="59"/>
                  <a:pt x="7420" y="55"/>
                  <a:pt x="7485" y="62"/>
                </a:cubicBezTo>
                <a:cubicBezTo>
                  <a:pt x="7463" y="61"/>
                  <a:pt x="7487" y="49"/>
                  <a:pt x="7520" y="50"/>
                </a:cubicBezTo>
                <a:cubicBezTo>
                  <a:pt x="7515" y="51"/>
                  <a:pt x="7523" y="61"/>
                  <a:pt x="7511" y="62"/>
                </a:cubicBezTo>
                <a:lnTo>
                  <a:pt x="7594" y="51"/>
                </a:lnTo>
                <a:cubicBezTo>
                  <a:pt x="7573" y="53"/>
                  <a:pt x="7590" y="61"/>
                  <a:pt x="7609" y="64"/>
                </a:cubicBezTo>
                <a:cubicBezTo>
                  <a:pt x="7600" y="62"/>
                  <a:pt x="7680" y="64"/>
                  <a:pt x="7702" y="63"/>
                </a:cubicBezTo>
                <a:lnTo>
                  <a:pt x="7667" y="61"/>
                </a:lnTo>
                <a:cubicBezTo>
                  <a:pt x="7761" y="63"/>
                  <a:pt x="7760" y="45"/>
                  <a:pt x="7853" y="46"/>
                </a:cubicBezTo>
                <a:cubicBezTo>
                  <a:pt x="7842" y="48"/>
                  <a:pt x="7825" y="60"/>
                  <a:pt x="7872" y="62"/>
                </a:cubicBezTo>
                <a:cubicBezTo>
                  <a:pt x="7894" y="56"/>
                  <a:pt x="7968" y="34"/>
                  <a:pt x="8050" y="29"/>
                </a:cubicBezTo>
                <a:lnTo>
                  <a:pt x="8066" y="33"/>
                </a:lnTo>
                <a:lnTo>
                  <a:pt x="8129" y="29"/>
                </a:lnTo>
                <a:cubicBezTo>
                  <a:pt x="8090" y="38"/>
                  <a:pt x="7980" y="56"/>
                  <a:pt x="7919" y="63"/>
                </a:cubicBezTo>
                <a:cubicBezTo>
                  <a:pt x="7954" y="66"/>
                  <a:pt x="7929" y="67"/>
                  <a:pt x="7982" y="67"/>
                </a:cubicBezTo>
                <a:cubicBezTo>
                  <a:pt x="8000" y="70"/>
                  <a:pt x="7953" y="72"/>
                  <a:pt x="7938" y="72"/>
                </a:cubicBezTo>
                <a:lnTo>
                  <a:pt x="8060" y="74"/>
                </a:lnTo>
                <a:cubicBezTo>
                  <a:pt x="8054" y="67"/>
                  <a:pt x="8153" y="67"/>
                  <a:pt x="8149" y="62"/>
                </a:cubicBezTo>
                <a:lnTo>
                  <a:pt x="8016" y="68"/>
                </a:lnTo>
                <a:cubicBezTo>
                  <a:pt x="8011" y="62"/>
                  <a:pt x="8093" y="49"/>
                  <a:pt x="8179" y="51"/>
                </a:cubicBezTo>
                <a:cubicBezTo>
                  <a:pt x="8201" y="53"/>
                  <a:pt x="8163" y="63"/>
                  <a:pt x="8165" y="65"/>
                </a:cubicBezTo>
                <a:cubicBezTo>
                  <a:pt x="8176" y="63"/>
                  <a:pt x="8247" y="61"/>
                  <a:pt x="8255" y="62"/>
                </a:cubicBezTo>
                <a:lnTo>
                  <a:pt x="8218" y="66"/>
                </a:lnTo>
                <a:cubicBezTo>
                  <a:pt x="8266" y="69"/>
                  <a:pt x="8297" y="57"/>
                  <a:pt x="8355" y="64"/>
                </a:cubicBezTo>
                <a:cubicBezTo>
                  <a:pt x="8375" y="64"/>
                  <a:pt x="8414" y="73"/>
                  <a:pt x="8418" y="69"/>
                </a:cubicBezTo>
                <a:cubicBezTo>
                  <a:pt x="8385" y="61"/>
                  <a:pt x="8379" y="37"/>
                  <a:pt x="8401" y="31"/>
                </a:cubicBezTo>
                <a:cubicBezTo>
                  <a:pt x="8408" y="31"/>
                  <a:pt x="8505" y="38"/>
                  <a:pt x="8528" y="42"/>
                </a:cubicBezTo>
                <a:cubicBezTo>
                  <a:pt x="8561" y="48"/>
                  <a:pt x="8479" y="57"/>
                  <a:pt x="8507" y="62"/>
                </a:cubicBezTo>
                <a:cubicBezTo>
                  <a:pt x="8508" y="60"/>
                  <a:pt x="8526" y="58"/>
                  <a:pt x="8534" y="57"/>
                </a:cubicBezTo>
                <a:cubicBezTo>
                  <a:pt x="8555" y="59"/>
                  <a:pt x="8525" y="63"/>
                  <a:pt x="8571" y="62"/>
                </a:cubicBezTo>
                <a:cubicBezTo>
                  <a:pt x="8578" y="55"/>
                  <a:pt x="8664" y="63"/>
                  <a:pt x="8592" y="56"/>
                </a:cubicBezTo>
                <a:cubicBezTo>
                  <a:pt x="8637" y="55"/>
                  <a:pt x="8640" y="58"/>
                  <a:pt x="8692" y="58"/>
                </a:cubicBezTo>
                <a:cubicBezTo>
                  <a:pt x="8675" y="53"/>
                  <a:pt x="8739" y="43"/>
                  <a:pt x="8784" y="41"/>
                </a:cubicBezTo>
                <a:cubicBezTo>
                  <a:pt x="8781" y="42"/>
                  <a:pt x="8791" y="45"/>
                  <a:pt x="8796" y="46"/>
                </a:cubicBezTo>
                <a:cubicBezTo>
                  <a:pt x="8888" y="47"/>
                  <a:pt x="8937" y="50"/>
                  <a:pt x="9022" y="50"/>
                </a:cubicBezTo>
                <a:cubicBezTo>
                  <a:pt x="9030" y="52"/>
                  <a:pt x="9071" y="54"/>
                  <a:pt x="9054" y="57"/>
                </a:cubicBezTo>
                <a:cubicBezTo>
                  <a:pt x="9066" y="56"/>
                  <a:pt x="9077" y="53"/>
                  <a:pt x="9103" y="53"/>
                </a:cubicBezTo>
                <a:cubicBezTo>
                  <a:pt x="9154" y="59"/>
                  <a:pt x="9045" y="54"/>
                  <a:pt x="9084" y="61"/>
                </a:cubicBezTo>
                <a:cubicBezTo>
                  <a:pt x="9087" y="57"/>
                  <a:pt x="9152" y="56"/>
                  <a:pt x="9189" y="53"/>
                </a:cubicBezTo>
                <a:cubicBezTo>
                  <a:pt x="9178" y="47"/>
                  <a:pt x="9103" y="52"/>
                  <a:pt x="9065" y="54"/>
                </a:cubicBezTo>
                <a:cubicBezTo>
                  <a:pt x="9065" y="46"/>
                  <a:pt x="9130" y="37"/>
                  <a:pt x="9219" y="33"/>
                </a:cubicBezTo>
                <a:cubicBezTo>
                  <a:pt x="9290" y="31"/>
                  <a:pt x="9250" y="39"/>
                  <a:pt x="9262" y="38"/>
                </a:cubicBezTo>
                <a:cubicBezTo>
                  <a:pt x="9395" y="39"/>
                  <a:pt x="9376" y="23"/>
                  <a:pt x="9486" y="29"/>
                </a:cubicBezTo>
                <a:cubicBezTo>
                  <a:pt x="9530" y="35"/>
                  <a:pt x="9488" y="40"/>
                  <a:pt x="9498" y="44"/>
                </a:cubicBezTo>
                <a:cubicBezTo>
                  <a:pt x="9440" y="46"/>
                  <a:pt x="9409" y="40"/>
                  <a:pt x="9370" y="40"/>
                </a:cubicBezTo>
                <a:lnTo>
                  <a:pt x="9418" y="43"/>
                </a:lnTo>
                <a:cubicBezTo>
                  <a:pt x="9400" y="45"/>
                  <a:pt x="9361" y="46"/>
                  <a:pt x="9340" y="45"/>
                </a:cubicBezTo>
                <a:cubicBezTo>
                  <a:pt x="9377" y="50"/>
                  <a:pt x="9565" y="46"/>
                  <a:pt x="9668" y="51"/>
                </a:cubicBezTo>
                <a:cubicBezTo>
                  <a:pt x="9686" y="49"/>
                  <a:pt x="9718" y="47"/>
                  <a:pt x="9703" y="45"/>
                </a:cubicBezTo>
                <a:lnTo>
                  <a:pt x="9670" y="45"/>
                </a:lnTo>
                <a:cubicBezTo>
                  <a:pt x="9640" y="41"/>
                  <a:pt x="9732" y="39"/>
                  <a:pt x="9690" y="37"/>
                </a:cubicBezTo>
                <a:cubicBezTo>
                  <a:pt x="9734" y="34"/>
                  <a:pt x="9783" y="29"/>
                  <a:pt x="9844" y="32"/>
                </a:cubicBezTo>
                <a:lnTo>
                  <a:pt x="9856" y="38"/>
                </a:lnTo>
                <a:cubicBezTo>
                  <a:pt x="9854" y="36"/>
                  <a:pt x="9816" y="35"/>
                  <a:pt x="9798" y="36"/>
                </a:cubicBezTo>
                <a:cubicBezTo>
                  <a:pt x="9824" y="34"/>
                  <a:pt x="9892" y="45"/>
                  <a:pt x="9920" y="37"/>
                </a:cubicBezTo>
                <a:lnTo>
                  <a:pt x="9877" y="32"/>
                </a:lnTo>
                <a:cubicBezTo>
                  <a:pt x="9921" y="29"/>
                  <a:pt x="9975" y="23"/>
                  <a:pt x="10030" y="25"/>
                </a:cubicBezTo>
                <a:cubicBezTo>
                  <a:pt x="10005" y="19"/>
                  <a:pt x="10017" y="26"/>
                  <a:pt x="9979" y="18"/>
                </a:cubicBezTo>
                <a:cubicBezTo>
                  <a:pt x="10012" y="27"/>
                  <a:pt x="9839" y="18"/>
                  <a:pt x="9893" y="27"/>
                </a:cubicBezTo>
                <a:cubicBezTo>
                  <a:pt x="9854" y="19"/>
                  <a:pt x="9825" y="24"/>
                  <a:pt x="9773" y="16"/>
                </a:cubicBezTo>
                <a:cubicBezTo>
                  <a:pt x="9774" y="18"/>
                  <a:pt x="9791" y="20"/>
                  <a:pt x="9746" y="19"/>
                </a:cubicBezTo>
                <a:cubicBezTo>
                  <a:pt x="9743" y="20"/>
                  <a:pt x="9739" y="21"/>
                  <a:pt x="9735" y="21"/>
                </a:cubicBezTo>
                <a:lnTo>
                  <a:pt x="9732" y="21"/>
                </a:lnTo>
                <a:lnTo>
                  <a:pt x="9735" y="21"/>
                </a:lnTo>
                <a:cubicBezTo>
                  <a:pt x="9733" y="21"/>
                  <a:pt x="9733" y="22"/>
                  <a:pt x="9736" y="21"/>
                </a:cubicBezTo>
                <a:cubicBezTo>
                  <a:pt x="9747" y="22"/>
                  <a:pt x="9756" y="23"/>
                  <a:pt x="9759" y="24"/>
                </a:cubicBezTo>
                <a:cubicBezTo>
                  <a:pt x="9736" y="29"/>
                  <a:pt x="9664" y="29"/>
                  <a:pt x="9639" y="31"/>
                </a:cubicBezTo>
                <a:cubicBezTo>
                  <a:pt x="9612" y="30"/>
                  <a:pt x="9651" y="29"/>
                  <a:pt x="9636" y="27"/>
                </a:cubicBezTo>
                <a:lnTo>
                  <a:pt x="9599" y="30"/>
                </a:lnTo>
                <a:cubicBezTo>
                  <a:pt x="9596" y="26"/>
                  <a:pt x="9527" y="23"/>
                  <a:pt x="9591" y="20"/>
                </a:cubicBezTo>
                <a:lnTo>
                  <a:pt x="9534" y="20"/>
                </a:lnTo>
                <a:cubicBezTo>
                  <a:pt x="9500" y="17"/>
                  <a:pt x="9453" y="16"/>
                  <a:pt x="9425" y="18"/>
                </a:cubicBezTo>
                <a:cubicBezTo>
                  <a:pt x="9398" y="17"/>
                  <a:pt x="9356" y="23"/>
                  <a:pt x="9380" y="19"/>
                </a:cubicBezTo>
                <a:lnTo>
                  <a:pt x="9290" y="22"/>
                </a:lnTo>
                <a:lnTo>
                  <a:pt x="9289" y="21"/>
                </a:lnTo>
                <a:cubicBezTo>
                  <a:pt x="9200" y="20"/>
                  <a:pt x="9106" y="28"/>
                  <a:pt x="9004" y="20"/>
                </a:cubicBezTo>
                <a:cubicBezTo>
                  <a:pt x="8974" y="21"/>
                  <a:pt x="8944" y="22"/>
                  <a:pt x="8893" y="21"/>
                </a:cubicBezTo>
                <a:lnTo>
                  <a:pt x="8884" y="17"/>
                </a:lnTo>
                <a:cubicBezTo>
                  <a:pt x="8845" y="18"/>
                  <a:pt x="8768" y="13"/>
                  <a:pt x="8752" y="17"/>
                </a:cubicBezTo>
                <a:cubicBezTo>
                  <a:pt x="8710" y="7"/>
                  <a:pt x="8565" y="14"/>
                  <a:pt x="8498" y="12"/>
                </a:cubicBezTo>
                <a:lnTo>
                  <a:pt x="8495" y="17"/>
                </a:lnTo>
                <a:cubicBezTo>
                  <a:pt x="8449" y="17"/>
                  <a:pt x="8404" y="18"/>
                  <a:pt x="8346" y="20"/>
                </a:cubicBezTo>
                <a:lnTo>
                  <a:pt x="8350" y="25"/>
                </a:lnTo>
                <a:cubicBezTo>
                  <a:pt x="8300" y="28"/>
                  <a:pt x="8222" y="21"/>
                  <a:pt x="8143" y="22"/>
                </a:cubicBezTo>
                <a:cubicBezTo>
                  <a:pt x="8149" y="20"/>
                  <a:pt x="8169" y="20"/>
                  <a:pt x="8183" y="21"/>
                </a:cubicBezTo>
                <a:cubicBezTo>
                  <a:pt x="8089" y="11"/>
                  <a:pt x="7984" y="28"/>
                  <a:pt x="7899" y="21"/>
                </a:cubicBezTo>
                <a:cubicBezTo>
                  <a:pt x="7878" y="22"/>
                  <a:pt x="7862" y="22"/>
                  <a:pt x="7848" y="21"/>
                </a:cubicBezTo>
                <a:cubicBezTo>
                  <a:pt x="7850" y="21"/>
                  <a:pt x="7851" y="21"/>
                  <a:pt x="7853" y="20"/>
                </a:cubicBezTo>
                <a:lnTo>
                  <a:pt x="7844" y="20"/>
                </a:lnTo>
                <a:lnTo>
                  <a:pt x="7815" y="18"/>
                </a:lnTo>
                <a:cubicBezTo>
                  <a:pt x="7823" y="19"/>
                  <a:pt x="7832" y="20"/>
                  <a:pt x="7839" y="20"/>
                </a:cubicBezTo>
                <a:cubicBezTo>
                  <a:pt x="7823" y="20"/>
                  <a:pt x="7798" y="21"/>
                  <a:pt x="7774" y="22"/>
                </a:cubicBezTo>
                <a:lnTo>
                  <a:pt x="7763" y="17"/>
                </a:lnTo>
                <a:lnTo>
                  <a:pt x="7758" y="17"/>
                </a:lnTo>
                <a:cubicBezTo>
                  <a:pt x="7734" y="15"/>
                  <a:pt x="7739" y="19"/>
                  <a:pt x="7751" y="23"/>
                </a:cubicBezTo>
                <a:cubicBezTo>
                  <a:pt x="7739" y="24"/>
                  <a:pt x="7728" y="25"/>
                  <a:pt x="7719" y="26"/>
                </a:cubicBezTo>
                <a:cubicBezTo>
                  <a:pt x="7700" y="18"/>
                  <a:pt x="7655" y="29"/>
                  <a:pt x="7629" y="20"/>
                </a:cubicBezTo>
                <a:cubicBezTo>
                  <a:pt x="7612" y="24"/>
                  <a:pt x="7506" y="23"/>
                  <a:pt x="7493" y="32"/>
                </a:cubicBezTo>
                <a:cubicBezTo>
                  <a:pt x="7492" y="30"/>
                  <a:pt x="7485" y="30"/>
                  <a:pt x="7498" y="30"/>
                </a:cubicBezTo>
                <a:cubicBezTo>
                  <a:pt x="7471" y="29"/>
                  <a:pt x="7444" y="28"/>
                  <a:pt x="7420" y="30"/>
                </a:cubicBezTo>
                <a:lnTo>
                  <a:pt x="7408" y="24"/>
                </a:lnTo>
                <a:lnTo>
                  <a:pt x="7349" y="32"/>
                </a:lnTo>
                <a:cubicBezTo>
                  <a:pt x="7313" y="28"/>
                  <a:pt x="7298" y="26"/>
                  <a:pt x="7334" y="21"/>
                </a:cubicBezTo>
                <a:cubicBezTo>
                  <a:pt x="7247" y="28"/>
                  <a:pt x="7263" y="24"/>
                  <a:pt x="7190" y="31"/>
                </a:cubicBezTo>
                <a:lnTo>
                  <a:pt x="7194" y="27"/>
                </a:lnTo>
                <a:cubicBezTo>
                  <a:pt x="7167" y="27"/>
                  <a:pt x="7125" y="32"/>
                  <a:pt x="7109" y="29"/>
                </a:cubicBezTo>
                <a:cubicBezTo>
                  <a:pt x="7051" y="21"/>
                  <a:pt x="6819" y="27"/>
                  <a:pt x="6668" y="20"/>
                </a:cubicBezTo>
                <a:cubicBezTo>
                  <a:pt x="6697" y="32"/>
                  <a:pt x="6598" y="14"/>
                  <a:pt x="6592" y="24"/>
                </a:cubicBezTo>
                <a:cubicBezTo>
                  <a:pt x="6583" y="21"/>
                  <a:pt x="6562" y="19"/>
                  <a:pt x="6586" y="17"/>
                </a:cubicBezTo>
                <a:cubicBezTo>
                  <a:pt x="6509" y="19"/>
                  <a:pt x="6471" y="12"/>
                  <a:pt x="6418" y="20"/>
                </a:cubicBezTo>
                <a:cubicBezTo>
                  <a:pt x="6409" y="17"/>
                  <a:pt x="6434" y="16"/>
                  <a:pt x="6426" y="14"/>
                </a:cubicBezTo>
                <a:cubicBezTo>
                  <a:pt x="6420" y="14"/>
                  <a:pt x="6402" y="16"/>
                  <a:pt x="6394" y="15"/>
                </a:cubicBezTo>
                <a:cubicBezTo>
                  <a:pt x="6386" y="13"/>
                  <a:pt x="6405" y="12"/>
                  <a:pt x="6417" y="11"/>
                </a:cubicBezTo>
                <a:cubicBezTo>
                  <a:pt x="6339" y="11"/>
                  <a:pt x="6331" y="20"/>
                  <a:pt x="6325" y="28"/>
                </a:cubicBezTo>
                <a:cubicBezTo>
                  <a:pt x="6285" y="24"/>
                  <a:pt x="6265" y="25"/>
                  <a:pt x="6236" y="30"/>
                </a:cubicBezTo>
                <a:cubicBezTo>
                  <a:pt x="6223" y="27"/>
                  <a:pt x="6199" y="24"/>
                  <a:pt x="6248" y="24"/>
                </a:cubicBezTo>
                <a:cubicBezTo>
                  <a:pt x="6221" y="23"/>
                  <a:pt x="6080" y="19"/>
                  <a:pt x="6078" y="26"/>
                </a:cubicBezTo>
                <a:cubicBezTo>
                  <a:pt x="6069" y="24"/>
                  <a:pt x="6039" y="25"/>
                  <a:pt x="6032" y="26"/>
                </a:cubicBezTo>
                <a:cubicBezTo>
                  <a:pt x="5970" y="25"/>
                  <a:pt x="5965" y="25"/>
                  <a:pt x="5904" y="25"/>
                </a:cubicBezTo>
                <a:lnTo>
                  <a:pt x="5921" y="26"/>
                </a:lnTo>
                <a:cubicBezTo>
                  <a:pt x="5897" y="34"/>
                  <a:pt x="5871" y="28"/>
                  <a:pt x="5822" y="29"/>
                </a:cubicBezTo>
                <a:lnTo>
                  <a:pt x="5823" y="28"/>
                </a:lnTo>
                <a:cubicBezTo>
                  <a:pt x="5711" y="22"/>
                  <a:pt x="5775" y="31"/>
                  <a:pt x="5665" y="24"/>
                </a:cubicBezTo>
                <a:lnTo>
                  <a:pt x="5671" y="29"/>
                </a:lnTo>
                <a:cubicBezTo>
                  <a:pt x="5660" y="39"/>
                  <a:pt x="5573" y="22"/>
                  <a:pt x="5509" y="26"/>
                </a:cubicBezTo>
                <a:lnTo>
                  <a:pt x="5532" y="29"/>
                </a:lnTo>
                <a:cubicBezTo>
                  <a:pt x="5497" y="33"/>
                  <a:pt x="5434" y="15"/>
                  <a:pt x="5399" y="13"/>
                </a:cubicBezTo>
                <a:cubicBezTo>
                  <a:pt x="5391" y="12"/>
                  <a:pt x="5411" y="12"/>
                  <a:pt x="5422" y="11"/>
                </a:cubicBezTo>
                <a:cubicBezTo>
                  <a:pt x="5330" y="6"/>
                  <a:pt x="5410" y="17"/>
                  <a:pt x="5341" y="19"/>
                </a:cubicBezTo>
                <a:cubicBezTo>
                  <a:pt x="5328" y="15"/>
                  <a:pt x="5357" y="10"/>
                  <a:pt x="5311" y="9"/>
                </a:cubicBezTo>
                <a:cubicBezTo>
                  <a:pt x="5288" y="7"/>
                  <a:pt x="5177" y="20"/>
                  <a:pt x="5114" y="13"/>
                </a:cubicBezTo>
                <a:cubicBezTo>
                  <a:pt x="5128" y="16"/>
                  <a:pt x="5142" y="19"/>
                  <a:pt x="5110" y="21"/>
                </a:cubicBezTo>
                <a:cubicBezTo>
                  <a:pt x="5061" y="21"/>
                  <a:pt x="4978" y="10"/>
                  <a:pt x="4934" y="19"/>
                </a:cubicBezTo>
                <a:cubicBezTo>
                  <a:pt x="4928" y="18"/>
                  <a:pt x="4925" y="17"/>
                  <a:pt x="4925" y="16"/>
                </a:cubicBezTo>
                <a:cubicBezTo>
                  <a:pt x="4888" y="19"/>
                  <a:pt x="4804" y="20"/>
                  <a:pt x="4781" y="24"/>
                </a:cubicBezTo>
                <a:cubicBezTo>
                  <a:pt x="4747" y="8"/>
                  <a:pt x="4549" y="32"/>
                  <a:pt x="4550" y="16"/>
                </a:cubicBezTo>
                <a:lnTo>
                  <a:pt x="4435" y="17"/>
                </a:lnTo>
                <a:lnTo>
                  <a:pt x="4438" y="15"/>
                </a:lnTo>
                <a:cubicBezTo>
                  <a:pt x="4365" y="14"/>
                  <a:pt x="4339" y="18"/>
                  <a:pt x="4313" y="22"/>
                </a:cubicBezTo>
                <a:cubicBezTo>
                  <a:pt x="4296" y="20"/>
                  <a:pt x="4309" y="19"/>
                  <a:pt x="4310" y="18"/>
                </a:cubicBezTo>
                <a:cubicBezTo>
                  <a:pt x="4203" y="15"/>
                  <a:pt x="4192" y="15"/>
                  <a:pt x="4102" y="23"/>
                </a:cubicBezTo>
                <a:lnTo>
                  <a:pt x="4093" y="18"/>
                </a:lnTo>
                <a:cubicBezTo>
                  <a:pt x="4068" y="21"/>
                  <a:pt x="3938" y="10"/>
                  <a:pt x="3833" y="15"/>
                </a:cubicBezTo>
                <a:cubicBezTo>
                  <a:pt x="3834" y="15"/>
                  <a:pt x="3836" y="14"/>
                  <a:pt x="3844" y="13"/>
                </a:cubicBezTo>
                <a:cubicBezTo>
                  <a:pt x="3726" y="19"/>
                  <a:pt x="3561" y="0"/>
                  <a:pt x="3518" y="17"/>
                </a:cubicBezTo>
                <a:lnTo>
                  <a:pt x="3439" y="21"/>
                </a:lnTo>
                <a:cubicBezTo>
                  <a:pt x="3540" y="23"/>
                  <a:pt x="3424" y="29"/>
                  <a:pt x="3466" y="32"/>
                </a:cubicBezTo>
                <a:cubicBezTo>
                  <a:pt x="3426" y="33"/>
                  <a:pt x="3363" y="27"/>
                  <a:pt x="3412" y="26"/>
                </a:cubicBezTo>
                <a:lnTo>
                  <a:pt x="3420" y="27"/>
                </a:lnTo>
                <a:cubicBezTo>
                  <a:pt x="3438" y="17"/>
                  <a:pt x="3294" y="23"/>
                  <a:pt x="3297" y="16"/>
                </a:cubicBezTo>
                <a:cubicBezTo>
                  <a:pt x="3098" y="17"/>
                  <a:pt x="2904" y="11"/>
                  <a:pt x="2718" y="10"/>
                </a:cubicBezTo>
                <a:lnTo>
                  <a:pt x="2740" y="18"/>
                </a:lnTo>
                <a:lnTo>
                  <a:pt x="2675" y="17"/>
                </a:lnTo>
                <a:cubicBezTo>
                  <a:pt x="2658" y="15"/>
                  <a:pt x="2652" y="11"/>
                  <a:pt x="2698" y="12"/>
                </a:cubicBezTo>
                <a:cubicBezTo>
                  <a:pt x="2674" y="8"/>
                  <a:pt x="2620" y="15"/>
                  <a:pt x="2619" y="17"/>
                </a:cubicBezTo>
                <a:cubicBezTo>
                  <a:pt x="2528" y="14"/>
                  <a:pt x="2655" y="9"/>
                  <a:pt x="2627" y="9"/>
                </a:cubicBezTo>
                <a:lnTo>
                  <a:pt x="2589" y="9"/>
                </a:lnTo>
                <a:lnTo>
                  <a:pt x="2597" y="9"/>
                </a:lnTo>
                <a:cubicBezTo>
                  <a:pt x="2567" y="12"/>
                  <a:pt x="2564" y="15"/>
                  <a:pt x="2508" y="15"/>
                </a:cubicBezTo>
                <a:cubicBezTo>
                  <a:pt x="2473" y="13"/>
                  <a:pt x="2490" y="10"/>
                  <a:pt x="2476" y="10"/>
                </a:cubicBezTo>
                <a:cubicBezTo>
                  <a:pt x="2477" y="10"/>
                  <a:pt x="2472" y="9"/>
                  <a:pt x="2455" y="10"/>
                </a:cubicBezTo>
                <a:lnTo>
                  <a:pt x="2373" y="9"/>
                </a:lnTo>
                <a:lnTo>
                  <a:pt x="2406" y="15"/>
                </a:lnTo>
                <a:cubicBezTo>
                  <a:pt x="2370" y="18"/>
                  <a:pt x="2329" y="15"/>
                  <a:pt x="2367" y="21"/>
                </a:cubicBezTo>
                <a:cubicBezTo>
                  <a:pt x="2311" y="11"/>
                  <a:pt x="2062" y="17"/>
                  <a:pt x="2028" y="14"/>
                </a:cubicBezTo>
                <a:cubicBezTo>
                  <a:pt x="1977" y="18"/>
                  <a:pt x="1927" y="18"/>
                  <a:pt x="1864" y="17"/>
                </a:cubicBezTo>
                <a:cubicBezTo>
                  <a:pt x="1880" y="19"/>
                  <a:pt x="1889" y="25"/>
                  <a:pt x="1836" y="24"/>
                </a:cubicBezTo>
                <a:cubicBezTo>
                  <a:pt x="1855" y="11"/>
                  <a:pt x="1737" y="18"/>
                  <a:pt x="1694" y="9"/>
                </a:cubicBezTo>
                <a:cubicBezTo>
                  <a:pt x="1733" y="15"/>
                  <a:pt x="1542" y="10"/>
                  <a:pt x="1603" y="19"/>
                </a:cubicBezTo>
                <a:cubicBezTo>
                  <a:pt x="1558" y="18"/>
                  <a:pt x="1600" y="14"/>
                  <a:pt x="1566" y="11"/>
                </a:cubicBezTo>
                <a:cubicBezTo>
                  <a:pt x="1460" y="16"/>
                  <a:pt x="1331" y="8"/>
                  <a:pt x="1200" y="9"/>
                </a:cubicBezTo>
                <a:cubicBezTo>
                  <a:pt x="1198" y="11"/>
                  <a:pt x="1220" y="13"/>
                  <a:pt x="1192" y="16"/>
                </a:cubicBezTo>
                <a:lnTo>
                  <a:pt x="1122" y="8"/>
                </a:lnTo>
                <a:cubicBezTo>
                  <a:pt x="1096" y="9"/>
                  <a:pt x="1098" y="17"/>
                  <a:pt x="1051" y="11"/>
                </a:cubicBezTo>
                <a:cubicBezTo>
                  <a:pt x="1058" y="13"/>
                  <a:pt x="1068" y="15"/>
                  <a:pt x="1050" y="15"/>
                </a:cubicBezTo>
                <a:cubicBezTo>
                  <a:pt x="792" y="7"/>
                  <a:pt x="524" y="22"/>
                  <a:pt x="262" y="7"/>
                </a:cubicBezTo>
                <a:cubicBezTo>
                  <a:pt x="297" y="9"/>
                  <a:pt x="274" y="10"/>
                  <a:pt x="247" y="10"/>
                </a:cubicBezTo>
                <a:cubicBezTo>
                  <a:pt x="264" y="11"/>
                  <a:pt x="246" y="14"/>
                  <a:pt x="250" y="17"/>
                </a:cubicBezTo>
                <a:lnTo>
                  <a:pt x="140" y="10"/>
                </a:lnTo>
                <a:cubicBezTo>
                  <a:pt x="120" y="17"/>
                  <a:pt x="23" y="10"/>
                  <a:pt x="11" y="17"/>
                </a:cubicBezTo>
                <a:lnTo>
                  <a:pt x="46" y="15"/>
                </a:lnTo>
                <a:cubicBezTo>
                  <a:pt x="0" y="23"/>
                  <a:pt x="111" y="32"/>
                  <a:pt x="104" y="42"/>
                </a:cubicBezTo>
                <a:cubicBezTo>
                  <a:pt x="156" y="33"/>
                  <a:pt x="240" y="55"/>
                  <a:pt x="325" y="43"/>
                </a:cubicBezTo>
                <a:cubicBezTo>
                  <a:pt x="344" y="45"/>
                  <a:pt x="309" y="46"/>
                  <a:pt x="319" y="48"/>
                </a:cubicBezTo>
                <a:cubicBezTo>
                  <a:pt x="340" y="44"/>
                  <a:pt x="366" y="43"/>
                  <a:pt x="414" y="45"/>
                </a:cubicBezTo>
                <a:lnTo>
                  <a:pt x="409" y="46"/>
                </a:lnTo>
                <a:cubicBezTo>
                  <a:pt x="544" y="45"/>
                  <a:pt x="602" y="49"/>
                  <a:pt x="754" y="52"/>
                </a:cubicBezTo>
                <a:lnTo>
                  <a:pt x="742" y="47"/>
                </a:lnTo>
                <a:cubicBezTo>
                  <a:pt x="775" y="48"/>
                  <a:pt x="782" y="49"/>
                  <a:pt x="797" y="50"/>
                </a:cubicBezTo>
                <a:cubicBezTo>
                  <a:pt x="835" y="43"/>
                  <a:pt x="706" y="50"/>
                  <a:pt x="740" y="42"/>
                </a:cubicBezTo>
                <a:cubicBezTo>
                  <a:pt x="783" y="52"/>
                  <a:pt x="970" y="42"/>
                  <a:pt x="999" y="53"/>
                </a:cubicBezTo>
                <a:cubicBezTo>
                  <a:pt x="1049" y="54"/>
                  <a:pt x="984" y="48"/>
                  <a:pt x="1034" y="48"/>
                </a:cubicBezTo>
                <a:lnTo>
                  <a:pt x="1048" y="51"/>
                </a:lnTo>
                <a:lnTo>
                  <a:pt x="1060" y="47"/>
                </a:lnTo>
                <a:cubicBezTo>
                  <a:pt x="1093" y="48"/>
                  <a:pt x="1110" y="52"/>
                  <a:pt x="1111" y="54"/>
                </a:cubicBezTo>
                <a:cubicBezTo>
                  <a:pt x="1103" y="54"/>
                  <a:pt x="1088" y="55"/>
                  <a:pt x="1080" y="55"/>
                </a:cubicBezTo>
                <a:cubicBezTo>
                  <a:pt x="1122" y="59"/>
                  <a:pt x="1200" y="54"/>
                  <a:pt x="1215" y="55"/>
                </a:cubicBezTo>
                <a:lnTo>
                  <a:pt x="1166" y="53"/>
                </a:lnTo>
                <a:cubicBezTo>
                  <a:pt x="1303" y="50"/>
                  <a:pt x="1470" y="55"/>
                  <a:pt x="1603" y="49"/>
                </a:cubicBezTo>
                <a:lnTo>
                  <a:pt x="1593" y="46"/>
                </a:lnTo>
                <a:cubicBezTo>
                  <a:pt x="1694" y="42"/>
                  <a:pt x="1674" y="49"/>
                  <a:pt x="1784" y="47"/>
                </a:cubicBezTo>
                <a:lnTo>
                  <a:pt x="1780" y="48"/>
                </a:lnTo>
                <a:cubicBezTo>
                  <a:pt x="1803" y="45"/>
                  <a:pt x="1832" y="44"/>
                  <a:pt x="1863" y="45"/>
                </a:cubicBezTo>
                <a:cubicBezTo>
                  <a:pt x="1835" y="47"/>
                  <a:pt x="1915" y="50"/>
                  <a:pt x="1879" y="53"/>
                </a:cubicBezTo>
                <a:cubicBezTo>
                  <a:pt x="1988" y="48"/>
                  <a:pt x="1933" y="49"/>
                  <a:pt x="2005" y="41"/>
                </a:cubicBezTo>
                <a:lnTo>
                  <a:pt x="2022" y="45"/>
                </a:lnTo>
                <a:cubicBezTo>
                  <a:pt x="2046" y="41"/>
                  <a:pt x="2048" y="40"/>
                  <a:pt x="2104" y="39"/>
                </a:cubicBezTo>
                <a:cubicBezTo>
                  <a:pt x="2058" y="42"/>
                  <a:pt x="2139" y="44"/>
                  <a:pt x="2088" y="49"/>
                </a:cubicBezTo>
                <a:cubicBezTo>
                  <a:pt x="2205" y="57"/>
                  <a:pt x="2261" y="41"/>
                  <a:pt x="2314" y="53"/>
                </a:cubicBezTo>
                <a:cubicBezTo>
                  <a:pt x="2368" y="42"/>
                  <a:pt x="2214" y="47"/>
                  <a:pt x="2244" y="45"/>
                </a:cubicBezTo>
                <a:cubicBezTo>
                  <a:pt x="2219" y="41"/>
                  <a:pt x="2288" y="37"/>
                  <a:pt x="2324" y="38"/>
                </a:cubicBezTo>
                <a:cubicBezTo>
                  <a:pt x="2361" y="38"/>
                  <a:pt x="2387" y="51"/>
                  <a:pt x="2481" y="51"/>
                </a:cubicBezTo>
                <a:cubicBezTo>
                  <a:pt x="2471" y="51"/>
                  <a:pt x="2471" y="52"/>
                  <a:pt x="2461" y="52"/>
                </a:cubicBezTo>
                <a:cubicBezTo>
                  <a:pt x="2496" y="55"/>
                  <a:pt x="2530" y="48"/>
                  <a:pt x="2573" y="53"/>
                </a:cubicBezTo>
                <a:cubicBezTo>
                  <a:pt x="2597" y="47"/>
                  <a:pt x="2628" y="53"/>
                  <a:pt x="2635" y="45"/>
                </a:cubicBezTo>
                <a:lnTo>
                  <a:pt x="2550" y="47"/>
                </a:lnTo>
                <a:cubicBezTo>
                  <a:pt x="2598" y="45"/>
                  <a:pt x="2644" y="36"/>
                  <a:pt x="2724" y="40"/>
                </a:cubicBezTo>
                <a:cubicBezTo>
                  <a:pt x="2718" y="42"/>
                  <a:pt x="2694" y="44"/>
                  <a:pt x="2677" y="45"/>
                </a:cubicBezTo>
                <a:cubicBezTo>
                  <a:pt x="2701" y="48"/>
                  <a:pt x="2722" y="44"/>
                  <a:pt x="2747" y="46"/>
                </a:cubicBezTo>
                <a:cubicBezTo>
                  <a:pt x="2740" y="54"/>
                  <a:pt x="2643" y="48"/>
                  <a:pt x="2591" y="54"/>
                </a:cubicBezTo>
                <a:cubicBezTo>
                  <a:pt x="2616" y="57"/>
                  <a:pt x="2689" y="48"/>
                  <a:pt x="2663" y="57"/>
                </a:cubicBezTo>
                <a:cubicBezTo>
                  <a:pt x="2700" y="46"/>
                  <a:pt x="2755" y="58"/>
                  <a:pt x="2818" y="50"/>
                </a:cubicBezTo>
                <a:lnTo>
                  <a:pt x="2814" y="55"/>
                </a:lnTo>
                <a:cubicBezTo>
                  <a:pt x="2824" y="54"/>
                  <a:pt x="2845" y="52"/>
                  <a:pt x="2863" y="52"/>
                </a:cubicBezTo>
                <a:lnTo>
                  <a:pt x="2830" y="58"/>
                </a:lnTo>
                <a:cubicBezTo>
                  <a:pt x="2881" y="53"/>
                  <a:pt x="2928" y="63"/>
                  <a:pt x="2977" y="60"/>
                </a:cubicBezTo>
                <a:cubicBezTo>
                  <a:pt x="2875" y="60"/>
                  <a:pt x="2954" y="54"/>
                  <a:pt x="2911" y="51"/>
                </a:cubicBezTo>
                <a:cubicBezTo>
                  <a:pt x="3038" y="45"/>
                  <a:pt x="2984" y="64"/>
                  <a:pt x="3126" y="62"/>
                </a:cubicBezTo>
                <a:cubicBezTo>
                  <a:pt x="3107" y="62"/>
                  <a:pt x="3054" y="58"/>
                  <a:pt x="3084" y="56"/>
                </a:cubicBezTo>
                <a:cubicBezTo>
                  <a:pt x="3111" y="57"/>
                  <a:pt x="3146" y="59"/>
                  <a:pt x="3163" y="62"/>
                </a:cubicBezTo>
                <a:cubicBezTo>
                  <a:pt x="3257" y="61"/>
                  <a:pt x="3149" y="57"/>
                  <a:pt x="3189" y="54"/>
                </a:cubicBezTo>
                <a:cubicBezTo>
                  <a:pt x="3221" y="60"/>
                  <a:pt x="3235" y="52"/>
                  <a:pt x="3276" y="50"/>
                </a:cubicBezTo>
                <a:lnTo>
                  <a:pt x="3276" y="55"/>
                </a:lnTo>
                <a:cubicBezTo>
                  <a:pt x="3384" y="58"/>
                  <a:pt x="3305" y="45"/>
                  <a:pt x="3401" y="49"/>
                </a:cubicBezTo>
                <a:lnTo>
                  <a:pt x="3361" y="55"/>
                </a:lnTo>
                <a:lnTo>
                  <a:pt x="3411" y="54"/>
                </a:lnTo>
                <a:lnTo>
                  <a:pt x="3400" y="59"/>
                </a:lnTo>
                <a:cubicBezTo>
                  <a:pt x="3455" y="55"/>
                  <a:pt x="3472" y="56"/>
                  <a:pt x="3526" y="58"/>
                </a:cubicBezTo>
                <a:cubicBezTo>
                  <a:pt x="3513" y="54"/>
                  <a:pt x="3533" y="49"/>
                  <a:pt x="3580" y="49"/>
                </a:cubicBezTo>
                <a:cubicBezTo>
                  <a:pt x="3613" y="52"/>
                  <a:pt x="3562" y="54"/>
                  <a:pt x="3630" y="53"/>
                </a:cubicBezTo>
                <a:cubicBezTo>
                  <a:pt x="3614" y="56"/>
                  <a:pt x="3598" y="60"/>
                  <a:pt x="3568" y="55"/>
                </a:cubicBezTo>
                <a:cubicBezTo>
                  <a:pt x="3565" y="57"/>
                  <a:pt x="3553" y="58"/>
                  <a:pt x="3550" y="60"/>
                </a:cubicBezTo>
                <a:cubicBezTo>
                  <a:pt x="3585" y="63"/>
                  <a:pt x="3638" y="61"/>
                  <a:pt x="3662" y="61"/>
                </a:cubicBezTo>
                <a:cubicBezTo>
                  <a:pt x="3653" y="61"/>
                  <a:pt x="3642" y="60"/>
                  <a:pt x="3636" y="60"/>
                </a:cubicBezTo>
                <a:lnTo>
                  <a:pt x="3734" y="53"/>
                </a:lnTo>
                <a:cubicBezTo>
                  <a:pt x="3749" y="55"/>
                  <a:pt x="3737" y="56"/>
                  <a:pt x="3725" y="58"/>
                </a:cubicBezTo>
                <a:cubicBezTo>
                  <a:pt x="3744" y="57"/>
                  <a:pt x="3758" y="55"/>
                  <a:pt x="3787" y="55"/>
                </a:cubicBezTo>
                <a:cubicBezTo>
                  <a:pt x="3780" y="59"/>
                  <a:pt x="3781" y="63"/>
                  <a:pt x="3740" y="65"/>
                </a:cubicBezTo>
                <a:lnTo>
                  <a:pt x="3833" y="60"/>
                </a:lnTo>
                <a:cubicBezTo>
                  <a:pt x="3839" y="62"/>
                  <a:pt x="3881" y="65"/>
                  <a:pt x="3869" y="67"/>
                </a:cubicBezTo>
                <a:cubicBezTo>
                  <a:pt x="3920" y="69"/>
                  <a:pt x="3995" y="59"/>
                  <a:pt x="4064" y="62"/>
                </a:cubicBezTo>
                <a:cubicBezTo>
                  <a:pt x="4067" y="62"/>
                  <a:pt x="4074" y="61"/>
                  <a:pt x="4089" y="60"/>
                </a:cubicBezTo>
                <a:cubicBezTo>
                  <a:pt x="4153" y="62"/>
                  <a:pt x="4210" y="67"/>
                  <a:pt x="4286" y="61"/>
                </a:cubicBezTo>
                <a:lnTo>
                  <a:pt x="4329" y="68"/>
                </a:lnTo>
                <a:cubicBezTo>
                  <a:pt x="4389" y="67"/>
                  <a:pt x="4271" y="59"/>
                  <a:pt x="4370" y="57"/>
                </a:cubicBezTo>
                <a:cubicBezTo>
                  <a:pt x="4440" y="55"/>
                  <a:pt x="4396" y="63"/>
                  <a:pt x="4421" y="65"/>
                </a:cubicBezTo>
                <a:cubicBezTo>
                  <a:pt x="4456" y="62"/>
                  <a:pt x="4517" y="54"/>
                  <a:pt x="4581" y="60"/>
                </a:cubicBezTo>
                <a:cubicBezTo>
                  <a:pt x="4560" y="62"/>
                  <a:pt x="4543" y="60"/>
                  <a:pt x="4523" y="61"/>
                </a:cubicBezTo>
                <a:close/>
              </a:path>
            </a:pathLst>
          </a:custGeom>
          <a:solidFill>
            <a:sysClr val="window" lastClr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6046E0-75FE-415C-D1C6-9D6311439E54}"/>
              </a:ext>
            </a:extLst>
          </p:cNvPr>
          <p:cNvSpPr txBox="1"/>
          <p:nvPr/>
        </p:nvSpPr>
        <p:spPr>
          <a:xfrm>
            <a:off x="371062" y="323273"/>
            <a:ext cx="29888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Pre knowledge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7BB6B2E-5764-34C7-FC02-4BF87157B754}"/>
                  </a:ext>
                </a:extLst>
              </p:cNvPr>
              <p:cNvSpPr txBox="1"/>
              <p:nvPr/>
            </p:nvSpPr>
            <p:spPr>
              <a:xfrm>
                <a:off x="362850" y="1225467"/>
                <a:ext cx="8695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𝑆𝑖𝑛𝑥</m:t>
                      </m:r>
                    </m:oMath>
                  </m:oMathPara>
                </a14:m>
                <a:endPara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7BB6B2E-5764-34C7-FC02-4BF87157B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850" y="1225467"/>
                <a:ext cx="869576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C7C4E4A-93C9-A57A-F5E6-D78B7D933826}"/>
                  </a:ext>
                </a:extLst>
              </p:cNvPr>
              <p:cNvSpPr txBox="1"/>
              <p:nvPr/>
            </p:nvSpPr>
            <p:spPr>
              <a:xfrm>
                <a:off x="452301" y="4087540"/>
                <a:ext cx="8695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𝑆𝑖𝑛</m:t>
                      </m:r>
                      <m:r>
                        <a:rPr kumimoji="0" lang="en-I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</m:t>
                      </m:r>
                      <m:r>
                        <a:rPr kumimoji="0" lang="en-I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</m:oMath>
                  </m:oMathPara>
                </a14:m>
                <a:endPara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C7C4E4A-93C9-A57A-F5E6-D78B7D933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301" y="4087540"/>
                <a:ext cx="869576" cy="461665"/>
              </a:xfrm>
              <a:prstGeom prst="rect">
                <a:avLst/>
              </a:prstGeom>
              <a:blipFill>
                <a:blip r:embed="rId4"/>
                <a:stretch>
                  <a:fillRect l="-1399" r="-111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A4712B4-631F-AD11-1728-A2DF445CCD4D}"/>
                  </a:ext>
                </a:extLst>
              </p:cNvPr>
              <p:cNvSpPr txBox="1"/>
              <p:nvPr/>
            </p:nvSpPr>
            <p:spPr>
              <a:xfrm>
                <a:off x="6639797" y="677215"/>
                <a:ext cx="8695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I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n-I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𝑆𝑖𝑛𝑥</m:t>
                              </m:r>
                            </m:e>
                          </m:d>
                        </m:e>
                        <m:sup>
                          <m:r>
                            <a:rPr kumimoji="0" lang="en-I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A4712B4-631F-AD11-1728-A2DF445CC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797" y="677215"/>
                <a:ext cx="869576" cy="461665"/>
              </a:xfrm>
              <a:prstGeom prst="rect">
                <a:avLst/>
              </a:prstGeom>
              <a:blipFill>
                <a:blip r:embed="rId5"/>
                <a:stretch>
                  <a:fillRect r="-328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1F71F201-459E-946D-64B2-38B0BB0994A6}"/>
              </a:ext>
            </a:extLst>
          </p:cNvPr>
          <p:cNvGrpSpPr/>
          <p:nvPr/>
        </p:nvGrpSpPr>
        <p:grpSpPr>
          <a:xfrm>
            <a:off x="700813" y="1237094"/>
            <a:ext cx="5259814" cy="963243"/>
            <a:chOff x="6525786" y="483787"/>
            <a:chExt cx="5259814" cy="963243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2C8EA65-F4E7-9C84-0F12-8C8842C877C4}"/>
                </a:ext>
              </a:extLst>
            </p:cNvPr>
            <p:cNvCxnSpPr>
              <a:cxnSpLocks/>
            </p:cNvCxnSpPr>
            <p:nvPr/>
          </p:nvCxnSpPr>
          <p:spPr>
            <a:xfrm>
              <a:off x="7503459" y="483787"/>
              <a:ext cx="0" cy="9632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D106331-2E06-82BE-9322-37CE1F4C0033}"/>
                </a:ext>
              </a:extLst>
            </p:cNvPr>
            <p:cNvCxnSpPr>
              <a:cxnSpLocks/>
            </p:cNvCxnSpPr>
            <p:nvPr/>
          </p:nvCxnSpPr>
          <p:spPr>
            <a:xfrm>
              <a:off x="6525786" y="1216010"/>
              <a:ext cx="525981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88C9B20-9923-4841-1F48-787BD23046E7}"/>
              </a:ext>
            </a:extLst>
          </p:cNvPr>
          <p:cNvGrpSpPr/>
          <p:nvPr/>
        </p:nvGrpSpPr>
        <p:grpSpPr>
          <a:xfrm>
            <a:off x="398621" y="2629326"/>
            <a:ext cx="5562006" cy="1141749"/>
            <a:chOff x="6223594" y="1887457"/>
            <a:chExt cx="5562006" cy="11417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A20BD50-F0EE-1A2A-DEF9-EF22E55A428C}"/>
                    </a:ext>
                  </a:extLst>
                </p:cNvPr>
                <p:cNvSpPr txBox="1"/>
                <p:nvPr/>
              </p:nvSpPr>
              <p:spPr>
                <a:xfrm>
                  <a:off x="6223594" y="1887457"/>
                  <a:ext cx="86957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I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𝐶𝑜𝑠𝑥</m:t>
                        </m:r>
                      </m:oMath>
                    </m:oMathPara>
                  </a14:m>
                  <a:endPara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A20BD50-F0EE-1A2A-DEF9-EF22E55A42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3594" y="1887457"/>
                  <a:ext cx="869576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3D6D454-CCCB-21CB-5DB1-6B5F7BA7FE5F}"/>
                </a:ext>
              </a:extLst>
            </p:cNvPr>
            <p:cNvGrpSpPr/>
            <p:nvPr/>
          </p:nvGrpSpPr>
          <p:grpSpPr>
            <a:xfrm>
              <a:off x="6525786" y="2065963"/>
              <a:ext cx="5259814" cy="963243"/>
              <a:chOff x="6525786" y="483787"/>
              <a:chExt cx="5259814" cy="963243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65F98E11-EBE9-C5D6-CA32-36B2F8615D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03459" y="483787"/>
                <a:ext cx="0" cy="96324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6A413CD1-436A-4EEC-6507-77DBBD6667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5786" y="1216010"/>
                <a:ext cx="525981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D26B6BB-A3EF-9499-1802-3A262EBCC83B}"/>
              </a:ext>
            </a:extLst>
          </p:cNvPr>
          <p:cNvGrpSpPr/>
          <p:nvPr/>
        </p:nvGrpSpPr>
        <p:grpSpPr>
          <a:xfrm>
            <a:off x="700813" y="4401446"/>
            <a:ext cx="5137894" cy="963243"/>
            <a:chOff x="6525786" y="483787"/>
            <a:chExt cx="5137894" cy="963243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EAAA108-84D1-626A-2B4B-9DC8D9B05C39}"/>
                </a:ext>
              </a:extLst>
            </p:cNvPr>
            <p:cNvCxnSpPr>
              <a:cxnSpLocks/>
            </p:cNvCxnSpPr>
            <p:nvPr/>
          </p:nvCxnSpPr>
          <p:spPr>
            <a:xfrm>
              <a:off x="7503459" y="483787"/>
              <a:ext cx="0" cy="9632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A96632A-DDF4-3C06-84BE-2E4041D86855}"/>
                </a:ext>
              </a:extLst>
            </p:cNvPr>
            <p:cNvCxnSpPr>
              <a:cxnSpLocks/>
            </p:cNvCxnSpPr>
            <p:nvPr/>
          </p:nvCxnSpPr>
          <p:spPr>
            <a:xfrm>
              <a:off x="6525786" y="1216010"/>
              <a:ext cx="51378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0D65001-E6D8-5FC9-041C-D49B991FF6D5}"/>
              </a:ext>
            </a:extLst>
          </p:cNvPr>
          <p:cNvGrpSpPr/>
          <p:nvPr/>
        </p:nvGrpSpPr>
        <p:grpSpPr>
          <a:xfrm>
            <a:off x="6794889" y="1179150"/>
            <a:ext cx="5137894" cy="1089205"/>
            <a:chOff x="6525786" y="483787"/>
            <a:chExt cx="5137894" cy="963243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84E1C14-CEA8-84A9-5533-3511E8EB86E4}"/>
                </a:ext>
              </a:extLst>
            </p:cNvPr>
            <p:cNvCxnSpPr>
              <a:cxnSpLocks/>
            </p:cNvCxnSpPr>
            <p:nvPr/>
          </p:nvCxnSpPr>
          <p:spPr>
            <a:xfrm>
              <a:off x="7503459" y="483787"/>
              <a:ext cx="0" cy="9632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DCD4348-4308-1704-1D56-F6D69F3B970C}"/>
                </a:ext>
              </a:extLst>
            </p:cNvPr>
            <p:cNvCxnSpPr>
              <a:cxnSpLocks/>
            </p:cNvCxnSpPr>
            <p:nvPr/>
          </p:nvCxnSpPr>
          <p:spPr>
            <a:xfrm>
              <a:off x="6525786" y="1216010"/>
              <a:ext cx="51378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B41D2F4-0D38-27FC-49F8-B3BAF167AB5A}"/>
              </a:ext>
            </a:extLst>
          </p:cNvPr>
          <p:cNvGrpSpPr/>
          <p:nvPr/>
        </p:nvGrpSpPr>
        <p:grpSpPr>
          <a:xfrm>
            <a:off x="1678486" y="1372450"/>
            <a:ext cx="4048375" cy="1137895"/>
            <a:chOff x="7503459" y="619143"/>
            <a:chExt cx="4048375" cy="1137895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83B4686-C540-FF41-AE83-67AEA45AB0A4}"/>
                </a:ext>
              </a:extLst>
            </p:cNvPr>
            <p:cNvSpPr/>
            <p:nvPr/>
          </p:nvSpPr>
          <p:spPr>
            <a:xfrm>
              <a:off x="7503459" y="634858"/>
              <a:ext cx="1013012" cy="566055"/>
            </a:xfrm>
            <a:custGeom>
              <a:avLst/>
              <a:gdLst>
                <a:gd name="connsiteX0" fmla="*/ 0 w 1013012"/>
                <a:gd name="connsiteY0" fmla="*/ 869576 h 869576"/>
                <a:gd name="connsiteX1" fmla="*/ 510988 w 1013012"/>
                <a:gd name="connsiteY1" fmla="*/ 0 h 869576"/>
                <a:gd name="connsiteX2" fmla="*/ 1013012 w 1013012"/>
                <a:gd name="connsiteY2" fmla="*/ 869576 h 869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3012" h="869576">
                  <a:moveTo>
                    <a:pt x="0" y="869576"/>
                  </a:moveTo>
                  <a:cubicBezTo>
                    <a:pt x="171076" y="434788"/>
                    <a:pt x="342153" y="0"/>
                    <a:pt x="510988" y="0"/>
                  </a:cubicBezTo>
                  <a:cubicBezTo>
                    <a:pt x="679823" y="0"/>
                    <a:pt x="846417" y="434788"/>
                    <a:pt x="1013012" y="86957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D1174024-11AF-D0C8-C49B-1829144B0A3F}"/>
                </a:ext>
              </a:extLst>
            </p:cNvPr>
            <p:cNvSpPr/>
            <p:nvPr/>
          </p:nvSpPr>
          <p:spPr>
            <a:xfrm rot="10800000">
              <a:off x="8516471" y="1190983"/>
              <a:ext cx="1013012" cy="566055"/>
            </a:xfrm>
            <a:custGeom>
              <a:avLst/>
              <a:gdLst>
                <a:gd name="connsiteX0" fmla="*/ 0 w 1013012"/>
                <a:gd name="connsiteY0" fmla="*/ 869576 h 869576"/>
                <a:gd name="connsiteX1" fmla="*/ 510988 w 1013012"/>
                <a:gd name="connsiteY1" fmla="*/ 0 h 869576"/>
                <a:gd name="connsiteX2" fmla="*/ 1013012 w 1013012"/>
                <a:gd name="connsiteY2" fmla="*/ 869576 h 869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3012" h="869576">
                  <a:moveTo>
                    <a:pt x="0" y="869576"/>
                  </a:moveTo>
                  <a:cubicBezTo>
                    <a:pt x="171076" y="434788"/>
                    <a:pt x="342153" y="0"/>
                    <a:pt x="510988" y="0"/>
                  </a:cubicBezTo>
                  <a:cubicBezTo>
                    <a:pt x="679823" y="0"/>
                    <a:pt x="846417" y="434788"/>
                    <a:pt x="1013012" y="86957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D8D292AA-769F-FF37-5C4A-9A1CD5C67BB8}"/>
                </a:ext>
              </a:extLst>
            </p:cNvPr>
            <p:cNvSpPr/>
            <p:nvPr/>
          </p:nvSpPr>
          <p:spPr>
            <a:xfrm>
              <a:off x="9525810" y="619143"/>
              <a:ext cx="1013012" cy="566055"/>
            </a:xfrm>
            <a:custGeom>
              <a:avLst/>
              <a:gdLst>
                <a:gd name="connsiteX0" fmla="*/ 0 w 1013012"/>
                <a:gd name="connsiteY0" fmla="*/ 869576 h 869576"/>
                <a:gd name="connsiteX1" fmla="*/ 510988 w 1013012"/>
                <a:gd name="connsiteY1" fmla="*/ 0 h 869576"/>
                <a:gd name="connsiteX2" fmla="*/ 1013012 w 1013012"/>
                <a:gd name="connsiteY2" fmla="*/ 869576 h 869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3012" h="869576">
                  <a:moveTo>
                    <a:pt x="0" y="869576"/>
                  </a:moveTo>
                  <a:cubicBezTo>
                    <a:pt x="171076" y="434788"/>
                    <a:pt x="342153" y="0"/>
                    <a:pt x="510988" y="0"/>
                  </a:cubicBezTo>
                  <a:cubicBezTo>
                    <a:pt x="679823" y="0"/>
                    <a:pt x="846417" y="434788"/>
                    <a:pt x="1013012" y="86957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490C151-A573-797E-B9B2-7F68C08144A1}"/>
                </a:ext>
              </a:extLst>
            </p:cNvPr>
            <p:cNvSpPr/>
            <p:nvPr/>
          </p:nvSpPr>
          <p:spPr>
            <a:xfrm rot="10800000">
              <a:off x="10538822" y="1175268"/>
              <a:ext cx="1013012" cy="566055"/>
            </a:xfrm>
            <a:custGeom>
              <a:avLst/>
              <a:gdLst>
                <a:gd name="connsiteX0" fmla="*/ 0 w 1013012"/>
                <a:gd name="connsiteY0" fmla="*/ 869576 h 869576"/>
                <a:gd name="connsiteX1" fmla="*/ 510988 w 1013012"/>
                <a:gd name="connsiteY1" fmla="*/ 0 h 869576"/>
                <a:gd name="connsiteX2" fmla="*/ 1013012 w 1013012"/>
                <a:gd name="connsiteY2" fmla="*/ 869576 h 869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3012" h="869576">
                  <a:moveTo>
                    <a:pt x="0" y="869576"/>
                  </a:moveTo>
                  <a:cubicBezTo>
                    <a:pt x="171076" y="434788"/>
                    <a:pt x="342153" y="0"/>
                    <a:pt x="510988" y="0"/>
                  </a:cubicBezTo>
                  <a:cubicBezTo>
                    <a:pt x="679823" y="0"/>
                    <a:pt x="846417" y="434788"/>
                    <a:pt x="1013012" y="86957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220F91E-62EE-3580-625E-24D82513C2BF}"/>
              </a:ext>
            </a:extLst>
          </p:cNvPr>
          <p:cNvGrpSpPr/>
          <p:nvPr/>
        </p:nvGrpSpPr>
        <p:grpSpPr>
          <a:xfrm>
            <a:off x="1676244" y="3050755"/>
            <a:ext cx="4036807" cy="1026050"/>
            <a:chOff x="7501217" y="2049590"/>
            <a:chExt cx="4036807" cy="1480820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932DA9F7-469E-9868-C225-D1C9BED74792}"/>
                </a:ext>
              </a:extLst>
            </p:cNvPr>
            <p:cNvGrpSpPr/>
            <p:nvPr/>
          </p:nvGrpSpPr>
          <p:grpSpPr>
            <a:xfrm>
              <a:off x="7501217" y="2058700"/>
              <a:ext cx="2021987" cy="1471710"/>
              <a:chOff x="7501217" y="2058700"/>
              <a:chExt cx="2021987" cy="1471710"/>
            </a:xfrm>
          </p:grpSpPr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BE0E865E-32C0-3D29-8B53-09287E8D71F0}"/>
                  </a:ext>
                </a:extLst>
              </p:cNvPr>
              <p:cNvSpPr/>
              <p:nvPr/>
            </p:nvSpPr>
            <p:spPr>
              <a:xfrm>
                <a:off x="7501217" y="2069679"/>
                <a:ext cx="510988" cy="726745"/>
              </a:xfrm>
              <a:custGeom>
                <a:avLst/>
                <a:gdLst>
                  <a:gd name="connsiteX0" fmla="*/ 0 w 510988"/>
                  <a:gd name="connsiteY0" fmla="*/ 604 h 726745"/>
                  <a:gd name="connsiteX1" fmla="*/ 268941 w 510988"/>
                  <a:gd name="connsiteY1" fmla="*/ 117145 h 726745"/>
                  <a:gd name="connsiteX2" fmla="*/ 510988 w 510988"/>
                  <a:gd name="connsiteY2" fmla="*/ 726745 h 726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10988" h="726745">
                    <a:moveTo>
                      <a:pt x="0" y="604"/>
                    </a:moveTo>
                    <a:cubicBezTo>
                      <a:pt x="91888" y="-1637"/>
                      <a:pt x="183776" y="-3878"/>
                      <a:pt x="268941" y="117145"/>
                    </a:cubicBezTo>
                    <a:cubicBezTo>
                      <a:pt x="354106" y="238168"/>
                      <a:pt x="432547" y="482456"/>
                      <a:pt x="510988" y="726745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70266E68-8783-2D4C-3D8D-6E329418AE86}"/>
                  </a:ext>
                </a:extLst>
              </p:cNvPr>
              <p:cNvSpPr/>
              <p:nvPr/>
            </p:nvSpPr>
            <p:spPr>
              <a:xfrm rot="10800000">
                <a:off x="8019334" y="2803665"/>
                <a:ext cx="510988" cy="726745"/>
              </a:xfrm>
              <a:custGeom>
                <a:avLst/>
                <a:gdLst>
                  <a:gd name="connsiteX0" fmla="*/ 0 w 510988"/>
                  <a:gd name="connsiteY0" fmla="*/ 604 h 726745"/>
                  <a:gd name="connsiteX1" fmla="*/ 268941 w 510988"/>
                  <a:gd name="connsiteY1" fmla="*/ 117145 h 726745"/>
                  <a:gd name="connsiteX2" fmla="*/ 510988 w 510988"/>
                  <a:gd name="connsiteY2" fmla="*/ 726745 h 726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10988" h="726745">
                    <a:moveTo>
                      <a:pt x="0" y="604"/>
                    </a:moveTo>
                    <a:cubicBezTo>
                      <a:pt x="91888" y="-1637"/>
                      <a:pt x="183776" y="-3878"/>
                      <a:pt x="268941" y="117145"/>
                    </a:cubicBezTo>
                    <a:cubicBezTo>
                      <a:pt x="354106" y="238168"/>
                      <a:pt x="432547" y="482456"/>
                      <a:pt x="510988" y="726745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87E4C7C4-A1E8-7404-1894-E6D001E621E0}"/>
                  </a:ext>
                </a:extLst>
              </p:cNvPr>
              <p:cNvSpPr/>
              <p:nvPr/>
            </p:nvSpPr>
            <p:spPr>
              <a:xfrm rot="10800000" flipH="1">
                <a:off x="8510814" y="2802305"/>
                <a:ext cx="493310" cy="726745"/>
              </a:xfrm>
              <a:custGeom>
                <a:avLst/>
                <a:gdLst>
                  <a:gd name="connsiteX0" fmla="*/ 0 w 510988"/>
                  <a:gd name="connsiteY0" fmla="*/ 604 h 726745"/>
                  <a:gd name="connsiteX1" fmla="*/ 268941 w 510988"/>
                  <a:gd name="connsiteY1" fmla="*/ 117145 h 726745"/>
                  <a:gd name="connsiteX2" fmla="*/ 510988 w 510988"/>
                  <a:gd name="connsiteY2" fmla="*/ 726745 h 726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10988" h="726745">
                    <a:moveTo>
                      <a:pt x="0" y="604"/>
                    </a:moveTo>
                    <a:cubicBezTo>
                      <a:pt x="91888" y="-1637"/>
                      <a:pt x="183776" y="-3878"/>
                      <a:pt x="268941" y="117145"/>
                    </a:cubicBezTo>
                    <a:cubicBezTo>
                      <a:pt x="354106" y="238168"/>
                      <a:pt x="432547" y="482456"/>
                      <a:pt x="510988" y="726745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4E8FC50A-EC55-65AB-30F9-3579E4ADE19A}"/>
                  </a:ext>
                </a:extLst>
              </p:cNvPr>
              <p:cNvSpPr/>
              <p:nvPr/>
            </p:nvSpPr>
            <p:spPr>
              <a:xfrm flipH="1">
                <a:off x="9010083" y="2058700"/>
                <a:ext cx="513121" cy="726745"/>
              </a:xfrm>
              <a:custGeom>
                <a:avLst/>
                <a:gdLst>
                  <a:gd name="connsiteX0" fmla="*/ 0 w 510988"/>
                  <a:gd name="connsiteY0" fmla="*/ 604 h 726745"/>
                  <a:gd name="connsiteX1" fmla="*/ 268941 w 510988"/>
                  <a:gd name="connsiteY1" fmla="*/ 117145 h 726745"/>
                  <a:gd name="connsiteX2" fmla="*/ 510988 w 510988"/>
                  <a:gd name="connsiteY2" fmla="*/ 726745 h 726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10988" h="726745">
                    <a:moveTo>
                      <a:pt x="0" y="604"/>
                    </a:moveTo>
                    <a:cubicBezTo>
                      <a:pt x="91888" y="-1637"/>
                      <a:pt x="183776" y="-3878"/>
                      <a:pt x="268941" y="117145"/>
                    </a:cubicBezTo>
                    <a:cubicBezTo>
                      <a:pt x="354106" y="238168"/>
                      <a:pt x="432547" y="482456"/>
                      <a:pt x="510988" y="726745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239E2FCE-2E8B-AA38-FCB0-6AA9BC02451D}"/>
                </a:ext>
              </a:extLst>
            </p:cNvPr>
            <p:cNvGrpSpPr/>
            <p:nvPr/>
          </p:nvGrpSpPr>
          <p:grpSpPr>
            <a:xfrm>
              <a:off x="9516037" y="2049590"/>
              <a:ext cx="2021987" cy="1471710"/>
              <a:chOff x="7501217" y="2058700"/>
              <a:chExt cx="2021987" cy="1471710"/>
            </a:xfrm>
          </p:grpSpPr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5009B9F-832F-E6B0-337E-E7E30C3A5A46}"/>
                  </a:ext>
                </a:extLst>
              </p:cNvPr>
              <p:cNvSpPr/>
              <p:nvPr/>
            </p:nvSpPr>
            <p:spPr>
              <a:xfrm>
                <a:off x="7501217" y="2069679"/>
                <a:ext cx="510988" cy="726745"/>
              </a:xfrm>
              <a:custGeom>
                <a:avLst/>
                <a:gdLst>
                  <a:gd name="connsiteX0" fmla="*/ 0 w 510988"/>
                  <a:gd name="connsiteY0" fmla="*/ 604 h 726745"/>
                  <a:gd name="connsiteX1" fmla="*/ 268941 w 510988"/>
                  <a:gd name="connsiteY1" fmla="*/ 117145 h 726745"/>
                  <a:gd name="connsiteX2" fmla="*/ 510988 w 510988"/>
                  <a:gd name="connsiteY2" fmla="*/ 726745 h 726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10988" h="726745">
                    <a:moveTo>
                      <a:pt x="0" y="604"/>
                    </a:moveTo>
                    <a:cubicBezTo>
                      <a:pt x="91888" y="-1637"/>
                      <a:pt x="183776" y="-3878"/>
                      <a:pt x="268941" y="117145"/>
                    </a:cubicBezTo>
                    <a:cubicBezTo>
                      <a:pt x="354106" y="238168"/>
                      <a:pt x="432547" y="482456"/>
                      <a:pt x="510988" y="726745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32317B76-95F9-D732-41EA-ECDB7C58C01D}"/>
                  </a:ext>
                </a:extLst>
              </p:cNvPr>
              <p:cNvSpPr/>
              <p:nvPr/>
            </p:nvSpPr>
            <p:spPr>
              <a:xfrm rot="10800000">
                <a:off x="8019334" y="2803665"/>
                <a:ext cx="510988" cy="726745"/>
              </a:xfrm>
              <a:custGeom>
                <a:avLst/>
                <a:gdLst>
                  <a:gd name="connsiteX0" fmla="*/ 0 w 510988"/>
                  <a:gd name="connsiteY0" fmla="*/ 604 h 726745"/>
                  <a:gd name="connsiteX1" fmla="*/ 268941 w 510988"/>
                  <a:gd name="connsiteY1" fmla="*/ 117145 h 726745"/>
                  <a:gd name="connsiteX2" fmla="*/ 510988 w 510988"/>
                  <a:gd name="connsiteY2" fmla="*/ 726745 h 726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10988" h="726745">
                    <a:moveTo>
                      <a:pt x="0" y="604"/>
                    </a:moveTo>
                    <a:cubicBezTo>
                      <a:pt x="91888" y="-1637"/>
                      <a:pt x="183776" y="-3878"/>
                      <a:pt x="268941" y="117145"/>
                    </a:cubicBezTo>
                    <a:cubicBezTo>
                      <a:pt x="354106" y="238168"/>
                      <a:pt x="432547" y="482456"/>
                      <a:pt x="510988" y="726745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4187F239-B882-4C99-DB51-468B28C9BF3E}"/>
                  </a:ext>
                </a:extLst>
              </p:cNvPr>
              <p:cNvSpPr/>
              <p:nvPr/>
            </p:nvSpPr>
            <p:spPr>
              <a:xfrm rot="10800000" flipH="1">
                <a:off x="8510814" y="2802305"/>
                <a:ext cx="493310" cy="726745"/>
              </a:xfrm>
              <a:custGeom>
                <a:avLst/>
                <a:gdLst>
                  <a:gd name="connsiteX0" fmla="*/ 0 w 510988"/>
                  <a:gd name="connsiteY0" fmla="*/ 604 h 726745"/>
                  <a:gd name="connsiteX1" fmla="*/ 268941 w 510988"/>
                  <a:gd name="connsiteY1" fmla="*/ 117145 h 726745"/>
                  <a:gd name="connsiteX2" fmla="*/ 510988 w 510988"/>
                  <a:gd name="connsiteY2" fmla="*/ 726745 h 726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10988" h="726745">
                    <a:moveTo>
                      <a:pt x="0" y="604"/>
                    </a:moveTo>
                    <a:cubicBezTo>
                      <a:pt x="91888" y="-1637"/>
                      <a:pt x="183776" y="-3878"/>
                      <a:pt x="268941" y="117145"/>
                    </a:cubicBezTo>
                    <a:cubicBezTo>
                      <a:pt x="354106" y="238168"/>
                      <a:pt x="432547" y="482456"/>
                      <a:pt x="510988" y="726745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82593CBB-2B6C-FD44-B5D0-80C3B3A8D690}"/>
                  </a:ext>
                </a:extLst>
              </p:cNvPr>
              <p:cNvSpPr/>
              <p:nvPr/>
            </p:nvSpPr>
            <p:spPr>
              <a:xfrm flipH="1">
                <a:off x="9010083" y="2058700"/>
                <a:ext cx="513121" cy="726745"/>
              </a:xfrm>
              <a:custGeom>
                <a:avLst/>
                <a:gdLst>
                  <a:gd name="connsiteX0" fmla="*/ 0 w 510988"/>
                  <a:gd name="connsiteY0" fmla="*/ 604 h 726745"/>
                  <a:gd name="connsiteX1" fmla="*/ 268941 w 510988"/>
                  <a:gd name="connsiteY1" fmla="*/ 117145 h 726745"/>
                  <a:gd name="connsiteX2" fmla="*/ 510988 w 510988"/>
                  <a:gd name="connsiteY2" fmla="*/ 726745 h 726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10988" h="726745">
                    <a:moveTo>
                      <a:pt x="0" y="604"/>
                    </a:moveTo>
                    <a:cubicBezTo>
                      <a:pt x="91888" y="-1637"/>
                      <a:pt x="183776" y="-3878"/>
                      <a:pt x="268941" y="117145"/>
                    </a:cubicBezTo>
                    <a:cubicBezTo>
                      <a:pt x="354106" y="238168"/>
                      <a:pt x="432547" y="482456"/>
                      <a:pt x="510988" y="726745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B6BD9FB-71C4-FBF3-D03F-99C4259A94CF}"/>
              </a:ext>
            </a:extLst>
          </p:cNvPr>
          <p:cNvGrpSpPr/>
          <p:nvPr/>
        </p:nvGrpSpPr>
        <p:grpSpPr>
          <a:xfrm>
            <a:off x="7790914" y="1245099"/>
            <a:ext cx="3542567" cy="755516"/>
            <a:chOff x="7491331" y="5227014"/>
            <a:chExt cx="3542567" cy="726976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8E7F3F59-6744-0B17-39CA-8356C8C53A81}"/>
                </a:ext>
              </a:extLst>
            </p:cNvPr>
            <p:cNvGrpSpPr/>
            <p:nvPr/>
          </p:nvGrpSpPr>
          <p:grpSpPr>
            <a:xfrm>
              <a:off x="7491331" y="5236151"/>
              <a:ext cx="1513204" cy="717839"/>
              <a:chOff x="7483685" y="4923046"/>
              <a:chExt cx="1513204" cy="1025108"/>
            </a:xfrm>
          </p:grpSpPr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760DEC3B-7F59-EF5B-376D-800FBE1226C2}"/>
                  </a:ext>
                </a:extLst>
              </p:cNvPr>
              <p:cNvSpPr/>
              <p:nvPr/>
            </p:nvSpPr>
            <p:spPr>
              <a:xfrm rot="10800000" flipH="1">
                <a:off x="7483685" y="5444597"/>
                <a:ext cx="246590" cy="503557"/>
              </a:xfrm>
              <a:custGeom>
                <a:avLst/>
                <a:gdLst>
                  <a:gd name="connsiteX0" fmla="*/ 0 w 510988"/>
                  <a:gd name="connsiteY0" fmla="*/ 604 h 726745"/>
                  <a:gd name="connsiteX1" fmla="*/ 268941 w 510988"/>
                  <a:gd name="connsiteY1" fmla="*/ 117145 h 726745"/>
                  <a:gd name="connsiteX2" fmla="*/ 510988 w 510988"/>
                  <a:gd name="connsiteY2" fmla="*/ 726745 h 726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10988" h="726745">
                    <a:moveTo>
                      <a:pt x="0" y="604"/>
                    </a:moveTo>
                    <a:cubicBezTo>
                      <a:pt x="91888" y="-1637"/>
                      <a:pt x="183776" y="-3878"/>
                      <a:pt x="268941" y="117145"/>
                    </a:cubicBezTo>
                    <a:cubicBezTo>
                      <a:pt x="354106" y="238168"/>
                      <a:pt x="432547" y="482456"/>
                      <a:pt x="510988" y="726745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71F8781E-A217-E78B-86F6-7B3EAE65F70D}"/>
                  </a:ext>
                </a:extLst>
              </p:cNvPr>
              <p:cNvSpPr/>
              <p:nvPr/>
            </p:nvSpPr>
            <p:spPr>
              <a:xfrm flipH="1">
                <a:off x="7733253" y="4929358"/>
                <a:ext cx="256493" cy="503557"/>
              </a:xfrm>
              <a:custGeom>
                <a:avLst/>
                <a:gdLst>
                  <a:gd name="connsiteX0" fmla="*/ 0 w 510988"/>
                  <a:gd name="connsiteY0" fmla="*/ 604 h 726745"/>
                  <a:gd name="connsiteX1" fmla="*/ 268941 w 510988"/>
                  <a:gd name="connsiteY1" fmla="*/ 117145 h 726745"/>
                  <a:gd name="connsiteX2" fmla="*/ 510988 w 510988"/>
                  <a:gd name="connsiteY2" fmla="*/ 726745 h 726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10988" h="726745">
                    <a:moveTo>
                      <a:pt x="0" y="604"/>
                    </a:moveTo>
                    <a:cubicBezTo>
                      <a:pt x="91888" y="-1637"/>
                      <a:pt x="183776" y="-3878"/>
                      <a:pt x="268941" y="117145"/>
                    </a:cubicBezTo>
                    <a:cubicBezTo>
                      <a:pt x="354106" y="238168"/>
                      <a:pt x="432547" y="482456"/>
                      <a:pt x="510988" y="726745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4AFBA9A-577F-650B-7C33-A43F52C0B775}"/>
                  </a:ext>
                </a:extLst>
              </p:cNvPr>
              <p:cNvSpPr/>
              <p:nvPr/>
            </p:nvSpPr>
            <p:spPr>
              <a:xfrm>
                <a:off x="7986163" y="4930653"/>
                <a:ext cx="255426" cy="503557"/>
              </a:xfrm>
              <a:custGeom>
                <a:avLst/>
                <a:gdLst>
                  <a:gd name="connsiteX0" fmla="*/ 0 w 510988"/>
                  <a:gd name="connsiteY0" fmla="*/ 604 h 726745"/>
                  <a:gd name="connsiteX1" fmla="*/ 268941 w 510988"/>
                  <a:gd name="connsiteY1" fmla="*/ 117145 h 726745"/>
                  <a:gd name="connsiteX2" fmla="*/ 510988 w 510988"/>
                  <a:gd name="connsiteY2" fmla="*/ 726745 h 726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10988" h="726745">
                    <a:moveTo>
                      <a:pt x="0" y="604"/>
                    </a:moveTo>
                    <a:cubicBezTo>
                      <a:pt x="91888" y="-1637"/>
                      <a:pt x="183776" y="-3878"/>
                      <a:pt x="268941" y="117145"/>
                    </a:cubicBezTo>
                    <a:cubicBezTo>
                      <a:pt x="354106" y="238168"/>
                      <a:pt x="432547" y="482456"/>
                      <a:pt x="510988" y="726745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3F9EFC25-7AE9-B3D5-1CED-0C00486C3CF0}"/>
                  </a:ext>
                </a:extLst>
              </p:cNvPr>
              <p:cNvSpPr/>
              <p:nvPr/>
            </p:nvSpPr>
            <p:spPr>
              <a:xfrm rot="10800000">
                <a:off x="8245153" y="5439227"/>
                <a:ext cx="255426" cy="503557"/>
              </a:xfrm>
              <a:custGeom>
                <a:avLst/>
                <a:gdLst>
                  <a:gd name="connsiteX0" fmla="*/ 0 w 510988"/>
                  <a:gd name="connsiteY0" fmla="*/ 604 h 726745"/>
                  <a:gd name="connsiteX1" fmla="*/ 268941 w 510988"/>
                  <a:gd name="connsiteY1" fmla="*/ 117145 h 726745"/>
                  <a:gd name="connsiteX2" fmla="*/ 510988 w 510988"/>
                  <a:gd name="connsiteY2" fmla="*/ 726745 h 726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10988" h="726745">
                    <a:moveTo>
                      <a:pt x="0" y="604"/>
                    </a:moveTo>
                    <a:cubicBezTo>
                      <a:pt x="91888" y="-1637"/>
                      <a:pt x="183776" y="-3878"/>
                      <a:pt x="268941" y="117145"/>
                    </a:cubicBezTo>
                    <a:cubicBezTo>
                      <a:pt x="354106" y="238168"/>
                      <a:pt x="432547" y="482456"/>
                      <a:pt x="510988" y="726745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93207CA0-4142-B4E0-D185-7B5E0B520EAA}"/>
                  </a:ext>
                </a:extLst>
              </p:cNvPr>
              <p:cNvSpPr/>
              <p:nvPr/>
            </p:nvSpPr>
            <p:spPr>
              <a:xfrm rot="10800000" flipH="1">
                <a:off x="8490828" y="5438285"/>
                <a:ext cx="246590" cy="503557"/>
              </a:xfrm>
              <a:custGeom>
                <a:avLst/>
                <a:gdLst>
                  <a:gd name="connsiteX0" fmla="*/ 0 w 510988"/>
                  <a:gd name="connsiteY0" fmla="*/ 604 h 726745"/>
                  <a:gd name="connsiteX1" fmla="*/ 268941 w 510988"/>
                  <a:gd name="connsiteY1" fmla="*/ 117145 h 726745"/>
                  <a:gd name="connsiteX2" fmla="*/ 510988 w 510988"/>
                  <a:gd name="connsiteY2" fmla="*/ 726745 h 726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10988" h="726745">
                    <a:moveTo>
                      <a:pt x="0" y="604"/>
                    </a:moveTo>
                    <a:cubicBezTo>
                      <a:pt x="91888" y="-1637"/>
                      <a:pt x="183776" y="-3878"/>
                      <a:pt x="268941" y="117145"/>
                    </a:cubicBezTo>
                    <a:cubicBezTo>
                      <a:pt x="354106" y="238168"/>
                      <a:pt x="432547" y="482456"/>
                      <a:pt x="510988" y="726745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29E3138B-FF6B-E0F6-0EB0-150B29A3B0B9}"/>
                  </a:ext>
                </a:extLst>
              </p:cNvPr>
              <p:cNvSpPr/>
              <p:nvPr/>
            </p:nvSpPr>
            <p:spPr>
              <a:xfrm flipH="1">
                <a:off x="8740396" y="4923046"/>
                <a:ext cx="256493" cy="503557"/>
              </a:xfrm>
              <a:custGeom>
                <a:avLst/>
                <a:gdLst>
                  <a:gd name="connsiteX0" fmla="*/ 0 w 510988"/>
                  <a:gd name="connsiteY0" fmla="*/ 604 h 726745"/>
                  <a:gd name="connsiteX1" fmla="*/ 268941 w 510988"/>
                  <a:gd name="connsiteY1" fmla="*/ 117145 h 726745"/>
                  <a:gd name="connsiteX2" fmla="*/ 510988 w 510988"/>
                  <a:gd name="connsiteY2" fmla="*/ 726745 h 726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10988" h="726745">
                    <a:moveTo>
                      <a:pt x="0" y="604"/>
                    </a:moveTo>
                    <a:cubicBezTo>
                      <a:pt x="91888" y="-1637"/>
                      <a:pt x="183776" y="-3878"/>
                      <a:pt x="268941" y="117145"/>
                    </a:cubicBezTo>
                    <a:cubicBezTo>
                      <a:pt x="354106" y="238168"/>
                      <a:pt x="432547" y="482456"/>
                      <a:pt x="510988" y="726745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B59C33D0-6B78-7149-E9EF-CAA3AB642687}"/>
                </a:ext>
              </a:extLst>
            </p:cNvPr>
            <p:cNvGrpSpPr/>
            <p:nvPr/>
          </p:nvGrpSpPr>
          <p:grpSpPr>
            <a:xfrm>
              <a:off x="9009536" y="5230824"/>
              <a:ext cx="1010726" cy="714078"/>
              <a:chOff x="5542934" y="5943856"/>
              <a:chExt cx="1010726" cy="714078"/>
            </a:xfrm>
          </p:grpSpPr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831910BE-23AF-FA73-90A1-4DDB5CF8C574}"/>
                  </a:ext>
                </a:extLst>
              </p:cNvPr>
              <p:cNvSpPr/>
              <p:nvPr/>
            </p:nvSpPr>
            <p:spPr>
              <a:xfrm>
                <a:off x="5542934" y="5949183"/>
                <a:ext cx="255426" cy="352619"/>
              </a:xfrm>
              <a:custGeom>
                <a:avLst/>
                <a:gdLst>
                  <a:gd name="connsiteX0" fmla="*/ 0 w 510988"/>
                  <a:gd name="connsiteY0" fmla="*/ 604 h 726745"/>
                  <a:gd name="connsiteX1" fmla="*/ 268941 w 510988"/>
                  <a:gd name="connsiteY1" fmla="*/ 117145 h 726745"/>
                  <a:gd name="connsiteX2" fmla="*/ 510988 w 510988"/>
                  <a:gd name="connsiteY2" fmla="*/ 726745 h 726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10988" h="726745">
                    <a:moveTo>
                      <a:pt x="0" y="604"/>
                    </a:moveTo>
                    <a:cubicBezTo>
                      <a:pt x="91888" y="-1637"/>
                      <a:pt x="183776" y="-3878"/>
                      <a:pt x="268941" y="117145"/>
                    </a:cubicBezTo>
                    <a:cubicBezTo>
                      <a:pt x="354106" y="238168"/>
                      <a:pt x="432547" y="482456"/>
                      <a:pt x="510988" y="726745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D449E428-4840-E18F-C639-213DE0664D75}"/>
                  </a:ext>
                </a:extLst>
              </p:cNvPr>
              <p:cNvSpPr/>
              <p:nvPr/>
            </p:nvSpPr>
            <p:spPr>
              <a:xfrm rot="10800000">
                <a:off x="5801924" y="6305315"/>
                <a:ext cx="255426" cy="352619"/>
              </a:xfrm>
              <a:custGeom>
                <a:avLst/>
                <a:gdLst>
                  <a:gd name="connsiteX0" fmla="*/ 0 w 510988"/>
                  <a:gd name="connsiteY0" fmla="*/ 604 h 726745"/>
                  <a:gd name="connsiteX1" fmla="*/ 268941 w 510988"/>
                  <a:gd name="connsiteY1" fmla="*/ 117145 h 726745"/>
                  <a:gd name="connsiteX2" fmla="*/ 510988 w 510988"/>
                  <a:gd name="connsiteY2" fmla="*/ 726745 h 726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10988" h="726745">
                    <a:moveTo>
                      <a:pt x="0" y="604"/>
                    </a:moveTo>
                    <a:cubicBezTo>
                      <a:pt x="91888" y="-1637"/>
                      <a:pt x="183776" y="-3878"/>
                      <a:pt x="268941" y="117145"/>
                    </a:cubicBezTo>
                    <a:cubicBezTo>
                      <a:pt x="354106" y="238168"/>
                      <a:pt x="432547" y="482456"/>
                      <a:pt x="510988" y="726745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1B360DE0-FB4E-77B7-BAB5-909FBB7DED56}"/>
                  </a:ext>
                </a:extLst>
              </p:cNvPr>
              <p:cNvSpPr/>
              <p:nvPr/>
            </p:nvSpPr>
            <p:spPr>
              <a:xfrm rot="10800000" flipH="1">
                <a:off x="6047599" y="6304656"/>
                <a:ext cx="246590" cy="352619"/>
              </a:xfrm>
              <a:custGeom>
                <a:avLst/>
                <a:gdLst>
                  <a:gd name="connsiteX0" fmla="*/ 0 w 510988"/>
                  <a:gd name="connsiteY0" fmla="*/ 604 h 726745"/>
                  <a:gd name="connsiteX1" fmla="*/ 268941 w 510988"/>
                  <a:gd name="connsiteY1" fmla="*/ 117145 h 726745"/>
                  <a:gd name="connsiteX2" fmla="*/ 510988 w 510988"/>
                  <a:gd name="connsiteY2" fmla="*/ 726745 h 726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10988" h="726745">
                    <a:moveTo>
                      <a:pt x="0" y="604"/>
                    </a:moveTo>
                    <a:cubicBezTo>
                      <a:pt x="91888" y="-1637"/>
                      <a:pt x="183776" y="-3878"/>
                      <a:pt x="268941" y="117145"/>
                    </a:cubicBezTo>
                    <a:cubicBezTo>
                      <a:pt x="354106" y="238168"/>
                      <a:pt x="432547" y="482456"/>
                      <a:pt x="510988" y="726745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0C6E065A-D525-7BF5-4AE1-C3D42A05D82C}"/>
                  </a:ext>
                </a:extLst>
              </p:cNvPr>
              <p:cNvSpPr/>
              <p:nvPr/>
            </p:nvSpPr>
            <p:spPr>
              <a:xfrm flipH="1">
                <a:off x="6297167" y="5943856"/>
                <a:ext cx="256493" cy="352619"/>
              </a:xfrm>
              <a:custGeom>
                <a:avLst/>
                <a:gdLst>
                  <a:gd name="connsiteX0" fmla="*/ 0 w 510988"/>
                  <a:gd name="connsiteY0" fmla="*/ 604 h 726745"/>
                  <a:gd name="connsiteX1" fmla="*/ 268941 w 510988"/>
                  <a:gd name="connsiteY1" fmla="*/ 117145 h 726745"/>
                  <a:gd name="connsiteX2" fmla="*/ 510988 w 510988"/>
                  <a:gd name="connsiteY2" fmla="*/ 726745 h 726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10988" h="726745">
                    <a:moveTo>
                      <a:pt x="0" y="604"/>
                    </a:moveTo>
                    <a:cubicBezTo>
                      <a:pt x="91888" y="-1637"/>
                      <a:pt x="183776" y="-3878"/>
                      <a:pt x="268941" y="117145"/>
                    </a:cubicBezTo>
                    <a:cubicBezTo>
                      <a:pt x="354106" y="238168"/>
                      <a:pt x="432547" y="482456"/>
                      <a:pt x="510988" y="726745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ECA6539E-0166-D805-B297-210219A53098}"/>
                </a:ext>
              </a:extLst>
            </p:cNvPr>
            <p:cNvGrpSpPr/>
            <p:nvPr/>
          </p:nvGrpSpPr>
          <p:grpSpPr>
            <a:xfrm>
              <a:off x="10023172" y="5227014"/>
              <a:ext cx="1010726" cy="714078"/>
              <a:chOff x="5542934" y="5943856"/>
              <a:chExt cx="1010726" cy="714078"/>
            </a:xfrm>
          </p:grpSpPr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5404B6A8-0F90-E7A2-826B-B74A1862BE62}"/>
                  </a:ext>
                </a:extLst>
              </p:cNvPr>
              <p:cNvSpPr/>
              <p:nvPr/>
            </p:nvSpPr>
            <p:spPr>
              <a:xfrm>
                <a:off x="5542934" y="5949183"/>
                <a:ext cx="255426" cy="352619"/>
              </a:xfrm>
              <a:custGeom>
                <a:avLst/>
                <a:gdLst>
                  <a:gd name="connsiteX0" fmla="*/ 0 w 510988"/>
                  <a:gd name="connsiteY0" fmla="*/ 604 h 726745"/>
                  <a:gd name="connsiteX1" fmla="*/ 268941 w 510988"/>
                  <a:gd name="connsiteY1" fmla="*/ 117145 h 726745"/>
                  <a:gd name="connsiteX2" fmla="*/ 510988 w 510988"/>
                  <a:gd name="connsiteY2" fmla="*/ 726745 h 726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10988" h="726745">
                    <a:moveTo>
                      <a:pt x="0" y="604"/>
                    </a:moveTo>
                    <a:cubicBezTo>
                      <a:pt x="91888" y="-1637"/>
                      <a:pt x="183776" y="-3878"/>
                      <a:pt x="268941" y="117145"/>
                    </a:cubicBezTo>
                    <a:cubicBezTo>
                      <a:pt x="354106" y="238168"/>
                      <a:pt x="432547" y="482456"/>
                      <a:pt x="510988" y="726745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956FBC5B-6DC9-4DA9-0466-B60814DA9F4D}"/>
                  </a:ext>
                </a:extLst>
              </p:cNvPr>
              <p:cNvSpPr/>
              <p:nvPr/>
            </p:nvSpPr>
            <p:spPr>
              <a:xfrm rot="10800000">
                <a:off x="5801924" y="6305315"/>
                <a:ext cx="255426" cy="352619"/>
              </a:xfrm>
              <a:custGeom>
                <a:avLst/>
                <a:gdLst>
                  <a:gd name="connsiteX0" fmla="*/ 0 w 510988"/>
                  <a:gd name="connsiteY0" fmla="*/ 604 h 726745"/>
                  <a:gd name="connsiteX1" fmla="*/ 268941 w 510988"/>
                  <a:gd name="connsiteY1" fmla="*/ 117145 h 726745"/>
                  <a:gd name="connsiteX2" fmla="*/ 510988 w 510988"/>
                  <a:gd name="connsiteY2" fmla="*/ 726745 h 726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10988" h="726745">
                    <a:moveTo>
                      <a:pt x="0" y="604"/>
                    </a:moveTo>
                    <a:cubicBezTo>
                      <a:pt x="91888" y="-1637"/>
                      <a:pt x="183776" y="-3878"/>
                      <a:pt x="268941" y="117145"/>
                    </a:cubicBezTo>
                    <a:cubicBezTo>
                      <a:pt x="354106" y="238168"/>
                      <a:pt x="432547" y="482456"/>
                      <a:pt x="510988" y="726745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A5A45CE9-3845-8F7A-EB12-BB96B103279B}"/>
                  </a:ext>
                </a:extLst>
              </p:cNvPr>
              <p:cNvSpPr/>
              <p:nvPr/>
            </p:nvSpPr>
            <p:spPr>
              <a:xfrm rot="10800000" flipH="1">
                <a:off x="6047599" y="6304656"/>
                <a:ext cx="246590" cy="352619"/>
              </a:xfrm>
              <a:custGeom>
                <a:avLst/>
                <a:gdLst>
                  <a:gd name="connsiteX0" fmla="*/ 0 w 510988"/>
                  <a:gd name="connsiteY0" fmla="*/ 604 h 726745"/>
                  <a:gd name="connsiteX1" fmla="*/ 268941 w 510988"/>
                  <a:gd name="connsiteY1" fmla="*/ 117145 h 726745"/>
                  <a:gd name="connsiteX2" fmla="*/ 510988 w 510988"/>
                  <a:gd name="connsiteY2" fmla="*/ 726745 h 726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10988" h="726745">
                    <a:moveTo>
                      <a:pt x="0" y="604"/>
                    </a:moveTo>
                    <a:cubicBezTo>
                      <a:pt x="91888" y="-1637"/>
                      <a:pt x="183776" y="-3878"/>
                      <a:pt x="268941" y="117145"/>
                    </a:cubicBezTo>
                    <a:cubicBezTo>
                      <a:pt x="354106" y="238168"/>
                      <a:pt x="432547" y="482456"/>
                      <a:pt x="510988" y="726745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DA3F6C6-535B-C64D-CEDA-47A1D6914995}"/>
                  </a:ext>
                </a:extLst>
              </p:cNvPr>
              <p:cNvSpPr/>
              <p:nvPr/>
            </p:nvSpPr>
            <p:spPr>
              <a:xfrm flipH="1">
                <a:off x="6297167" y="5943856"/>
                <a:ext cx="256493" cy="352619"/>
              </a:xfrm>
              <a:custGeom>
                <a:avLst/>
                <a:gdLst>
                  <a:gd name="connsiteX0" fmla="*/ 0 w 510988"/>
                  <a:gd name="connsiteY0" fmla="*/ 604 h 726745"/>
                  <a:gd name="connsiteX1" fmla="*/ 268941 w 510988"/>
                  <a:gd name="connsiteY1" fmla="*/ 117145 h 726745"/>
                  <a:gd name="connsiteX2" fmla="*/ 510988 w 510988"/>
                  <a:gd name="connsiteY2" fmla="*/ 726745 h 726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10988" h="726745">
                    <a:moveTo>
                      <a:pt x="0" y="604"/>
                    </a:moveTo>
                    <a:cubicBezTo>
                      <a:pt x="91888" y="-1637"/>
                      <a:pt x="183776" y="-3878"/>
                      <a:pt x="268941" y="117145"/>
                    </a:cubicBezTo>
                    <a:cubicBezTo>
                      <a:pt x="354106" y="238168"/>
                      <a:pt x="432547" y="482456"/>
                      <a:pt x="510988" y="726745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33" name="Oval 132">
            <a:extLst>
              <a:ext uri="{FF2B5EF4-FFF2-40B4-BE49-F238E27FC236}">
                <a16:creationId xmlns:a16="http://schemas.microsoft.com/office/drawing/2014/main" id="{AF0A3162-D13C-3E63-2524-A211C18F32BA}"/>
              </a:ext>
            </a:extLst>
          </p:cNvPr>
          <p:cNvSpPr/>
          <p:nvPr/>
        </p:nvSpPr>
        <p:spPr>
          <a:xfrm>
            <a:off x="1656011" y="1937920"/>
            <a:ext cx="47312" cy="473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1DC3ECE8-B16D-EC2A-6E8A-121E255AA1EE}"/>
              </a:ext>
            </a:extLst>
          </p:cNvPr>
          <p:cNvSpPr/>
          <p:nvPr/>
        </p:nvSpPr>
        <p:spPr>
          <a:xfrm>
            <a:off x="2163576" y="1367203"/>
            <a:ext cx="47312" cy="473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BA4F3828-2DA4-244D-353D-66B0B737C536}"/>
              </a:ext>
            </a:extLst>
          </p:cNvPr>
          <p:cNvSpPr/>
          <p:nvPr/>
        </p:nvSpPr>
        <p:spPr>
          <a:xfrm>
            <a:off x="2662521" y="1937920"/>
            <a:ext cx="47312" cy="473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43384D37-D962-AC98-9C7E-233D074B149A}"/>
              </a:ext>
            </a:extLst>
          </p:cNvPr>
          <p:cNvSpPr/>
          <p:nvPr/>
        </p:nvSpPr>
        <p:spPr>
          <a:xfrm>
            <a:off x="3169696" y="2485738"/>
            <a:ext cx="47312" cy="473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DCF1756B-888A-2FDE-DCBB-1070525F654C}"/>
              </a:ext>
            </a:extLst>
          </p:cNvPr>
          <p:cNvSpPr/>
          <p:nvPr/>
        </p:nvSpPr>
        <p:spPr>
          <a:xfrm>
            <a:off x="3671241" y="1941959"/>
            <a:ext cx="47312" cy="473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01A75851-8472-A636-7735-6183A06FDD7E}"/>
              </a:ext>
            </a:extLst>
          </p:cNvPr>
          <p:cNvSpPr/>
          <p:nvPr/>
        </p:nvSpPr>
        <p:spPr>
          <a:xfrm>
            <a:off x="4169432" y="1348794"/>
            <a:ext cx="47312" cy="473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78B052BC-499B-DF52-25B3-A331A1C897A1}"/>
              </a:ext>
            </a:extLst>
          </p:cNvPr>
          <p:cNvSpPr/>
          <p:nvPr/>
        </p:nvSpPr>
        <p:spPr>
          <a:xfrm>
            <a:off x="4700353" y="1938960"/>
            <a:ext cx="47312" cy="473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2B10D956-A2FB-9C62-036F-21F563D9F0D2}"/>
              </a:ext>
            </a:extLst>
          </p:cNvPr>
          <p:cNvSpPr/>
          <p:nvPr/>
        </p:nvSpPr>
        <p:spPr>
          <a:xfrm>
            <a:off x="5188173" y="2470973"/>
            <a:ext cx="47312" cy="473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E8DA09F4-B23B-05BB-C2B1-219397EAC95B}"/>
              </a:ext>
            </a:extLst>
          </p:cNvPr>
          <p:cNvSpPr/>
          <p:nvPr/>
        </p:nvSpPr>
        <p:spPr>
          <a:xfrm>
            <a:off x="5188251" y="3527703"/>
            <a:ext cx="47312" cy="473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002F0496-6775-DE2F-2298-FD041C5603BD}"/>
              </a:ext>
            </a:extLst>
          </p:cNvPr>
          <p:cNvSpPr/>
          <p:nvPr/>
        </p:nvSpPr>
        <p:spPr>
          <a:xfrm>
            <a:off x="1652136" y="3043346"/>
            <a:ext cx="47312" cy="473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3F683504-F9F8-EC26-420F-3C74C7C63012}"/>
              </a:ext>
            </a:extLst>
          </p:cNvPr>
          <p:cNvSpPr/>
          <p:nvPr/>
        </p:nvSpPr>
        <p:spPr>
          <a:xfrm>
            <a:off x="2151081" y="3527703"/>
            <a:ext cx="47312" cy="473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CDC1B2A8-1723-BB89-9D9F-D7704D63484A}"/>
              </a:ext>
            </a:extLst>
          </p:cNvPr>
          <p:cNvSpPr/>
          <p:nvPr/>
        </p:nvSpPr>
        <p:spPr>
          <a:xfrm>
            <a:off x="2658256" y="4065361"/>
            <a:ext cx="47312" cy="473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7AE76DAF-D8BF-562C-207B-33E00402CE96}"/>
              </a:ext>
            </a:extLst>
          </p:cNvPr>
          <p:cNvSpPr/>
          <p:nvPr/>
        </p:nvSpPr>
        <p:spPr>
          <a:xfrm>
            <a:off x="3159801" y="3531742"/>
            <a:ext cx="47312" cy="473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BB7F0F6E-9585-6AB2-B585-C6262C2BCD39}"/>
              </a:ext>
            </a:extLst>
          </p:cNvPr>
          <p:cNvSpPr/>
          <p:nvPr/>
        </p:nvSpPr>
        <p:spPr>
          <a:xfrm>
            <a:off x="3657992" y="3024937"/>
            <a:ext cx="47312" cy="473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E28023E0-921B-37CD-245F-AC53572369DD}"/>
              </a:ext>
            </a:extLst>
          </p:cNvPr>
          <p:cNvSpPr/>
          <p:nvPr/>
        </p:nvSpPr>
        <p:spPr>
          <a:xfrm>
            <a:off x="4188913" y="3528743"/>
            <a:ext cx="47312" cy="473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244C9D9E-C061-2E3C-3E0C-D751584AB144}"/>
              </a:ext>
            </a:extLst>
          </p:cNvPr>
          <p:cNvSpPr/>
          <p:nvPr/>
        </p:nvSpPr>
        <p:spPr>
          <a:xfrm>
            <a:off x="4676733" y="4050596"/>
            <a:ext cx="47312" cy="473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118B29E-EA61-26A1-9EE7-678D4BEF83D7}"/>
              </a:ext>
            </a:extLst>
          </p:cNvPr>
          <p:cNvGrpSpPr/>
          <p:nvPr/>
        </p:nvGrpSpPr>
        <p:grpSpPr>
          <a:xfrm>
            <a:off x="1658188" y="4534426"/>
            <a:ext cx="4048354" cy="1183873"/>
            <a:chOff x="7483161" y="3781119"/>
            <a:chExt cx="4037006" cy="1183873"/>
          </a:xfrm>
        </p:grpSpPr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037C4905-8CE7-1D85-8EDD-12505D157484}"/>
                </a:ext>
              </a:extLst>
            </p:cNvPr>
            <p:cNvSpPr/>
            <p:nvPr/>
          </p:nvSpPr>
          <p:spPr>
            <a:xfrm>
              <a:off x="7507942" y="3808258"/>
              <a:ext cx="502479" cy="566055"/>
            </a:xfrm>
            <a:custGeom>
              <a:avLst/>
              <a:gdLst>
                <a:gd name="connsiteX0" fmla="*/ 0 w 1013012"/>
                <a:gd name="connsiteY0" fmla="*/ 869576 h 869576"/>
                <a:gd name="connsiteX1" fmla="*/ 510988 w 1013012"/>
                <a:gd name="connsiteY1" fmla="*/ 0 h 869576"/>
                <a:gd name="connsiteX2" fmla="*/ 1013012 w 1013012"/>
                <a:gd name="connsiteY2" fmla="*/ 869576 h 869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3012" h="869576">
                  <a:moveTo>
                    <a:pt x="0" y="869576"/>
                  </a:moveTo>
                  <a:cubicBezTo>
                    <a:pt x="171076" y="434788"/>
                    <a:pt x="342153" y="0"/>
                    <a:pt x="510988" y="0"/>
                  </a:cubicBezTo>
                  <a:cubicBezTo>
                    <a:pt x="679823" y="0"/>
                    <a:pt x="846417" y="434788"/>
                    <a:pt x="1013012" y="86957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54DB840-F41E-8237-EE79-E9760AD65868}"/>
                </a:ext>
              </a:extLst>
            </p:cNvPr>
            <p:cNvSpPr/>
            <p:nvPr/>
          </p:nvSpPr>
          <p:spPr>
            <a:xfrm rot="10800000">
              <a:off x="8010421" y="4372003"/>
              <a:ext cx="502479" cy="566055"/>
            </a:xfrm>
            <a:custGeom>
              <a:avLst/>
              <a:gdLst>
                <a:gd name="connsiteX0" fmla="*/ 0 w 1013012"/>
                <a:gd name="connsiteY0" fmla="*/ 869576 h 869576"/>
                <a:gd name="connsiteX1" fmla="*/ 510988 w 1013012"/>
                <a:gd name="connsiteY1" fmla="*/ 0 h 869576"/>
                <a:gd name="connsiteX2" fmla="*/ 1013012 w 1013012"/>
                <a:gd name="connsiteY2" fmla="*/ 869576 h 869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3012" h="869576">
                  <a:moveTo>
                    <a:pt x="0" y="869576"/>
                  </a:moveTo>
                  <a:cubicBezTo>
                    <a:pt x="171076" y="434788"/>
                    <a:pt x="342153" y="0"/>
                    <a:pt x="510988" y="0"/>
                  </a:cubicBezTo>
                  <a:cubicBezTo>
                    <a:pt x="679823" y="0"/>
                    <a:pt x="846417" y="434788"/>
                    <a:pt x="1013012" y="86957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8AFB7B39-DB58-7FA4-593B-8D14326C29BD}"/>
                </a:ext>
              </a:extLst>
            </p:cNvPr>
            <p:cNvSpPr/>
            <p:nvPr/>
          </p:nvSpPr>
          <p:spPr>
            <a:xfrm>
              <a:off x="8511079" y="3806545"/>
              <a:ext cx="502479" cy="566055"/>
            </a:xfrm>
            <a:custGeom>
              <a:avLst/>
              <a:gdLst>
                <a:gd name="connsiteX0" fmla="*/ 0 w 1013012"/>
                <a:gd name="connsiteY0" fmla="*/ 869576 h 869576"/>
                <a:gd name="connsiteX1" fmla="*/ 510988 w 1013012"/>
                <a:gd name="connsiteY1" fmla="*/ 0 h 869576"/>
                <a:gd name="connsiteX2" fmla="*/ 1013012 w 1013012"/>
                <a:gd name="connsiteY2" fmla="*/ 869576 h 869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3012" h="869576">
                  <a:moveTo>
                    <a:pt x="0" y="869576"/>
                  </a:moveTo>
                  <a:cubicBezTo>
                    <a:pt x="171076" y="434788"/>
                    <a:pt x="342153" y="0"/>
                    <a:pt x="510988" y="0"/>
                  </a:cubicBezTo>
                  <a:cubicBezTo>
                    <a:pt x="679823" y="0"/>
                    <a:pt x="846417" y="434788"/>
                    <a:pt x="1013012" y="86957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00B45FC-F4E6-8FC6-F153-4567BB4D37E7}"/>
                </a:ext>
              </a:extLst>
            </p:cNvPr>
            <p:cNvSpPr/>
            <p:nvPr/>
          </p:nvSpPr>
          <p:spPr>
            <a:xfrm rot="10800000">
              <a:off x="9013559" y="4368385"/>
              <a:ext cx="502479" cy="566055"/>
            </a:xfrm>
            <a:custGeom>
              <a:avLst/>
              <a:gdLst>
                <a:gd name="connsiteX0" fmla="*/ 0 w 1013012"/>
                <a:gd name="connsiteY0" fmla="*/ 869576 h 869576"/>
                <a:gd name="connsiteX1" fmla="*/ 510988 w 1013012"/>
                <a:gd name="connsiteY1" fmla="*/ 0 h 869576"/>
                <a:gd name="connsiteX2" fmla="*/ 1013012 w 1013012"/>
                <a:gd name="connsiteY2" fmla="*/ 869576 h 869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3012" h="869576">
                  <a:moveTo>
                    <a:pt x="0" y="869576"/>
                  </a:moveTo>
                  <a:cubicBezTo>
                    <a:pt x="171076" y="434788"/>
                    <a:pt x="342153" y="0"/>
                    <a:pt x="510988" y="0"/>
                  </a:cubicBezTo>
                  <a:cubicBezTo>
                    <a:pt x="679823" y="0"/>
                    <a:pt x="846417" y="434788"/>
                    <a:pt x="1013012" y="86957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21F17EA6-8B8A-D972-D97A-0BE78D941A27}"/>
                </a:ext>
              </a:extLst>
            </p:cNvPr>
            <p:cNvGrpSpPr/>
            <p:nvPr/>
          </p:nvGrpSpPr>
          <p:grpSpPr>
            <a:xfrm>
              <a:off x="9512071" y="3803541"/>
              <a:ext cx="2008096" cy="1139133"/>
              <a:chOff x="7503459" y="323580"/>
              <a:chExt cx="4048375" cy="1749942"/>
            </a:xfrm>
          </p:grpSpPr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2B604CCB-6B3A-D7CA-56CF-7BA05DC2AB4A}"/>
                  </a:ext>
                </a:extLst>
              </p:cNvPr>
              <p:cNvSpPr/>
              <p:nvPr/>
            </p:nvSpPr>
            <p:spPr>
              <a:xfrm>
                <a:off x="7503459" y="349624"/>
                <a:ext cx="1013012" cy="869576"/>
              </a:xfrm>
              <a:custGeom>
                <a:avLst/>
                <a:gdLst>
                  <a:gd name="connsiteX0" fmla="*/ 0 w 1013012"/>
                  <a:gd name="connsiteY0" fmla="*/ 869576 h 869576"/>
                  <a:gd name="connsiteX1" fmla="*/ 510988 w 1013012"/>
                  <a:gd name="connsiteY1" fmla="*/ 0 h 869576"/>
                  <a:gd name="connsiteX2" fmla="*/ 1013012 w 1013012"/>
                  <a:gd name="connsiteY2" fmla="*/ 869576 h 869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13012" h="869576">
                    <a:moveTo>
                      <a:pt x="0" y="869576"/>
                    </a:moveTo>
                    <a:cubicBezTo>
                      <a:pt x="171076" y="434788"/>
                      <a:pt x="342153" y="0"/>
                      <a:pt x="510988" y="0"/>
                    </a:cubicBezTo>
                    <a:cubicBezTo>
                      <a:pt x="679823" y="0"/>
                      <a:pt x="846417" y="434788"/>
                      <a:pt x="1013012" y="869576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C4A4BB3D-6E4C-3924-8358-E8D7AC683377}"/>
                  </a:ext>
                </a:extLst>
              </p:cNvPr>
              <p:cNvSpPr/>
              <p:nvPr/>
            </p:nvSpPr>
            <p:spPr>
              <a:xfrm rot="10800000">
                <a:off x="8516471" y="1203946"/>
                <a:ext cx="1013012" cy="869576"/>
              </a:xfrm>
              <a:custGeom>
                <a:avLst/>
                <a:gdLst>
                  <a:gd name="connsiteX0" fmla="*/ 0 w 1013012"/>
                  <a:gd name="connsiteY0" fmla="*/ 869576 h 869576"/>
                  <a:gd name="connsiteX1" fmla="*/ 510988 w 1013012"/>
                  <a:gd name="connsiteY1" fmla="*/ 0 h 869576"/>
                  <a:gd name="connsiteX2" fmla="*/ 1013012 w 1013012"/>
                  <a:gd name="connsiteY2" fmla="*/ 869576 h 869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13012" h="869576">
                    <a:moveTo>
                      <a:pt x="0" y="869576"/>
                    </a:moveTo>
                    <a:cubicBezTo>
                      <a:pt x="171076" y="434788"/>
                      <a:pt x="342153" y="0"/>
                      <a:pt x="510988" y="0"/>
                    </a:cubicBezTo>
                    <a:cubicBezTo>
                      <a:pt x="679823" y="0"/>
                      <a:pt x="846417" y="434788"/>
                      <a:pt x="1013012" y="869576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53FD2D05-0DF0-FF52-704E-4BAD5E4202E0}"/>
                  </a:ext>
                </a:extLst>
              </p:cNvPr>
              <p:cNvSpPr/>
              <p:nvPr/>
            </p:nvSpPr>
            <p:spPr>
              <a:xfrm>
                <a:off x="9525810" y="323580"/>
                <a:ext cx="1013012" cy="869576"/>
              </a:xfrm>
              <a:custGeom>
                <a:avLst/>
                <a:gdLst>
                  <a:gd name="connsiteX0" fmla="*/ 0 w 1013012"/>
                  <a:gd name="connsiteY0" fmla="*/ 869576 h 869576"/>
                  <a:gd name="connsiteX1" fmla="*/ 510988 w 1013012"/>
                  <a:gd name="connsiteY1" fmla="*/ 0 h 869576"/>
                  <a:gd name="connsiteX2" fmla="*/ 1013012 w 1013012"/>
                  <a:gd name="connsiteY2" fmla="*/ 869576 h 869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13012" h="869576">
                    <a:moveTo>
                      <a:pt x="0" y="869576"/>
                    </a:moveTo>
                    <a:cubicBezTo>
                      <a:pt x="171076" y="434788"/>
                      <a:pt x="342153" y="0"/>
                      <a:pt x="510988" y="0"/>
                    </a:cubicBezTo>
                    <a:cubicBezTo>
                      <a:pt x="679823" y="0"/>
                      <a:pt x="846417" y="434788"/>
                      <a:pt x="1013012" y="869576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6672D7BE-355D-BC45-7FD1-46D3F6CDBF6F}"/>
                  </a:ext>
                </a:extLst>
              </p:cNvPr>
              <p:cNvSpPr/>
              <p:nvPr/>
            </p:nvSpPr>
            <p:spPr>
              <a:xfrm rot="10800000">
                <a:off x="10538822" y="1177902"/>
                <a:ext cx="1013012" cy="869576"/>
              </a:xfrm>
              <a:custGeom>
                <a:avLst/>
                <a:gdLst>
                  <a:gd name="connsiteX0" fmla="*/ 0 w 1013012"/>
                  <a:gd name="connsiteY0" fmla="*/ 869576 h 869576"/>
                  <a:gd name="connsiteX1" fmla="*/ 510988 w 1013012"/>
                  <a:gd name="connsiteY1" fmla="*/ 0 h 869576"/>
                  <a:gd name="connsiteX2" fmla="*/ 1013012 w 1013012"/>
                  <a:gd name="connsiteY2" fmla="*/ 869576 h 869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13012" h="869576">
                    <a:moveTo>
                      <a:pt x="0" y="869576"/>
                    </a:moveTo>
                    <a:cubicBezTo>
                      <a:pt x="171076" y="434788"/>
                      <a:pt x="342153" y="0"/>
                      <a:pt x="510988" y="0"/>
                    </a:cubicBezTo>
                    <a:cubicBezTo>
                      <a:pt x="679823" y="0"/>
                      <a:pt x="846417" y="434788"/>
                      <a:pt x="1013012" y="869576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FFE579E5-5E6C-3116-044F-084F3296E8E7}"/>
                </a:ext>
              </a:extLst>
            </p:cNvPr>
            <p:cNvSpPr/>
            <p:nvPr/>
          </p:nvSpPr>
          <p:spPr>
            <a:xfrm>
              <a:off x="7483161" y="4354054"/>
              <a:ext cx="47312" cy="47312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A87E13E6-B219-80D9-964B-F71B76AFC428}"/>
                </a:ext>
              </a:extLst>
            </p:cNvPr>
            <p:cNvSpPr/>
            <p:nvPr/>
          </p:nvSpPr>
          <p:spPr>
            <a:xfrm>
              <a:off x="7986309" y="4356489"/>
              <a:ext cx="47312" cy="47312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27DD3A9F-9352-6D9F-EAA4-85295B076774}"/>
                </a:ext>
              </a:extLst>
            </p:cNvPr>
            <p:cNvSpPr/>
            <p:nvPr/>
          </p:nvSpPr>
          <p:spPr>
            <a:xfrm>
              <a:off x="8488788" y="4347405"/>
              <a:ext cx="47312" cy="47312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335712F4-757A-5CD3-BC4E-D7570E2F439F}"/>
                </a:ext>
              </a:extLst>
            </p:cNvPr>
            <p:cNvSpPr/>
            <p:nvPr/>
          </p:nvSpPr>
          <p:spPr>
            <a:xfrm>
              <a:off x="8991267" y="4338321"/>
              <a:ext cx="47312" cy="47312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D2D12ACA-C7D3-288E-2BD6-85C78DF719C4}"/>
                </a:ext>
              </a:extLst>
            </p:cNvPr>
            <p:cNvSpPr/>
            <p:nvPr/>
          </p:nvSpPr>
          <p:spPr>
            <a:xfrm>
              <a:off x="9493746" y="4357812"/>
              <a:ext cx="47312" cy="47312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6DA9D92B-5650-81AA-A9F1-4052355CAB10}"/>
                </a:ext>
              </a:extLst>
            </p:cNvPr>
            <p:cNvSpPr/>
            <p:nvPr/>
          </p:nvSpPr>
          <p:spPr>
            <a:xfrm>
              <a:off x="9996225" y="4358253"/>
              <a:ext cx="47312" cy="47312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0391A10D-4486-2EB2-D058-F0426D904E2C}"/>
                </a:ext>
              </a:extLst>
            </p:cNvPr>
            <p:cNvSpPr/>
            <p:nvPr/>
          </p:nvSpPr>
          <p:spPr>
            <a:xfrm>
              <a:off x="10498704" y="4354884"/>
              <a:ext cx="47312" cy="47312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36FF5AA5-6A56-CF22-5BED-0961E04BCBA8}"/>
                </a:ext>
              </a:extLst>
            </p:cNvPr>
            <p:cNvSpPr/>
            <p:nvPr/>
          </p:nvSpPr>
          <p:spPr>
            <a:xfrm>
              <a:off x="11001183" y="4351515"/>
              <a:ext cx="47312" cy="47312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7389AC9B-35C7-2302-0B7D-331F6C76A93A}"/>
                </a:ext>
              </a:extLst>
            </p:cNvPr>
            <p:cNvSpPr/>
            <p:nvPr/>
          </p:nvSpPr>
          <p:spPr>
            <a:xfrm>
              <a:off x="7734842" y="3784602"/>
              <a:ext cx="47312" cy="47312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13E93B6E-B9CB-E07C-A355-DE430FA68F58}"/>
                </a:ext>
              </a:extLst>
            </p:cNvPr>
            <p:cNvSpPr/>
            <p:nvPr/>
          </p:nvSpPr>
          <p:spPr>
            <a:xfrm>
              <a:off x="8741096" y="3783441"/>
              <a:ext cx="47312" cy="47312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5E379C5F-87D7-93D0-868F-D9DFC9FEA03D}"/>
                </a:ext>
              </a:extLst>
            </p:cNvPr>
            <p:cNvSpPr/>
            <p:nvPr/>
          </p:nvSpPr>
          <p:spPr>
            <a:xfrm>
              <a:off x="9747350" y="3782280"/>
              <a:ext cx="47312" cy="47312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6AE7A738-3041-CE2A-10E5-D2FF290EBA95}"/>
                </a:ext>
              </a:extLst>
            </p:cNvPr>
            <p:cNvSpPr/>
            <p:nvPr/>
          </p:nvSpPr>
          <p:spPr>
            <a:xfrm>
              <a:off x="10753604" y="3781119"/>
              <a:ext cx="47312" cy="47312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36884CCA-6A50-E882-AE21-FBAFF5D71C42}"/>
                </a:ext>
              </a:extLst>
            </p:cNvPr>
            <p:cNvSpPr/>
            <p:nvPr/>
          </p:nvSpPr>
          <p:spPr>
            <a:xfrm>
              <a:off x="8237777" y="4917680"/>
              <a:ext cx="47312" cy="47312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187BF82E-DA17-F58E-187A-34B859CC35EC}"/>
                </a:ext>
              </a:extLst>
            </p:cNvPr>
            <p:cNvSpPr/>
            <p:nvPr/>
          </p:nvSpPr>
          <p:spPr>
            <a:xfrm>
              <a:off x="9244031" y="4916519"/>
              <a:ext cx="47312" cy="47312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2A5CA541-C299-45A2-7F00-D28F777C23F1}"/>
                </a:ext>
              </a:extLst>
            </p:cNvPr>
            <p:cNvSpPr/>
            <p:nvPr/>
          </p:nvSpPr>
          <p:spPr>
            <a:xfrm>
              <a:off x="10250285" y="4915358"/>
              <a:ext cx="47312" cy="47312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1424C7E8-E97F-186B-2B1F-B571FF2C00BE}"/>
                </a:ext>
              </a:extLst>
            </p:cNvPr>
            <p:cNvSpPr/>
            <p:nvPr/>
          </p:nvSpPr>
          <p:spPr>
            <a:xfrm>
              <a:off x="11256539" y="4914197"/>
              <a:ext cx="47312" cy="47312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9" name="Oval 168">
            <a:extLst>
              <a:ext uri="{FF2B5EF4-FFF2-40B4-BE49-F238E27FC236}">
                <a16:creationId xmlns:a16="http://schemas.microsoft.com/office/drawing/2014/main" id="{55E9944E-986C-5C23-D0B6-1B61A711B09E}"/>
              </a:ext>
            </a:extLst>
          </p:cNvPr>
          <p:cNvSpPr/>
          <p:nvPr/>
        </p:nvSpPr>
        <p:spPr>
          <a:xfrm>
            <a:off x="7760434" y="1952030"/>
            <a:ext cx="47312" cy="473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8B5009C4-3CAD-8244-9F1E-7FEC74D306AD}"/>
              </a:ext>
            </a:extLst>
          </p:cNvPr>
          <p:cNvSpPr/>
          <p:nvPr/>
        </p:nvSpPr>
        <p:spPr>
          <a:xfrm>
            <a:off x="8766061" y="1945381"/>
            <a:ext cx="47312" cy="473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33DC20D7-8665-6A40-EC8C-A632501EE6F7}"/>
              </a:ext>
            </a:extLst>
          </p:cNvPr>
          <p:cNvSpPr/>
          <p:nvPr/>
        </p:nvSpPr>
        <p:spPr>
          <a:xfrm>
            <a:off x="9771019" y="1955788"/>
            <a:ext cx="47312" cy="473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02EC060A-A5F5-0346-2D41-9B2997C7AB46}"/>
              </a:ext>
            </a:extLst>
          </p:cNvPr>
          <p:cNvSpPr/>
          <p:nvPr/>
        </p:nvSpPr>
        <p:spPr>
          <a:xfrm>
            <a:off x="10775977" y="1952860"/>
            <a:ext cx="47312" cy="473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EBB245B9-2A28-9723-242A-B1C319A012AA}"/>
              </a:ext>
            </a:extLst>
          </p:cNvPr>
          <p:cNvSpPr/>
          <p:nvPr/>
        </p:nvSpPr>
        <p:spPr>
          <a:xfrm>
            <a:off x="8254743" y="1232116"/>
            <a:ext cx="47312" cy="473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64B0C294-1C6A-A4EC-B915-1775F8AF2452}"/>
              </a:ext>
            </a:extLst>
          </p:cNvPr>
          <p:cNvSpPr/>
          <p:nvPr/>
        </p:nvSpPr>
        <p:spPr>
          <a:xfrm>
            <a:off x="9260370" y="1225467"/>
            <a:ext cx="47312" cy="473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42F0E2B8-573E-9064-DFE8-60436931B65D}"/>
              </a:ext>
            </a:extLst>
          </p:cNvPr>
          <p:cNvSpPr/>
          <p:nvPr/>
        </p:nvSpPr>
        <p:spPr>
          <a:xfrm>
            <a:off x="10265328" y="1235874"/>
            <a:ext cx="47312" cy="473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6065A398-26FF-5579-9BB4-1B51989BA6B5}"/>
              </a:ext>
            </a:extLst>
          </p:cNvPr>
          <p:cNvSpPr/>
          <p:nvPr/>
        </p:nvSpPr>
        <p:spPr>
          <a:xfrm>
            <a:off x="11270286" y="1232946"/>
            <a:ext cx="47312" cy="473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0AF4E9E-5199-8522-0303-A3BCDCA3FF75}"/>
              </a:ext>
            </a:extLst>
          </p:cNvPr>
          <p:cNvGrpSpPr/>
          <p:nvPr/>
        </p:nvGrpSpPr>
        <p:grpSpPr>
          <a:xfrm>
            <a:off x="7788442" y="1225467"/>
            <a:ext cx="4032496" cy="1421488"/>
            <a:chOff x="7503459" y="619143"/>
            <a:chExt cx="4048375" cy="1137895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4D1C2A0-ADC3-0319-EBD4-8BD68EB78211}"/>
                </a:ext>
              </a:extLst>
            </p:cNvPr>
            <p:cNvSpPr/>
            <p:nvPr/>
          </p:nvSpPr>
          <p:spPr>
            <a:xfrm>
              <a:off x="7503459" y="634858"/>
              <a:ext cx="1013012" cy="566055"/>
            </a:xfrm>
            <a:custGeom>
              <a:avLst/>
              <a:gdLst>
                <a:gd name="connsiteX0" fmla="*/ 0 w 1013012"/>
                <a:gd name="connsiteY0" fmla="*/ 869576 h 869576"/>
                <a:gd name="connsiteX1" fmla="*/ 510988 w 1013012"/>
                <a:gd name="connsiteY1" fmla="*/ 0 h 869576"/>
                <a:gd name="connsiteX2" fmla="*/ 1013012 w 1013012"/>
                <a:gd name="connsiteY2" fmla="*/ 869576 h 869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3012" h="869576">
                  <a:moveTo>
                    <a:pt x="0" y="869576"/>
                  </a:moveTo>
                  <a:cubicBezTo>
                    <a:pt x="171076" y="434788"/>
                    <a:pt x="342153" y="0"/>
                    <a:pt x="510988" y="0"/>
                  </a:cubicBezTo>
                  <a:cubicBezTo>
                    <a:pt x="679823" y="0"/>
                    <a:pt x="846417" y="434788"/>
                    <a:pt x="1013012" y="869576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298D44F-C15C-1029-22D8-8137D0F4B664}"/>
                </a:ext>
              </a:extLst>
            </p:cNvPr>
            <p:cNvSpPr/>
            <p:nvPr/>
          </p:nvSpPr>
          <p:spPr>
            <a:xfrm rot="10800000">
              <a:off x="8516471" y="1190983"/>
              <a:ext cx="1013012" cy="566055"/>
            </a:xfrm>
            <a:custGeom>
              <a:avLst/>
              <a:gdLst>
                <a:gd name="connsiteX0" fmla="*/ 0 w 1013012"/>
                <a:gd name="connsiteY0" fmla="*/ 869576 h 869576"/>
                <a:gd name="connsiteX1" fmla="*/ 510988 w 1013012"/>
                <a:gd name="connsiteY1" fmla="*/ 0 h 869576"/>
                <a:gd name="connsiteX2" fmla="*/ 1013012 w 1013012"/>
                <a:gd name="connsiteY2" fmla="*/ 869576 h 869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3012" h="869576">
                  <a:moveTo>
                    <a:pt x="0" y="869576"/>
                  </a:moveTo>
                  <a:cubicBezTo>
                    <a:pt x="171076" y="434788"/>
                    <a:pt x="342153" y="0"/>
                    <a:pt x="510988" y="0"/>
                  </a:cubicBezTo>
                  <a:cubicBezTo>
                    <a:pt x="679823" y="0"/>
                    <a:pt x="846417" y="434788"/>
                    <a:pt x="1013012" y="869576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5C06E0C-F9E1-7FF7-CD5A-6B309E67B826}"/>
                </a:ext>
              </a:extLst>
            </p:cNvPr>
            <p:cNvSpPr/>
            <p:nvPr/>
          </p:nvSpPr>
          <p:spPr>
            <a:xfrm>
              <a:off x="9525810" y="619143"/>
              <a:ext cx="1013012" cy="566055"/>
            </a:xfrm>
            <a:custGeom>
              <a:avLst/>
              <a:gdLst>
                <a:gd name="connsiteX0" fmla="*/ 0 w 1013012"/>
                <a:gd name="connsiteY0" fmla="*/ 869576 h 869576"/>
                <a:gd name="connsiteX1" fmla="*/ 510988 w 1013012"/>
                <a:gd name="connsiteY1" fmla="*/ 0 h 869576"/>
                <a:gd name="connsiteX2" fmla="*/ 1013012 w 1013012"/>
                <a:gd name="connsiteY2" fmla="*/ 869576 h 869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3012" h="869576">
                  <a:moveTo>
                    <a:pt x="0" y="869576"/>
                  </a:moveTo>
                  <a:cubicBezTo>
                    <a:pt x="171076" y="434788"/>
                    <a:pt x="342153" y="0"/>
                    <a:pt x="510988" y="0"/>
                  </a:cubicBezTo>
                  <a:cubicBezTo>
                    <a:pt x="679823" y="0"/>
                    <a:pt x="846417" y="434788"/>
                    <a:pt x="1013012" y="869576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BBCDCDB-DFCC-05AC-927E-C28020FE8D75}"/>
                </a:ext>
              </a:extLst>
            </p:cNvPr>
            <p:cNvSpPr/>
            <p:nvPr/>
          </p:nvSpPr>
          <p:spPr>
            <a:xfrm rot="10800000">
              <a:off x="10538822" y="1175268"/>
              <a:ext cx="1013012" cy="566055"/>
            </a:xfrm>
            <a:custGeom>
              <a:avLst/>
              <a:gdLst>
                <a:gd name="connsiteX0" fmla="*/ 0 w 1013012"/>
                <a:gd name="connsiteY0" fmla="*/ 869576 h 869576"/>
                <a:gd name="connsiteX1" fmla="*/ 510988 w 1013012"/>
                <a:gd name="connsiteY1" fmla="*/ 0 h 869576"/>
                <a:gd name="connsiteX2" fmla="*/ 1013012 w 1013012"/>
                <a:gd name="connsiteY2" fmla="*/ 869576 h 869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3012" h="869576">
                  <a:moveTo>
                    <a:pt x="0" y="869576"/>
                  </a:moveTo>
                  <a:cubicBezTo>
                    <a:pt x="171076" y="434788"/>
                    <a:pt x="342153" y="0"/>
                    <a:pt x="510988" y="0"/>
                  </a:cubicBezTo>
                  <a:cubicBezTo>
                    <a:pt x="679823" y="0"/>
                    <a:pt x="846417" y="434788"/>
                    <a:pt x="1013012" y="869576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53ADEE6-CCB2-86DD-02B7-07582990995D}"/>
              </a:ext>
            </a:extLst>
          </p:cNvPr>
          <p:cNvGrpSpPr/>
          <p:nvPr/>
        </p:nvGrpSpPr>
        <p:grpSpPr>
          <a:xfrm>
            <a:off x="6583643" y="2661452"/>
            <a:ext cx="5292986" cy="1591140"/>
            <a:chOff x="6583643" y="2661452"/>
            <a:chExt cx="5292986" cy="15911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3074E5D-F93B-7096-0D3C-FDA5B3E01143}"/>
                    </a:ext>
                  </a:extLst>
                </p:cNvPr>
                <p:cNvSpPr txBox="1"/>
                <p:nvPr/>
              </p:nvSpPr>
              <p:spPr>
                <a:xfrm>
                  <a:off x="6583643" y="2661452"/>
                  <a:ext cx="86957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I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|</m:t>
                        </m:r>
                        <m:r>
                          <a:rPr kumimoji="0" lang="en-I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𝑆𝑖𝑛𝑥</m:t>
                        </m:r>
                        <m:r>
                          <a:rPr kumimoji="0" lang="en-I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|</m:t>
                        </m:r>
                      </m:oMath>
                    </m:oMathPara>
                  </a14:m>
                  <a:endPara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3074E5D-F93B-7096-0D3C-FDA5B3E011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3643" y="2661452"/>
                  <a:ext cx="869576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6294" r="-18182" b="-18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2E87442-725D-5D4A-64A3-3116233D2471}"/>
                </a:ext>
              </a:extLst>
            </p:cNvPr>
            <p:cNvGrpSpPr/>
            <p:nvPr/>
          </p:nvGrpSpPr>
          <p:grpSpPr>
            <a:xfrm>
              <a:off x="7074585" y="3163387"/>
              <a:ext cx="4802044" cy="1089205"/>
              <a:chOff x="6861636" y="483787"/>
              <a:chExt cx="4802044" cy="963243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3D1B1189-DBB1-F9A8-0F4C-19555B8A32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03459" y="483787"/>
                <a:ext cx="0" cy="96324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92218441-1684-FB15-D3E3-963F2FA725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61636" y="1216010"/>
                <a:ext cx="480204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2DE2A37-ACF3-4019-9AA9-E038CBF49754}"/>
              </a:ext>
            </a:extLst>
          </p:cNvPr>
          <p:cNvGrpSpPr/>
          <p:nvPr/>
        </p:nvGrpSpPr>
        <p:grpSpPr>
          <a:xfrm>
            <a:off x="7728982" y="3424581"/>
            <a:ext cx="4061398" cy="571139"/>
            <a:chOff x="7728982" y="3424581"/>
            <a:chExt cx="4061398" cy="571139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1E21D6A0-1FDF-F75C-7B32-80BA88B6F91B}"/>
                </a:ext>
              </a:extLst>
            </p:cNvPr>
            <p:cNvSpPr/>
            <p:nvPr/>
          </p:nvSpPr>
          <p:spPr>
            <a:xfrm>
              <a:off x="7728982" y="3424581"/>
              <a:ext cx="1013012" cy="566055"/>
            </a:xfrm>
            <a:custGeom>
              <a:avLst/>
              <a:gdLst>
                <a:gd name="connsiteX0" fmla="*/ 0 w 1013012"/>
                <a:gd name="connsiteY0" fmla="*/ 869576 h 869576"/>
                <a:gd name="connsiteX1" fmla="*/ 510988 w 1013012"/>
                <a:gd name="connsiteY1" fmla="*/ 0 h 869576"/>
                <a:gd name="connsiteX2" fmla="*/ 1013012 w 1013012"/>
                <a:gd name="connsiteY2" fmla="*/ 869576 h 869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3012" h="869576">
                  <a:moveTo>
                    <a:pt x="0" y="869576"/>
                  </a:moveTo>
                  <a:cubicBezTo>
                    <a:pt x="171076" y="434788"/>
                    <a:pt x="342153" y="0"/>
                    <a:pt x="510988" y="0"/>
                  </a:cubicBezTo>
                  <a:cubicBezTo>
                    <a:pt x="679823" y="0"/>
                    <a:pt x="846417" y="434788"/>
                    <a:pt x="1013012" y="86957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7884188-E2C7-61D9-943B-ECEBD5EC4A12}"/>
                </a:ext>
              </a:extLst>
            </p:cNvPr>
            <p:cNvSpPr/>
            <p:nvPr/>
          </p:nvSpPr>
          <p:spPr>
            <a:xfrm>
              <a:off x="8736644" y="3429663"/>
              <a:ext cx="1013012" cy="566055"/>
            </a:xfrm>
            <a:custGeom>
              <a:avLst/>
              <a:gdLst>
                <a:gd name="connsiteX0" fmla="*/ 0 w 1013012"/>
                <a:gd name="connsiteY0" fmla="*/ 869576 h 869576"/>
                <a:gd name="connsiteX1" fmla="*/ 510988 w 1013012"/>
                <a:gd name="connsiteY1" fmla="*/ 0 h 869576"/>
                <a:gd name="connsiteX2" fmla="*/ 1013012 w 1013012"/>
                <a:gd name="connsiteY2" fmla="*/ 869576 h 869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3012" h="869576">
                  <a:moveTo>
                    <a:pt x="0" y="869576"/>
                  </a:moveTo>
                  <a:cubicBezTo>
                    <a:pt x="171076" y="434788"/>
                    <a:pt x="342153" y="0"/>
                    <a:pt x="510988" y="0"/>
                  </a:cubicBezTo>
                  <a:cubicBezTo>
                    <a:pt x="679823" y="0"/>
                    <a:pt x="846417" y="434788"/>
                    <a:pt x="1013012" y="86957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094A7D75-8F1E-0BA5-A2A4-75B8BB995092}"/>
                </a:ext>
              </a:extLst>
            </p:cNvPr>
            <p:cNvSpPr/>
            <p:nvPr/>
          </p:nvSpPr>
          <p:spPr>
            <a:xfrm>
              <a:off x="9754466" y="3429665"/>
              <a:ext cx="1013012" cy="566055"/>
            </a:xfrm>
            <a:custGeom>
              <a:avLst/>
              <a:gdLst>
                <a:gd name="connsiteX0" fmla="*/ 0 w 1013012"/>
                <a:gd name="connsiteY0" fmla="*/ 869576 h 869576"/>
                <a:gd name="connsiteX1" fmla="*/ 510988 w 1013012"/>
                <a:gd name="connsiteY1" fmla="*/ 0 h 869576"/>
                <a:gd name="connsiteX2" fmla="*/ 1013012 w 1013012"/>
                <a:gd name="connsiteY2" fmla="*/ 869576 h 869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3012" h="869576">
                  <a:moveTo>
                    <a:pt x="0" y="869576"/>
                  </a:moveTo>
                  <a:cubicBezTo>
                    <a:pt x="171076" y="434788"/>
                    <a:pt x="342153" y="0"/>
                    <a:pt x="510988" y="0"/>
                  </a:cubicBezTo>
                  <a:cubicBezTo>
                    <a:pt x="679823" y="0"/>
                    <a:pt x="846417" y="434788"/>
                    <a:pt x="1013012" y="86957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FC10CC8-9105-5B50-2D91-7DF95AC3759B}"/>
                </a:ext>
              </a:extLst>
            </p:cNvPr>
            <p:cNvSpPr/>
            <p:nvPr/>
          </p:nvSpPr>
          <p:spPr>
            <a:xfrm>
              <a:off x="10777368" y="3427127"/>
              <a:ext cx="1013012" cy="566055"/>
            </a:xfrm>
            <a:custGeom>
              <a:avLst/>
              <a:gdLst>
                <a:gd name="connsiteX0" fmla="*/ 0 w 1013012"/>
                <a:gd name="connsiteY0" fmla="*/ 869576 h 869576"/>
                <a:gd name="connsiteX1" fmla="*/ 510988 w 1013012"/>
                <a:gd name="connsiteY1" fmla="*/ 0 h 869576"/>
                <a:gd name="connsiteX2" fmla="*/ 1013012 w 1013012"/>
                <a:gd name="connsiteY2" fmla="*/ 869576 h 869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3012" h="869576">
                  <a:moveTo>
                    <a:pt x="0" y="869576"/>
                  </a:moveTo>
                  <a:cubicBezTo>
                    <a:pt x="171076" y="434788"/>
                    <a:pt x="342153" y="0"/>
                    <a:pt x="510988" y="0"/>
                  </a:cubicBezTo>
                  <a:cubicBezTo>
                    <a:pt x="679823" y="0"/>
                    <a:pt x="846417" y="434788"/>
                    <a:pt x="1013012" y="86957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0721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2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4" grpId="0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69" grpId="0" animBg="1"/>
      <p:bldP spid="171" grpId="0" animBg="1"/>
      <p:bldP spid="173" grpId="0" animBg="1"/>
      <p:bldP spid="175" grpId="0" animBg="1"/>
      <p:bldP spid="182" grpId="0" animBg="1"/>
      <p:bldP spid="183" grpId="0" animBg="1"/>
      <p:bldP spid="184" grpId="0" animBg="1"/>
      <p:bldP spid="18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F07105-AD7F-7965-D2C7-C258FE0CACE2}"/>
              </a:ext>
            </a:extLst>
          </p:cNvPr>
          <p:cNvSpPr/>
          <p:nvPr/>
        </p:nvSpPr>
        <p:spPr>
          <a:xfrm>
            <a:off x="1769206" y="96316"/>
            <a:ext cx="86535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Understanding Average Value</a:t>
            </a:r>
          </a:p>
        </p:txBody>
      </p:sp>
    </p:spTree>
    <p:extLst>
      <p:ext uri="{BB962C8B-B14F-4D97-AF65-F5344CB8AC3E}">
        <p14:creationId xmlns:p14="http://schemas.microsoft.com/office/powerpoint/2010/main" val="3929605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3139" y="26332"/>
            <a:ext cx="42033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Average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29226" y="1019880"/>
                <a:ext cx="299569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IN" sz="2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𝐹𝑜𝑟</m:t>
                      </m:r>
                      <m:r>
                        <m:rPr>
                          <m:nor/>
                        </m:rPr>
                        <a:rPr lang="en-IN" sz="2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...</m:t>
                      </m:r>
                    </m:oMath>
                  </m:oMathPara>
                </a14:m>
                <a:endParaRPr lang="en-IN" sz="2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226" y="1019880"/>
                <a:ext cx="299569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85702" y="1659593"/>
                <a:ext cx="4064446" cy="8749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𝑎𝑣𝑔</m:t>
                          </m:r>
                        </m:sub>
                      </m:sSub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 smtClean="0">
                                  <a:solidFill>
                                    <a:srgbClr val="FFFFFF">
                                      <a:alpha val="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solidFill>
                                    <a:srgbClr val="FFFFFF">
                                      <a:alpha val="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n-IN" sz="2800" i="1">
                                  <a:solidFill>
                                    <a:srgbClr val="FFFFFF">
                                      <a:alpha val="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FFFFFF">
                                      <a:alpha val="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FFFFFF">
                                      <a:alpha val="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rgbClr val="FFFFFF">
                                      <a:alpha val="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FFFFFF">
                                      <a:alpha val="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FFFFFF">
                                      <a:alpha val="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rgbClr val="FFFFFF">
                                      <a:alpha val="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FFFFFF">
                                      <a:alpha val="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+...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02" y="1659593"/>
                <a:ext cx="4064446" cy="874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8F5E6C3-E3B5-E058-24AA-C28247EC24DB}"/>
                  </a:ext>
                </a:extLst>
              </p:cNvPr>
              <p:cNvSpPr/>
              <p:nvPr/>
            </p:nvSpPr>
            <p:spPr>
              <a:xfrm>
                <a:off x="1653992" y="1591026"/>
                <a:ext cx="279878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+...</m:t>
                      </m:r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8F5E6C3-E3B5-E058-24AA-C28247EC24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3992" y="1591026"/>
                <a:ext cx="279878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B783D92-EE3E-9EA7-00D8-16E9675C06D2}"/>
                  </a:ext>
                </a:extLst>
              </p:cNvPr>
              <p:cNvSpPr/>
              <p:nvPr/>
            </p:nvSpPr>
            <p:spPr>
              <a:xfrm>
                <a:off x="2782240" y="2056442"/>
                <a:ext cx="47936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B783D92-EE3E-9EA7-00D8-16E9675C06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2240" y="2056442"/>
                <a:ext cx="47936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631652" y="3511755"/>
                <a:ext cx="2283446" cy="901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2+3+10</m:t>
                          </m:r>
                        </m:num>
                        <m:den>
                          <m:r>
                            <a:rPr lang="en-IN" sz="2800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652" y="3511755"/>
                <a:ext cx="2283446" cy="9017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631652" y="4460492"/>
                <a:ext cx="8326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652" y="4460492"/>
                <a:ext cx="832664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1D481B5A-63A4-D227-5931-FE4F55A3B45D}"/>
              </a:ext>
            </a:extLst>
          </p:cNvPr>
          <p:cNvGrpSpPr/>
          <p:nvPr/>
        </p:nvGrpSpPr>
        <p:grpSpPr>
          <a:xfrm>
            <a:off x="130700" y="2823026"/>
            <a:ext cx="4951666" cy="1043837"/>
            <a:chOff x="130700" y="2823026"/>
            <a:chExt cx="4951666" cy="10438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/>
                <p:cNvSpPr/>
                <p:nvPr/>
              </p:nvSpPr>
              <p:spPr>
                <a:xfrm>
                  <a:off x="1653992" y="2823026"/>
                  <a:ext cx="342837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IN" sz="2800" b="0" i="0" dirty="0">
                      <a:solidFill>
                        <a:srgbClr val="FFFF00"/>
                      </a:solidFill>
                      <a:latin typeface="+mj-lt"/>
                    </a:rPr>
                    <a:t>Find Average</a:t>
                  </a:r>
                  <a:r>
                    <a:rPr lang="en-IN" sz="2800" i="0" dirty="0">
                      <a:solidFill>
                        <a:srgbClr val="FFFF00"/>
                      </a:solidFill>
                      <a:latin typeface="+mj-lt"/>
                    </a:rPr>
                    <a:t> of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IN" sz="28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2,3,10</m:t>
                      </m:r>
                    </m:oMath>
                  </a14:m>
                  <a:endParaRPr lang="en-IN" sz="2800" dirty="0">
                    <a:solidFill>
                      <a:srgbClr val="FFFF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3992" y="2823026"/>
                  <a:ext cx="3428374" cy="523220"/>
                </a:xfrm>
                <a:prstGeom prst="rect">
                  <a:avLst/>
                </a:prstGeom>
                <a:blipFill>
                  <a:blip r:embed="rId10"/>
                  <a:stretch>
                    <a:fillRect l="-3552" t="-10465" b="-3255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71CDC8D-8A61-3E3B-8D17-EE42E0701F7A}"/>
                </a:ext>
              </a:extLst>
            </p:cNvPr>
            <p:cNvSpPr/>
            <p:nvPr/>
          </p:nvSpPr>
          <p:spPr>
            <a:xfrm>
              <a:off x="130700" y="2823026"/>
              <a:ext cx="1541576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Question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2E93172-C5F7-78BD-B976-DFDE1D897C44}"/>
                </a:ext>
              </a:extLst>
            </p:cNvPr>
            <p:cNvSpPr/>
            <p:nvPr/>
          </p:nvSpPr>
          <p:spPr>
            <a:xfrm>
              <a:off x="139071" y="3343643"/>
              <a:ext cx="1475084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Solution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4805341" y="1066046"/>
                <a:ext cx="265688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≫</m:t>
                      </m:r>
                      <m:r>
                        <a:rPr lang="en-IN" sz="2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𝐹𝑜𝑟</m:t>
                      </m:r>
                      <m:r>
                        <m:rPr>
                          <m:nor/>
                        </m:rPr>
                        <a:rPr lang="en-IN" sz="2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IN" sz="2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IN" sz="28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5341" y="1066046"/>
                <a:ext cx="2656881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5298332" y="2473870"/>
                <a:ext cx="2432782" cy="6739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𝑎𝑣𝑔</m:t>
                          </m:r>
                        </m:sub>
                      </m:sSub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           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8332" y="2473870"/>
                <a:ext cx="2432782" cy="67390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8081182" y="3266192"/>
                <a:ext cx="129131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1182" y="3266192"/>
                <a:ext cx="1291316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urved Connector 14"/>
          <p:cNvCxnSpPr>
            <a:cxnSpLocks/>
          </p:cNvCxnSpPr>
          <p:nvPr/>
        </p:nvCxnSpPr>
        <p:spPr>
          <a:xfrm>
            <a:off x="7598697" y="3309335"/>
            <a:ext cx="459010" cy="283857"/>
          </a:xfrm>
          <a:prstGeom prst="curved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8296760" y="1397983"/>
                <a:ext cx="360983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2800" i="0" dirty="0">
                    <a:solidFill>
                      <a:srgbClr val="FFFFFF"/>
                    </a:solidFill>
                    <a:latin typeface="+mj-lt"/>
                  </a:rPr>
                  <a:t>Area under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8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8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800" i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nor/>
                      </m:rPr>
                      <a:rPr lang="en-IN" sz="28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 </m:t>
                    </m:r>
                  </m:oMath>
                </a14:m>
                <a:r>
                  <a:rPr lang="en-IN" sz="2800" i="0" dirty="0">
                    <a:solidFill>
                      <a:srgbClr val="FFFFFF"/>
                    </a:solidFill>
                    <a:latin typeface="+mj-lt"/>
                  </a:rPr>
                  <a:t>curve</a:t>
                </a:r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6760" y="1397983"/>
                <a:ext cx="3609834" cy="523220"/>
              </a:xfrm>
              <a:prstGeom prst="rect">
                <a:avLst/>
              </a:prstGeom>
              <a:blipFill>
                <a:blip r:embed="rId14"/>
                <a:stretch>
                  <a:fillRect l="-3378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Curved Connector 17"/>
          <p:cNvCxnSpPr>
            <a:cxnSpLocks/>
          </p:cNvCxnSpPr>
          <p:nvPr/>
        </p:nvCxnSpPr>
        <p:spPr>
          <a:xfrm flipV="1">
            <a:off x="7731114" y="1686667"/>
            <a:ext cx="565646" cy="331937"/>
          </a:xfrm>
          <a:prstGeom prst="curved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07EFF33-EDDC-FD58-EF21-23E09BAB8DF3}"/>
                  </a:ext>
                </a:extLst>
              </p:cNvPr>
              <p:cNvSpPr/>
              <p:nvPr/>
            </p:nvSpPr>
            <p:spPr>
              <a:xfrm>
                <a:off x="6491112" y="1679377"/>
                <a:ext cx="1253933" cy="9734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IN" sz="2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07EFF33-EDDC-FD58-EF21-23E09BAB8D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112" y="1679377"/>
                <a:ext cx="1253933" cy="97347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98150808-B55B-A8D9-4AC5-411F8F36AE0D}"/>
                  </a:ext>
                </a:extLst>
              </p:cNvPr>
              <p:cNvSpPr/>
              <p:nvPr/>
            </p:nvSpPr>
            <p:spPr>
              <a:xfrm>
                <a:off x="6660934" y="2781284"/>
                <a:ext cx="914288" cy="9734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98150808-B55B-A8D9-4AC5-411F8F36AE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934" y="2781284"/>
                <a:ext cx="914288" cy="97347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5457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2" grpId="0"/>
      <p:bldP spid="3" grpId="0"/>
      <p:bldP spid="11" grpId="0"/>
      <p:bldP spid="12" grpId="0"/>
      <p:bldP spid="25" grpId="0"/>
      <p:bldP spid="26" grpId="0"/>
      <p:bldP spid="29" grpId="0"/>
      <p:bldP spid="31" grpId="0"/>
      <p:bldP spid="33" grpId="0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CE53455-82DE-6592-1F4B-A8FC4EDE6BBA}"/>
                  </a:ext>
                </a:extLst>
              </p:cNvPr>
              <p:cNvSpPr/>
              <p:nvPr/>
            </p:nvSpPr>
            <p:spPr>
              <a:xfrm>
                <a:off x="3822178" y="4280538"/>
                <a:ext cx="1899623" cy="10253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IN" sz="24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4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400" i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IN" sz="2400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IN" sz="24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sz="2400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IN" sz="24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IN" sz="2400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IN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CE53455-82DE-6592-1F4B-A8FC4EDE6B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2178" y="4280538"/>
                <a:ext cx="1899623" cy="10253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C42F7BC-4E31-D157-E345-4551F608EDAA}"/>
                  </a:ext>
                </a:extLst>
              </p:cNvPr>
              <p:cNvSpPr/>
              <p:nvPr/>
            </p:nvSpPr>
            <p:spPr>
              <a:xfrm>
                <a:off x="8470590" y="2065839"/>
                <a:ext cx="2317814" cy="9376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4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𝑎𝑣𝑔</m:t>
                          </m:r>
                        </m:sub>
                      </m:sSub>
                      <m:r>
                        <a:rPr lang="en-IN" sz="24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limLoc m:val="subSup"/>
                              <m:grow m:val="on"/>
                              <m:ctrlPr>
                                <a:rPr lang="en-IN" sz="24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IN" sz="2400" i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GB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  <m:e>
                              <m:r>
                                <a:rPr lang="en-IN" sz="2400" i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IN" sz="2400" i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4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</m:num>
                        <m:den>
                          <m:r>
                            <a:rPr lang="en-IN" sz="2400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4−0</m:t>
                          </m:r>
                        </m:den>
                      </m:f>
                    </m:oMath>
                  </m:oMathPara>
                </a14:m>
                <a:endParaRPr lang="en-IN" sz="2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C42F7BC-4E31-D157-E345-4551F608ED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0590" y="2065839"/>
                <a:ext cx="2317814" cy="9376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E65A8B-6784-1BE9-5B68-DC6737E715D9}"/>
                  </a:ext>
                </a:extLst>
              </p:cNvPr>
              <p:cNvSpPr/>
              <p:nvPr/>
            </p:nvSpPr>
            <p:spPr>
              <a:xfrm>
                <a:off x="9172094" y="3248414"/>
                <a:ext cx="1718291" cy="837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sSubSup>
                            <m:sSubSupPr>
                              <m:ctrlPr>
                                <a:rPr lang="en-IN" sz="24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24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lin"/>
                                      <m:ctrlPr>
                                        <a:rPr lang="en-IN" sz="24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IN" sz="2400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sz="2400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IN" sz="2400" i="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IN" sz="2400" i="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IN" sz="2400" i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IN" sz="2400" i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bSup>
                        </m:num>
                        <m:den>
                          <m:r>
                            <a:rPr lang="en-IN" sz="2400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4−0</m:t>
                          </m:r>
                        </m:den>
                      </m:f>
                    </m:oMath>
                  </m:oMathPara>
                </a14:m>
                <a:endParaRPr lang="en-IN" sz="2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E65A8B-6784-1BE9-5B68-DC6737E715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2094" y="3248414"/>
                <a:ext cx="1718291" cy="837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AD2AB5A-A11E-0D76-F1F9-C9F6A865DCC7}"/>
                  </a:ext>
                </a:extLst>
              </p:cNvPr>
              <p:cNvSpPr/>
              <p:nvPr/>
            </p:nvSpPr>
            <p:spPr>
              <a:xfrm>
                <a:off x="9172094" y="4331025"/>
                <a:ext cx="73821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IN" sz="2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AD2AB5A-A11E-0D76-F1F9-C9F6A865DC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2094" y="4331025"/>
                <a:ext cx="73821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B41025E-204A-E0C3-3AA8-8D45E37EF1B3}"/>
              </a:ext>
            </a:extLst>
          </p:cNvPr>
          <p:cNvCxnSpPr/>
          <p:nvPr/>
        </p:nvCxnSpPr>
        <p:spPr>
          <a:xfrm>
            <a:off x="3601580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62A5F29-010E-4DDA-CC47-15CB06B126E3}"/>
              </a:ext>
            </a:extLst>
          </p:cNvPr>
          <p:cNvGrpSpPr/>
          <p:nvPr/>
        </p:nvGrpSpPr>
        <p:grpSpPr>
          <a:xfrm>
            <a:off x="3606950" y="70440"/>
            <a:ext cx="3728302" cy="4124887"/>
            <a:chOff x="1950201" y="70440"/>
            <a:chExt cx="3728302" cy="4124887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8223FB4-6130-FC60-8E6D-0BE642E04F76}"/>
                </a:ext>
              </a:extLst>
            </p:cNvPr>
            <p:cNvSpPr/>
            <p:nvPr/>
          </p:nvSpPr>
          <p:spPr>
            <a:xfrm>
              <a:off x="2107932" y="631712"/>
              <a:ext cx="3258954" cy="2314603"/>
            </a:xfrm>
            <a:prstGeom prst="roundRect">
              <a:avLst>
                <a:gd name="adj" fmla="val 9598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70E3CD6-2E5E-36CF-D9D9-B7A4254E37AE}"/>
                </a:ext>
              </a:extLst>
            </p:cNvPr>
            <p:cNvGrpSpPr/>
            <p:nvPr/>
          </p:nvGrpSpPr>
          <p:grpSpPr>
            <a:xfrm>
              <a:off x="2206375" y="830463"/>
              <a:ext cx="3138941" cy="2073523"/>
              <a:chOff x="5450089" y="1902423"/>
              <a:chExt cx="3138941" cy="2073523"/>
            </a:xfrm>
          </p:grpSpPr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E283DC0F-3BCE-E20D-764C-E0EB97006242}"/>
                  </a:ext>
                </a:extLst>
              </p:cNvPr>
              <p:cNvCxnSpPr/>
              <p:nvPr/>
            </p:nvCxnSpPr>
            <p:spPr>
              <a:xfrm flipV="1">
                <a:off x="5982990" y="2069381"/>
                <a:ext cx="0" cy="184666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34D259E0-646A-3A93-B7C4-AC69D3306E37}"/>
                  </a:ext>
                </a:extLst>
              </p:cNvPr>
              <p:cNvCxnSpPr/>
              <p:nvPr/>
            </p:nvCxnSpPr>
            <p:spPr>
              <a:xfrm>
                <a:off x="5644662" y="3584211"/>
                <a:ext cx="294436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8D881D1-1466-E197-2E04-FDD8F9CDBA2B}"/>
                  </a:ext>
                </a:extLst>
              </p:cNvPr>
              <p:cNvSpPr/>
              <p:nvPr/>
            </p:nvSpPr>
            <p:spPr>
              <a:xfrm>
                <a:off x="6990712" y="2271756"/>
                <a:ext cx="998505" cy="130314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Right Triangle 51">
                <a:extLst>
                  <a:ext uri="{FF2B5EF4-FFF2-40B4-BE49-F238E27FC236}">
                    <a16:creationId xmlns:a16="http://schemas.microsoft.com/office/drawing/2014/main" id="{90D6B60F-D3D6-357D-F802-FACEDD1F8020}"/>
                  </a:ext>
                </a:extLst>
              </p:cNvPr>
              <p:cNvSpPr/>
              <p:nvPr/>
            </p:nvSpPr>
            <p:spPr>
              <a:xfrm flipH="1">
                <a:off x="5996134" y="2271755"/>
                <a:ext cx="985445" cy="1312455"/>
              </a:xfrm>
              <a:prstGeom prst="rt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Rectangle 52">
                    <a:extLst>
                      <a:ext uri="{FF2B5EF4-FFF2-40B4-BE49-F238E27FC236}">
                        <a16:creationId xmlns:a16="http://schemas.microsoft.com/office/drawing/2014/main" id="{3D544657-2356-764D-43F2-92776D2632C3}"/>
                      </a:ext>
                    </a:extLst>
                  </p:cNvPr>
                  <p:cNvSpPr/>
                  <p:nvPr/>
                </p:nvSpPr>
                <p:spPr>
                  <a:xfrm>
                    <a:off x="6798676" y="3606614"/>
                    <a:ext cx="36580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en-IN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" name="Rectangle 3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98676" y="3606614"/>
                    <a:ext cx="365806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D019CF5D-A798-DAE7-6EE0-E3A3ADA35785}"/>
                      </a:ext>
                    </a:extLst>
                  </p:cNvPr>
                  <p:cNvSpPr/>
                  <p:nvPr/>
                </p:nvSpPr>
                <p:spPr>
                  <a:xfrm>
                    <a:off x="7768668" y="3593520"/>
                    <a:ext cx="36580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oMath>
                      </m:oMathPara>
                    </a14:m>
                    <a:endParaRPr lang="en-IN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5" name="Rectangle 3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68668" y="3593520"/>
                    <a:ext cx="365806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E633D759-1A5D-9F82-EBC2-173972A7B54D}"/>
                      </a:ext>
                    </a:extLst>
                  </p:cNvPr>
                  <p:cNvSpPr/>
                  <p:nvPr/>
                </p:nvSpPr>
                <p:spPr>
                  <a:xfrm>
                    <a:off x="5450089" y="1902423"/>
                    <a:ext cx="38914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en-IN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6" name="Rectangle 3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50089" y="1902423"/>
                    <a:ext cx="389145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E6B1C8AA-A059-9995-BC2A-D8DAD5C9984A}"/>
                  </a:ext>
                </a:extLst>
              </p:cNvPr>
              <p:cNvCxnSpPr>
                <a:stCxn id="52" idx="0"/>
              </p:cNvCxnSpPr>
              <p:nvPr/>
            </p:nvCxnSpPr>
            <p:spPr>
              <a:xfrm flipH="1">
                <a:off x="5992124" y="2271755"/>
                <a:ext cx="989455" cy="0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1CA804A-944A-B0C0-CA24-7997116FB294}"/>
                </a:ext>
              </a:extLst>
            </p:cNvPr>
            <p:cNvSpPr/>
            <p:nvPr/>
          </p:nvSpPr>
          <p:spPr>
            <a:xfrm>
              <a:off x="2054650" y="70440"/>
              <a:ext cx="1541576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Question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0FD02E9-52DC-3429-FD01-203A78A6A584}"/>
                </a:ext>
              </a:extLst>
            </p:cNvPr>
            <p:cNvSpPr/>
            <p:nvPr/>
          </p:nvSpPr>
          <p:spPr>
            <a:xfrm>
              <a:off x="2081109" y="3672107"/>
              <a:ext cx="1425390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Solution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388AA7C-80FC-0868-B644-962553B7E373}"/>
                </a:ext>
              </a:extLst>
            </p:cNvPr>
            <p:cNvGrpSpPr/>
            <p:nvPr/>
          </p:nvGrpSpPr>
          <p:grpSpPr>
            <a:xfrm>
              <a:off x="1950201" y="2850042"/>
              <a:ext cx="3728302" cy="1323439"/>
              <a:chOff x="8276554" y="611138"/>
              <a:chExt cx="3728302" cy="1323439"/>
            </a:xfrm>
          </p:grpSpPr>
          <p:sp>
            <p:nvSpPr>
              <p:cNvPr id="18" name="Freeform 62">
                <a:extLst>
                  <a:ext uri="{FF2B5EF4-FFF2-40B4-BE49-F238E27FC236}">
                    <a16:creationId xmlns:a16="http://schemas.microsoft.com/office/drawing/2014/main" id="{716B59A2-1B8B-610B-DAFA-11BEC94D77DF}"/>
                  </a:ext>
                </a:extLst>
              </p:cNvPr>
              <p:cNvSpPr>
                <a:spLocks noEditPoints="1"/>
              </p:cNvSpPr>
              <p:nvPr/>
            </p:nvSpPr>
            <p:spPr bwMode="invGray">
              <a:xfrm flipV="1">
                <a:off x="8702932" y="1046922"/>
                <a:ext cx="3066610" cy="132522"/>
              </a:xfrm>
              <a:custGeom>
                <a:avLst/>
                <a:gdLst>
                  <a:gd name="T0" fmla="*/ 9555 w 10030"/>
                  <a:gd name="T1" fmla="*/ 25 h 75"/>
                  <a:gd name="T2" fmla="*/ 9488 w 10030"/>
                  <a:gd name="T3" fmla="*/ 23 h 75"/>
                  <a:gd name="T4" fmla="*/ 5258 w 10030"/>
                  <a:gd name="T5" fmla="*/ 60 h 75"/>
                  <a:gd name="T6" fmla="*/ 4572 w 10030"/>
                  <a:gd name="T7" fmla="*/ 65 h 75"/>
                  <a:gd name="T8" fmla="*/ 4884 w 10030"/>
                  <a:gd name="T9" fmla="*/ 61 h 75"/>
                  <a:gd name="T10" fmla="*/ 5092 w 10030"/>
                  <a:gd name="T11" fmla="*/ 56 h 75"/>
                  <a:gd name="T12" fmla="*/ 5260 w 10030"/>
                  <a:gd name="T13" fmla="*/ 60 h 75"/>
                  <a:gd name="T14" fmla="*/ 5560 w 10030"/>
                  <a:gd name="T15" fmla="*/ 62 h 75"/>
                  <a:gd name="T16" fmla="*/ 6006 w 10030"/>
                  <a:gd name="T17" fmla="*/ 56 h 75"/>
                  <a:gd name="T18" fmla="*/ 6308 w 10030"/>
                  <a:gd name="T19" fmla="*/ 32 h 75"/>
                  <a:gd name="T20" fmla="*/ 6269 w 10030"/>
                  <a:gd name="T21" fmla="*/ 52 h 75"/>
                  <a:gd name="T22" fmla="*/ 6665 w 10030"/>
                  <a:gd name="T23" fmla="*/ 41 h 75"/>
                  <a:gd name="T24" fmla="*/ 6806 w 10030"/>
                  <a:gd name="T25" fmla="*/ 53 h 75"/>
                  <a:gd name="T26" fmla="*/ 7204 w 10030"/>
                  <a:gd name="T27" fmla="*/ 50 h 75"/>
                  <a:gd name="T28" fmla="*/ 7485 w 10030"/>
                  <a:gd name="T29" fmla="*/ 62 h 75"/>
                  <a:gd name="T30" fmla="*/ 7667 w 10030"/>
                  <a:gd name="T31" fmla="*/ 61 h 75"/>
                  <a:gd name="T32" fmla="*/ 7919 w 10030"/>
                  <a:gd name="T33" fmla="*/ 63 h 75"/>
                  <a:gd name="T34" fmla="*/ 8179 w 10030"/>
                  <a:gd name="T35" fmla="*/ 51 h 75"/>
                  <a:gd name="T36" fmla="*/ 8401 w 10030"/>
                  <a:gd name="T37" fmla="*/ 31 h 75"/>
                  <a:gd name="T38" fmla="*/ 8692 w 10030"/>
                  <a:gd name="T39" fmla="*/ 58 h 75"/>
                  <a:gd name="T40" fmla="*/ 9084 w 10030"/>
                  <a:gd name="T41" fmla="*/ 61 h 75"/>
                  <a:gd name="T42" fmla="*/ 9498 w 10030"/>
                  <a:gd name="T43" fmla="*/ 44 h 75"/>
                  <a:gd name="T44" fmla="*/ 9670 w 10030"/>
                  <a:gd name="T45" fmla="*/ 45 h 75"/>
                  <a:gd name="T46" fmla="*/ 9877 w 10030"/>
                  <a:gd name="T47" fmla="*/ 32 h 75"/>
                  <a:gd name="T48" fmla="*/ 9735 w 10030"/>
                  <a:gd name="T49" fmla="*/ 21 h 75"/>
                  <a:gd name="T50" fmla="*/ 9636 w 10030"/>
                  <a:gd name="T51" fmla="*/ 27 h 75"/>
                  <a:gd name="T52" fmla="*/ 9290 w 10030"/>
                  <a:gd name="T53" fmla="*/ 22 h 75"/>
                  <a:gd name="T54" fmla="*/ 8498 w 10030"/>
                  <a:gd name="T55" fmla="*/ 12 h 75"/>
                  <a:gd name="T56" fmla="*/ 7899 w 10030"/>
                  <a:gd name="T57" fmla="*/ 21 h 75"/>
                  <a:gd name="T58" fmla="*/ 7774 w 10030"/>
                  <a:gd name="T59" fmla="*/ 22 h 75"/>
                  <a:gd name="T60" fmla="*/ 7493 w 10030"/>
                  <a:gd name="T61" fmla="*/ 32 h 75"/>
                  <a:gd name="T62" fmla="*/ 7190 w 10030"/>
                  <a:gd name="T63" fmla="*/ 31 h 75"/>
                  <a:gd name="T64" fmla="*/ 6418 w 10030"/>
                  <a:gd name="T65" fmla="*/ 20 h 75"/>
                  <a:gd name="T66" fmla="*/ 6248 w 10030"/>
                  <a:gd name="T67" fmla="*/ 24 h 75"/>
                  <a:gd name="T68" fmla="*/ 5823 w 10030"/>
                  <a:gd name="T69" fmla="*/ 28 h 75"/>
                  <a:gd name="T70" fmla="*/ 5422 w 10030"/>
                  <a:gd name="T71" fmla="*/ 11 h 75"/>
                  <a:gd name="T72" fmla="*/ 4925 w 10030"/>
                  <a:gd name="T73" fmla="*/ 16 h 75"/>
                  <a:gd name="T74" fmla="*/ 4310 w 10030"/>
                  <a:gd name="T75" fmla="*/ 18 h 75"/>
                  <a:gd name="T76" fmla="*/ 3439 w 10030"/>
                  <a:gd name="T77" fmla="*/ 21 h 75"/>
                  <a:gd name="T78" fmla="*/ 2740 w 10030"/>
                  <a:gd name="T79" fmla="*/ 18 h 75"/>
                  <a:gd name="T80" fmla="*/ 2597 w 10030"/>
                  <a:gd name="T81" fmla="*/ 9 h 75"/>
                  <a:gd name="T82" fmla="*/ 2367 w 10030"/>
                  <a:gd name="T83" fmla="*/ 21 h 75"/>
                  <a:gd name="T84" fmla="*/ 1566 w 10030"/>
                  <a:gd name="T85" fmla="*/ 11 h 75"/>
                  <a:gd name="T86" fmla="*/ 262 w 10030"/>
                  <a:gd name="T87" fmla="*/ 7 h 75"/>
                  <a:gd name="T88" fmla="*/ 104 w 10030"/>
                  <a:gd name="T89" fmla="*/ 42 h 75"/>
                  <a:gd name="T90" fmla="*/ 742 w 10030"/>
                  <a:gd name="T91" fmla="*/ 47 h 75"/>
                  <a:gd name="T92" fmla="*/ 1060 w 10030"/>
                  <a:gd name="T93" fmla="*/ 47 h 75"/>
                  <a:gd name="T94" fmla="*/ 1593 w 10030"/>
                  <a:gd name="T95" fmla="*/ 46 h 75"/>
                  <a:gd name="T96" fmla="*/ 2022 w 10030"/>
                  <a:gd name="T97" fmla="*/ 45 h 75"/>
                  <a:gd name="T98" fmla="*/ 2481 w 10030"/>
                  <a:gd name="T99" fmla="*/ 51 h 75"/>
                  <a:gd name="T100" fmla="*/ 2677 w 10030"/>
                  <a:gd name="T101" fmla="*/ 45 h 75"/>
                  <a:gd name="T102" fmla="*/ 2863 w 10030"/>
                  <a:gd name="T103" fmla="*/ 52 h 75"/>
                  <a:gd name="T104" fmla="*/ 3163 w 10030"/>
                  <a:gd name="T105" fmla="*/ 62 h 75"/>
                  <a:gd name="T106" fmla="*/ 3411 w 10030"/>
                  <a:gd name="T107" fmla="*/ 54 h 75"/>
                  <a:gd name="T108" fmla="*/ 3550 w 10030"/>
                  <a:gd name="T109" fmla="*/ 60 h 75"/>
                  <a:gd name="T110" fmla="*/ 3740 w 10030"/>
                  <a:gd name="T111" fmla="*/ 65 h 75"/>
                  <a:gd name="T112" fmla="*/ 4329 w 10030"/>
                  <a:gd name="T113" fmla="*/ 68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0030" h="75">
                    <a:moveTo>
                      <a:pt x="2469" y="12"/>
                    </a:moveTo>
                    <a:lnTo>
                      <a:pt x="2469" y="12"/>
                    </a:lnTo>
                    <a:lnTo>
                      <a:pt x="2482" y="13"/>
                    </a:lnTo>
                    <a:cubicBezTo>
                      <a:pt x="2453" y="15"/>
                      <a:pt x="2461" y="13"/>
                      <a:pt x="2469" y="12"/>
                    </a:cubicBezTo>
                    <a:close/>
                    <a:moveTo>
                      <a:pt x="9555" y="25"/>
                    </a:moveTo>
                    <a:lnTo>
                      <a:pt x="9555" y="25"/>
                    </a:lnTo>
                    <a:cubicBezTo>
                      <a:pt x="9562" y="24"/>
                      <a:pt x="9561" y="23"/>
                      <a:pt x="9559" y="23"/>
                    </a:cubicBezTo>
                    <a:cubicBezTo>
                      <a:pt x="9554" y="24"/>
                      <a:pt x="9539" y="24"/>
                      <a:pt x="9522" y="24"/>
                    </a:cubicBezTo>
                    <a:cubicBezTo>
                      <a:pt x="9527" y="25"/>
                      <a:pt x="9536" y="26"/>
                      <a:pt x="9555" y="25"/>
                    </a:cubicBezTo>
                    <a:close/>
                    <a:moveTo>
                      <a:pt x="9489" y="23"/>
                    </a:moveTo>
                    <a:lnTo>
                      <a:pt x="9489" y="23"/>
                    </a:lnTo>
                    <a:lnTo>
                      <a:pt x="9488" y="23"/>
                    </a:lnTo>
                    <a:cubicBezTo>
                      <a:pt x="9456" y="21"/>
                      <a:pt x="9467" y="22"/>
                      <a:pt x="9489" y="23"/>
                    </a:cubicBezTo>
                    <a:close/>
                    <a:moveTo>
                      <a:pt x="6376" y="50"/>
                    </a:moveTo>
                    <a:lnTo>
                      <a:pt x="6376" y="50"/>
                    </a:lnTo>
                    <a:cubicBezTo>
                      <a:pt x="6365" y="52"/>
                      <a:pt x="6349" y="51"/>
                      <a:pt x="6330" y="49"/>
                    </a:cubicBezTo>
                    <a:cubicBezTo>
                      <a:pt x="6344" y="49"/>
                      <a:pt x="6359" y="49"/>
                      <a:pt x="6376" y="50"/>
                    </a:cubicBezTo>
                    <a:close/>
                    <a:moveTo>
                      <a:pt x="5258" y="60"/>
                    </a:moveTo>
                    <a:lnTo>
                      <a:pt x="5258" y="60"/>
                    </a:lnTo>
                    <a:cubicBezTo>
                      <a:pt x="5244" y="61"/>
                      <a:pt x="5216" y="64"/>
                      <a:pt x="5205" y="61"/>
                    </a:cubicBezTo>
                    <a:cubicBezTo>
                      <a:pt x="5222" y="55"/>
                      <a:pt x="5234" y="58"/>
                      <a:pt x="5258" y="60"/>
                    </a:cubicBezTo>
                    <a:close/>
                    <a:moveTo>
                      <a:pt x="4523" y="61"/>
                    </a:moveTo>
                    <a:lnTo>
                      <a:pt x="4523" y="61"/>
                    </a:lnTo>
                    <a:lnTo>
                      <a:pt x="4572" y="65"/>
                    </a:lnTo>
                    <a:cubicBezTo>
                      <a:pt x="4513" y="71"/>
                      <a:pt x="4470" y="69"/>
                      <a:pt x="4516" y="75"/>
                    </a:cubicBezTo>
                    <a:cubicBezTo>
                      <a:pt x="4523" y="61"/>
                      <a:pt x="4707" y="74"/>
                      <a:pt x="4714" y="60"/>
                    </a:cubicBezTo>
                    <a:lnTo>
                      <a:pt x="4747" y="63"/>
                    </a:lnTo>
                    <a:cubicBezTo>
                      <a:pt x="4737" y="63"/>
                      <a:pt x="4736" y="64"/>
                      <a:pt x="4727" y="64"/>
                    </a:cubicBezTo>
                    <a:cubicBezTo>
                      <a:pt x="4790" y="70"/>
                      <a:pt x="4774" y="54"/>
                      <a:pt x="4855" y="56"/>
                    </a:cubicBezTo>
                    <a:cubicBezTo>
                      <a:pt x="4883" y="57"/>
                      <a:pt x="4903" y="59"/>
                      <a:pt x="4884" y="61"/>
                    </a:cubicBezTo>
                    <a:lnTo>
                      <a:pt x="4947" y="57"/>
                    </a:lnTo>
                    <a:cubicBezTo>
                      <a:pt x="4965" y="58"/>
                      <a:pt x="4961" y="60"/>
                      <a:pt x="4942" y="60"/>
                    </a:cubicBezTo>
                    <a:lnTo>
                      <a:pt x="5039" y="59"/>
                    </a:lnTo>
                    <a:lnTo>
                      <a:pt x="5038" y="59"/>
                    </a:lnTo>
                    <a:cubicBezTo>
                      <a:pt x="5052" y="57"/>
                      <a:pt x="5083" y="54"/>
                      <a:pt x="5098" y="52"/>
                    </a:cubicBezTo>
                    <a:cubicBezTo>
                      <a:pt x="5122" y="54"/>
                      <a:pt x="5086" y="54"/>
                      <a:pt x="5092" y="56"/>
                    </a:cubicBezTo>
                    <a:lnTo>
                      <a:pt x="5145" y="52"/>
                    </a:lnTo>
                    <a:cubicBezTo>
                      <a:pt x="5167" y="56"/>
                      <a:pt x="5123" y="59"/>
                      <a:pt x="5086" y="59"/>
                    </a:cubicBezTo>
                    <a:cubicBezTo>
                      <a:pt x="5136" y="73"/>
                      <a:pt x="5130" y="55"/>
                      <a:pt x="5238" y="64"/>
                    </a:cubicBezTo>
                    <a:lnTo>
                      <a:pt x="5187" y="65"/>
                    </a:lnTo>
                    <a:cubicBezTo>
                      <a:pt x="5220" y="73"/>
                      <a:pt x="5259" y="70"/>
                      <a:pt x="5316" y="75"/>
                    </a:cubicBezTo>
                    <a:cubicBezTo>
                      <a:pt x="5302" y="73"/>
                      <a:pt x="5202" y="63"/>
                      <a:pt x="5260" y="60"/>
                    </a:cubicBezTo>
                    <a:cubicBezTo>
                      <a:pt x="5276" y="61"/>
                      <a:pt x="5298" y="61"/>
                      <a:pt x="5329" y="59"/>
                    </a:cubicBezTo>
                    <a:cubicBezTo>
                      <a:pt x="5329" y="63"/>
                      <a:pt x="5359" y="62"/>
                      <a:pt x="5398" y="62"/>
                    </a:cubicBezTo>
                    <a:lnTo>
                      <a:pt x="5395" y="69"/>
                    </a:lnTo>
                    <a:cubicBezTo>
                      <a:pt x="5436" y="67"/>
                      <a:pt x="5433" y="64"/>
                      <a:pt x="5457" y="61"/>
                    </a:cubicBezTo>
                    <a:cubicBezTo>
                      <a:pt x="5503" y="61"/>
                      <a:pt x="5513" y="66"/>
                      <a:pt x="5523" y="71"/>
                    </a:cubicBezTo>
                    <a:cubicBezTo>
                      <a:pt x="5597" y="72"/>
                      <a:pt x="5473" y="63"/>
                      <a:pt x="5560" y="62"/>
                    </a:cubicBezTo>
                    <a:cubicBezTo>
                      <a:pt x="5621" y="64"/>
                      <a:pt x="5664" y="62"/>
                      <a:pt x="5737" y="58"/>
                    </a:cubicBezTo>
                    <a:cubicBezTo>
                      <a:pt x="5780" y="60"/>
                      <a:pt x="5730" y="62"/>
                      <a:pt x="5745" y="64"/>
                    </a:cubicBezTo>
                    <a:lnTo>
                      <a:pt x="5783" y="59"/>
                    </a:lnTo>
                    <a:cubicBezTo>
                      <a:pt x="5792" y="59"/>
                      <a:pt x="5789" y="60"/>
                      <a:pt x="5788" y="61"/>
                    </a:cubicBezTo>
                    <a:cubicBezTo>
                      <a:pt x="5820" y="59"/>
                      <a:pt x="5790" y="55"/>
                      <a:pt x="5841" y="53"/>
                    </a:cubicBezTo>
                    <a:cubicBezTo>
                      <a:pt x="5854" y="46"/>
                      <a:pt x="5944" y="64"/>
                      <a:pt x="6006" y="56"/>
                    </a:cubicBezTo>
                    <a:cubicBezTo>
                      <a:pt x="6021" y="58"/>
                      <a:pt x="5999" y="60"/>
                      <a:pt x="6003" y="62"/>
                    </a:cubicBezTo>
                    <a:cubicBezTo>
                      <a:pt x="6089" y="57"/>
                      <a:pt x="6077" y="59"/>
                      <a:pt x="6147" y="52"/>
                    </a:cubicBezTo>
                    <a:lnTo>
                      <a:pt x="6206" y="56"/>
                    </a:lnTo>
                    <a:cubicBezTo>
                      <a:pt x="6163" y="51"/>
                      <a:pt x="6219" y="45"/>
                      <a:pt x="6268" y="41"/>
                    </a:cubicBezTo>
                    <a:cubicBezTo>
                      <a:pt x="6252" y="38"/>
                      <a:pt x="6239" y="36"/>
                      <a:pt x="6230" y="35"/>
                    </a:cubicBezTo>
                    <a:lnTo>
                      <a:pt x="6308" y="32"/>
                    </a:lnTo>
                    <a:cubicBezTo>
                      <a:pt x="6318" y="33"/>
                      <a:pt x="6310" y="35"/>
                      <a:pt x="6297" y="38"/>
                    </a:cubicBezTo>
                    <a:lnTo>
                      <a:pt x="6311" y="36"/>
                    </a:lnTo>
                    <a:cubicBezTo>
                      <a:pt x="6339" y="39"/>
                      <a:pt x="6325" y="43"/>
                      <a:pt x="6305" y="46"/>
                    </a:cubicBezTo>
                    <a:lnTo>
                      <a:pt x="6277" y="42"/>
                    </a:lnTo>
                    <a:cubicBezTo>
                      <a:pt x="6257" y="46"/>
                      <a:pt x="6239" y="50"/>
                      <a:pt x="6243" y="54"/>
                    </a:cubicBezTo>
                    <a:cubicBezTo>
                      <a:pt x="6248" y="53"/>
                      <a:pt x="6258" y="53"/>
                      <a:pt x="6269" y="52"/>
                    </a:cubicBezTo>
                    <a:cubicBezTo>
                      <a:pt x="6264" y="53"/>
                      <a:pt x="6261" y="54"/>
                      <a:pt x="6263" y="55"/>
                    </a:cubicBezTo>
                    <a:cubicBezTo>
                      <a:pt x="6266" y="56"/>
                      <a:pt x="6274" y="54"/>
                      <a:pt x="6287" y="53"/>
                    </a:cubicBezTo>
                    <a:lnTo>
                      <a:pt x="6304" y="60"/>
                    </a:lnTo>
                    <a:lnTo>
                      <a:pt x="6309" y="57"/>
                    </a:lnTo>
                    <a:lnTo>
                      <a:pt x="6411" y="62"/>
                    </a:lnTo>
                    <a:cubicBezTo>
                      <a:pt x="6485" y="55"/>
                      <a:pt x="6548" y="44"/>
                      <a:pt x="6665" y="41"/>
                    </a:cubicBezTo>
                    <a:cubicBezTo>
                      <a:pt x="6636" y="47"/>
                      <a:pt x="6659" y="50"/>
                      <a:pt x="6657" y="56"/>
                    </a:cubicBezTo>
                    <a:cubicBezTo>
                      <a:pt x="6625" y="50"/>
                      <a:pt x="6567" y="59"/>
                      <a:pt x="6507" y="58"/>
                    </a:cubicBezTo>
                    <a:cubicBezTo>
                      <a:pt x="6538" y="58"/>
                      <a:pt x="6531" y="61"/>
                      <a:pt x="6523" y="62"/>
                    </a:cubicBezTo>
                    <a:lnTo>
                      <a:pt x="6631" y="57"/>
                    </a:lnTo>
                    <a:cubicBezTo>
                      <a:pt x="6628" y="62"/>
                      <a:pt x="6654" y="60"/>
                      <a:pt x="6682" y="63"/>
                    </a:cubicBezTo>
                    <a:cubicBezTo>
                      <a:pt x="6660" y="52"/>
                      <a:pt x="6762" y="56"/>
                      <a:pt x="6806" y="53"/>
                    </a:cubicBezTo>
                    <a:cubicBezTo>
                      <a:pt x="6808" y="56"/>
                      <a:pt x="6798" y="60"/>
                      <a:pt x="6744" y="59"/>
                    </a:cubicBezTo>
                    <a:cubicBezTo>
                      <a:pt x="6803" y="67"/>
                      <a:pt x="6821" y="47"/>
                      <a:pt x="6879" y="54"/>
                    </a:cubicBezTo>
                    <a:cubicBezTo>
                      <a:pt x="6865" y="54"/>
                      <a:pt x="6858" y="53"/>
                      <a:pt x="6853" y="55"/>
                    </a:cubicBezTo>
                    <a:cubicBezTo>
                      <a:pt x="6884" y="52"/>
                      <a:pt x="6958" y="55"/>
                      <a:pt x="6941" y="58"/>
                    </a:cubicBezTo>
                    <a:lnTo>
                      <a:pt x="6928" y="58"/>
                    </a:lnTo>
                    <a:cubicBezTo>
                      <a:pt x="7014" y="59"/>
                      <a:pt x="7191" y="58"/>
                      <a:pt x="7204" y="50"/>
                    </a:cubicBezTo>
                    <a:cubicBezTo>
                      <a:pt x="7205" y="51"/>
                      <a:pt x="7193" y="60"/>
                      <a:pt x="7188" y="62"/>
                    </a:cubicBezTo>
                    <a:lnTo>
                      <a:pt x="7342" y="33"/>
                    </a:lnTo>
                    <a:cubicBezTo>
                      <a:pt x="7329" y="41"/>
                      <a:pt x="7381" y="58"/>
                      <a:pt x="7309" y="62"/>
                    </a:cubicBezTo>
                    <a:cubicBezTo>
                      <a:pt x="7330" y="63"/>
                      <a:pt x="7355" y="65"/>
                      <a:pt x="7399" y="62"/>
                    </a:cubicBezTo>
                    <a:cubicBezTo>
                      <a:pt x="7385" y="61"/>
                      <a:pt x="7364" y="51"/>
                      <a:pt x="7383" y="51"/>
                    </a:cubicBezTo>
                    <a:cubicBezTo>
                      <a:pt x="7436" y="59"/>
                      <a:pt x="7420" y="55"/>
                      <a:pt x="7485" y="62"/>
                    </a:cubicBezTo>
                    <a:cubicBezTo>
                      <a:pt x="7463" y="61"/>
                      <a:pt x="7487" y="49"/>
                      <a:pt x="7520" y="50"/>
                    </a:cubicBezTo>
                    <a:cubicBezTo>
                      <a:pt x="7515" y="51"/>
                      <a:pt x="7523" y="61"/>
                      <a:pt x="7511" y="62"/>
                    </a:cubicBezTo>
                    <a:lnTo>
                      <a:pt x="7594" y="51"/>
                    </a:lnTo>
                    <a:cubicBezTo>
                      <a:pt x="7573" y="53"/>
                      <a:pt x="7590" y="61"/>
                      <a:pt x="7609" y="64"/>
                    </a:cubicBezTo>
                    <a:cubicBezTo>
                      <a:pt x="7600" y="62"/>
                      <a:pt x="7680" y="64"/>
                      <a:pt x="7702" y="63"/>
                    </a:cubicBezTo>
                    <a:lnTo>
                      <a:pt x="7667" y="61"/>
                    </a:lnTo>
                    <a:cubicBezTo>
                      <a:pt x="7761" y="63"/>
                      <a:pt x="7760" y="45"/>
                      <a:pt x="7853" y="46"/>
                    </a:cubicBezTo>
                    <a:cubicBezTo>
                      <a:pt x="7842" y="48"/>
                      <a:pt x="7825" y="60"/>
                      <a:pt x="7872" y="62"/>
                    </a:cubicBezTo>
                    <a:cubicBezTo>
                      <a:pt x="7894" y="56"/>
                      <a:pt x="7968" y="34"/>
                      <a:pt x="8050" y="29"/>
                    </a:cubicBezTo>
                    <a:lnTo>
                      <a:pt x="8066" y="33"/>
                    </a:lnTo>
                    <a:lnTo>
                      <a:pt x="8129" y="29"/>
                    </a:lnTo>
                    <a:cubicBezTo>
                      <a:pt x="8090" y="38"/>
                      <a:pt x="7980" y="56"/>
                      <a:pt x="7919" y="63"/>
                    </a:cubicBezTo>
                    <a:cubicBezTo>
                      <a:pt x="7954" y="66"/>
                      <a:pt x="7929" y="67"/>
                      <a:pt x="7982" y="67"/>
                    </a:cubicBezTo>
                    <a:cubicBezTo>
                      <a:pt x="8000" y="70"/>
                      <a:pt x="7953" y="72"/>
                      <a:pt x="7938" y="72"/>
                    </a:cubicBezTo>
                    <a:lnTo>
                      <a:pt x="8060" y="74"/>
                    </a:lnTo>
                    <a:cubicBezTo>
                      <a:pt x="8054" y="67"/>
                      <a:pt x="8153" y="67"/>
                      <a:pt x="8149" y="62"/>
                    </a:cubicBezTo>
                    <a:lnTo>
                      <a:pt x="8016" y="68"/>
                    </a:lnTo>
                    <a:cubicBezTo>
                      <a:pt x="8011" y="62"/>
                      <a:pt x="8093" y="49"/>
                      <a:pt x="8179" y="51"/>
                    </a:cubicBezTo>
                    <a:cubicBezTo>
                      <a:pt x="8201" y="53"/>
                      <a:pt x="8163" y="63"/>
                      <a:pt x="8165" y="65"/>
                    </a:cubicBezTo>
                    <a:cubicBezTo>
                      <a:pt x="8176" y="63"/>
                      <a:pt x="8247" y="61"/>
                      <a:pt x="8255" y="62"/>
                    </a:cubicBezTo>
                    <a:lnTo>
                      <a:pt x="8218" y="66"/>
                    </a:lnTo>
                    <a:cubicBezTo>
                      <a:pt x="8266" y="69"/>
                      <a:pt x="8297" y="57"/>
                      <a:pt x="8355" y="64"/>
                    </a:cubicBezTo>
                    <a:cubicBezTo>
                      <a:pt x="8375" y="64"/>
                      <a:pt x="8414" y="73"/>
                      <a:pt x="8418" y="69"/>
                    </a:cubicBezTo>
                    <a:cubicBezTo>
                      <a:pt x="8385" y="61"/>
                      <a:pt x="8379" y="37"/>
                      <a:pt x="8401" y="31"/>
                    </a:cubicBezTo>
                    <a:cubicBezTo>
                      <a:pt x="8408" y="31"/>
                      <a:pt x="8505" y="38"/>
                      <a:pt x="8528" y="42"/>
                    </a:cubicBezTo>
                    <a:cubicBezTo>
                      <a:pt x="8561" y="48"/>
                      <a:pt x="8479" y="57"/>
                      <a:pt x="8507" y="62"/>
                    </a:cubicBezTo>
                    <a:cubicBezTo>
                      <a:pt x="8508" y="60"/>
                      <a:pt x="8526" y="58"/>
                      <a:pt x="8534" y="57"/>
                    </a:cubicBezTo>
                    <a:cubicBezTo>
                      <a:pt x="8555" y="59"/>
                      <a:pt x="8525" y="63"/>
                      <a:pt x="8571" y="62"/>
                    </a:cubicBezTo>
                    <a:cubicBezTo>
                      <a:pt x="8578" y="55"/>
                      <a:pt x="8664" y="63"/>
                      <a:pt x="8592" y="56"/>
                    </a:cubicBezTo>
                    <a:cubicBezTo>
                      <a:pt x="8637" y="55"/>
                      <a:pt x="8640" y="58"/>
                      <a:pt x="8692" y="58"/>
                    </a:cubicBezTo>
                    <a:cubicBezTo>
                      <a:pt x="8675" y="53"/>
                      <a:pt x="8739" y="43"/>
                      <a:pt x="8784" y="41"/>
                    </a:cubicBezTo>
                    <a:cubicBezTo>
                      <a:pt x="8781" y="42"/>
                      <a:pt x="8791" y="45"/>
                      <a:pt x="8796" y="46"/>
                    </a:cubicBezTo>
                    <a:cubicBezTo>
                      <a:pt x="8888" y="47"/>
                      <a:pt x="8937" y="50"/>
                      <a:pt x="9022" y="50"/>
                    </a:cubicBezTo>
                    <a:cubicBezTo>
                      <a:pt x="9030" y="52"/>
                      <a:pt x="9071" y="54"/>
                      <a:pt x="9054" y="57"/>
                    </a:cubicBezTo>
                    <a:cubicBezTo>
                      <a:pt x="9066" y="56"/>
                      <a:pt x="9077" y="53"/>
                      <a:pt x="9103" y="53"/>
                    </a:cubicBezTo>
                    <a:cubicBezTo>
                      <a:pt x="9154" y="59"/>
                      <a:pt x="9045" y="54"/>
                      <a:pt x="9084" y="61"/>
                    </a:cubicBezTo>
                    <a:cubicBezTo>
                      <a:pt x="9087" y="57"/>
                      <a:pt x="9152" y="56"/>
                      <a:pt x="9189" y="53"/>
                    </a:cubicBezTo>
                    <a:cubicBezTo>
                      <a:pt x="9178" y="47"/>
                      <a:pt x="9103" y="52"/>
                      <a:pt x="9065" y="54"/>
                    </a:cubicBezTo>
                    <a:cubicBezTo>
                      <a:pt x="9065" y="46"/>
                      <a:pt x="9130" y="37"/>
                      <a:pt x="9219" y="33"/>
                    </a:cubicBezTo>
                    <a:cubicBezTo>
                      <a:pt x="9290" y="31"/>
                      <a:pt x="9250" y="39"/>
                      <a:pt x="9262" y="38"/>
                    </a:cubicBezTo>
                    <a:cubicBezTo>
                      <a:pt x="9395" y="39"/>
                      <a:pt x="9376" y="23"/>
                      <a:pt x="9486" y="29"/>
                    </a:cubicBezTo>
                    <a:cubicBezTo>
                      <a:pt x="9530" y="35"/>
                      <a:pt x="9488" y="40"/>
                      <a:pt x="9498" y="44"/>
                    </a:cubicBezTo>
                    <a:cubicBezTo>
                      <a:pt x="9440" y="46"/>
                      <a:pt x="9409" y="40"/>
                      <a:pt x="9370" y="40"/>
                    </a:cubicBezTo>
                    <a:lnTo>
                      <a:pt x="9418" y="43"/>
                    </a:lnTo>
                    <a:cubicBezTo>
                      <a:pt x="9400" y="45"/>
                      <a:pt x="9361" y="46"/>
                      <a:pt x="9340" y="45"/>
                    </a:cubicBezTo>
                    <a:cubicBezTo>
                      <a:pt x="9377" y="50"/>
                      <a:pt x="9565" y="46"/>
                      <a:pt x="9668" y="51"/>
                    </a:cubicBezTo>
                    <a:cubicBezTo>
                      <a:pt x="9686" y="49"/>
                      <a:pt x="9718" y="47"/>
                      <a:pt x="9703" y="45"/>
                    </a:cubicBezTo>
                    <a:lnTo>
                      <a:pt x="9670" y="45"/>
                    </a:lnTo>
                    <a:cubicBezTo>
                      <a:pt x="9640" y="41"/>
                      <a:pt x="9732" y="39"/>
                      <a:pt x="9690" y="37"/>
                    </a:cubicBezTo>
                    <a:cubicBezTo>
                      <a:pt x="9734" y="34"/>
                      <a:pt x="9783" y="29"/>
                      <a:pt x="9844" y="32"/>
                    </a:cubicBezTo>
                    <a:lnTo>
                      <a:pt x="9856" y="38"/>
                    </a:lnTo>
                    <a:cubicBezTo>
                      <a:pt x="9854" y="36"/>
                      <a:pt x="9816" y="35"/>
                      <a:pt x="9798" y="36"/>
                    </a:cubicBezTo>
                    <a:cubicBezTo>
                      <a:pt x="9824" y="34"/>
                      <a:pt x="9892" y="45"/>
                      <a:pt x="9920" y="37"/>
                    </a:cubicBezTo>
                    <a:lnTo>
                      <a:pt x="9877" y="32"/>
                    </a:lnTo>
                    <a:cubicBezTo>
                      <a:pt x="9921" y="29"/>
                      <a:pt x="9975" y="23"/>
                      <a:pt x="10030" y="25"/>
                    </a:cubicBezTo>
                    <a:cubicBezTo>
                      <a:pt x="10005" y="19"/>
                      <a:pt x="10017" y="26"/>
                      <a:pt x="9979" y="18"/>
                    </a:cubicBezTo>
                    <a:cubicBezTo>
                      <a:pt x="10012" y="27"/>
                      <a:pt x="9839" y="18"/>
                      <a:pt x="9893" y="27"/>
                    </a:cubicBezTo>
                    <a:cubicBezTo>
                      <a:pt x="9854" y="19"/>
                      <a:pt x="9825" y="24"/>
                      <a:pt x="9773" y="16"/>
                    </a:cubicBezTo>
                    <a:cubicBezTo>
                      <a:pt x="9774" y="18"/>
                      <a:pt x="9791" y="20"/>
                      <a:pt x="9746" y="19"/>
                    </a:cubicBezTo>
                    <a:cubicBezTo>
                      <a:pt x="9743" y="20"/>
                      <a:pt x="9739" y="21"/>
                      <a:pt x="9735" y="21"/>
                    </a:cubicBezTo>
                    <a:lnTo>
                      <a:pt x="9732" y="21"/>
                    </a:lnTo>
                    <a:lnTo>
                      <a:pt x="9735" y="21"/>
                    </a:lnTo>
                    <a:cubicBezTo>
                      <a:pt x="9733" y="21"/>
                      <a:pt x="9733" y="22"/>
                      <a:pt x="9736" y="21"/>
                    </a:cubicBezTo>
                    <a:cubicBezTo>
                      <a:pt x="9747" y="22"/>
                      <a:pt x="9756" y="23"/>
                      <a:pt x="9759" y="24"/>
                    </a:cubicBezTo>
                    <a:cubicBezTo>
                      <a:pt x="9736" y="29"/>
                      <a:pt x="9664" y="29"/>
                      <a:pt x="9639" y="31"/>
                    </a:cubicBezTo>
                    <a:cubicBezTo>
                      <a:pt x="9612" y="30"/>
                      <a:pt x="9651" y="29"/>
                      <a:pt x="9636" y="27"/>
                    </a:cubicBezTo>
                    <a:lnTo>
                      <a:pt x="9599" y="30"/>
                    </a:lnTo>
                    <a:cubicBezTo>
                      <a:pt x="9596" y="26"/>
                      <a:pt x="9527" y="23"/>
                      <a:pt x="9591" y="20"/>
                    </a:cubicBezTo>
                    <a:lnTo>
                      <a:pt x="9534" y="20"/>
                    </a:lnTo>
                    <a:cubicBezTo>
                      <a:pt x="9500" y="17"/>
                      <a:pt x="9453" y="16"/>
                      <a:pt x="9425" y="18"/>
                    </a:cubicBezTo>
                    <a:cubicBezTo>
                      <a:pt x="9398" y="17"/>
                      <a:pt x="9356" y="23"/>
                      <a:pt x="9380" y="19"/>
                    </a:cubicBezTo>
                    <a:lnTo>
                      <a:pt x="9290" y="22"/>
                    </a:lnTo>
                    <a:lnTo>
                      <a:pt x="9289" y="21"/>
                    </a:lnTo>
                    <a:cubicBezTo>
                      <a:pt x="9200" y="20"/>
                      <a:pt x="9106" y="28"/>
                      <a:pt x="9004" y="20"/>
                    </a:cubicBezTo>
                    <a:cubicBezTo>
                      <a:pt x="8974" y="21"/>
                      <a:pt x="8944" y="22"/>
                      <a:pt x="8893" y="21"/>
                    </a:cubicBezTo>
                    <a:lnTo>
                      <a:pt x="8884" y="17"/>
                    </a:lnTo>
                    <a:cubicBezTo>
                      <a:pt x="8845" y="18"/>
                      <a:pt x="8768" y="13"/>
                      <a:pt x="8752" y="17"/>
                    </a:cubicBezTo>
                    <a:cubicBezTo>
                      <a:pt x="8710" y="7"/>
                      <a:pt x="8565" y="14"/>
                      <a:pt x="8498" y="12"/>
                    </a:cubicBezTo>
                    <a:lnTo>
                      <a:pt x="8495" y="17"/>
                    </a:lnTo>
                    <a:cubicBezTo>
                      <a:pt x="8449" y="17"/>
                      <a:pt x="8404" y="18"/>
                      <a:pt x="8346" y="20"/>
                    </a:cubicBezTo>
                    <a:lnTo>
                      <a:pt x="8350" y="25"/>
                    </a:lnTo>
                    <a:cubicBezTo>
                      <a:pt x="8300" y="28"/>
                      <a:pt x="8222" y="21"/>
                      <a:pt x="8143" y="22"/>
                    </a:cubicBezTo>
                    <a:cubicBezTo>
                      <a:pt x="8149" y="20"/>
                      <a:pt x="8169" y="20"/>
                      <a:pt x="8183" y="21"/>
                    </a:cubicBezTo>
                    <a:cubicBezTo>
                      <a:pt x="8089" y="11"/>
                      <a:pt x="7984" y="28"/>
                      <a:pt x="7899" y="21"/>
                    </a:cubicBezTo>
                    <a:cubicBezTo>
                      <a:pt x="7878" y="22"/>
                      <a:pt x="7862" y="22"/>
                      <a:pt x="7848" y="21"/>
                    </a:cubicBezTo>
                    <a:cubicBezTo>
                      <a:pt x="7850" y="21"/>
                      <a:pt x="7851" y="21"/>
                      <a:pt x="7853" y="20"/>
                    </a:cubicBezTo>
                    <a:lnTo>
                      <a:pt x="7844" y="20"/>
                    </a:lnTo>
                    <a:lnTo>
                      <a:pt x="7815" y="18"/>
                    </a:lnTo>
                    <a:cubicBezTo>
                      <a:pt x="7823" y="19"/>
                      <a:pt x="7832" y="20"/>
                      <a:pt x="7839" y="20"/>
                    </a:cubicBezTo>
                    <a:cubicBezTo>
                      <a:pt x="7823" y="20"/>
                      <a:pt x="7798" y="21"/>
                      <a:pt x="7774" y="22"/>
                    </a:cubicBezTo>
                    <a:lnTo>
                      <a:pt x="7763" y="17"/>
                    </a:lnTo>
                    <a:lnTo>
                      <a:pt x="7758" y="17"/>
                    </a:lnTo>
                    <a:cubicBezTo>
                      <a:pt x="7734" y="15"/>
                      <a:pt x="7739" y="19"/>
                      <a:pt x="7751" y="23"/>
                    </a:cubicBezTo>
                    <a:cubicBezTo>
                      <a:pt x="7739" y="24"/>
                      <a:pt x="7728" y="25"/>
                      <a:pt x="7719" y="26"/>
                    </a:cubicBezTo>
                    <a:cubicBezTo>
                      <a:pt x="7700" y="18"/>
                      <a:pt x="7655" y="29"/>
                      <a:pt x="7629" y="20"/>
                    </a:cubicBezTo>
                    <a:cubicBezTo>
                      <a:pt x="7612" y="24"/>
                      <a:pt x="7506" y="23"/>
                      <a:pt x="7493" y="32"/>
                    </a:cubicBezTo>
                    <a:cubicBezTo>
                      <a:pt x="7492" y="30"/>
                      <a:pt x="7485" y="30"/>
                      <a:pt x="7498" y="30"/>
                    </a:cubicBezTo>
                    <a:cubicBezTo>
                      <a:pt x="7471" y="29"/>
                      <a:pt x="7444" y="28"/>
                      <a:pt x="7420" y="30"/>
                    </a:cubicBezTo>
                    <a:lnTo>
                      <a:pt x="7408" y="24"/>
                    </a:lnTo>
                    <a:lnTo>
                      <a:pt x="7349" y="32"/>
                    </a:lnTo>
                    <a:cubicBezTo>
                      <a:pt x="7313" y="28"/>
                      <a:pt x="7298" y="26"/>
                      <a:pt x="7334" y="21"/>
                    </a:cubicBezTo>
                    <a:cubicBezTo>
                      <a:pt x="7247" y="28"/>
                      <a:pt x="7263" y="24"/>
                      <a:pt x="7190" y="31"/>
                    </a:cubicBezTo>
                    <a:lnTo>
                      <a:pt x="7194" y="27"/>
                    </a:lnTo>
                    <a:cubicBezTo>
                      <a:pt x="7167" y="27"/>
                      <a:pt x="7125" y="32"/>
                      <a:pt x="7109" y="29"/>
                    </a:cubicBezTo>
                    <a:cubicBezTo>
                      <a:pt x="7051" y="21"/>
                      <a:pt x="6819" y="27"/>
                      <a:pt x="6668" y="20"/>
                    </a:cubicBezTo>
                    <a:cubicBezTo>
                      <a:pt x="6697" y="32"/>
                      <a:pt x="6598" y="14"/>
                      <a:pt x="6592" y="24"/>
                    </a:cubicBezTo>
                    <a:cubicBezTo>
                      <a:pt x="6583" y="21"/>
                      <a:pt x="6562" y="19"/>
                      <a:pt x="6586" y="17"/>
                    </a:cubicBezTo>
                    <a:cubicBezTo>
                      <a:pt x="6509" y="19"/>
                      <a:pt x="6471" y="12"/>
                      <a:pt x="6418" y="20"/>
                    </a:cubicBezTo>
                    <a:cubicBezTo>
                      <a:pt x="6409" y="17"/>
                      <a:pt x="6434" y="16"/>
                      <a:pt x="6426" y="14"/>
                    </a:cubicBezTo>
                    <a:cubicBezTo>
                      <a:pt x="6420" y="14"/>
                      <a:pt x="6402" y="16"/>
                      <a:pt x="6394" y="15"/>
                    </a:cubicBezTo>
                    <a:cubicBezTo>
                      <a:pt x="6386" y="13"/>
                      <a:pt x="6405" y="12"/>
                      <a:pt x="6417" y="11"/>
                    </a:cubicBezTo>
                    <a:cubicBezTo>
                      <a:pt x="6339" y="11"/>
                      <a:pt x="6331" y="20"/>
                      <a:pt x="6325" y="28"/>
                    </a:cubicBezTo>
                    <a:cubicBezTo>
                      <a:pt x="6285" y="24"/>
                      <a:pt x="6265" y="25"/>
                      <a:pt x="6236" y="30"/>
                    </a:cubicBezTo>
                    <a:cubicBezTo>
                      <a:pt x="6223" y="27"/>
                      <a:pt x="6199" y="24"/>
                      <a:pt x="6248" y="24"/>
                    </a:cubicBezTo>
                    <a:cubicBezTo>
                      <a:pt x="6221" y="23"/>
                      <a:pt x="6080" y="19"/>
                      <a:pt x="6078" y="26"/>
                    </a:cubicBezTo>
                    <a:cubicBezTo>
                      <a:pt x="6069" y="24"/>
                      <a:pt x="6039" y="25"/>
                      <a:pt x="6032" y="26"/>
                    </a:cubicBezTo>
                    <a:cubicBezTo>
                      <a:pt x="5970" y="25"/>
                      <a:pt x="5965" y="25"/>
                      <a:pt x="5904" y="25"/>
                    </a:cubicBezTo>
                    <a:lnTo>
                      <a:pt x="5921" y="26"/>
                    </a:lnTo>
                    <a:cubicBezTo>
                      <a:pt x="5897" y="34"/>
                      <a:pt x="5871" y="28"/>
                      <a:pt x="5822" y="29"/>
                    </a:cubicBezTo>
                    <a:lnTo>
                      <a:pt x="5823" y="28"/>
                    </a:lnTo>
                    <a:cubicBezTo>
                      <a:pt x="5711" y="22"/>
                      <a:pt x="5775" y="31"/>
                      <a:pt x="5665" y="24"/>
                    </a:cubicBezTo>
                    <a:lnTo>
                      <a:pt x="5671" y="29"/>
                    </a:lnTo>
                    <a:cubicBezTo>
                      <a:pt x="5660" y="39"/>
                      <a:pt x="5573" y="22"/>
                      <a:pt x="5509" y="26"/>
                    </a:cubicBezTo>
                    <a:lnTo>
                      <a:pt x="5532" y="29"/>
                    </a:lnTo>
                    <a:cubicBezTo>
                      <a:pt x="5497" y="33"/>
                      <a:pt x="5434" y="15"/>
                      <a:pt x="5399" y="13"/>
                    </a:cubicBezTo>
                    <a:cubicBezTo>
                      <a:pt x="5391" y="12"/>
                      <a:pt x="5411" y="12"/>
                      <a:pt x="5422" y="11"/>
                    </a:cubicBezTo>
                    <a:cubicBezTo>
                      <a:pt x="5330" y="6"/>
                      <a:pt x="5410" y="17"/>
                      <a:pt x="5341" y="19"/>
                    </a:cubicBezTo>
                    <a:cubicBezTo>
                      <a:pt x="5328" y="15"/>
                      <a:pt x="5357" y="10"/>
                      <a:pt x="5311" y="9"/>
                    </a:cubicBezTo>
                    <a:cubicBezTo>
                      <a:pt x="5288" y="7"/>
                      <a:pt x="5177" y="20"/>
                      <a:pt x="5114" y="13"/>
                    </a:cubicBezTo>
                    <a:cubicBezTo>
                      <a:pt x="5128" y="16"/>
                      <a:pt x="5142" y="19"/>
                      <a:pt x="5110" y="21"/>
                    </a:cubicBezTo>
                    <a:cubicBezTo>
                      <a:pt x="5061" y="21"/>
                      <a:pt x="4978" y="10"/>
                      <a:pt x="4934" y="19"/>
                    </a:cubicBezTo>
                    <a:cubicBezTo>
                      <a:pt x="4928" y="18"/>
                      <a:pt x="4925" y="17"/>
                      <a:pt x="4925" y="16"/>
                    </a:cubicBezTo>
                    <a:cubicBezTo>
                      <a:pt x="4888" y="19"/>
                      <a:pt x="4804" y="20"/>
                      <a:pt x="4781" y="24"/>
                    </a:cubicBezTo>
                    <a:cubicBezTo>
                      <a:pt x="4747" y="8"/>
                      <a:pt x="4549" y="32"/>
                      <a:pt x="4550" y="16"/>
                    </a:cubicBezTo>
                    <a:lnTo>
                      <a:pt x="4435" y="17"/>
                    </a:lnTo>
                    <a:lnTo>
                      <a:pt x="4438" y="15"/>
                    </a:lnTo>
                    <a:cubicBezTo>
                      <a:pt x="4365" y="14"/>
                      <a:pt x="4339" y="18"/>
                      <a:pt x="4313" y="22"/>
                    </a:cubicBezTo>
                    <a:cubicBezTo>
                      <a:pt x="4296" y="20"/>
                      <a:pt x="4309" y="19"/>
                      <a:pt x="4310" y="18"/>
                    </a:cubicBezTo>
                    <a:cubicBezTo>
                      <a:pt x="4203" y="15"/>
                      <a:pt x="4192" y="15"/>
                      <a:pt x="4102" y="23"/>
                    </a:cubicBezTo>
                    <a:lnTo>
                      <a:pt x="4093" y="18"/>
                    </a:lnTo>
                    <a:cubicBezTo>
                      <a:pt x="4068" y="21"/>
                      <a:pt x="3938" y="10"/>
                      <a:pt x="3833" y="15"/>
                    </a:cubicBezTo>
                    <a:cubicBezTo>
                      <a:pt x="3834" y="15"/>
                      <a:pt x="3836" y="14"/>
                      <a:pt x="3844" y="13"/>
                    </a:cubicBezTo>
                    <a:cubicBezTo>
                      <a:pt x="3726" y="19"/>
                      <a:pt x="3561" y="0"/>
                      <a:pt x="3518" y="17"/>
                    </a:cubicBezTo>
                    <a:lnTo>
                      <a:pt x="3439" y="21"/>
                    </a:lnTo>
                    <a:cubicBezTo>
                      <a:pt x="3540" y="23"/>
                      <a:pt x="3424" y="29"/>
                      <a:pt x="3466" y="32"/>
                    </a:cubicBezTo>
                    <a:cubicBezTo>
                      <a:pt x="3426" y="33"/>
                      <a:pt x="3363" y="27"/>
                      <a:pt x="3412" y="26"/>
                    </a:cubicBezTo>
                    <a:lnTo>
                      <a:pt x="3420" y="27"/>
                    </a:lnTo>
                    <a:cubicBezTo>
                      <a:pt x="3438" y="17"/>
                      <a:pt x="3294" y="23"/>
                      <a:pt x="3297" y="16"/>
                    </a:cubicBezTo>
                    <a:cubicBezTo>
                      <a:pt x="3098" y="17"/>
                      <a:pt x="2904" y="11"/>
                      <a:pt x="2718" y="10"/>
                    </a:cubicBezTo>
                    <a:lnTo>
                      <a:pt x="2740" y="18"/>
                    </a:lnTo>
                    <a:lnTo>
                      <a:pt x="2675" y="17"/>
                    </a:lnTo>
                    <a:cubicBezTo>
                      <a:pt x="2658" y="15"/>
                      <a:pt x="2652" y="11"/>
                      <a:pt x="2698" y="12"/>
                    </a:cubicBezTo>
                    <a:cubicBezTo>
                      <a:pt x="2674" y="8"/>
                      <a:pt x="2620" y="15"/>
                      <a:pt x="2619" y="17"/>
                    </a:cubicBezTo>
                    <a:cubicBezTo>
                      <a:pt x="2528" y="14"/>
                      <a:pt x="2655" y="9"/>
                      <a:pt x="2627" y="9"/>
                    </a:cubicBezTo>
                    <a:lnTo>
                      <a:pt x="2589" y="9"/>
                    </a:lnTo>
                    <a:lnTo>
                      <a:pt x="2597" y="9"/>
                    </a:lnTo>
                    <a:cubicBezTo>
                      <a:pt x="2567" y="12"/>
                      <a:pt x="2564" y="15"/>
                      <a:pt x="2508" y="15"/>
                    </a:cubicBezTo>
                    <a:cubicBezTo>
                      <a:pt x="2473" y="13"/>
                      <a:pt x="2490" y="10"/>
                      <a:pt x="2476" y="10"/>
                    </a:cubicBezTo>
                    <a:cubicBezTo>
                      <a:pt x="2477" y="10"/>
                      <a:pt x="2472" y="9"/>
                      <a:pt x="2455" y="10"/>
                    </a:cubicBezTo>
                    <a:lnTo>
                      <a:pt x="2373" y="9"/>
                    </a:lnTo>
                    <a:lnTo>
                      <a:pt x="2406" y="15"/>
                    </a:lnTo>
                    <a:cubicBezTo>
                      <a:pt x="2370" y="18"/>
                      <a:pt x="2329" y="15"/>
                      <a:pt x="2367" y="21"/>
                    </a:cubicBezTo>
                    <a:cubicBezTo>
                      <a:pt x="2311" y="11"/>
                      <a:pt x="2062" y="17"/>
                      <a:pt x="2028" y="14"/>
                    </a:cubicBezTo>
                    <a:cubicBezTo>
                      <a:pt x="1977" y="18"/>
                      <a:pt x="1927" y="18"/>
                      <a:pt x="1864" y="17"/>
                    </a:cubicBezTo>
                    <a:cubicBezTo>
                      <a:pt x="1880" y="19"/>
                      <a:pt x="1889" y="25"/>
                      <a:pt x="1836" y="24"/>
                    </a:cubicBezTo>
                    <a:cubicBezTo>
                      <a:pt x="1855" y="11"/>
                      <a:pt x="1737" y="18"/>
                      <a:pt x="1694" y="9"/>
                    </a:cubicBezTo>
                    <a:cubicBezTo>
                      <a:pt x="1733" y="15"/>
                      <a:pt x="1542" y="10"/>
                      <a:pt x="1603" y="19"/>
                    </a:cubicBezTo>
                    <a:cubicBezTo>
                      <a:pt x="1558" y="18"/>
                      <a:pt x="1600" y="14"/>
                      <a:pt x="1566" y="11"/>
                    </a:cubicBezTo>
                    <a:cubicBezTo>
                      <a:pt x="1460" y="16"/>
                      <a:pt x="1331" y="8"/>
                      <a:pt x="1200" y="9"/>
                    </a:cubicBezTo>
                    <a:cubicBezTo>
                      <a:pt x="1198" y="11"/>
                      <a:pt x="1220" y="13"/>
                      <a:pt x="1192" y="16"/>
                    </a:cubicBezTo>
                    <a:lnTo>
                      <a:pt x="1122" y="8"/>
                    </a:lnTo>
                    <a:cubicBezTo>
                      <a:pt x="1096" y="9"/>
                      <a:pt x="1098" y="17"/>
                      <a:pt x="1051" y="11"/>
                    </a:cubicBezTo>
                    <a:cubicBezTo>
                      <a:pt x="1058" y="13"/>
                      <a:pt x="1068" y="15"/>
                      <a:pt x="1050" y="15"/>
                    </a:cubicBezTo>
                    <a:cubicBezTo>
                      <a:pt x="792" y="7"/>
                      <a:pt x="524" y="22"/>
                      <a:pt x="262" y="7"/>
                    </a:cubicBezTo>
                    <a:cubicBezTo>
                      <a:pt x="297" y="9"/>
                      <a:pt x="274" y="10"/>
                      <a:pt x="247" y="10"/>
                    </a:cubicBezTo>
                    <a:cubicBezTo>
                      <a:pt x="264" y="11"/>
                      <a:pt x="246" y="14"/>
                      <a:pt x="250" y="17"/>
                    </a:cubicBezTo>
                    <a:lnTo>
                      <a:pt x="140" y="10"/>
                    </a:lnTo>
                    <a:cubicBezTo>
                      <a:pt x="120" y="17"/>
                      <a:pt x="23" y="10"/>
                      <a:pt x="11" y="17"/>
                    </a:cubicBezTo>
                    <a:lnTo>
                      <a:pt x="46" y="15"/>
                    </a:lnTo>
                    <a:cubicBezTo>
                      <a:pt x="0" y="23"/>
                      <a:pt x="111" y="32"/>
                      <a:pt x="104" y="42"/>
                    </a:cubicBezTo>
                    <a:cubicBezTo>
                      <a:pt x="156" y="33"/>
                      <a:pt x="240" y="55"/>
                      <a:pt x="325" y="43"/>
                    </a:cubicBezTo>
                    <a:cubicBezTo>
                      <a:pt x="344" y="45"/>
                      <a:pt x="309" y="46"/>
                      <a:pt x="319" y="48"/>
                    </a:cubicBezTo>
                    <a:cubicBezTo>
                      <a:pt x="340" y="44"/>
                      <a:pt x="366" y="43"/>
                      <a:pt x="414" y="45"/>
                    </a:cubicBezTo>
                    <a:lnTo>
                      <a:pt x="409" y="46"/>
                    </a:lnTo>
                    <a:cubicBezTo>
                      <a:pt x="544" y="45"/>
                      <a:pt x="602" y="49"/>
                      <a:pt x="754" y="52"/>
                    </a:cubicBezTo>
                    <a:lnTo>
                      <a:pt x="742" y="47"/>
                    </a:lnTo>
                    <a:cubicBezTo>
                      <a:pt x="775" y="48"/>
                      <a:pt x="782" y="49"/>
                      <a:pt x="797" y="50"/>
                    </a:cubicBezTo>
                    <a:cubicBezTo>
                      <a:pt x="835" y="43"/>
                      <a:pt x="706" y="50"/>
                      <a:pt x="740" y="42"/>
                    </a:cubicBezTo>
                    <a:cubicBezTo>
                      <a:pt x="783" y="52"/>
                      <a:pt x="970" y="42"/>
                      <a:pt x="999" y="53"/>
                    </a:cubicBezTo>
                    <a:cubicBezTo>
                      <a:pt x="1049" y="54"/>
                      <a:pt x="984" y="48"/>
                      <a:pt x="1034" y="48"/>
                    </a:cubicBezTo>
                    <a:lnTo>
                      <a:pt x="1048" y="51"/>
                    </a:lnTo>
                    <a:lnTo>
                      <a:pt x="1060" y="47"/>
                    </a:lnTo>
                    <a:cubicBezTo>
                      <a:pt x="1093" y="48"/>
                      <a:pt x="1110" y="52"/>
                      <a:pt x="1111" y="54"/>
                    </a:cubicBezTo>
                    <a:cubicBezTo>
                      <a:pt x="1103" y="54"/>
                      <a:pt x="1088" y="55"/>
                      <a:pt x="1080" y="55"/>
                    </a:cubicBezTo>
                    <a:cubicBezTo>
                      <a:pt x="1122" y="59"/>
                      <a:pt x="1200" y="54"/>
                      <a:pt x="1215" y="55"/>
                    </a:cubicBezTo>
                    <a:lnTo>
                      <a:pt x="1166" y="53"/>
                    </a:lnTo>
                    <a:cubicBezTo>
                      <a:pt x="1303" y="50"/>
                      <a:pt x="1470" y="55"/>
                      <a:pt x="1603" y="49"/>
                    </a:cubicBezTo>
                    <a:lnTo>
                      <a:pt x="1593" y="46"/>
                    </a:lnTo>
                    <a:cubicBezTo>
                      <a:pt x="1694" y="42"/>
                      <a:pt x="1674" y="49"/>
                      <a:pt x="1784" y="47"/>
                    </a:cubicBezTo>
                    <a:lnTo>
                      <a:pt x="1780" y="48"/>
                    </a:lnTo>
                    <a:cubicBezTo>
                      <a:pt x="1803" y="45"/>
                      <a:pt x="1832" y="44"/>
                      <a:pt x="1863" y="45"/>
                    </a:cubicBezTo>
                    <a:cubicBezTo>
                      <a:pt x="1835" y="47"/>
                      <a:pt x="1915" y="50"/>
                      <a:pt x="1879" y="53"/>
                    </a:cubicBezTo>
                    <a:cubicBezTo>
                      <a:pt x="1988" y="48"/>
                      <a:pt x="1933" y="49"/>
                      <a:pt x="2005" y="41"/>
                    </a:cubicBezTo>
                    <a:lnTo>
                      <a:pt x="2022" y="45"/>
                    </a:lnTo>
                    <a:cubicBezTo>
                      <a:pt x="2046" y="41"/>
                      <a:pt x="2048" y="40"/>
                      <a:pt x="2104" y="39"/>
                    </a:cubicBezTo>
                    <a:cubicBezTo>
                      <a:pt x="2058" y="42"/>
                      <a:pt x="2139" y="44"/>
                      <a:pt x="2088" y="49"/>
                    </a:cubicBezTo>
                    <a:cubicBezTo>
                      <a:pt x="2205" y="57"/>
                      <a:pt x="2261" y="41"/>
                      <a:pt x="2314" y="53"/>
                    </a:cubicBezTo>
                    <a:cubicBezTo>
                      <a:pt x="2368" y="42"/>
                      <a:pt x="2214" y="47"/>
                      <a:pt x="2244" y="45"/>
                    </a:cubicBezTo>
                    <a:cubicBezTo>
                      <a:pt x="2219" y="41"/>
                      <a:pt x="2288" y="37"/>
                      <a:pt x="2324" y="38"/>
                    </a:cubicBezTo>
                    <a:cubicBezTo>
                      <a:pt x="2361" y="38"/>
                      <a:pt x="2387" y="51"/>
                      <a:pt x="2481" y="51"/>
                    </a:cubicBezTo>
                    <a:cubicBezTo>
                      <a:pt x="2471" y="51"/>
                      <a:pt x="2471" y="52"/>
                      <a:pt x="2461" y="52"/>
                    </a:cubicBezTo>
                    <a:cubicBezTo>
                      <a:pt x="2496" y="55"/>
                      <a:pt x="2530" y="48"/>
                      <a:pt x="2573" y="53"/>
                    </a:cubicBezTo>
                    <a:cubicBezTo>
                      <a:pt x="2597" y="47"/>
                      <a:pt x="2628" y="53"/>
                      <a:pt x="2635" y="45"/>
                    </a:cubicBezTo>
                    <a:lnTo>
                      <a:pt x="2550" y="47"/>
                    </a:lnTo>
                    <a:cubicBezTo>
                      <a:pt x="2598" y="45"/>
                      <a:pt x="2644" y="36"/>
                      <a:pt x="2724" y="40"/>
                    </a:cubicBezTo>
                    <a:cubicBezTo>
                      <a:pt x="2718" y="42"/>
                      <a:pt x="2694" y="44"/>
                      <a:pt x="2677" y="45"/>
                    </a:cubicBezTo>
                    <a:cubicBezTo>
                      <a:pt x="2701" y="48"/>
                      <a:pt x="2722" y="44"/>
                      <a:pt x="2747" y="46"/>
                    </a:cubicBezTo>
                    <a:cubicBezTo>
                      <a:pt x="2740" y="54"/>
                      <a:pt x="2643" y="48"/>
                      <a:pt x="2591" y="54"/>
                    </a:cubicBezTo>
                    <a:cubicBezTo>
                      <a:pt x="2616" y="57"/>
                      <a:pt x="2689" y="48"/>
                      <a:pt x="2663" y="57"/>
                    </a:cubicBezTo>
                    <a:cubicBezTo>
                      <a:pt x="2700" y="46"/>
                      <a:pt x="2755" y="58"/>
                      <a:pt x="2818" y="50"/>
                    </a:cubicBezTo>
                    <a:lnTo>
                      <a:pt x="2814" y="55"/>
                    </a:lnTo>
                    <a:cubicBezTo>
                      <a:pt x="2824" y="54"/>
                      <a:pt x="2845" y="52"/>
                      <a:pt x="2863" y="52"/>
                    </a:cubicBezTo>
                    <a:lnTo>
                      <a:pt x="2830" y="58"/>
                    </a:lnTo>
                    <a:cubicBezTo>
                      <a:pt x="2881" y="53"/>
                      <a:pt x="2928" y="63"/>
                      <a:pt x="2977" y="60"/>
                    </a:cubicBezTo>
                    <a:cubicBezTo>
                      <a:pt x="2875" y="60"/>
                      <a:pt x="2954" y="54"/>
                      <a:pt x="2911" y="51"/>
                    </a:cubicBezTo>
                    <a:cubicBezTo>
                      <a:pt x="3038" y="45"/>
                      <a:pt x="2984" y="64"/>
                      <a:pt x="3126" y="62"/>
                    </a:cubicBezTo>
                    <a:cubicBezTo>
                      <a:pt x="3107" y="62"/>
                      <a:pt x="3054" y="58"/>
                      <a:pt x="3084" y="56"/>
                    </a:cubicBezTo>
                    <a:cubicBezTo>
                      <a:pt x="3111" y="57"/>
                      <a:pt x="3146" y="59"/>
                      <a:pt x="3163" y="62"/>
                    </a:cubicBezTo>
                    <a:cubicBezTo>
                      <a:pt x="3257" y="61"/>
                      <a:pt x="3149" y="57"/>
                      <a:pt x="3189" y="54"/>
                    </a:cubicBezTo>
                    <a:cubicBezTo>
                      <a:pt x="3221" y="60"/>
                      <a:pt x="3235" y="52"/>
                      <a:pt x="3276" y="50"/>
                    </a:cubicBezTo>
                    <a:lnTo>
                      <a:pt x="3276" y="55"/>
                    </a:lnTo>
                    <a:cubicBezTo>
                      <a:pt x="3384" y="58"/>
                      <a:pt x="3305" y="45"/>
                      <a:pt x="3401" y="49"/>
                    </a:cubicBezTo>
                    <a:lnTo>
                      <a:pt x="3361" y="55"/>
                    </a:lnTo>
                    <a:lnTo>
                      <a:pt x="3411" y="54"/>
                    </a:lnTo>
                    <a:lnTo>
                      <a:pt x="3400" y="59"/>
                    </a:lnTo>
                    <a:cubicBezTo>
                      <a:pt x="3455" y="55"/>
                      <a:pt x="3472" y="56"/>
                      <a:pt x="3526" y="58"/>
                    </a:cubicBezTo>
                    <a:cubicBezTo>
                      <a:pt x="3513" y="54"/>
                      <a:pt x="3533" y="49"/>
                      <a:pt x="3580" y="49"/>
                    </a:cubicBezTo>
                    <a:cubicBezTo>
                      <a:pt x="3613" y="52"/>
                      <a:pt x="3562" y="54"/>
                      <a:pt x="3630" y="53"/>
                    </a:cubicBezTo>
                    <a:cubicBezTo>
                      <a:pt x="3614" y="56"/>
                      <a:pt x="3598" y="60"/>
                      <a:pt x="3568" y="55"/>
                    </a:cubicBezTo>
                    <a:cubicBezTo>
                      <a:pt x="3565" y="57"/>
                      <a:pt x="3553" y="58"/>
                      <a:pt x="3550" y="60"/>
                    </a:cubicBezTo>
                    <a:cubicBezTo>
                      <a:pt x="3585" y="63"/>
                      <a:pt x="3638" y="61"/>
                      <a:pt x="3662" y="61"/>
                    </a:cubicBezTo>
                    <a:cubicBezTo>
                      <a:pt x="3653" y="61"/>
                      <a:pt x="3642" y="60"/>
                      <a:pt x="3636" y="60"/>
                    </a:cubicBezTo>
                    <a:lnTo>
                      <a:pt x="3734" y="53"/>
                    </a:lnTo>
                    <a:cubicBezTo>
                      <a:pt x="3749" y="55"/>
                      <a:pt x="3737" y="56"/>
                      <a:pt x="3725" y="58"/>
                    </a:cubicBezTo>
                    <a:cubicBezTo>
                      <a:pt x="3744" y="57"/>
                      <a:pt x="3758" y="55"/>
                      <a:pt x="3787" y="55"/>
                    </a:cubicBezTo>
                    <a:cubicBezTo>
                      <a:pt x="3780" y="59"/>
                      <a:pt x="3781" y="63"/>
                      <a:pt x="3740" y="65"/>
                    </a:cubicBezTo>
                    <a:lnTo>
                      <a:pt x="3833" y="60"/>
                    </a:lnTo>
                    <a:cubicBezTo>
                      <a:pt x="3839" y="62"/>
                      <a:pt x="3881" y="65"/>
                      <a:pt x="3869" y="67"/>
                    </a:cubicBezTo>
                    <a:cubicBezTo>
                      <a:pt x="3920" y="69"/>
                      <a:pt x="3995" y="59"/>
                      <a:pt x="4064" y="62"/>
                    </a:cubicBezTo>
                    <a:cubicBezTo>
                      <a:pt x="4067" y="62"/>
                      <a:pt x="4074" y="61"/>
                      <a:pt x="4089" y="60"/>
                    </a:cubicBezTo>
                    <a:cubicBezTo>
                      <a:pt x="4153" y="62"/>
                      <a:pt x="4210" y="67"/>
                      <a:pt x="4286" y="61"/>
                    </a:cubicBezTo>
                    <a:lnTo>
                      <a:pt x="4329" y="68"/>
                    </a:lnTo>
                    <a:cubicBezTo>
                      <a:pt x="4389" y="67"/>
                      <a:pt x="4271" y="59"/>
                      <a:pt x="4370" y="57"/>
                    </a:cubicBezTo>
                    <a:cubicBezTo>
                      <a:pt x="4440" y="55"/>
                      <a:pt x="4396" y="63"/>
                      <a:pt x="4421" y="65"/>
                    </a:cubicBezTo>
                    <a:cubicBezTo>
                      <a:pt x="4456" y="62"/>
                      <a:pt x="4517" y="54"/>
                      <a:pt x="4581" y="60"/>
                    </a:cubicBezTo>
                    <a:cubicBezTo>
                      <a:pt x="4560" y="62"/>
                      <a:pt x="4543" y="60"/>
                      <a:pt x="4523" y="61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800" dirty="0">
                  <a:ln>
                    <a:noFill/>
                  </a:ln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5EDD526-E235-11D8-54EB-C2625BF2921F}"/>
                  </a:ext>
                </a:extLst>
              </p:cNvPr>
              <p:cNvSpPr txBox="1"/>
              <p:nvPr/>
            </p:nvSpPr>
            <p:spPr>
              <a:xfrm>
                <a:off x="11313641" y="611138"/>
                <a:ext cx="691215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0" dirty="0">
                    <a:solidFill>
                      <a:srgbClr val="FFC000"/>
                    </a:solidFill>
                    <a:latin typeface="Chalkduster" panose="03050602040202020205" pitchFamily="66" charset="77"/>
                  </a:rPr>
                  <a:t>?</a:t>
                </a:r>
              </a:p>
            </p:txBody>
          </p:sp>
          <p:pic>
            <p:nvPicPr>
              <p:cNvPr id="23" name="Graphic 22" descr="Atom with solid fill">
                <a:extLst>
                  <a:ext uri="{FF2B5EF4-FFF2-40B4-BE49-F238E27FC236}">
                    <a16:creationId xmlns:a16="http://schemas.microsoft.com/office/drawing/2014/main" id="{65793C53-B40F-3B80-2E36-3C509D76B7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8276554" y="681148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A92D401-5F55-BD11-888F-F44675108EBF}"/>
              </a:ext>
            </a:extLst>
          </p:cNvPr>
          <p:cNvGrpSpPr/>
          <p:nvPr/>
        </p:nvGrpSpPr>
        <p:grpSpPr>
          <a:xfrm>
            <a:off x="7764427" y="11261"/>
            <a:ext cx="4008149" cy="2429709"/>
            <a:chOff x="6340945" y="11261"/>
            <a:chExt cx="4008149" cy="24297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9C070566-2684-7AA9-D597-EAFAD44A0455}"/>
                    </a:ext>
                  </a:extLst>
                </p:cNvPr>
                <p:cNvSpPr/>
                <p:nvPr/>
              </p:nvSpPr>
              <p:spPr>
                <a:xfrm>
                  <a:off x="6340945" y="728167"/>
                  <a:ext cx="4008149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𝑖𝑓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sz="24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=4</m:t>
                        </m:r>
                        <m:r>
                          <a:rPr lang="en-IN" sz="24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𝑓𝑖𝑛𝑑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𝑎𝑣𝑒𝑟𝑎𝑔𝑒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IN" sz="2400" dirty="0">
                    <a:solidFill>
                      <a:srgbClr val="FFFF0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Rectangle 4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0945" y="728167"/>
                  <a:ext cx="4008149" cy="461665"/>
                </a:xfrm>
                <a:prstGeom prst="rect">
                  <a:avLst/>
                </a:prstGeom>
                <a:blipFill>
                  <a:blip r:embed="rId12"/>
                  <a:stretch>
                    <a:fillRect b="-1710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B914E59-F62A-DF30-47F0-6DF799CFE332}"/>
                </a:ext>
              </a:extLst>
            </p:cNvPr>
            <p:cNvSpPr/>
            <p:nvPr/>
          </p:nvSpPr>
          <p:spPr>
            <a:xfrm>
              <a:off x="6366051" y="11261"/>
              <a:ext cx="1541576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Question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05F4652-5182-093E-41B8-6EEEE767BD72}"/>
                </a:ext>
              </a:extLst>
            </p:cNvPr>
            <p:cNvSpPr/>
            <p:nvPr/>
          </p:nvSpPr>
          <p:spPr>
            <a:xfrm>
              <a:off x="6476541" y="1917750"/>
              <a:ext cx="1425390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Solution</a:t>
              </a: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D8D9F2A-7E9E-D850-C97A-88FA98C3C611}"/>
                </a:ext>
              </a:extLst>
            </p:cNvPr>
            <p:cNvGrpSpPr/>
            <p:nvPr/>
          </p:nvGrpSpPr>
          <p:grpSpPr>
            <a:xfrm>
              <a:off x="6345633" y="1095685"/>
              <a:ext cx="3728302" cy="1323439"/>
              <a:chOff x="8276554" y="611138"/>
              <a:chExt cx="3728302" cy="1323439"/>
            </a:xfrm>
          </p:grpSpPr>
          <p:sp>
            <p:nvSpPr>
              <p:cNvPr id="62" name="Freeform 62">
                <a:extLst>
                  <a:ext uri="{FF2B5EF4-FFF2-40B4-BE49-F238E27FC236}">
                    <a16:creationId xmlns:a16="http://schemas.microsoft.com/office/drawing/2014/main" id="{A2A27EFD-656C-4435-C06D-425DC79E993C}"/>
                  </a:ext>
                </a:extLst>
              </p:cNvPr>
              <p:cNvSpPr>
                <a:spLocks noEditPoints="1"/>
              </p:cNvSpPr>
              <p:nvPr/>
            </p:nvSpPr>
            <p:spPr bwMode="invGray">
              <a:xfrm flipV="1">
                <a:off x="8702932" y="1046922"/>
                <a:ext cx="3066610" cy="132522"/>
              </a:xfrm>
              <a:custGeom>
                <a:avLst/>
                <a:gdLst>
                  <a:gd name="T0" fmla="*/ 9555 w 10030"/>
                  <a:gd name="T1" fmla="*/ 25 h 75"/>
                  <a:gd name="T2" fmla="*/ 9488 w 10030"/>
                  <a:gd name="T3" fmla="*/ 23 h 75"/>
                  <a:gd name="T4" fmla="*/ 5258 w 10030"/>
                  <a:gd name="T5" fmla="*/ 60 h 75"/>
                  <a:gd name="T6" fmla="*/ 4572 w 10030"/>
                  <a:gd name="T7" fmla="*/ 65 h 75"/>
                  <a:gd name="T8" fmla="*/ 4884 w 10030"/>
                  <a:gd name="T9" fmla="*/ 61 h 75"/>
                  <a:gd name="T10" fmla="*/ 5092 w 10030"/>
                  <a:gd name="T11" fmla="*/ 56 h 75"/>
                  <a:gd name="T12" fmla="*/ 5260 w 10030"/>
                  <a:gd name="T13" fmla="*/ 60 h 75"/>
                  <a:gd name="T14" fmla="*/ 5560 w 10030"/>
                  <a:gd name="T15" fmla="*/ 62 h 75"/>
                  <a:gd name="T16" fmla="*/ 6006 w 10030"/>
                  <a:gd name="T17" fmla="*/ 56 h 75"/>
                  <a:gd name="T18" fmla="*/ 6308 w 10030"/>
                  <a:gd name="T19" fmla="*/ 32 h 75"/>
                  <a:gd name="T20" fmla="*/ 6269 w 10030"/>
                  <a:gd name="T21" fmla="*/ 52 h 75"/>
                  <a:gd name="T22" fmla="*/ 6665 w 10030"/>
                  <a:gd name="T23" fmla="*/ 41 h 75"/>
                  <a:gd name="T24" fmla="*/ 6806 w 10030"/>
                  <a:gd name="T25" fmla="*/ 53 h 75"/>
                  <a:gd name="T26" fmla="*/ 7204 w 10030"/>
                  <a:gd name="T27" fmla="*/ 50 h 75"/>
                  <a:gd name="T28" fmla="*/ 7485 w 10030"/>
                  <a:gd name="T29" fmla="*/ 62 h 75"/>
                  <a:gd name="T30" fmla="*/ 7667 w 10030"/>
                  <a:gd name="T31" fmla="*/ 61 h 75"/>
                  <a:gd name="T32" fmla="*/ 7919 w 10030"/>
                  <a:gd name="T33" fmla="*/ 63 h 75"/>
                  <a:gd name="T34" fmla="*/ 8179 w 10030"/>
                  <a:gd name="T35" fmla="*/ 51 h 75"/>
                  <a:gd name="T36" fmla="*/ 8401 w 10030"/>
                  <a:gd name="T37" fmla="*/ 31 h 75"/>
                  <a:gd name="T38" fmla="*/ 8692 w 10030"/>
                  <a:gd name="T39" fmla="*/ 58 h 75"/>
                  <a:gd name="T40" fmla="*/ 9084 w 10030"/>
                  <a:gd name="T41" fmla="*/ 61 h 75"/>
                  <a:gd name="T42" fmla="*/ 9498 w 10030"/>
                  <a:gd name="T43" fmla="*/ 44 h 75"/>
                  <a:gd name="T44" fmla="*/ 9670 w 10030"/>
                  <a:gd name="T45" fmla="*/ 45 h 75"/>
                  <a:gd name="T46" fmla="*/ 9877 w 10030"/>
                  <a:gd name="T47" fmla="*/ 32 h 75"/>
                  <a:gd name="T48" fmla="*/ 9735 w 10030"/>
                  <a:gd name="T49" fmla="*/ 21 h 75"/>
                  <a:gd name="T50" fmla="*/ 9636 w 10030"/>
                  <a:gd name="T51" fmla="*/ 27 h 75"/>
                  <a:gd name="T52" fmla="*/ 9290 w 10030"/>
                  <a:gd name="T53" fmla="*/ 22 h 75"/>
                  <a:gd name="T54" fmla="*/ 8498 w 10030"/>
                  <a:gd name="T55" fmla="*/ 12 h 75"/>
                  <a:gd name="T56" fmla="*/ 7899 w 10030"/>
                  <a:gd name="T57" fmla="*/ 21 h 75"/>
                  <a:gd name="T58" fmla="*/ 7774 w 10030"/>
                  <a:gd name="T59" fmla="*/ 22 h 75"/>
                  <a:gd name="T60" fmla="*/ 7493 w 10030"/>
                  <a:gd name="T61" fmla="*/ 32 h 75"/>
                  <a:gd name="T62" fmla="*/ 7190 w 10030"/>
                  <a:gd name="T63" fmla="*/ 31 h 75"/>
                  <a:gd name="T64" fmla="*/ 6418 w 10030"/>
                  <a:gd name="T65" fmla="*/ 20 h 75"/>
                  <a:gd name="T66" fmla="*/ 6248 w 10030"/>
                  <a:gd name="T67" fmla="*/ 24 h 75"/>
                  <a:gd name="T68" fmla="*/ 5823 w 10030"/>
                  <a:gd name="T69" fmla="*/ 28 h 75"/>
                  <a:gd name="T70" fmla="*/ 5422 w 10030"/>
                  <a:gd name="T71" fmla="*/ 11 h 75"/>
                  <a:gd name="T72" fmla="*/ 4925 w 10030"/>
                  <a:gd name="T73" fmla="*/ 16 h 75"/>
                  <a:gd name="T74" fmla="*/ 4310 w 10030"/>
                  <a:gd name="T75" fmla="*/ 18 h 75"/>
                  <a:gd name="T76" fmla="*/ 3439 w 10030"/>
                  <a:gd name="T77" fmla="*/ 21 h 75"/>
                  <a:gd name="T78" fmla="*/ 2740 w 10030"/>
                  <a:gd name="T79" fmla="*/ 18 h 75"/>
                  <a:gd name="T80" fmla="*/ 2597 w 10030"/>
                  <a:gd name="T81" fmla="*/ 9 h 75"/>
                  <a:gd name="T82" fmla="*/ 2367 w 10030"/>
                  <a:gd name="T83" fmla="*/ 21 h 75"/>
                  <a:gd name="T84" fmla="*/ 1566 w 10030"/>
                  <a:gd name="T85" fmla="*/ 11 h 75"/>
                  <a:gd name="T86" fmla="*/ 262 w 10030"/>
                  <a:gd name="T87" fmla="*/ 7 h 75"/>
                  <a:gd name="T88" fmla="*/ 104 w 10030"/>
                  <a:gd name="T89" fmla="*/ 42 h 75"/>
                  <a:gd name="T90" fmla="*/ 742 w 10030"/>
                  <a:gd name="T91" fmla="*/ 47 h 75"/>
                  <a:gd name="T92" fmla="*/ 1060 w 10030"/>
                  <a:gd name="T93" fmla="*/ 47 h 75"/>
                  <a:gd name="T94" fmla="*/ 1593 w 10030"/>
                  <a:gd name="T95" fmla="*/ 46 h 75"/>
                  <a:gd name="T96" fmla="*/ 2022 w 10030"/>
                  <a:gd name="T97" fmla="*/ 45 h 75"/>
                  <a:gd name="T98" fmla="*/ 2481 w 10030"/>
                  <a:gd name="T99" fmla="*/ 51 h 75"/>
                  <a:gd name="T100" fmla="*/ 2677 w 10030"/>
                  <a:gd name="T101" fmla="*/ 45 h 75"/>
                  <a:gd name="T102" fmla="*/ 2863 w 10030"/>
                  <a:gd name="T103" fmla="*/ 52 h 75"/>
                  <a:gd name="T104" fmla="*/ 3163 w 10030"/>
                  <a:gd name="T105" fmla="*/ 62 h 75"/>
                  <a:gd name="T106" fmla="*/ 3411 w 10030"/>
                  <a:gd name="T107" fmla="*/ 54 h 75"/>
                  <a:gd name="T108" fmla="*/ 3550 w 10030"/>
                  <a:gd name="T109" fmla="*/ 60 h 75"/>
                  <a:gd name="T110" fmla="*/ 3740 w 10030"/>
                  <a:gd name="T111" fmla="*/ 65 h 75"/>
                  <a:gd name="T112" fmla="*/ 4329 w 10030"/>
                  <a:gd name="T113" fmla="*/ 68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0030" h="75">
                    <a:moveTo>
                      <a:pt x="2469" y="12"/>
                    </a:moveTo>
                    <a:lnTo>
                      <a:pt x="2469" y="12"/>
                    </a:lnTo>
                    <a:lnTo>
                      <a:pt x="2482" y="13"/>
                    </a:lnTo>
                    <a:cubicBezTo>
                      <a:pt x="2453" y="15"/>
                      <a:pt x="2461" y="13"/>
                      <a:pt x="2469" y="12"/>
                    </a:cubicBezTo>
                    <a:close/>
                    <a:moveTo>
                      <a:pt x="9555" y="25"/>
                    </a:moveTo>
                    <a:lnTo>
                      <a:pt x="9555" y="25"/>
                    </a:lnTo>
                    <a:cubicBezTo>
                      <a:pt x="9562" y="24"/>
                      <a:pt x="9561" y="23"/>
                      <a:pt x="9559" y="23"/>
                    </a:cubicBezTo>
                    <a:cubicBezTo>
                      <a:pt x="9554" y="24"/>
                      <a:pt x="9539" y="24"/>
                      <a:pt x="9522" y="24"/>
                    </a:cubicBezTo>
                    <a:cubicBezTo>
                      <a:pt x="9527" y="25"/>
                      <a:pt x="9536" y="26"/>
                      <a:pt x="9555" y="25"/>
                    </a:cubicBezTo>
                    <a:close/>
                    <a:moveTo>
                      <a:pt x="9489" y="23"/>
                    </a:moveTo>
                    <a:lnTo>
                      <a:pt x="9489" y="23"/>
                    </a:lnTo>
                    <a:lnTo>
                      <a:pt x="9488" y="23"/>
                    </a:lnTo>
                    <a:cubicBezTo>
                      <a:pt x="9456" y="21"/>
                      <a:pt x="9467" y="22"/>
                      <a:pt x="9489" y="23"/>
                    </a:cubicBezTo>
                    <a:close/>
                    <a:moveTo>
                      <a:pt x="6376" y="50"/>
                    </a:moveTo>
                    <a:lnTo>
                      <a:pt x="6376" y="50"/>
                    </a:lnTo>
                    <a:cubicBezTo>
                      <a:pt x="6365" y="52"/>
                      <a:pt x="6349" y="51"/>
                      <a:pt x="6330" y="49"/>
                    </a:cubicBezTo>
                    <a:cubicBezTo>
                      <a:pt x="6344" y="49"/>
                      <a:pt x="6359" y="49"/>
                      <a:pt x="6376" y="50"/>
                    </a:cubicBezTo>
                    <a:close/>
                    <a:moveTo>
                      <a:pt x="5258" y="60"/>
                    </a:moveTo>
                    <a:lnTo>
                      <a:pt x="5258" y="60"/>
                    </a:lnTo>
                    <a:cubicBezTo>
                      <a:pt x="5244" y="61"/>
                      <a:pt x="5216" y="64"/>
                      <a:pt x="5205" y="61"/>
                    </a:cubicBezTo>
                    <a:cubicBezTo>
                      <a:pt x="5222" y="55"/>
                      <a:pt x="5234" y="58"/>
                      <a:pt x="5258" y="60"/>
                    </a:cubicBezTo>
                    <a:close/>
                    <a:moveTo>
                      <a:pt x="4523" y="61"/>
                    </a:moveTo>
                    <a:lnTo>
                      <a:pt x="4523" y="61"/>
                    </a:lnTo>
                    <a:lnTo>
                      <a:pt x="4572" y="65"/>
                    </a:lnTo>
                    <a:cubicBezTo>
                      <a:pt x="4513" y="71"/>
                      <a:pt x="4470" y="69"/>
                      <a:pt x="4516" y="75"/>
                    </a:cubicBezTo>
                    <a:cubicBezTo>
                      <a:pt x="4523" y="61"/>
                      <a:pt x="4707" y="74"/>
                      <a:pt x="4714" y="60"/>
                    </a:cubicBezTo>
                    <a:lnTo>
                      <a:pt x="4747" y="63"/>
                    </a:lnTo>
                    <a:cubicBezTo>
                      <a:pt x="4737" y="63"/>
                      <a:pt x="4736" y="64"/>
                      <a:pt x="4727" y="64"/>
                    </a:cubicBezTo>
                    <a:cubicBezTo>
                      <a:pt x="4790" y="70"/>
                      <a:pt x="4774" y="54"/>
                      <a:pt x="4855" y="56"/>
                    </a:cubicBezTo>
                    <a:cubicBezTo>
                      <a:pt x="4883" y="57"/>
                      <a:pt x="4903" y="59"/>
                      <a:pt x="4884" y="61"/>
                    </a:cubicBezTo>
                    <a:lnTo>
                      <a:pt x="4947" y="57"/>
                    </a:lnTo>
                    <a:cubicBezTo>
                      <a:pt x="4965" y="58"/>
                      <a:pt x="4961" y="60"/>
                      <a:pt x="4942" y="60"/>
                    </a:cubicBezTo>
                    <a:lnTo>
                      <a:pt x="5039" y="59"/>
                    </a:lnTo>
                    <a:lnTo>
                      <a:pt x="5038" y="59"/>
                    </a:lnTo>
                    <a:cubicBezTo>
                      <a:pt x="5052" y="57"/>
                      <a:pt x="5083" y="54"/>
                      <a:pt x="5098" y="52"/>
                    </a:cubicBezTo>
                    <a:cubicBezTo>
                      <a:pt x="5122" y="54"/>
                      <a:pt x="5086" y="54"/>
                      <a:pt x="5092" y="56"/>
                    </a:cubicBezTo>
                    <a:lnTo>
                      <a:pt x="5145" y="52"/>
                    </a:lnTo>
                    <a:cubicBezTo>
                      <a:pt x="5167" y="56"/>
                      <a:pt x="5123" y="59"/>
                      <a:pt x="5086" y="59"/>
                    </a:cubicBezTo>
                    <a:cubicBezTo>
                      <a:pt x="5136" y="73"/>
                      <a:pt x="5130" y="55"/>
                      <a:pt x="5238" y="64"/>
                    </a:cubicBezTo>
                    <a:lnTo>
                      <a:pt x="5187" y="65"/>
                    </a:lnTo>
                    <a:cubicBezTo>
                      <a:pt x="5220" y="73"/>
                      <a:pt x="5259" y="70"/>
                      <a:pt x="5316" y="75"/>
                    </a:cubicBezTo>
                    <a:cubicBezTo>
                      <a:pt x="5302" y="73"/>
                      <a:pt x="5202" y="63"/>
                      <a:pt x="5260" y="60"/>
                    </a:cubicBezTo>
                    <a:cubicBezTo>
                      <a:pt x="5276" y="61"/>
                      <a:pt x="5298" y="61"/>
                      <a:pt x="5329" y="59"/>
                    </a:cubicBezTo>
                    <a:cubicBezTo>
                      <a:pt x="5329" y="63"/>
                      <a:pt x="5359" y="62"/>
                      <a:pt x="5398" y="62"/>
                    </a:cubicBezTo>
                    <a:lnTo>
                      <a:pt x="5395" y="69"/>
                    </a:lnTo>
                    <a:cubicBezTo>
                      <a:pt x="5436" y="67"/>
                      <a:pt x="5433" y="64"/>
                      <a:pt x="5457" y="61"/>
                    </a:cubicBezTo>
                    <a:cubicBezTo>
                      <a:pt x="5503" y="61"/>
                      <a:pt x="5513" y="66"/>
                      <a:pt x="5523" y="71"/>
                    </a:cubicBezTo>
                    <a:cubicBezTo>
                      <a:pt x="5597" y="72"/>
                      <a:pt x="5473" y="63"/>
                      <a:pt x="5560" y="62"/>
                    </a:cubicBezTo>
                    <a:cubicBezTo>
                      <a:pt x="5621" y="64"/>
                      <a:pt x="5664" y="62"/>
                      <a:pt x="5737" y="58"/>
                    </a:cubicBezTo>
                    <a:cubicBezTo>
                      <a:pt x="5780" y="60"/>
                      <a:pt x="5730" y="62"/>
                      <a:pt x="5745" y="64"/>
                    </a:cubicBezTo>
                    <a:lnTo>
                      <a:pt x="5783" y="59"/>
                    </a:lnTo>
                    <a:cubicBezTo>
                      <a:pt x="5792" y="59"/>
                      <a:pt x="5789" y="60"/>
                      <a:pt x="5788" y="61"/>
                    </a:cubicBezTo>
                    <a:cubicBezTo>
                      <a:pt x="5820" y="59"/>
                      <a:pt x="5790" y="55"/>
                      <a:pt x="5841" y="53"/>
                    </a:cubicBezTo>
                    <a:cubicBezTo>
                      <a:pt x="5854" y="46"/>
                      <a:pt x="5944" y="64"/>
                      <a:pt x="6006" y="56"/>
                    </a:cubicBezTo>
                    <a:cubicBezTo>
                      <a:pt x="6021" y="58"/>
                      <a:pt x="5999" y="60"/>
                      <a:pt x="6003" y="62"/>
                    </a:cubicBezTo>
                    <a:cubicBezTo>
                      <a:pt x="6089" y="57"/>
                      <a:pt x="6077" y="59"/>
                      <a:pt x="6147" y="52"/>
                    </a:cubicBezTo>
                    <a:lnTo>
                      <a:pt x="6206" y="56"/>
                    </a:lnTo>
                    <a:cubicBezTo>
                      <a:pt x="6163" y="51"/>
                      <a:pt x="6219" y="45"/>
                      <a:pt x="6268" y="41"/>
                    </a:cubicBezTo>
                    <a:cubicBezTo>
                      <a:pt x="6252" y="38"/>
                      <a:pt x="6239" y="36"/>
                      <a:pt x="6230" y="35"/>
                    </a:cubicBezTo>
                    <a:lnTo>
                      <a:pt x="6308" y="32"/>
                    </a:lnTo>
                    <a:cubicBezTo>
                      <a:pt x="6318" y="33"/>
                      <a:pt x="6310" y="35"/>
                      <a:pt x="6297" y="38"/>
                    </a:cubicBezTo>
                    <a:lnTo>
                      <a:pt x="6311" y="36"/>
                    </a:lnTo>
                    <a:cubicBezTo>
                      <a:pt x="6339" y="39"/>
                      <a:pt x="6325" y="43"/>
                      <a:pt x="6305" y="46"/>
                    </a:cubicBezTo>
                    <a:lnTo>
                      <a:pt x="6277" y="42"/>
                    </a:lnTo>
                    <a:cubicBezTo>
                      <a:pt x="6257" y="46"/>
                      <a:pt x="6239" y="50"/>
                      <a:pt x="6243" y="54"/>
                    </a:cubicBezTo>
                    <a:cubicBezTo>
                      <a:pt x="6248" y="53"/>
                      <a:pt x="6258" y="53"/>
                      <a:pt x="6269" y="52"/>
                    </a:cubicBezTo>
                    <a:cubicBezTo>
                      <a:pt x="6264" y="53"/>
                      <a:pt x="6261" y="54"/>
                      <a:pt x="6263" y="55"/>
                    </a:cubicBezTo>
                    <a:cubicBezTo>
                      <a:pt x="6266" y="56"/>
                      <a:pt x="6274" y="54"/>
                      <a:pt x="6287" y="53"/>
                    </a:cubicBezTo>
                    <a:lnTo>
                      <a:pt x="6304" y="60"/>
                    </a:lnTo>
                    <a:lnTo>
                      <a:pt x="6309" y="57"/>
                    </a:lnTo>
                    <a:lnTo>
                      <a:pt x="6411" y="62"/>
                    </a:lnTo>
                    <a:cubicBezTo>
                      <a:pt x="6485" y="55"/>
                      <a:pt x="6548" y="44"/>
                      <a:pt x="6665" y="41"/>
                    </a:cubicBezTo>
                    <a:cubicBezTo>
                      <a:pt x="6636" y="47"/>
                      <a:pt x="6659" y="50"/>
                      <a:pt x="6657" y="56"/>
                    </a:cubicBezTo>
                    <a:cubicBezTo>
                      <a:pt x="6625" y="50"/>
                      <a:pt x="6567" y="59"/>
                      <a:pt x="6507" y="58"/>
                    </a:cubicBezTo>
                    <a:cubicBezTo>
                      <a:pt x="6538" y="58"/>
                      <a:pt x="6531" y="61"/>
                      <a:pt x="6523" y="62"/>
                    </a:cubicBezTo>
                    <a:lnTo>
                      <a:pt x="6631" y="57"/>
                    </a:lnTo>
                    <a:cubicBezTo>
                      <a:pt x="6628" y="62"/>
                      <a:pt x="6654" y="60"/>
                      <a:pt x="6682" y="63"/>
                    </a:cubicBezTo>
                    <a:cubicBezTo>
                      <a:pt x="6660" y="52"/>
                      <a:pt x="6762" y="56"/>
                      <a:pt x="6806" y="53"/>
                    </a:cubicBezTo>
                    <a:cubicBezTo>
                      <a:pt x="6808" y="56"/>
                      <a:pt x="6798" y="60"/>
                      <a:pt x="6744" y="59"/>
                    </a:cubicBezTo>
                    <a:cubicBezTo>
                      <a:pt x="6803" y="67"/>
                      <a:pt x="6821" y="47"/>
                      <a:pt x="6879" y="54"/>
                    </a:cubicBezTo>
                    <a:cubicBezTo>
                      <a:pt x="6865" y="54"/>
                      <a:pt x="6858" y="53"/>
                      <a:pt x="6853" y="55"/>
                    </a:cubicBezTo>
                    <a:cubicBezTo>
                      <a:pt x="6884" y="52"/>
                      <a:pt x="6958" y="55"/>
                      <a:pt x="6941" y="58"/>
                    </a:cubicBezTo>
                    <a:lnTo>
                      <a:pt x="6928" y="58"/>
                    </a:lnTo>
                    <a:cubicBezTo>
                      <a:pt x="7014" y="59"/>
                      <a:pt x="7191" y="58"/>
                      <a:pt x="7204" y="50"/>
                    </a:cubicBezTo>
                    <a:cubicBezTo>
                      <a:pt x="7205" y="51"/>
                      <a:pt x="7193" y="60"/>
                      <a:pt x="7188" y="62"/>
                    </a:cubicBezTo>
                    <a:lnTo>
                      <a:pt x="7342" y="33"/>
                    </a:lnTo>
                    <a:cubicBezTo>
                      <a:pt x="7329" y="41"/>
                      <a:pt x="7381" y="58"/>
                      <a:pt x="7309" y="62"/>
                    </a:cubicBezTo>
                    <a:cubicBezTo>
                      <a:pt x="7330" y="63"/>
                      <a:pt x="7355" y="65"/>
                      <a:pt x="7399" y="62"/>
                    </a:cubicBezTo>
                    <a:cubicBezTo>
                      <a:pt x="7385" y="61"/>
                      <a:pt x="7364" y="51"/>
                      <a:pt x="7383" y="51"/>
                    </a:cubicBezTo>
                    <a:cubicBezTo>
                      <a:pt x="7436" y="59"/>
                      <a:pt x="7420" y="55"/>
                      <a:pt x="7485" y="62"/>
                    </a:cubicBezTo>
                    <a:cubicBezTo>
                      <a:pt x="7463" y="61"/>
                      <a:pt x="7487" y="49"/>
                      <a:pt x="7520" y="50"/>
                    </a:cubicBezTo>
                    <a:cubicBezTo>
                      <a:pt x="7515" y="51"/>
                      <a:pt x="7523" y="61"/>
                      <a:pt x="7511" y="62"/>
                    </a:cubicBezTo>
                    <a:lnTo>
                      <a:pt x="7594" y="51"/>
                    </a:lnTo>
                    <a:cubicBezTo>
                      <a:pt x="7573" y="53"/>
                      <a:pt x="7590" y="61"/>
                      <a:pt x="7609" y="64"/>
                    </a:cubicBezTo>
                    <a:cubicBezTo>
                      <a:pt x="7600" y="62"/>
                      <a:pt x="7680" y="64"/>
                      <a:pt x="7702" y="63"/>
                    </a:cubicBezTo>
                    <a:lnTo>
                      <a:pt x="7667" y="61"/>
                    </a:lnTo>
                    <a:cubicBezTo>
                      <a:pt x="7761" y="63"/>
                      <a:pt x="7760" y="45"/>
                      <a:pt x="7853" y="46"/>
                    </a:cubicBezTo>
                    <a:cubicBezTo>
                      <a:pt x="7842" y="48"/>
                      <a:pt x="7825" y="60"/>
                      <a:pt x="7872" y="62"/>
                    </a:cubicBezTo>
                    <a:cubicBezTo>
                      <a:pt x="7894" y="56"/>
                      <a:pt x="7968" y="34"/>
                      <a:pt x="8050" y="29"/>
                    </a:cubicBezTo>
                    <a:lnTo>
                      <a:pt x="8066" y="33"/>
                    </a:lnTo>
                    <a:lnTo>
                      <a:pt x="8129" y="29"/>
                    </a:lnTo>
                    <a:cubicBezTo>
                      <a:pt x="8090" y="38"/>
                      <a:pt x="7980" y="56"/>
                      <a:pt x="7919" y="63"/>
                    </a:cubicBezTo>
                    <a:cubicBezTo>
                      <a:pt x="7954" y="66"/>
                      <a:pt x="7929" y="67"/>
                      <a:pt x="7982" y="67"/>
                    </a:cubicBezTo>
                    <a:cubicBezTo>
                      <a:pt x="8000" y="70"/>
                      <a:pt x="7953" y="72"/>
                      <a:pt x="7938" y="72"/>
                    </a:cubicBezTo>
                    <a:lnTo>
                      <a:pt x="8060" y="74"/>
                    </a:lnTo>
                    <a:cubicBezTo>
                      <a:pt x="8054" y="67"/>
                      <a:pt x="8153" y="67"/>
                      <a:pt x="8149" y="62"/>
                    </a:cubicBezTo>
                    <a:lnTo>
                      <a:pt x="8016" y="68"/>
                    </a:lnTo>
                    <a:cubicBezTo>
                      <a:pt x="8011" y="62"/>
                      <a:pt x="8093" y="49"/>
                      <a:pt x="8179" y="51"/>
                    </a:cubicBezTo>
                    <a:cubicBezTo>
                      <a:pt x="8201" y="53"/>
                      <a:pt x="8163" y="63"/>
                      <a:pt x="8165" y="65"/>
                    </a:cubicBezTo>
                    <a:cubicBezTo>
                      <a:pt x="8176" y="63"/>
                      <a:pt x="8247" y="61"/>
                      <a:pt x="8255" y="62"/>
                    </a:cubicBezTo>
                    <a:lnTo>
                      <a:pt x="8218" y="66"/>
                    </a:lnTo>
                    <a:cubicBezTo>
                      <a:pt x="8266" y="69"/>
                      <a:pt x="8297" y="57"/>
                      <a:pt x="8355" y="64"/>
                    </a:cubicBezTo>
                    <a:cubicBezTo>
                      <a:pt x="8375" y="64"/>
                      <a:pt x="8414" y="73"/>
                      <a:pt x="8418" y="69"/>
                    </a:cubicBezTo>
                    <a:cubicBezTo>
                      <a:pt x="8385" y="61"/>
                      <a:pt x="8379" y="37"/>
                      <a:pt x="8401" y="31"/>
                    </a:cubicBezTo>
                    <a:cubicBezTo>
                      <a:pt x="8408" y="31"/>
                      <a:pt x="8505" y="38"/>
                      <a:pt x="8528" y="42"/>
                    </a:cubicBezTo>
                    <a:cubicBezTo>
                      <a:pt x="8561" y="48"/>
                      <a:pt x="8479" y="57"/>
                      <a:pt x="8507" y="62"/>
                    </a:cubicBezTo>
                    <a:cubicBezTo>
                      <a:pt x="8508" y="60"/>
                      <a:pt x="8526" y="58"/>
                      <a:pt x="8534" y="57"/>
                    </a:cubicBezTo>
                    <a:cubicBezTo>
                      <a:pt x="8555" y="59"/>
                      <a:pt x="8525" y="63"/>
                      <a:pt x="8571" y="62"/>
                    </a:cubicBezTo>
                    <a:cubicBezTo>
                      <a:pt x="8578" y="55"/>
                      <a:pt x="8664" y="63"/>
                      <a:pt x="8592" y="56"/>
                    </a:cubicBezTo>
                    <a:cubicBezTo>
                      <a:pt x="8637" y="55"/>
                      <a:pt x="8640" y="58"/>
                      <a:pt x="8692" y="58"/>
                    </a:cubicBezTo>
                    <a:cubicBezTo>
                      <a:pt x="8675" y="53"/>
                      <a:pt x="8739" y="43"/>
                      <a:pt x="8784" y="41"/>
                    </a:cubicBezTo>
                    <a:cubicBezTo>
                      <a:pt x="8781" y="42"/>
                      <a:pt x="8791" y="45"/>
                      <a:pt x="8796" y="46"/>
                    </a:cubicBezTo>
                    <a:cubicBezTo>
                      <a:pt x="8888" y="47"/>
                      <a:pt x="8937" y="50"/>
                      <a:pt x="9022" y="50"/>
                    </a:cubicBezTo>
                    <a:cubicBezTo>
                      <a:pt x="9030" y="52"/>
                      <a:pt x="9071" y="54"/>
                      <a:pt x="9054" y="57"/>
                    </a:cubicBezTo>
                    <a:cubicBezTo>
                      <a:pt x="9066" y="56"/>
                      <a:pt x="9077" y="53"/>
                      <a:pt x="9103" y="53"/>
                    </a:cubicBezTo>
                    <a:cubicBezTo>
                      <a:pt x="9154" y="59"/>
                      <a:pt x="9045" y="54"/>
                      <a:pt x="9084" y="61"/>
                    </a:cubicBezTo>
                    <a:cubicBezTo>
                      <a:pt x="9087" y="57"/>
                      <a:pt x="9152" y="56"/>
                      <a:pt x="9189" y="53"/>
                    </a:cubicBezTo>
                    <a:cubicBezTo>
                      <a:pt x="9178" y="47"/>
                      <a:pt x="9103" y="52"/>
                      <a:pt x="9065" y="54"/>
                    </a:cubicBezTo>
                    <a:cubicBezTo>
                      <a:pt x="9065" y="46"/>
                      <a:pt x="9130" y="37"/>
                      <a:pt x="9219" y="33"/>
                    </a:cubicBezTo>
                    <a:cubicBezTo>
                      <a:pt x="9290" y="31"/>
                      <a:pt x="9250" y="39"/>
                      <a:pt x="9262" y="38"/>
                    </a:cubicBezTo>
                    <a:cubicBezTo>
                      <a:pt x="9395" y="39"/>
                      <a:pt x="9376" y="23"/>
                      <a:pt x="9486" y="29"/>
                    </a:cubicBezTo>
                    <a:cubicBezTo>
                      <a:pt x="9530" y="35"/>
                      <a:pt x="9488" y="40"/>
                      <a:pt x="9498" y="44"/>
                    </a:cubicBezTo>
                    <a:cubicBezTo>
                      <a:pt x="9440" y="46"/>
                      <a:pt x="9409" y="40"/>
                      <a:pt x="9370" y="40"/>
                    </a:cubicBezTo>
                    <a:lnTo>
                      <a:pt x="9418" y="43"/>
                    </a:lnTo>
                    <a:cubicBezTo>
                      <a:pt x="9400" y="45"/>
                      <a:pt x="9361" y="46"/>
                      <a:pt x="9340" y="45"/>
                    </a:cubicBezTo>
                    <a:cubicBezTo>
                      <a:pt x="9377" y="50"/>
                      <a:pt x="9565" y="46"/>
                      <a:pt x="9668" y="51"/>
                    </a:cubicBezTo>
                    <a:cubicBezTo>
                      <a:pt x="9686" y="49"/>
                      <a:pt x="9718" y="47"/>
                      <a:pt x="9703" y="45"/>
                    </a:cubicBezTo>
                    <a:lnTo>
                      <a:pt x="9670" y="45"/>
                    </a:lnTo>
                    <a:cubicBezTo>
                      <a:pt x="9640" y="41"/>
                      <a:pt x="9732" y="39"/>
                      <a:pt x="9690" y="37"/>
                    </a:cubicBezTo>
                    <a:cubicBezTo>
                      <a:pt x="9734" y="34"/>
                      <a:pt x="9783" y="29"/>
                      <a:pt x="9844" y="32"/>
                    </a:cubicBezTo>
                    <a:lnTo>
                      <a:pt x="9856" y="38"/>
                    </a:lnTo>
                    <a:cubicBezTo>
                      <a:pt x="9854" y="36"/>
                      <a:pt x="9816" y="35"/>
                      <a:pt x="9798" y="36"/>
                    </a:cubicBezTo>
                    <a:cubicBezTo>
                      <a:pt x="9824" y="34"/>
                      <a:pt x="9892" y="45"/>
                      <a:pt x="9920" y="37"/>
                    </a:cubicBezTo>
                    <a:lnTo>
                      <a:pt x="9877" y="32"/>
                    </a:lnTo>
                    <a:cubicBezTo>
                      <a:pt x="9921" y="29"/>
                      <a:pt x="9975" y="23"/>
                      <a:pt x="10030" y="25"/>
                    </a:cubicBezTo>
                    <a:cubicBezTo>
                      <a:pt x="10005" y="19"/>
                      <a:pt x="10017" y="26"/>
                      <a:pt x="9979" y="18"/>
                    </a:cubicBezTo>
                    <a:cubicBezTo>
                      <a:pt x="10012" y="27"/>
                      <a:pt x="9839" y="18"/>
                      <a:pt x="9893" y="27"/>
                    </a:cubicBezTo>
                    <a:cubicBezTo>
                      <a:pt x="9854" y="19"/>
                      <a:pt x="9825" y="24"/>
                      <a:pt x="9773" y="16"/>
                    </a:cubicBezTo>
                    <a:cubicBezTo>
                      <a:pt x="9774" y="18"/>
                      <a:pt x="9791" y="20"/>
                      <a:pt x="9746" y="19"/>
                    </a:cubicBezTo>
                    <a:cubicBezTo>
                      <a:pt x="9743" y="20"/>
                      <a:pt x="9739" y="21"/>
                      <a:pt x="9735" y="21"/>
                    </a:cubicBezTo>
                    <a:lnTo>
                      <a:pt x="9732" y="21"/>
                    </a:lnTo>
                    <a:lnTo>
                      <a:pt x="9735" y="21"/>
                    </a:lnTo>
                    <a:cubicBezTo>
                      <a:pt x="9733" y="21"/>
                      <a:pt x="9733" y="22"/>
                      <a:pt x="9736" y="21"/>
                    </a:cubicBezTo>
                    <a:cubicBezTo>
                      <a:pt x="9747" y="22"/>
                      <a:pt x="9756" y="23"/>
                      <a:pt x="9759" y="24"/>
                    </a:cubicBezTo>
                    <a:cubicBezTo>
                      <a:pt x="9736" y="29"/>
                      <a:pt x="9664" y="29"/>
                      <a:pt x="9639" y="31"/>
                    </a:cubicBezTo>
                    <a:cubicBezTo>
                      <a:pt x="9612" y="30"/>
                      <a:pt x="9651" y="29"/>
                      <a:pt x="9636" y="27"/>
                    </a:cubicBezTo>
                    <a:lnTo>
                      <a:pt x="9599" y="30"/>
                    </a:lnTo>
                    <a:cubicBezTo>
                      <a:pt x="9596" y="26"/>
                      <a:pt x="9527" y="23"/>
                      <a:pt x="9591" y="20"/>
                    </a:cubicBezTo>
                    <a:lnTo>
                      <a:pt x="9534" y="20"/>
                    </a:lnTo>
                    <a:cubicBezTo>
                      <a:pt x="9500" y="17"/>
                      <a:pt x="9453" y="16"/>
                      <a:pt x="9425" y="18"/>
                    </a:cubicBezTo>
                    <a:cubicBezTo>
                      <a:pt x="9398" y="17"/>
                      <a:pt x="9356" y="23"/>
                      <a:pt x="9380" y="19"/>
                    </a:cubicBezTo>
                    <a:lnTo>
                      <a:pt x="9290" y="22"/>
                    </a:lnTo>
                    <a:lnTo>
                      <a:pt x="9289" y="21"/>
                    </a:lnTo>
                    <a:cubicBezTo>
                      <a:pt x="9200" y="20"/>
                      <a:pt x="9106" y="28"/>
                      <a:pt x="9004" y="20"/>
                    </a:cubicBezTo>
                    <a:cubicBezTo>
                      <a:pt x="8974" y="21"/>
                      <a:pt x="8944" y="22"/>
                      <a:pt x="8893" y="21"/>
                    </a:cubicBezTo>
                    <a:lnTo>
                      <a:pt x="8884" y="17"/>
                    </a:lnTo>
                    <a:cubicBezTo>
                      <a:pt x="8845" y="18"/>
                      <a:pt x="8768" y="13"/>
                      <a:pt x="8752" y="17"/>
                    </a:cubicBezTo>
                    <a:cubicBezTo>
                      <a:pt x="8710" y="7"/>
                      <a:pt x="8565" y="14"/>
                      <a:pt x="8498" y="12"/>
                    </a:cubicBezTo>
                    <a:lnTo>
                      <a:pt x="8495" y="17"/>
                    </a:lnTo>
                    <a:cubicBezTo>
                      <a:pt x="8449" y="17"/>
                      <a:pt x="8404" y="18"/>
                      <a:pt x="8346" y="20"/>
                    </a:cubicBezTo>
                    <a:lnTo>
                      <a:pt x="8350" y="25"/>
                    </a:lnTo>
                    <a:cubicBezTo>
                      <a:pt x="8300" y="28"/>
                      <a:pt x="8222" y="21"/>
                      <a:pt x="8143" y="22"/>
                    </a:cubicBezTo>
                    <a:cubicBezTo>
                      <a:pt x="8149" y="20"/>
                      <a:pt x="8169" y="20"/>
                      <a:pt x="8183" y="21"/>
                    </a:cubicBezTo>
                    <a:cubicBezTo>
                      <a:pt x="8089" y="11"/>
                      <a:pt x="7984" y="28"/>
                      <a:pt x="7899" y="21"/>
                    </a:cubicBezTo>
                    <a:cubicBezTo>
                      <a:pt x="7878" y="22"/>
                      <a:pt x="7862" y="22"/>
                      <a:pt x="7848" y="21"/>
                    </a:cubicBezTo>
                    <a:cubicBezTo>
                      <a:pt x="7850" y="21"/>
                      <a:pt x="7851" y="21"/>
                      <a:pt x="7853" y="20"/>
                    </a:cubicBezTo>
                    <a:lnTo>
                      <a:pt x="7844" y="20"/>
                    </a:lnTo>
                    <a:lnTo>
                      <a:pt x="7815" y="18"/>
                    </a:lnTo>
                    <a:cubicBezTo>
                      <a:pt x="7823" y="19"/>
                      <a:pt x="7832" y="20"/>
                      <a:pt x="7839" y="20"/>
                    </a:cubicBezTo>
                    <a:cubicBezTo>
                      <a:pt x="7823" y="20"/>
                      <a:pt x="7798" y="21"/>
                      <a:pt x="7774" y="22"/>
                    </a:cubicBezTo>
                    <a:lnTo>
                      <a:pt x="7763" y="17"/>
                    </a:lnTo>
                    <a:lnTo>
                      <a:pt x="7758" y="17"/>
                    </a:lnTo>
                    <a:cubicBezTo>
                      <a:pt x="7734" y="15"/>
                      <a:pt x="7739" y="19"/>
                      <a:pt x="7751" y="23"/>
                    </a:cubicBezTo>
                    <a:cubicBezTo>
                      <a:pt x="7739" y="24"/>
                      <a:pt x="7728" y="25"/>
                      <a:pt x="7719" y="26"/>
                    </a:cubicBezTo>
                    <a:cubicBezTo>
                      <a:pt x="7700" y="18"/>
                      <a:pt x="7655" y="29"/>
                      <a:pt x="7629" y="20"/>
                    </a:cubicBezTo>
                    <a:cubicBezTo>
                      <a:pt x="7612" y="24"/>
                      <a:pt x="7506" y="23"/>
                      <a:pt x="7493" y="32"/>
                    </a:cubicBezTo>
                    <a:cubicBezTo>
                      <a:pt x="7492" y="30"/>
                      <a:pt x="7485" y="30"/>
                      <a:pt x="7498" y="30"/>
                    </a:cubicBezTo>
                    <a:cubicBezTo>
                      <a:pt x="7471" y="29"/>
                      <a:pt x="7444" y="28"/>
                      <a:pt x="7420" y="30"/>
                    </a:cubicBezTo>
                    <a:lnTo>
                      <a:pt x="7408" y="24"/>
                    </a:lnTo>
                    <a:lnTo>
                      <a:pt x="7349" y="32"/>
                    </a:lnTo>
                    <a:cubicBezTo>
                      <a:pt x="7313" y="28"/>
                      <a:pt x="7298" y="26"/>
                      <a:pt x="7334" y="21"/>
                    </a:cubicBezTo>
                    <a:cubicBezTo>
                      <a:pt x="7247" y="28"/>
                      <a:pt x="7263" y="24"/>
                      <a:pt x="7190" y="31"/>
                    </a:cubicBezTo>
                    <a:lnTo>
                      <a:pt x="7194" y="27"/>
                    </a:lnTo>
                    <a:cubicBezTo>
                      <a:pt x="7167" y="27"/>
                      <a:pt x="7125" y="32"/>
                      <a:pt x="7109" y="29"/>
                    </a:cubicBezTo>
                    <a:cubicBezTo>
                      <a:pt x="7051" y="21"/>
                      <a:pt x="6819" y="27"/>
                      <a:pt x="6668" y="20"/>
                    </a:cubicBezTo>
                    <a:cubicBezTo>
                      <a:pt x="6697" y="32"/>
                      <a:pt x="6598" y="14"/>
                      <a:pt x="6592" y="24"/>
                    </a:cubicBezTo>
                    <a:cubicBezTo>
                      <a:pt x="6583" y="21"/>
                      <a:pt x="6562" y="19"/>
                      <a:pt x="6586" y="17"/>
                    </a:cubicBezTo>
                    <a:cubicBezTo>
                      <a:pt x="6509" y="19"/>
                      <a:pt x="6471" y="12"/>
                      <a:pt x="6418" y="20"/>
                    </a:cubicBezTo>
                    <a:cubicBezTo>
                      <a:pt x="6409" y="17"/>
                      <a:pt x="6434" y="16"/>
                      <a:pt x="6426" y="14"/>
                    </a:cubicBezTo>
                    <a:cubicBezTo>
                      <a:pt x="6420" y="14"/>
                      <a:pt x="6402" y="16"/>
                      <a:pt x="6394" y="15"/>
                    </a:cubicBezTo>
                    <a:cubicBezTo>
                      <a:pt x="6386" y="13"/>
                      <a:pt x="6405" y="12"/>
                      <a:pt x="6417" y="11"/>
                    </a:cubicBezTo>
                    <a:cubicBezTo>
                      <a:pt x="6339" y="11"/>
                      <a:pt x="6331" y="20"/>
                      <a:pt x="6325" y="28"/>
                    </a:cubicBezTo>
                    <a:cubicBezTo>
                      <a:pt x="6285" y="24"/>
                      <a:pt x="6265" y="25"/>
                      <a:pt x="6236" y="30"/>
                    </a:cubicBezTo>
                    <a:cubicBezTo>
                      <a:pt x="6223" y="27"/>
                      <a:pt x="6199" y="24"/>
                      <a:pt x="6248" y="24"/>
                    </a:cubicBezTo>
                    <a:cubicBezTo>
                      <a:pt x="6221" y="23"/>
                      <a:pt x="6080" y="19"/>
                      <a:pt x="6078" y="26"/>
                    </a:cubicBezTo>
                    <a:cubicBezTo>
                      <a:pt x="6069" y="24"/>
                      <a:pt x="6039" y="25"/>
                      <a:pt x="6032" y="26"/>
                    </a:cubicBezTo>
                    <a:cubicBezTo>
                      <a:pt x="5970" y="25"/>
                      <a:pt x="5965" y="25"/>
                      <a:pt x="5904" y="25"/>
                    </a:cubicBezTo>
                    <a:lnTo>
                      <a:pt x="5921" y="26"/>
                    </a:lnTo>
                    <a:cubicBezTo>
                      <a:pt x="5897" y="34"/>
                      <a:pt x="5871" y="28"/>
                      <a:pt x="5822" y="29"/>
                    </a:cubicBezTo>
                    <a:lnTo>
                      <a:pt x="5823" y="28"/>
                    </a:lnTo>
                    <a:cubicBezTo>
                      <a:pt x="5711" y="22"/>
                      <a:pt x="5775" y="31"/>
                      <a:pt x="5665" y="24"/>
                    </a:cubicBezTo>
                    <a:lnTo>
                      <a:pt x="5671" y="29"/>
                    </a:lnTo>
                    <a:cubicBezTo>
                      <a:pt x="5660" y="39"/>
                      <a:pt x="5573" y="22"/>
                      <a:pt x="5509" y="26"/>
                    </a:cubicBezTo>
                    <a:lnTo>
                      <a:pt x="5532" y="29"/>
                    </a:lnTo>
                    <a:cubicBezTo>
                      <a:pt x="5497" y="33"/>
                      <a:pt x="5434" y="15"/>
                      <a:pt x="5399" y="13"/>
                    </a:cubicBezTo>
                    <a:cubicBezTo>
                      <a:pt x="5391" y="12"/>
                      <a:pt x="5411" y="12"/>
                      <a:pt x="5422" y="11"/>
                    </a:cubicBezTo>
                    <a:cubicBezTo>
                      <a:pt x="5330" y="6"/>
                      <a:pt x="5410" y="17"/>
                      <a:pt x="5341" y="19"/>
                    </a:cubicBezTo>
                    <a:cubicBezTo>
                      <a:pt x="5328" y="15"/>
                      <a:pt x="5357" y="10"/>
                      <a:pt x="5311" y="9"/>
                    </a:cubicBezTo>
                    <a:cubicBezTo>
                      <a:pt x="5288" y="7"/>
                      <a:pt x="5177" y="20"/>
                      <a:pt x="5114" y="13"/>
                    </a:cubicBezTo>
                    <a:cubicBezTo>
                      <a:pt x="5128" y="16"/>
                      <a:pt x="5142" y="19"/>
                      <a:pt x="5110" y="21"/>
                    </a:cubicBezTo>
                    <a:cubicBezTo>
                      <a:pt x="5061" y="21"/>
                      <a:pt x="4978" y="10"/>
                      <a:pt x="4934" y="19"/>
                    </a:cubicBezTo>
                    <a:cubicBezTo>
                      <a:pt x="4928" y="18"/>
                      <a:pt x="4925" y="17"/>
                      <a:pt x="4925" y="16"/>
                    </a:cubicBezTo>
                    <a:cubicBezTo>
                      <a:pt x="4888" y="19"/>
                      <a:pt x="4804" y="20"/>
                      <a:pt x="4781" y="24"/>
                    </a:cubicBezTo>
                    <a:cubicBezTo>
                      <a:pt x="4747" y="8"/>
                      <a:pt x="4549" y="32"/>
                      <a:pt x="4550" y="16"/>
                    </a:cubicBezTo>
                    <a:lnTo>
                      <a:pt x="4435" y="17"/>
                    </a:lnTo>
                    <a:lnTo>
                      <a:pt x="4438" y="15"/>
                    </a:lnTo>
                    <a:cubicBezTo>
                      <a:pt x="4365" y="14"/>
                      <a:pt x="4339" y="18"/>
                      <a:pt x="4313" y="22"/>
                    </a:cubicBezTo>
                    <a:cubicBezTo>
                      <a:pt x="4296" y="20"/>
                      <a:pt x="4309" y="19"/>
                      <a:pt x="4310" y="18"/>
                    </a:cubicBezTo>
                    <a:cubicBezTo>
                      <a:pt x="4203" y="15"/>
                      <a:pt x="4192" y="15"/>
                      <a:pt x="4102" y="23"/>
                    </a:cubicBezTo>
                    <a:lnTo>
                      <a:pt x="4093" y="18"/>
                    </a:lnTo>
                    <a:cubicBezTo>
                      <a:pt x="4068" y="21"/>
                      <a:pt x="3938" y="10"/>
                      <a:pt x="3833" y="15"/>
                    </a:cubicBezTo>
                    <a:cubicBezTo>
                      <a:pt x="3834" y="15"/>
                      <a:pt x="3836" y="14"/>
                      <a:pt x="3844" y="13"/>
                    </a:cubicBezTo>
                    <a:cubicBezTo>
                      <a:pt x="3726" y="19"/>
                      <a:pt x="3561" y="0"/>
                      <a:pt x="3518" y="17"/>
                    </a:cubicBezTo>
                    <a:lnTo>
                      <a:pt x="3439" y="21"/>
                    </a:lnTo>
                    <a:cubicBezTo>
                      <a:pt x="3540" y="23"/>
                      <a:pt x="3424" y="29"/>
                      <a:pt x="3466" y="32"/>
                    </a:cubicBezTo>
                    <a:cubicBezTo>
                      <a:pt x="3426" y="33"/>
                      <a:pt x="3363" y="27"/>
                      <a:pt x="3412" y="26"/>
                    </a:cubicBezTo>
                    <a:lnTo>
                      <a:pt x="3420" y="27"/>
                    </a:lnTo>
                    <a:cubicBezTo>
                      <a:pt x="3438" y="17"/>
                      <a:pt x="3294" y="23"/>
                      <a:pt x="3297" y="16"/>
                    </a:cubicBezTo>
                    <a:cubicBezTo>
                      <a:pt x="3098" y="17"/>
                      <a:pt x="2904" y="11"/>
                      <a:pt x="2718" y="10"/>
                    </a:cubicBezTo>
                    <a:lnTo>
                      <a:pt x="2740" y="18"/>
                    </a:lnTo>
                    <a:lnTo>
                      <a:pt x="2675" y="17"/>
                    </a:lnTo>
                    <a:cubicBezTo>
                      <a:pt x="2658" y="15"/>
                      <a:pt x="2652" y="11"/>
                      <a:pt x="2698" y="12"/>
                    </a:cubicBezTo>
                    <a:cubicBezTo>
                      <a:pt x="2674" y="8"/>
                      <a:pt x="2620" y="15"/>
                      <a:pt x="2619" y="17"/>
                    </a:cubicBezTo>
                    <a:cubicBezTo>
                      <a:pt x="2528" y="14"/>
                      <a:pt x="2655" y="9"/>
                      <a:pt x="2627" y="9"/>
                    </a:cubicBezTo>
                    <a:lnTo>
                      <a:pt x="2589" y="9"/>
                    </a:lnTo>
                    <a:lnTo>
                      <a:pt x="2597" y="9"/>
                    </a:lnTo>
                    <a:cubicBezTo>
                      <a:pt x="2567" y="12"/>
                      <a:pt x="2564" y="15"/>
                      <a:pt x="2508" y="15"/>
                    </a:cubicBezTo>
                    <a:cubicBezTo>
                      <a:pt x="2473" y="13"/>
                      <a:pt x="2490" y="10"/>
                      <a:pt x="2476" y="10"/>
                    </a:cubicBezTo>
                    <a:cubicBezTo>
                      <a:pt x="2477" y="10"/>
                      <a:pt x="2472" y="9"/>
                      <a:pt x="2455" y="10"/>
                    </a:cubicBezTo>
                    <a:lnTo>
                      <a:pt x="2373" y="9"/>
                    </a:lnTo>
                    <a:lnTo>
                      <a:pt x="2406" y="15"/>
                    </a:lnTo>
                    <a:cubicBezTo>
                      <a:pt x="2370" y="18"/>
                      <a:pt x="2329" y="15"/>
                      <a:pt x="2367" y="21"/>
                    </a:cubicBezTo>
                    <a:cubicBezTo>
                      <a:pt x="2311" y="11"/>
                      <a:pt x="2062" y="17"/>
                      <a:pt x="2028" y="14"/>
                    </a:cubicBezTo>
                    <a:cubicBezTo>
                      <a:pt x="1977" y="18"/>
                      <a:pt x="1927" y="18"/>
                      <a:pt x="1864" y="17"/>
                    </a:cubicBezTo>
                    <a:cubicBezTo>
                      <a:pt x="1880" y="19"/>
                      <a:pt x="1889" y="25"/>
                      <a:pt x="1836" y="24"/>
                    </a:cubicBezTo>
                    <a:cubicBezTo>
                      <a:pt x="1855" y="11"/>
                      <a:pt x="1737" y="18"/>
                      <a:pt x="1694" y="9"/>
                    </a:cubicBezTo>
                    <a:cubicBezTo>
                      <a:pt x="1733" y="15"/>
                      <a:pt x="1542" y="10"/>
                      <a:pt x="1603" y="19"/>
                    </a:cubicBezTo>
                    <a:cubicBezTo>
                      <a:pt x="1558" y="18"/>
                      <a:pt x="1600" y="14"/>
                      <a:pt x="1566" y="11"/>
                    </a:cubicBezTo>
                    <a:cubicBezTo>
                      <a:pt x="1460" y="16"/>
                      <a:pt x="1331" y="8"/>
                      <a:pt x="1200" y="9"/>
                    </a:cubicBezTo>
                    <a:cubicBezTo>
                      <a:pt x="1198" y="11"/>
                      <a:pt x="1220" y="13"/>
                      <a:pt x="1192" y="16"/>
                    </a:cubicBezTo>
                    <a:lnTo>
                      <a:pt x="1122" y="8"/>
                    </a:lnTo>
                    <a:cubicBezTo>
                      <a:pt x="1096" y="9"/>
                      <a:pt x="1098" y="17"/>
                      <a:pt x="1051" y="11"/>
                    </a:cubicBezTo>
                    <a:cubicBezTo>
                      <a:pt x="1058" y="13"/>
                      <a:pt x="1068" y="15"/>
                      <a:pt x="1050" y="15"/>
                    </a:cubicBezTo>
                    <a:cubicBezTo>
                      <a:pt x="792" y="7"/>
                      <a:pt x="524" y="22"/>
                      <a:pt x="262" y="7"/>
                    </a:cubicBezTo>
                    <a:cubicBezTo>
                      <a:pt x="297" y="9"/>
                      <a:pt x="274" y="10"/>
                      <a:pt x="247" y="10"/>
                    </a:cubicBezTo>
                    <a:cubicBezTo>
                      <a:pt x="264" y="11"/>
                      <a:pt x="246" y="14"/>
                      <a:pt x="250" y="17"/>
                    </a:cubicBezTo>
                    <a:lnTo>
                      <a:pt x="140" y="10"/>
                    </a:lnTo>
                    <a:cubicBezTo>
                      <a:pt x="120" y="17"/>
                      <a:pt x="23" y="10"/>
                      <a:pt x="11" y="17"/>
                    </a:cubicBezTo>
                    <a:lnTo>
                      <a:pt x="46" y="15"/>
                    </a:lnTo>
                    <a:cubicBezTo>
                      <a:pt x="0" y="23"/>
                      <a:pt x="111" y="32"/>
                      <a:pt x="104" y="42"/>
                    </a:cubicBezTo>
                    <a:cubicBezTo>
                      <a:pt x="156" y="33"/>
                      <a:pt x="240" y="55"/>
                      <a:pt x="325" y="43"/>
                    </a:cubicBezTo>
                    <a:cubicBezTo>
                      <a:pt x="344" y="45"/>
                      <a:pt x="309" y="46"/>
                      <a:pt x="319" y="48"/>
                    </a:cubicBezTo>
                    <a:cubicBezTo>
                      <a:pt x="340" y="44"/>
                      <a:pt x="366" y="43"/>
                      <a:pt x="414" y="45"/>
                    </a:cubicBezTo>
                    <a:lnTo>
                      <a:pt x="409" y="46"/>
                    </a:lnTo>
                    <a:cubicBezTo>
                      <a:pt x="544" y="45"/>
                      <a:pt x="602" y="49"/>
                      <a:pt x="754" y="52"/>
                    </a:cubicBezTo>
                    <a:lnTo>
                      <a:pt x="742" y="47"/>
                    </a:lnTo>
                    <a:cubicBezTo>
                      <a:pt x="775" y="48"/>
                      <a:pt x="782" y="49"/>
                      <a:pt x="797" y="50"/>
                    </a:cubicBezTo>
                    <a:cubicBezTo>
                      <a:pt x="835" y="43"/>
                      <a:pt x="706" y="50"/>
                      <a:pt x="740" y="42"/>
                    </a:cubicBezTo>
                    <a:cubicBezTo>
                      <a:pt x="783" y="52"/>
                      <a:pt x="970" y="42"/>
                      <a:pt x="999" y="53"/>
                    </a:cubicBezTo>
                    <a:cubicBezTo>
                      <a:pt x="1049" y="54"/>
                      <a:pt x="984" y="48"/>
                      <a:pt x="1034" y="48"/>
                    </a:cubicBezTo>
                    <a:lnTo>
                      <a:pt x="1048" y="51"/>
                    </a:lnTo>
                    <a:lnTo>
                      <a:pt x="1060" y="47"/>
                    </a:lnTo>
                    <a:cubicBezTo>
                      <a:pt x="1093" y="48"/>
                      <a:pt x="1110" y="52"/>
                      <a:pt x="1111" y="54"/>
                    </a:cubicBezTo>
                    <a:cubicBezTo>
                      <a:pt x="1103" y="54"/>
                      <a:pt x="1088" y="55"/>
                      <a:pt x="1080" y="55"/>
                    </a:cubicBezTo>
                    <a:cubicBezTo>
                      <a:pt x="1122" y="59"/>
                      <a:pt x="1200" y="54"/>
                      <a:pt x="1215" y="55"/>
                    </a:cubicBezTo>
                    <a:lnTo>
                      <a:pt x="1166" y="53"/>
                    </a:lnTo>
                    <a:cubicBezTo>
                      <a:pt x="1303" y="50"/>
                      <a:pt x="1470" y="55"/>
                      <a:pt x="1603" y="49"/>
                    </a:cubicBezTo>
                    <a:lnTo>
                      <a:pt x="1593" y="46"/>
                    </a:lnTo>
                    <a:cubicBezTo>
                      <a:pt x="1694" y="42"/>
                      <a:pt x="1674" y="49"/>
                      <a:pt x="1784" y="47"/>
                    </a:cubicBezTo>
                    <a:lnTo>
                      <a:pt x="1780" y="48"/>
                    </a:lnTo>
                    <a:cubicBezTo>
                      <a:pt x="1803" y="45"/>
                      <a:pt x="1832" y="44"/>
                      <a:pt x="1863" y="45"/>
                    </a:cubicBezTo>
                    <a:cubicBezTo>
                      <a:pt x="1835" y="47"/>
                      <a:pt x="1915" y="50"/>
                      <a:pt x="1879" y="53"/>
                    </a:cubicBezTo>
                    <a:cubicBezTo>
                      <a:pt x="1988" y="48"/>
                      <a:pt x="1933" y="49"/>
                      <a:pt x="2005" y="41"/>
                    </a:cubicBezTo>
                    <a:lnTo>
                      <a:pt x="2022" y="45"/>
                    </a:lnTo>
                    <a:cubicBezTo>
                      <a:pt x="2046" y="41"/>
                      <a:pt x="2048" y="40"/>
                      <a:pt x="2104" y="39"/>
                    </a:cubicBezTo>
                    <a:cubicBezTo>
                      <a:pt x="2058" y="42"/>
                      <a:pt x="2139" y="44"/>
                      <a:pt x="2088" y="49"/>
                    </a:cubicBezTo>
                    <a:cubicBezTo>
                      <a:pt x="2205" y="57"/>
                      <a:pt x="2261" y="41"/>
                      <a:pt x="2314" y="53"/>
                    </a:cubicBezTo>
                    <a:cubicBezTo>
                      <a:pt x="2368" y="42"/>
                      <a:pt x="2214" y="47"/>
                      <a:pt x="2244" y="45"/>
                    </a:cubicBezTo>
                    <a:cubicBezTo>
                      <a:pt x="2219" y="41"/>
                      <a:pt x="2288" y="37"/>
                      <a:pt x="2324" y="38"/>
                    </a:cubicBezTo>
                    <a:cubicBezTo>
                      <a:pt x="2361" y="38"/>
                      <a:pt x="2387" y="51"/>
                      <a:pt x="2481" y="51"/>
                    </a:cubicBezTo>
                    <a:cubicBezTo>
                      <a:pt x="2471" y="51"/>
                      <a:pt x="2471" y="52"/>
                      <a:pt x="2461" y="52"/>
                    </a:cubicBezTo>
                    <a:cubicBezTo>
                      <a:pt x="2496" y="55"/>
                      <a:pt x="2530" y="48"/>
                      <a:pt x="2573" y="53"/>
                    </a:cubicBezTo>
                    <a:cubicBezTo>
                      <a:pt x="2597" y="47"/>
                      <a:pt x="2628" y="53"/>
                      <a:pt x="2635" y="45"/>
                    </a:cubicBezTo>
                    <a:lnTo>
                      <a:pt x="2550" y="47"/>
                    </a:lnTo>
                    <a:cubicBezTo>
                      <a:pt x="2598" y="45"/>
                      <a:pt x="2644" y="36"/>
                      <a:pt x="2724" y="40"/>
                    </a:cubicBezTo>
                    <a:cubicBezTo>
                      <a:pt x="2718" y="42"/>
                      <a:pt x="2694" y="44"/>
                      <a:pt x="2677" y="45"/>
                    </a:cubicBezTo>
                    <a:cubicBezTo>
                      <a:pt x="2701" y="48"/>
                      <a:pt x="2722" y="44"/>
                      <a:pt x="2747" y="46"/>
                    </a:cubicBezTo>
                    <a:cubicBezTo>
                      <a:pt x="2740" y="54"/>
                      <a:pt x="2643" y="48"/>
                      <a:pt x="2591" y="54"/>
                    </a:cubicBezTo>
                    <a:cubicBezTo>
                      <a:pt x="2616" y="57"/>
                      <a:pt x="2689" y="48"/>
                      <a:pt x="2663" y="57"/>
                    </a:cubicBezTo>
                    <a:cubicBezTo>
                      <a:pt x="2700" y="46"/>
                      <a:pt x="2755" y="58"/>
                      <a:pt x="2818" y="50"/>
                    </a:cubicBezTo>
                    <a:lnTo>
                      <a:pt x="2814" y="55"/>
                    </a:lnTo>
                    <a:cubicBezTo>
                      <a:pt x="2824" y="54"/>
                      <a:pt x="2845" y="52"/>
                      <a:pt x="2863" y="52"/>
                    </a:cubicBezTo>
                    <a:lnTo>
                      <a:pt x="2830" y="58"/>
                    </a:lnTo>
                    <a:cubicBezTo>
                      <a:pt x="2881" y="53"/>
                      <a:pt x="2928" y="63"/>
                      <a:pt x="2977" y="60"/>
                    </a:cubicBezTo>
                    <a:cubicBezTo>
                      <a:pt x="2875" y="60"/>
                      <a:pt x="2954" y="54"/>
                      <a:pt x="2911" y="51"/>
                    </a:cubicBezTo>
                    <a:cubicBezTo>
                      <a:pt x="3038" y="45"/>
                      <a:pt x="2984" y="64"/>
                      <a:pt x="3126" y="62"/>
                    </a:cubicBezTo>
                    <a:cubicBezTo>
                      <a:pt x="3107" y="62"/>
                      <a:pt x="3054" y="58"/>
                      <a:pt x="3084" y="56"/>
                    </a:cubicBezTo>
                    <a:cubicBezTo>
                      <a:pt x="3111" y="57"/>
                      <a:pt x="3146" y="59"/>
                      <a:pt x="3163" y="62"/>
                    </a:cubicBezTo>
                    <a:cubicBezTo>
                      <a:pt x="3257" y="61"/>
                      <a:pt x="3149" y="57"/>
                      <a:pt x="3189" y="54"/>
                    </a:cubicBezTo>
                    <a:cubicBezTo>
                      <a:pt x="3221" y="60"/>
                      <a:pt x="3235" y="52"/>
                      <a:pt x="3276" y="50"/>
                    </a:cubicBezTo>
                    <a:lnTo>
                      <a:pt x="3276" y="55"/>
                    </a:lnTo>
                    <a:cubicBezTo>
                      <a:pt x="3384" y="58"/>
                      <a:pt x="3305" y="45"/>
                      <a:pt x="3401" y="49"/>
                    </a:cubicBezTo>
                    <a:lnTo>
                      <a:pt x="3361" y="55"/>
                    </a:lnTo>
                    <a:lnTo>
                      <a:pt x="3411" y="54"/>
                    </a:lnTo>
                    <a:lnTo>
                      <a:pt x="3400" y="59"/>
                    </a:lnTo>
                    <a:cubicBezTo>
                      <a:pt x="3455" y="55"/>
                      <a:pt x="3472" y="56"/>
                      <a:pt x="3526" y="58"/>
                    </a:cubicBezTo>
                    <a:cubicBezTo>
                      <a:pt x="3513" y="54"/>
                      <a:pt x="3533" y="49"/>
                      <a:pt x="3580" y="49"/>
                    </a:cubicBezTo>
                    <a:cubicBezTo>
                      <a:pt x="3613" y="52"/>
                      <a:pt x="3562" y="54"/>
                      <a:pt x="3630" y="53"/>
                    </a:cubicBezTo>
                    <a:cubicBezTo>
                      <a:pt x="3614" y="56"/>
                      <a:pt x="3598" y="60"/>
                      <a:pt x="3568" y="55"/>
                    </a:cubicBezTo>
                    <a:cubicBezTo>
                      <a:pt x="3565" y="57"/>
                      <a:pt x="3553" y="58"/>
                      <a:pt x="3550" y="60"/>
                    </a:cubicBezTo>
                    <a:cubicBezTo>
                      <a:pt x="3585" y="63"/>
                      <a:pt x="3638" y="61"/>
                      <a:pt x="3662" y="61"/>
                    </a:cubicBezTo>
                    <a:cubicBezTo>
                      <a:pt x="3653" y="61"/>
                      <a:pt x="3642" y="60"/>
                      <a:pt x="3636" y="60"/>
                    </a:cubicBezTo>
                    <a:lnTo>
                      <a:pt x="3734" y="53"/>
                    </a:lnTo>
                    <a:cubicBezTo>
                      <a:pt x="3749" y="55"/>
                      <a:pt x="3737" y="56"/>
                      <a:pt x="3725" y="58"/>
                    </a:cubicBezTo>
                    <a:cubicBezTo>
                      <a:pt x="3744" y="57"/>
                      <a:pt x="3758" y="55"/>
                      <a:pt x="3787" y="55"/>
                    </a:cubicBezTo>
                    <a:cubicBezTo>
                      <a:pt x="3780" y="59"/>
                      <a:pt x="3781" y="63"/>
                      <a:pt x="3740" y="65"/>
                    </a:cubicBezTo>
                    <a:lnTo>
                      <a:pt x="3833" y="60"/>
                    </a:lnTo>
                    <a:cubicBezTo>
                      <a:pt x="3839" y="62"/>
                      <a:pt x="3881" y="65"/>
                      <a:pt x="3869" y="67"/>
                    </a:cubicBezTo>
                    <a:cubicBezTo>
                      <a:pt x="3920" y="69"/>
                      <a:pt x="3995" y="59"/>
                      <a:pt x="4064" y="62"/>
                    </a:cubicBezTo>
                    <a:cubicBezTo>
                      <a:pt x="4067" y="62"/>
                      <a:pt x="4074" y="61"/>
                      <a:pt x="4089" y="60"/>
                    </a:cubicBezTo>
                    <a:cubicBezTo>
                      <a:pt x="4153" y="62"/>
                      <a:pt x="4210" y="67"/>
                      <a:pt x="4286" y="61"/>
                    </a:cubicBezTo>
                    <a:lnTo>
                      <a:pt x="4329" y="68"/>
                    </a:lnTo>
                    <a:cubicBezTo>
                      <a:pt x="4389" y="67"/>
                      <a:pt x="4271" y="59"/>
                      <a:pt x="4370" y="57"/>
                    </a:cubicBezTo>
                    <a:cubicBezTo>
                      <a:pt x="4440" y="55"/>
                      <a:pt x="4396" y="63"/>
                      <a:pt x="4421" y="65"/>
                    </a:cubicBezTo>
                    <a:cubicBezTo>
                      <a:pt x="4456" y="62"/>
                      <a:pt x="4517" y="54"/>
                      <a:pt x="4581" y="60"/>
                    </a:cubicBezTo>
                    <a:cubicBezTo>
                      <a:pt x="4560" y="62"/>
                      <a:pt x="4543" y="60"/>
                      <a:pt x="4523" y="61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800" dirty="0">
                  <a:ln>
                    <a:noFill/>
                  </a:ln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12E1348-3284-07DE-E0C8-D988093B0544}"/>
                  </a:ext>
                </a:extLst>
              </p:cNvPr>
              <p:cNvSpPr txBox="1"/>
              <p:nvPr/>
            </p:nvSpPr>
            <p:spPr>
              <a:xfrm>
                <a:off x="11313641" y="611138"/>
                <a:ext cx="691215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0" dirty="0">
                    <a:solidFill>
                      <a:srgbClr val="FFC000"/>
                    </a:solidFill>
                    <a:latin typeface="Chalkduster" panose="03050602040202020205" pitchFamily="66" charset="77"/>
                  </a:rPr>
                  <a:t>?</a:t>
                </a:r>
              </a:p>
            </p:txBody>
          </p:sp>
          <p:pic>
            <p:nvPicPr>
              <p:cNvPr id="64" name="Graphic 63" descr="Atom with solid fill">
                <a:extLst>
                  <a:ext uri="{FF2B5EF4-FFF2-40B4-BE49-F238E27FC236}">
                    <a16:creationId xmlns:a16="http://schemas.microsoft.com/office/drawing/2014/main" id="{5FD7E20D-0582-BE4B-10E1-76B734FE31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8276554" y="681148"/>
                <a:ext cx="914400" cy="914400"/>
              </a:xfrm>
              <a:prstGeom prst="rect">
                <a:avLst/>
              </a:prstGeom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765974F1-9052-290E-2AA0-BEC051EA83A3}"/>
                  </a:ext>
                </a:extLst>
              </p:cNvPr>
              <p:cNvSpPr/>
              <p:nvPr/>
            </p:nvSpPr>
            <p:spPr>
              <a:xfrm>
                <a:off x="63860" y="2324579"/>
                <a:ext cx="2432782" cy="6739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𝑎𝑣𝑔</m:t>
                          </m:r>
                        </m:sub>
                      </m:sSub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           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765974F1-9052-290E-2AA0-BEC051EA83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60" y="2324579"/>
                <a:ext cx="2432782" cy="67390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9A683A52-EC3D-A0CB-C6FA-97B4EC65BE21}"/>
                  </a:ext>
                </a:extLst>
              </p:cNvPr>
              <p:cNvSpPr/>
              <p:nvPr/>
            </p:nvSpPr>
            <p:spPr>
              <a:xfrm>
                <a:off x="1256640" y="1530086"/>
                <a:ext cx="1253933" cy="9734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IN" sz="2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9A683A52-EC3D-A0CB-C6FA-97B4EC65BE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640" y="1530086"/>
                <a:ext cx="1253933" cy="97347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0E4895AB-ABB5-BE73-DE9A-663802B19C58}"/>
                  </a:ext>
                </a:extLst>
              </p:cNvPr>
              <p:cNvSpPr/>
              <p:nvPr/>
            </p:nvSpPr>
            <p:spPr>
              <a:xfrm>
                <a:off x="1426462" y="2631993"/>
                <a:ext cx="914288" cy="9734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0E4895AB-ABB5-BE73-DE9A-663802B19C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6462" y="2631993"/>
                <a:ext cx="914288" cy="97347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505FCB78-8B3B-5495-3FD3-FDD9B8CECCB3}"/>
                  </a:ext>
                </a:extLst>
              </p:cNvPr>
              <p:cNvSpPr/>
              <p:nvPr/>
            </p:nvSpPr>
            <p:spPr>
              <a:xfrm>
                <a:off x="1165132" y="4545247"/>
                <a:ext cx="129131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505FCB78-8B3B-5495-3FD3-FDD9B8CECC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132" y="4545247"/>
                <a:ext cx="1291316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8F6FE480-6E1A-439B-1756-0BFA5C6465C4}"/>
                  </a:ext>
                </a:extLst>
              </p:cNvPr>
              <p:cNvSpPr/>
              <p:nvPr/>
            </p:nvSpPr>
            <p:spPr>
              <a:xfrm>
                <a:off x="231104" y="4050324"/>
                <a:ext cx="360983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2800" i="0" dirty="0">
                    <a:solidFill>
                      <a:srgbClr val="FFFFFF"/>
                    </a:solidFill>
                    <a:latin typeface="+mj-lt"/>
                  </a:rPr>
                  <a:t>Area under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8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8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800" i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nor/>
                      </m:rPr>
                      <a:rPr lang="en-IN" sz="28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 </m:t>
                    </m:r>
                  </m:oMath>
                </a14:m>
                <a:r>
                  <a:rPr lang="en-IN" sz="2800" i="0" dirty="0">
                    <a:solidFill>
                      <a:srgbClr val="FFFFFF"/>
                    </a:solidFill>
                    <a:latin typeface="+mj-lt"/>
                  </a:rPr>
                  <a:t>curve</a:t>
                </a:r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8F6FE480-6E1A-439B-1756-0BFA5C6465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104" y="4050324"/>
                <a:ext cx="3609834" cy="523220"/>
              </a:xfrm>
              <a:prstGeom prst="rect">
                <a:avLst/>
              </a:prstGeom>
              <a:blipFill>
                <a:blip r:embed="rId17"/>
                <a:stretch>
                  <a:fillRect l="-3547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5EE2480F-7A39-0F72-2B3D-6E34C4FA94F9}"/>
                  </a:ext>
                </a:extLst>
              </p:cNvPr>
              <p:cNvSpPr/>
              <p:nvPr/>
            </p:nvSpPr>
            <p:spPr>
              <a:xfrm>
                <a:off x="-83183" y="4249845"/>
                <a:ext cx="3799951" cy="5908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</m:t>
                          </m:r>
                        </m:num>
                        <m:den>
                          <m:r>
                            <a:rPr lang="en-IN" sz="24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5EE2480F-7A39-0F72-2B3D-6E34C4FA94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3183" y="4249845"/>
                <a:ext cx="3799951" cy="59080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4987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042" y="0"/>
            <a:ext cx="321222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RMS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29226" y="1019880"/>
                <a:ext cx="300531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≫</m:t>
                      </m:r>
                      <m:r>
                        <a:rPr lang="en-IN" sz="2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𝐹𝑜𝑟</m:t>
                      </m:r>
                      <m:r>
                        <m:rPr>
                          <m:nor/>
                        </m:rPr>
                        <a:rPr lang="en-IN" sz="2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...</m:t>
                      </m:r>
                    </m:oMath>
                  </m:oMathPara>
                </a14:m>
                <a:endParaRPr lang="en-IN" sz="2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226" y="1019880"/>
                <a:ext cx="300531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50783" y="1567663"/>
                <a:ext cx="4328685" cy="13653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𝑟𝑚𝑠</m:t>
                          </m:r>
                        </m:sub>
                      </m:sSub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2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2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2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IN" sz="2800" i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IN" sz="2800" i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+...</m:t>
                              </m:r>
                            </m:num>
                            <m:den>
                              <m: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83" y="1567663"/>
                <a:ext cx="4328685" cy="13653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08843" y="4372693"/>
                <a:ext cx="3865417" cy="13653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𝑟𝑚𝑠</m:t>
                          </m:r>
                        </m:sub>
                      </m:sSub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800" i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sz="2800" i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800" i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800" i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IN" sz="2800" i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800" i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800" i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IN" sz="2800" i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sz="2800" i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843" y="4372693"/>
                <a:ext cx="3865417" cy="13653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5036347" y="1121757"/>
                <a:ext cx="265688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≫</m:t>
                      </m:r>
                      <m:r>
                        <a:rPr lang="en-IN" sz="2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𝐹𝑜𝑟</m:t>
                      </m:r>
                      <m:r>
                        <m:rPr>
                          <m:nor/>
                        </m:rPr>
                        <a:rPr lang="en-IN" sz="2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IN" sz="2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IN" sz="28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347" y="1121757"/>
                <a:ext cx="265688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377852" y="1644977"/>
                <a:ext cx="3351622" cy="30603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𝑟𝑚𝑠</m:t>
                          </m:r>
                        </m:sub>
                      </m:sSub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en-IN" sz="2800" b="0" i="1" smtClean="0">
                                      <a:solidFill>
                                        <a:srgbClr val="FFFFFF">
                                          <a:alpha val="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1" smtClean="0">
                                      <a:solidFill>
                                        <a:srgbClr val="FFFFFF">
                                          <a:alpha val="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</m:t>
                                  </m:r>
                                  <m:f>
                                    <m:fPr>
                                      <m:ctrlPr>
                                        <a:rPr lang="en-IN" sz="2800" b="0" i="1" smtClean="0">
                                          <a:solidFill>
                                            <a:srgbClr val="FFFFFF">
                                              <a:alpha val="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b="0" i="1" smtClean="0">
                                          <a:solidFill>
                                            <a:srgbClr val="FFFFFF">
                                              <a:alpha val="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num>
                                    <m:den>
                                      <m:r>
                                        <a:rPr lang="en-IN" sz="2800" b="0" i="1" smtClean="0">
                                          <a:solidFill>
                                            <a:srgbClr val="FFFFFF">
                                              <a:alpha val="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den>
                                  </m:f>
                                </m:num>
                                <m:den>
                                  <m:r>
                                    <a:rPr lang="en-IN" sz="2800" b="0" i="1" smtClean="0">
                                      <a:solidFill>
                                        <a:srgbClr val="FFFFFF">
                                          <a:alpha val="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           </m:t>
                                  </m:r>
                                  <m:f>
                                    <m:fPr>
                                      <m:ctrlPr>
                                        <a:rPr lang="en-IN" sz="2800" b="0" i="1" smtClean="0">
                                          <a:solidFill>
                                            <a:srgbClr val="FFFFFF">
                                              <a:alpha val="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b="0" i="1" smtClean="0">
                                          <a:solidFill>
                                            <a:srgbClr val="FFFFFF">
                                              <a:alpha val="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num>
                                    <m:den>
                                      <m:r>
                                        <a:rPr lang="en-IN" sz="2800" b="0" i="1" smtClean="0">
                                          <a:solidFill>
                                            <a:srgbClr val="FFFFFF">
                                              <a:alpha val="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den>
                                  </m:f>
                                  <m:r>
                                    <a:rPr lang="en-IN" sz="2800" b="0" i="1" smtClean="0">
                                      <a:solidFill>
                                        <a:srgbClr val="FFFFFF">
                                          <a:alpha val="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</m:num>
                            <m:den>
                              <m:f>
                                <m:fPr>
                                  <m:ctrlPr>
                                    <a:rPr lang="en-IN" sz="2800" i="1" smtClean="0">
                                      <a:solidFill>
                                        <a:srgbClr val="FFFFFF">
                                          <a:alpha val="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i="1">
                                      <a:solidFill>
                                        <a:srgbClr val="FFFFFF">
                                          <a:alpha val="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FFFFFF">
                                              <a:alpha val="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i="1">
                                          <a:solidFill>
                                            <a:srgbClr val="FFFFFF">
                                              <a:alpha val="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num>
                                    <m:den>
                                      <m:r>
                                        <a:rPr lang="en-IN" sz="2800" i="1">
                                          <a:solidFill>
                                            <a:srgbClr val="FFFFFF">
                                              <a:alpha val="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den>
                                  </m:f>
                                </m:num>
                                <m:den>
                                  <m:r>
                                    <a:rPr lang="en-IN" sz="2800" i="1">
                                      <a:solidFill>
                                        <a:srgbClr val="FFFFFF">
                                          <a:alpha val="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   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FFFFFF">
                                              <a:alpha val="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i="1">
                                          <a:solidFill>
                                            <a:srgbClr val="FFFFFF">
                                              <a:alpha val="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num>
                                    <m:den>
                                      <m:r>
                                        <a:rPr lang="en-IN" sz="2800" i="1">
                                          <a:solidFill>
                                            <a:srgbClr val="FFFFFF">
                                              <a:alpha val="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den>
                                  </m:f>
                                  <m:r>
                                    <a:rPr lang="en-IN" sz="2800" i="1">
                                      <a:solidFill>
                                        <a:srgbClr val="FFFFFF">
                                          <a:alpha val="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</m:den>
                          </m:f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7852" y="1644977"/>
                <a:ext cx="3351622" cy="30603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9651443" y="4505508"/>
                <a:ext cx="129131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1443" y="4505508"/>
                <a:ext cx="129131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urved Connector 12"/>
          <p:cNvCxnSpPr>
            <a:cxnSpLocks/>
            <a:endCxn id="12" idx="1"/>
          </p:cNvCxnSpPr>
          <p:nvPr/>
        </p:nvCxnSpPr>
        <p:spPr>
          <a:xfrm>
            <a:off x="8241503" y="4024623"/>
            <a:ext cx="1409940" cy="742495"/>
          </a:xfrm>
          <a:prstGeom prst="curvedConnector3">
            <a:avLst>
              <a:gd name="adj1" fmla="val 50000"/>
            </a:avLst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8889996" y="1567663"/>
                <a:ext cx="309475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𝐴𝑟𝑒𝑎</m:t>
                      </m:r>
                      <m:r>
                        <m:rPr>
                          <m:nor/>
                        </m:rPr>
                        <a:rPr lang="en-IN" sz="28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IN" sz="28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𝑢𝑛𝑑𝑒𝑟</m:t>
                      </m:r>
                      <m:r>
                        <m:rPr>
                          <m:nor/>
                        </m:rPr>
                        <a:rPr lang="en-IN" sz="28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IN" sz="2800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8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9996" y="1567663"/>
                <a:ext cx="3094758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urved Connector 15"/>
          <p:cNvCxnSpPr>
            <a:cxnSpLocks/>
            <a:stCxn id="19" idx="3"/>
            <a:endCxn id="14" idx="1"/>
          </p:cNvCxnSpPr>
          <p:nvPr/>
        </p:nvCxnSpPr>
        <p:spPr>
          <a:xfrm flipV="1">
            <a:off x="8524562" y="1829273"/>
            <a:ext cx="365434" cy="748346"/>
          </a:xfrm>
          <a:prstGeom prst="curvedConnector3">
            <a:avLst>
              <a:gd name="adj1" fmla="val 50000"/>
            </a:avLst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2A0D92D-124D-8D26-5FC0-C1ACD9DBB4D7}"/>
                  </a:ext>
                </a:extLst>
              </p:cNvPr>
              <p:cNvSpPr/>
              <p:nvPr/>
            </p:nvSpPr>
            <p:spPr>
              <a:xfrm>
                <a:off x="7092952" y="2090883"/>
                <a:ext cx="1431610" cy="9734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en-IN" sz="28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IN" sz="28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IN" sz="28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2A0D92D-124D-8D26-5FC0-C1ACD9DBB4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2952" y="2090883"/>
                <a:ext cx="1431610" cy="9734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CE23082-7625-B4CB-7EB2-6034C9E21038}"/>
                  </a:ext>
                </a:extLst>
              </p:cNvPr>
              <p:cNvSpPr/>
              <p:nvPr/>
            </p:nvSpPr>
            <p:spPr>
              <a:xfrm>
                <a:off x="7236084" y="3510261"/>
                <a:ext cx="914288" cy="9734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CE23082-7625-B4CB-7EB2-6034C9E210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084" y="3510261"/>
                <a:ext cx="914288" cy="97347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28408712-7607-6C32-4D2F-E3DEED4B4F88}"/>
              </a:ext>
            </a:extLst>
          </p:cNvPr>
          <p:cNvGrpSpPr/>
          <p:nvPr/>
        </p:nvGrpSpPr>
        <p:grpSpPr>
          <a:xfrm>
            <a:off x="130700" y="3252234"/>
            <a:ext cx="4439475" cy="1043837"/>
            <a:chOff x="130700" y="2823026"/>
            <a:chExt cx="4439475" cy="10438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D291EE07-2D18-ACCC-6CF3-4D56ED1EBFC7}"/>
                    </a:ext>
                  </a:extLst>
                </p:cNvPr>
                <p:cNvSpPr/>
                <p:nvPr/>
              </p:nvSpPr>
              <p:spPr>
                <a:xfrm>
                  <a:off x="1653992" y="2823026"/>
                  <a:ext cx="2916183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IN" sz="2800" b="0" i="0" dirty="0">
                      <a:solidFill>
                        <a:srgbClr val="FFFF00"/>
                      </a:solidFill>
                      <a:latin typeface="+mj-lt"/>
                    </a:rPr>
                    <a:t>Find RMS</a:t>
                  </a:r>
                  <a:r>
                    <a:rPr lang="en-IN" sz="2800" i="0" dirty="0">
                      <a:solidFill>
                        <a:srgbClr val="FFFF00"/>
                      </a:solidFill>
                      <a:latin typeface="+mj-lt"/>
                    </a:rPr>
                    <a:t> of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IN" sz="28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2,3,10</m:t>
                      </m:r>
                    </m:oMath>
                  </a14:m>
                  <a:endParaRPr lang="en-IN" sz="2800" dirty="0">
                    <a:solidFill>
                      <a:srgbClr val="FFFF00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D291EE07-2D18-ACCC-6CF3-4D56ED1EBF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3992" y="2823026"/>
                  <a:ext cx="2916183" cy="523220"/>
                </a:xfrm>
                <a:prstGeom prst="rect">
                  <a:avLst/>
                </a:prstGeom>
                <a:blipFill>
                  <a:blip r:embed="rId12"/>
                  <a:stretch>
                    <a:fillRect l="-4175" t="-11765" b="-3411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FE7EEC3-317B-E0F9-3EAA-70FEEC810CD8}"/>
                </a:ext>
              </a:extLst>
            </p:cNvPr>
            <p:cNvSpPr/>
            <p:nvPr/>
          </p:nvSpPr>
          <p:spPr>
            <a:xfrm>
              <a:off x="130700" y="2823026"/>
              <a:ext cx="1541576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Question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807313E-4930-3349-95DE-7DCB245C0DF6}"/>
                </a:ext>
              </a:extLst>
            </p:cNvPr>
            <p:cNvSpPr/>
            <p:nvPr/>
          </p:nvSpPr>
          <p:spPr>
            <a:xfrm>
              <a:off x="139071" y="3343643"/>
              <a:ext cx="1475084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Solution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84DDB9A-AA47-F804-443D-0FF324B91791}"/>
              </a:ext>
            </a:extLst>
          </p:cNvPr>
          <p:cNvSpPr/>
          <p:nvPr/>
        </p:nvSpPr>
        <p:spPr>
          <a:xfrm>
            <a:off x="3216268" y="-23207"/>
            <a:ext cx="73098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i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</a:rPr>
              <a:t>[</a:t>
            </a:r>
            <a:r>
              <a:rPr lang="en-IN" sz="5400" b="1" i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</a:rPr>
              <a:t>Root Mean square</a:t>
            </a:r>
            <a:r>
              <a:rPr lang="en-US" sz="5400" b="1" i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</a:rPr>
              <a:t>]</a:t>
            </a:r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48B5E8D-8155-3355-0C07-C80E60B93211}"/>
                  </a:ext>
                </a:extLst>
              </p:cNvPr>
              <p:cNvSpPr/>
              <p:nvPr/>
            </p:nvSpPr>
            <p:spPr>
              <a:xfrm>
                <a:off x="1894934" y="1810766"/>
                <a:ext cx="2880724" cy="531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2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IN" sz="28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sz="2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IN" sz="28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IN" sz="2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IN" sz="28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+...</m:t>
                      </m:r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48B5E8D-8155-3355-0C07-C80E60B932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934" y="1810766"/>
                <a:ext cx="2880724" cy="53117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A63CD70-C2E9-8A75-C9FD-BCE4B9D23708}"/>
                  </a:ext>
                </a:extLst>
              </p:cNvPr>
              <p:cNvSpPr/>
              <p:nvPr/>
            </p:nvSpPr>
            <p:spPr>
              <a:xfrm>
                <a:off x="3094938" y="2324792"/>
                <a:ext cx="47936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A63CD70-C2E9-8A75-C9FD-BCE4B9D237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4938" y="2324792"/>
                <a:ext cx="479362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4966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  <p:bldP spid="11" grpId="0"/>
      <p:bldP spid="12" grpId="0"/>
      <p:bldP spid="14" grpId="0"/>
      <p:bldP spid="19" grpId="0"/>
      <p:bldP spid="20" grpId="0"/>
      <p:bldP spid="17" grpId="0"/>
      <p:bldP spid="18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6FF9CE5-178B-310A-E908-50063E2242BB}"/>
              </a:ext>
            </a:extLst>
          </p:cNvPr>
          <p:cNvGrpSpPr/>
          <p:nvPr/>
        </p:nvGrpSpPr>
        <p:grpSpPr>
          <a:xfrm>
            <a:off x="4503280" y="270610"/>
            <a:ext cx="5172418" cy="3730742"/>
            <a:chOff x="1466212" y="509943"/>
            <a:chExt cx="5172418" cy="373074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0205E08-1134-C32C-937D-814AB183849B}"/>
                </a:ext>
              </a:extLst>
            </p:cNvPr>
            <p:cNvGrpSpPr/>
            <p:nvPr/>
          </p:nvGrpSpPr>
          <p:grpSpPr>
            <a:xfrm>
              <a:off x="2960915" y="576835"/>
              <a:ext cx="3332387" cy="2446223"/>
              <a:chOff x="4863804" y="2519013"/>
              <a:chExt cx="3332387" cy="2446223"/>
            </a:xfrm>
          </p:grpSpPr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4D4AE0F7-7BF8-791F-485D-8327E371B42E}"/>
                  </a:ext>
                </a:extLst>
              </p:cNvPr>
              <p:cNvSpPr/>
              <p:nvPr/>
            </p:nvSpPr>
            <p:spPr>
              <a:xfrm>
                <a:off x="4863804" y="2547150"/>
                <a:ext cx="3332387" cy="2418086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0AA53370-5D60-97DE-BD15-7BA015C54C31}"/>
                  </a:ext>
                </a:extLst>
              </p:cNvPr>
              <p:cNvCxnSpPr/>
              <p:nvPr/>
            </p:nvCxnSpPr>
            <p:spPr>
              <a:xfrm flipV="1">
                <a:off x="5535643" y="2833452"/>
                <a:ext cx="0" cy="184666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B4EED9D1-E8F8-0F8F-2F90-D8C0C39A1767}"/>
                  </a:ext>
                </a:extLst>
              </p:cNvPr>
              <p:cNvCxnSpPr/>
              <p:nvPr/>
            </p:nvCxnSpPr>
            <p:spPr>
              <a:xfrm>
                <a:off x="5197315" y="4348282"/>
                <a:ext cx="294436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5300EC9F-BE61-67ED-9DD5-514607BA40D0}"/>
                  </a:ext>
                </a:extLst>
              </p:cNvPr>
              <p:cNvSpPr/>
              <p:nvPr/>
            </p:nvSpPr>
            <p:spPr>
              <a:xfrm>
                <a:off x="6543365" y="3035827"/>
                <a:ext cx="998505" cy="130314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Rectangle 50">
                    <a:extLst>
                      <a:ext uri="{FF2B5EF4-FFF2-40B4-BE49-F238E27FC236}">
                        <a16:creationId xmlns:a16="http://schemas.microsoft.com/office/drawing/2014/main" id="{176D2BA1-6036-DE74-B74D-7A7DEDED6E64}"/>
                      </a:ext>
                    </a:extLst>
                  </p:cNvPr>
                  <p:cNvSpPr/>
                  <p:nvPr/>
                </p:nvSpPr>
                <p:spPr>
                  <a:xfrm>
                    <a:off x="6351329" y="4370685"/>
                    <a:ext cx="36580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en-IN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Rectangle 2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51329" y="4370685"/>
                    <a:ext cx="365806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Rectangle 51">
                    <a:extLst>
                      <a:ext uri="{FF2B5EF4-FFF2-40B4-BE49-F238E27FC236}">
                        <a16:creationId xmlns:a16="http://schemas.microsoft.com/office/drawing/2014/main" id="{10BEEAA0-7421-DFBC-CFCF-7A488F45DAD9}"/>
                      </a:ext>
                    </a:extLst>
                  </p:cNvPr>
                  <p:cNvSpPr/>
                  <p:nvPr/>
                </p:nvSpPr>
                <p:spPr>
                  <a:xfrm>
                    <a:off x="7321321" y="4357591"/>
                    <a:ext cx="36580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oMath>
                      </m:oMathPara>
                    </a14:m>
                    <a:endParaRPr lang="en-IN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Rectangle 2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21321" y="4357591"/>
                    <a:ext cx="365806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Rectangle 52">
                    <a:extLst>
                      <a:ext uri="{FF2B5EF4-FFF2-40B4-BE49-F238E27FC236}">
                        <a16:creationId xmlns:a16="http://schemas.microsoft.com/office/drawing/2014/main" id="{725CEDF1-01EE-3BE4-001E-CCB1CB2A92D0}"/>
                      </a:ext>
                    </a:extLst>
                  </p:cNvPr>
                  <p:cNvSpPr/>
                  <p:nvPr/>
                </p:nvSpPr>
                <p:spPr>
                  <a:xfrm>
                    <a:off x="5002742" y="2519013"/>
                    <a:ext cx="38914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en-IN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Rectangle 2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02742" y="2519013"/>
                    <a:ext cx="389145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C6586BDD-4A61-3FE4-52EF-5293707F6419}"/>
                  </a:ext>
                </a:extLst>
              </p:cNvPr>
              <p:cNvCxnSpPr/>
              <p:nvPr/>
            </p:nvCxnSpPr>
            <p:spPr>
              <a:xfrm flipH="1">
                <a:off x="5544777" y="3035826"/>
                <a:ext cx="989455" cy="0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A84CC4E2-2F1D-5735-7CD7-37C2026F8C1C}"/>
                  </a:ext>
                </a:extLst>
              </p:cNvPr>
              <p:cNvSpPr/>
              <p:nvPr/>
            </p:nvSpPr>
            <p:spPr>
              <a:xfrm>
                <a:off x="5535643" y="3659313"/>
                <a:ext cx="998505" cy="67776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225862E2-A095-29F7-F454-8CEE7DFB66C3}"/>
                      </a:ext>
                    </a:extLst>
                  </p:cNvPr>
                  <p:cNvSpPr/>
                  <p:nvPr/>
                </p:nvSpPr>
                <p:spPr>
                  <a:xfrm>
                    <a:off x="5076106" y="3501955"/>
                    <a:ext cx="36580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en-IN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" name="Rectangle 2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76106" y="3501955"/>
                    <a:ext cx="365805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249EB04C-BBC9-72D9-6309-497519A684BE}"/>
                      </a:ext>
                    </a:extLst>
                  </p:cNvPr>
                  <p:cNvSpPr/>
                  <p:nvPr/>
                </p:nvSpPr>
                <p:spPr>
                  <a:xfrm>
                    <a:off x="4997064" y="2890011"/>
                    <a:ext cx="36580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oMath>
                      </m:oMathPara>
                    </a14:m>
                    <a:endParaRPr lang="en-IN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" name="Rectangle 1">
                    <a:extLst>
                      <a:ext uri="{FF2B5EF4-FFF2-40B4-BE49-F238E27FC236}">
                        <a16:creationId xmlns:a16="http://schemas.microsoft.com/office/drawing/2014/main" id="{3E521655-1D36-C609-BE8C-82575DF2C93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97064" y="2890011"/>
                    <a:ext cx="365805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D7F9224-7353-597E-85F6-D65621337EC8}"/>
                </a:ext>
              </a:extLst>
            </p:cNvPr>
            <p:cNvSpPr/>
            <p:nvPr/>
          </p:nvSpPr>
          <p:spPr>
            <a:xfrm>
              <a:off x="1466212" y="509943"/>
              <a:ext cx="1541576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Question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5B4C4CD-4332-892E-F501-8F5A1F9F9A5A}"/>
                </a:ext>
              </a:extLst>
            </p:cNvPr>
            <p:cNvSpPr/>
            <p:nvPr/>
          </p:nvSpPr>
          <p:spPr>
            <a:xfrm>
              <a:off x="1483514" y="3717465"/>
              <a:ext cx="1425390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Solution</a:t>
              </a:r>
            </a:p>
          </p:txBody>
        </p:sp>
        <p:sp>
          <p:nvSpPr>
            <p:cNvPr id="10" name="Freeform 62">
              <a:extLst>
                <a:ext uri="{FF2B5EF4-FFF2-40B4-BE49-F238E27FC236}">
                  <a16:creationId xmlns:a16="http://schemas.microsoft.com/office/drawing/2014/main" id="{BC4E1694-638B-8280-7D3E-47BAFB9370DC}"/>
                </a:ext>
              </a:extLst>
            </p:cNvPr>
            <p:cNvSpPr>
              <a:spLocks noEditPoints="1"/>
            </p:cNvSpPr>
            <p:nvPr/>
          </p:nvSpPr>
          <p:spPr bwMode="invGray">
            <a:xfrm flipV="1">
              <a:off x="1912266" y="3368206"/>
              <a:ext cx="4381036" cy="8726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 dirty="0">
                <a:ln>
                  <a:noFill/>
                </a:ln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14C95F0-BE79-6EA5-D1F9-8394B1A9E12E}"/>
                </a:ext>
              </a:extLst>
            </p:cNvPr>
            <p:cNvSpPr txBox="1"/>
            <p:nvPr/>
          </p:nvSpPr>
          <p:spPr>
            <a:xfrm>
              <a:off x="6184660" y="3056646"/>
              <a:ext cx="45397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FFC000"/>
                  </a:solidFill>
                  <a:latin typeface="Chalkduster" panose="03050602040202020205" pitchFamily="66" charset="77"/>
                </a:rPr>
                <a:t>?</a:t>
              </a:r>
            </a:p>
          </p:txBody>
        </p:sp>
        <p:pic>
          <p:nvPicPr>
            <p:cNvPr id="46" name="Graphic 45" descr="Atom with solid fill">
              <a:extLst>
                <a:ext uri="{FF2B5EF4-FFF2-40B4-BE49-F238E27FC236}">
                  <a16:creationId xmlns:a16="http://schemas.microsoft.com/office/drawing/2014/main" id="{4AFA4017-AB05-6ACC-8B46-16459369A3D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478578" y="2948710"/>
              <a:ext cx="914400" cy="914400"/>
            </a:xfrm>
            <a:prstGeom prst="rect">
              <a:avLst/>
            </a:prstGeom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1A67371-02D7-D9BD-AF4B-C9BC85F41369}"/>
              </a:ext>
            </a:extLst>
          </p:cNvPr>
          <p:cNvGrpSpPr/>
          <p:nvPr/>
        </p:nvGrpSpPr>
        <p:grpSpPr>
          <a:xfrm>
            <a:off x="4647951" y="4117586"/>
            <a:ext cx="3332387" cy="2418086"/>
            <a:chOff x="4863804" y="2547150"/>
            <a:chExt cx="3332387" cy="2418086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0105C6BB-3362-6628-C3CF-A82BC1B56C18}"/>
                </a:ext>
              </a:extLst>
            </p:cNvPr>
            <p:cNvSpPr/>
            <p:nvPr/>
          </p:nvSpPr>
          <p:spPr>
            <a:xfrm>
              <a:off x="4863804" y="2547150"/>
              <a:ext cx="3332387" cy="2418086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368808C1-5042-C30F-16D5-7383DDB6A72E}"/>
                </a:ext>
              </a:extLst>
            </p:cNvPr>
            <p:cNvCxnSpPr/>
            <p:nvPr/>
          </p:nvCxnSpPr>
          <p:spPr>
            <a:xfrm flipV="1">
              <a:off x="5535643" y="2833452"/>
              <a:ext cx="0" cy="184666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301DAD2D-3C06-67F8-26F7-FB3F8D3F4D16}"/>
                </a:ext>
              </a:extLst>
            </p:cNvPr>
            <p:cNvCxnSpPr/>
            <p:nvPr/>
          </p:nvCxnSpPr>
          <p:spPr>
            <a:xfrm>
              <a:off x="5197315" y="4348282"/>
              <a:ext cx="294436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92229E3F-B14C-20AE-05C5-802FC8E5F681}"/>
                </a:ext>
              </a:extLst>
            </p:cNvPr>
            <p:cNvSpPr/>
            <p:nvPr/>
          </p:nvSpPr>
          <p:spPr>
            <a:xfrm>
              <a:off x="6543365" y="3035827"/>
              <a:ext cx="998505" cy="13031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C27CD5CA-2E96-E1DB-661F-2FF71D8C23AF}"/>
                    </a:ext>
                  </a:extLst>
                </p:cNvPr>
                <p:cNvSpPr/>
                <p:nvPr/>
              </p:nvSpPr>
              <p:spPr>
                <a:xfrm>
                  <a:off x="6351329" y="4370685"/>
                  <a:ext cx="36580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IN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Rectangle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1329" y="4370685"/>
                  <a:ext cx="365806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94404F48-F370-927C-18AB-ED0CC2761BBF}"/>
                    </a:ext>
                  </a:extLst>
                </p:cNvPr>
                <p:cNvSpPr/>
                <p:nvPr/>
              </p:nvSpPr>
              <p:spPr>
                <a:xfrm>
                  <a:off x="7321321" y="4357591"/>
                  <a:ext cx="36580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IN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1321" y="4357591"/>
                  <a:ext cx="36580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750C32BA-4BAB-9FB5-3444-F69189145CA7}"/>
                    </a:ext>
                  </a:extLst>
                </p:cNvPr>
                <p:cNvSpPr/>
                <p:nvPr/>
              </p:nvSpPr>
              <p:spPr>
                <a:xfrm>
                  <a:off x="5043179" y="2571465"/>
                  <a:ext cx="50186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I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I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IN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E27EAC22-6A7A-3726-39EA-1816F428EB5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3179" y="2571465"/>
                  <a:ext cx="501869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76B1D0E2-DA7E-5917-8667-C4AD99B430FA}"/>
                </a:ext>
              </a:extLst>
            </p:cNvPr>
            <p:cNvCxnSpPr/>
            <p:nvPr/>
          </p:nvCxnSpPr>
          <p:spPr>
            <a:xfrm flipH="1">
              <a:off x="5544777" y="3035826"/>
              <a:ext cx="989455" cy="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78071AF2-69F1-8858-5EB4-D05E2A539C9E}"/>
                </a:ext>
              </a:extLst>
            </p:cNvPr>
            <p:cNvSpPr/>
            <p:nvPr/>
          </p:nvSpPr>
          <p:spPr>
            <a:xfrm>
              <a:off x="5535643" y="3659313"/>
              <a:ext cx="998505" cy="6777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E38C2ACD-1F91-E635-8064-1963F79DE9A0}"/>
                    </a:ext>
                  </a:extLst>
                </p:cNvPr>
                <p:cNvSpPr/>
                <p:nvPr/>
              </p:nvSpPr>
              <p:spPr>
                <a:xfrm>
                  <a:off x="5076106" y="3501955"/>
                  <a:ext cx="36580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IN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460B9CC5-23E9-2C37-D0B8-F083F45D97E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6106" y="3501955"/>
                  <a:ext cx="365805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4D6C170E-F042-AA81-D4C1-F57B929D8D6E}"/>
                    </a:ext>
                  </a:extLst>
                </p:cNvPr>
                <p:cNvSpPr/>
                <p:nvPr/>
              </p:nvSpPr>
              <p:spPr>
                <a:xfrm>
                  <a:off x="4997064" y="2890011"/>
                  <a:ext cx="49404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IN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23C5C147-67EB-858C-0AF3-1BE611F530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7064" y="2890011"/>
                  <a:ext cx="494046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E7456970-315E-BA67-2D43-CDBF133DDD31}"/>
                  </a:ext>
                </a:extLst>
              </p:cNvPr>
              <p:cNvSpPr/>
              <p:nvPr/>
            </p:nvSpPr>
            <p:spPr>
              <a:xfrm>
                <a:off x="8176796" y="3958595"/>
                <a:ext cx="3532762" cy="11835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4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𝑟𝑚𝑠</m:t>
                          </m:r>
                        </m:sub>
                      </m:sSub>
                      <m:r>
                        <a:rPr lang="en-IN" sz="24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4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IN" sz="24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𝐴𝑟𝑒𝑎</m:t>
                              </m:r>
                              <m:r>
                                <a:rPr lang="en-IN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IN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IN" sz="24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4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IN" sz="24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IN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IN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𝐵𝑎𝑠𝑒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IN" sz="2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E7456970-315E-BA67-2D43-CDBF133DDD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6796" y="3958595"/>
                <a:ext cx="3532762" cy="118352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Arrow: Right 70">
            <a:extLst>
              <a:ext uri="{FF2B5EF4-FFF2-40B4-BE49-F238E27FC236}">
                <a16:creationId xmlns:a16="http://schemas.microsoft.com/office/drawing/2014/main" id="{29A2F753-9810-6557-EB54-A171D3F25886}"/>
              </a:ext>
            </a:extLst>
          </p:cNvPr>
          <p:cNvSpPr/>
          <p:nvPr/>
        </p:nvSpPr>
        <p:spPr>
          <a:xfrm rot="5400000">
            <a:off x="6921514" y="3553778"/>
            <a:ext cx="259259" cy="280173"/>
          </a:xfrm>
          <a:prstGeom prst="rightArrow">
            <a:avLst/>
          </a:prstGeom>
          <a:noFill/>
          <a:ln>
            <a:solidFill>
              <a:srgbClr val="FFFF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94D64400-EC4C-92A9-E7A4-EDEEE175E160}"/>
              </a:ext>
            </a:extLst>
          </p:cNvPr>
          <p:cNvCxnSpPr/>
          <p:nvPr/>
        </p:nvCxnSpPr>
        <p:spPr>
          <a:xfrm>
            <a:off x="4387397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E834A3A7-3F88-AE64-6E57-557FCB486FB8}"/>
                  </a:ext>
                </a:extLst>
              </p:cNvPr>
              <p:cNvSpPr/>
              <p:nvPr/>
            </p:nvSpPr>
            <p:spPr>
              <a:xfrm>
                <a:off x="-46169" y="1278830"/>
                <a:ext cx="3351622" cy="30603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𝑟𝑚𝑠</m:t>
                          </m:r>
                        </m:sub>
                      </m:sSub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en-IN" sz="2800" b="0" i="1" smtClean="0">
                                      <a:solidFill>
                                        <a:srgbClr val="FFFFFF">
                                          <a:alpha val="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1" smtClean="0">
                                      <a:solidFill>
                                        <a:srgbClr val="FFFFFF">
                                          <a:alpha val="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</m:t>
                                  </m:r>
                                  <m:f>
                                    <m:fPr>
                                      <m:ctrlPr>
                                        <a:rPr lang="en-IN" sz="2800" b="0" i="1" smtClean="0">
                                          <a:solidFill>
                                            <a:srgbClr val="FFFFFF">
                                              <a:alpha val="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b="0" i="1" smtClean="0">
                                          <a:solidFill>
                                            <a:srgbClr val="FFFFFF">
                                              <a:alpha val="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num>
                                    <m:den>
                                      <m:r>
                                        <a:rPr lang="en-IN" sz="2800" b="0" i="1" smtClean="0">
                                          <a:solidFill>
                                            <a:srgbClr val="FFFFFF">
                                              <a:alpha val="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den>
                                  </m:f>
                                </m:num>
                                <m:den>
                                  <m:r>
                                    <a:rPr lang="en-IN" sz="2800" b="0" i="1" smtClean="0">
                                      <a:solidFill>
                                        <a:srgbClr val="FFFFFF">
                                          <a:alpha val="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           </m:t>
                                  </m:r>
                                  <m:f>
                                    <m:fPr>
                                      <m:ctrlPr>
                                        <a:rPr lang="en-IN" sz="2800" b="0" i="1" smtClean="0">
                                          <a:solidFill>
                                            <a:srgbClr val="FFFFFF">
                                              <a:alpha val="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b="0" i="1" smtClean="0">
                                          <a:solidFill>
                                            <a:srgbClr val="FFFFFF">
                                              <a:alpha val="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num>
                                    <m:den>
                                      <m:r>
                                        <a:rPr lang="en-IN" sz="2800" b="0" i="1" smtClean="0">
                                          <a:solidFill>
                                            <a:srgbClr val="FFFFFF">
                                              <a:alpha val="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den>
                                  </m:f>
                                  <m:r>
                                    <a:rPr lang="en-IN" sz="2800" b="0" i="1" smtClean="0">
                                      <a:solidFill>
                                        <a:srgbClr val="FFFFFF">
                                          <a:alpha val="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</m:num>
                            <m:den>
                              <m:f>
                                <m:fPr>
                                  <m:ctrlPr>
                                    <a:rPr lang="en-IN" sz="2800" i="1" smtClean="0">
                                      <a:solidFill>
                                        <a:srgbClr val="FFFFFF">
                                          <a:alpha val="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i="1">
                                      <a:solidFill>
                                        <a:srgbClr val="FFFFFF">
                                          <a:alpha val="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FFFFFF">
                                              <a:alpha val="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i="1">
                                          <a:solidFill>
                                            <a:srgbClr val="FFFFFF">
                                              <a:alpha val="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num>
                                    <m:den>
                                      <m:r>
                                        <a:rPr lang="en-IN" sz="2800" i="1">
                                          <a:solidFill>
                                            <a:srgbClr val="FFFFFF">
                                              <a:alpha val="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den>
                                  </m:f>
                                </m:num>
                                <m:den>
                                  <m:r>
                                    <a:rPr lang="en-IN" sz="2800" i="1">
                                      <a:solidFill>
                                        <a:srgbClr val="FFFFFF">
                                          <a:alpha val="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   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FFFFFF">
                                              <a:alpha val="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i="1">
                                          <a:solidFill>
                                            <a:srgbClr val="FFFFFF">
                                              <a:alpha val="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num>
                                    <m:den>
                                      <m:r>
                                        <a:rPr lang="en-IN" sz="2800" i="1">
                                          <a:solidFill>
                                            <a:srgbClr val="FFFFFF">
                                              <a:alpha val="0"/>
                                            </a:srgb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den>
                                  </m:f>
                                  <m:r>
                                    <a:rPr lang="en-IN" sz="2800" i="1">
                                      <a:solidFill>
                                        <a:srgbClr val="FFFFFF">
                                          <a:alpha val="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</m:den>
                          </m:f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E834A3A7-3F88-AE64-6E57-557FCB486F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6169" y="1278830"/>
                <a:ext cx="3351622" cy="306039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57786076-2E7F-0D5C-E265-87DF483A6B85}"/>
                  </a:ext>
                </a:extLst>
              </p:cNvPr>
              <p:cNvSpPr/>
              <p:nvPr/>
            </p:nvSpPr>
            <p:spPr>
              <a:xfrm>
                <a:off x="1668931" y="1724736"/>
                <a:ext cx="1431610" cy="9734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en-IN" sz="28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IN" sz="28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IN" sz="28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57786076-2E7F-0D5C-E265-87DF483A6B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931" y="1724736"/>
                <a:ext cx="1431610" cy="97347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17B40D37-3F6F-AC72-165D-F5A703CB2078}"/>
                  </a:ext>
                </a:extLst>
              </p:cNvPr>
              <p:cNvSpPr/>
              <p:nvPr/>
            </p:nvSpPr>
            <p:spPr>
              <a:xfrm>
                <a:off x="1812063" y="3144114"/>
                <a:ext cx="914288" cy="9734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17B40D37-3F6F-AC72-165D-F5A703CB20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2063" y="3144114"/>
                <a:ext cx="914288" cy="97347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127C983D-5265-496A-CC97-73E4555BED8C}"/>
                  </a:ext>
                </a:extLst>
              </p:cNvPr>
              <p:cNvSpPr/>
              <p:nvPr/>
            </p:nvSpPr>
            <p:spPr>
              <a:xfrm>
                <a:off x="-141780" y="4540951"/>
                <a:ext cx="4615686" cy="13653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𝑟𝑚𝑠</m:t>
                          </m:r>
                        </m:sub>
                      </m:sSub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1" smtClean="0">
                                  <a:solidFill>
                                    <a:srgbClr val="FFFFFF">
                                      <a:alpha val="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𝐴𝑟𝑒𝑎</m:t>
                              </m:r>
                              <m:r>
                                <m:rPr>
                                  <m:nor/>
                                </m:rPr>
                                <a:rPr lang="en-IN" sz="2800" i="1">
                                  <a:solidFill>
                                    <a:srgbClr val="FFFFFF">
                                      <a:alpha val="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r>
                                <a:rPr lang="en-IN" sz="2800" i="1">
                                  <a:solidFill>
                                    <a:srgbClr val="FFFFFF">
                                      <a:alpha val="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𝑢𝑛𝑑𝑒𝑟</m:t>
                              </m:r>
                              <m:r>
                                <m:rPr>
                                  <m:nor/>
                                </m:rPr>
                                <a:rPr lang="en-IN" sz="2800" i="1">
                                  <a:solidFill>
                                    <a:srgbClr val="FFFFFF">
                                      <a:alpha val="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FFFFFF">
                                          <a:alpha val="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800" i="1">
                                      <a:solidFill>
                                        <a:srgbClr val="FFFFFF">
                                          <a:alpha val="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IN" sz="2800">
                                      <a:solidFill>
                                        <a:srgbClr val="FFFFFF">
                                          <a:alpha val="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800">
                                  <a:solidFill>
                                    <a:srgbClr val="FFFFFF">
                                      <a:alpha val="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solidFill>
                                    <a:srgbClr val="FFFFFF">
                                      <a:alpha val="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nor/>
                                </m:rPr>
                                <a:rPr lang="en-IN" sz="2800" dirty="0">
                                  <a:solidFill>
                                    <a:srgbClr val="FFFFFF">
                                      <a:alpha val="0"/>
                                    </a:srgbClr>
                                  </a:solidFill>
                                </a:rPr>
                                <m:t> 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IN" sz="2800" i="1" smtClean="0">
                                      <a:solidFill>
                                        <a:srgbClr val="FFFFFF">
                                          <a:alpha val="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solidFill>
                                        <a:srgbClr val="FFFFFF">
                                          <a:alpha val="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IN" sz="2800">
                                      <a:solidFill>
                                        <a:srgbClr val="FFFFFF">
                                          <a:alpha val="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800">
                                  <a:solidFill>
                                    <a:srgbClr val="FFFFFF">
                                      <a:alpha val="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FFFFFF">
                                          <a:alpha val="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solidFill>
                                        <a:srgbClr val="FFFFFF">
                                          <a:alpha val="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IN" sz="2800">
                                      <a:solidFill>
                                        <a:srgbClr val="FFFFFF">
                                          <a:alpha val="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IN" sz="2800" dirty="0">
                                  <a:solidFill>
                                    <a:srgbClr val="FFFFFF">
                                      <a:alpha val="0"/>
                                    </a:srgbClr>
                                  </a:solidFill>
                                </a:rPr>
                                <m:t> 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127C983D-5265-496A-CC97-73E4555BED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1780" y="4540951"/>
                <a:ext cx="4615686" cy="136537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395C9D92-6A84-718F-774A-760BC3FB8F63}"/>
                  </a:ext>
                </a:extLst>
              </p:cNvPr>
              <p:cNvSpPr/>
              <p:nvPr/>
            </p:nvSpPr>
            <p:spPr>
              <a:xfrm>
                <a:off x="2114504" y="5268626"/>
                <a:ext cx="129131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395C9D92-6A84-718F-774A-760BC3FB8F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4504" y="5268626"/>
                <a:ext cx="1291316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7BE4CC59-C6FA-5BA4-B030-EC360B7B7054}"/>
                  </a:ext>
                </a:extLst>
              </p:cNvPr>
              <p:cNvSpPr/>
              <p:nvPr/>
            </p:nvSpPr>
            <p:spPr>
              <a:xfrm>
                <a:off x="1440221" y="4745406"/>
                <a:ext cx="309475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𝐴𝑟𝑒𝑎</m:t>
                      </m:r>
                      <m:r>
                        <m:rPr>
                          <m:nor/>
                        </m:rPr>
                        <a:rPr lang="en-IN" sz="28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IN" sz="28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𝑢𝑛𝑑𝑒𝑟</m:t>
                      </m:r>
                      <m:r>
                        <m:rPr>
                          <m:nor/>
                        </m:rPr>
                        <a:rPr lang="en-IN" sz="28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IN" sz="2800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8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7BE4CC59-C6FA-5BA4-B030-EC360B7B70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221" y="4745406"/>
                <a:ext cx="3094758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5763ED58-DBDE-1F0A-6BBF-A9F975DEB3C1}"/>
                  </a:ext>
                </a:extLst>
              </p:cNvPr>
              <p:cNvSpPr/>
              <p:nvPr/>
            </p:nvSpPr>
            <p:spPr>
              <a:xfrm>
                <a:off x="8154383" y="5457053"/>
                <a:ext cx="325505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𝐴𝑟𝑒𝑎</m:t>
                      </m:r>
                      <m:r>
                        <a:rPr lang="en-IN" sz="24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4×4+36×2</m:t>
                      </m:r>
                    </m:oMath>
                  </m:oMathPara>
                </a14:m>
                <a:endParaRPr lang="en-IN" sz="2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5763ED58-DBDE-1F0A-6BBF-A9F975DEB3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4383" y="5457053"/>
                <a:ext cx="3255058" cy="46166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604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1" grpId="0" animBg="1"/>
      <p:bldP spid="7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CBC696F-6140-AFFD-B641-A8617D4144E2}"/>
              </a:ext>
            </a:extLst>
          </p:cNvPr>
          <p:cNvSpPr/>
          <p:nvPr/>
        </p:nvSpPr>
        <p:spPr>
          <a:xfrm>
            <a:off x="116716" y="702644"/>
            <a:ext cx="10759831" cy="1800505"/>
          </a:xfrm>
          <a:prstGeom prst="roundRect">
            <a:avLst>
              <a:gd name="adj" fmla="val 13994"/>
            </a:avLst>
          </a:prstGeom>
          <a:noFill/>
          <a:ln w="28575">
            <a:solidFill>
              <a:schemeClr val="bg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00791" y="1411562"/>
                <a:ext cx="106202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≫</m:t>
                      </m:r>
                      <m:r>
                        <a:rPr lang="en-IN" sz="24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𝐷𝐶</m:t>
                      </m:r>
                      <m:r>
                        <m:rPr>
                          <m:nor/>
                        </m:rPr>
                        <a:rPr lang="en-IN" sz="24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 lang="en-IN" sz="2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91" y="1411562"/>
                <a:ext cx="1062022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85156" y="3321447"/>
                <a:ext cx="180587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≫</m:t>
                      </m:r>
                      <m:r>
                        <a:rPr lang="en-IN" sz="24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sty m:val="p"/>
                        </m:rPr>
                        <a:rPr lang="en-IN" sz="24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56" y="3321447"/>
                <a:ext cx="1805879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6833114" y="105480"/>
                <a:ext cx="80868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𝐴𝑣𝑔</m:t>
                      </m:r>
                    </m:oMath>
                  </m:oMathPara>
                </a14:m>
                <a:endParaRPr lang="en-IN" sz="2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3114" y="105480"/>
                <a:ext cx="808683" cy="461665"/>
              </a:xfrm>
              <a:prstGeom prst="rect">
                <a:avLst/>
              </a:prstGeom>
              <a:blipFill>
                <a:blip r:embed="rId4"/>
                <a:stretch>
                  <a:fillRect l="-1504" r="-752" b="-171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9737506" y="105480"/>
                <a:ext cx="87998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𝑅𝑀𝑆</m:t>
                      </m:r>
                    </m:oMath>
                  </m:oMathPara>
                </a14:m>
                <a:endParaRPr lang="en-IN" sz="2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7506" y="105480"/>
                <a:ext cx="87998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/>
              <p:cNvSpPr/>
              <p:nvPr/>
            </p:nvSpPr>
            <p:spPr>
              <a:xfrm>
                <a:off x="185156" y="5215853"/>
                <a:ext cx="187634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≫</m:t>
                      </m:r>
                      <m:r>
                        <a:rPr lang="en-GB" sz="2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𝑇𝑟𝑎𝑖𝑛𝑔𝑙𝑒</m:t>
                      </m:r>
                      <m:r>
                        <m:rPr>
                          <m:nor/>
                        </m:rPr>
                        <a:rPr lang="en-IN" sz="24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 lang="en-IN" sz="2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51" name="Rectangle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56" y="5215853"/>
                <a:ext cx="1876347" cy="461665"/>
              </a:xfrm>
              <a:prstGeom prst="rect">
                <a:avLst/>
              </a:prstGeom>
              <a:blipFill>
                <a:blip r:embed="rId6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9FEE7F22-DCC6-168B-601B-7E31685023CC}"/>
              </a:ext>
            </a:extLst>
          </p:cNvPr>
          <p:cNvGrpSpPr/>
          <p:nvPr/>
        </p:nvGrpSpPr>
        <p:grpSpPr>
          <a:xfrm>
            <a:off x="2271562" y="712269"/>
            <a:ext cx="4032980" cy="1752939"/>
            <a:chOff x="2271562" y="712269"/>
            <a:chExt cx="4032980" cy="175293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0A32377-DA98-8421-2560-3809F807F560}"/>
                </a:ext>
              </a:extLst>
            </p:cNvPr>
            <p:cNvSpPr/>
            <p:nvPr/>
          </p:nvSpPr>
          <p:spPr>
            <a:xfrm>
              <a:off x="2271562" y="712269"/>
              <a:ext cx="4032980" cy="1752939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400">
                <a:solidFill>
                  <a:schemeClr val="tx1"/>
                </a:solidFill>
              </a:endParaRP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2648899" y="879520"/>
              <a:ext cx="3235569" cy="1380393"/>
              <a:chOff x="316524" y="808892"/>
              <a:chExt cx="3235569" cy="1380393"/>
            </a:xfrm>
          </p:grpSpPr>
          <p:grpSp>
            <p:nvGrpSpPr>
              <p:cNvPr id="12" name="Group 11"/>
              <p:cNvGrpSpPr/>
              <p:nvPr/>
            </p:nvGrpSpPr>
            <p:grpSpPr>
              <a:xfrm>
                <a:off x="316524" y="808892"/>
                <a:ext cx="3235569" cy="1380393"/>
                <a:chOff x="316524" y="808892"/>
                <a:chExt cx="3235569" cy="1380393"/>
              </a:xfrm>
            </p:grpSpPr>
            <p:cxnSp>
              <p:nvCxnSpPr>
                <p:cNvPr id="6" name="Straight Connector 5"/>
                <p:cNvCxnSpPr/>
                <p:nvPr/>
              </p:nvCxnSpPr>
              <p:spPr>
                <a:xfrm>
                  <a:off x="571500" y="808892"/>
                  <a:ext cx="0" cy="1380393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/>
                <p:cNvCxnSpPr/>
                <p:nvPr/>
              </p:nvCxnSpPr>
              <p:spPr>
                <a:xfrm>
                  <a:off x="316524" y="1934308"/>
                  <a:ext cx="3235569" cy="0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" name="Straight Connector 9"/>
              <p:cNvCxnSpPr/>
              <p:nvPr/>
            </p:nvCxnSpPr>
            <p:spPr>
              <a:xfrm>
                <a:off x="571500" y="1292469"/>
                <a:ext cx="2470638" cy="0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AD116F6-C29B-58B7-E888-132DDA18F057}"/>
                </a:ext>
              </a:extLst>
            </p:cNvPr>
            <p:cNvSpPr txBox="1"/>
            <p:nvPr/>
          </p:nvSpPr>
          <p:spPr>
            <a:xfrm>
              <a:off x="2515355" y="1106027"/>
              <a:ext cx="2414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A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3DEEA57-B711-BEA1-CB12-7A209187F7CE}"/>
              </a:ext>
            </a:extLst>
          </p:cNvPr>
          <p:cNvGrpSpPr/>
          <p:nvPr/>
        </p:nvGrpSpPr>
        <p:grpSpPr>
          <a:xfrm>
            <a:off x="2268297" y="2606487"/>
            <a:ext cx="4032980" cy="1755087"/>
            <a:chOff x="2268297" y="2539112"/>
            <a:chExt cx="4032980" cy="1755087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B92854BD-F203-B198-EA87-7DC606D61830}"/>
                </a:ext>
              </a:extLst>
            </p:cNvPr>
            <p:cNvSpPr/>
            <p:nvPr/>
          </p:nvSpPr>
          <p:spPr>
            <a:xfrm>
              <a:off x="2268297" y="2539112"/>
              <a:ext cx="4032980" cy="1752939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400">
                <a:solidFill>
                  <a:schemeClr val="tx1"/>
                </a:solidFill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2648899" y="2579831"/>
              <a:ext cx="3235569" cy="1714368"/>
              <a:chOff x="353588" y="4577203"/>
              <a:chExt cx="3235569" cy="1714368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353588" y="4577203"/>
                <a:ext cx="3235569" cy="1380393"/>
                <a:chOff x="316524" y="808892"/>
                <a:chExt cx="3235569" cy="1380393"/>
              </a:xfrm>
            </p:grpSpPr>
            <p:cxnSp>
              <p:nvCxnSpPr>
                <p:cNvPr id="14" name="Straight Connector 13"/>
                <p:cNvCxnSpPr/>
                <p:nvPr/>
              </p:nvCxnSpPr>
              <p:spPr>
                <a:xfrm>
                  <a:off x="571500" y="808892"/>
                  <a:ext cx="0" cy="1380393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/>
              </p:nvCxnSpPr>
              <p:spPr>
                <a:xfrm>
                  <a:off x="316524" y="1934308"/>
                  <a:ext cx="3235569" cy="0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Group 19"/>
              <p:cNvGrpSpPr/>
              <p:nvPr/>
            </p:nvGrpSpPr>
            <p:grpSpPr>
              <a:xfrm>
                <a:off x="608564" y="5139775"/>
                <a:ext cx="1292468" cy="1151795"/>
                <a:chOff x="562708" y="3191605"/>
                <a:chExt cx="1292468" cy="1987066"/>
              </a:xfrm>
            </p:grpSpPr>
            <p:sp>
              <p:nvSpPr>
                <p:cNvPr id="18" name="Freeform 17"/>
                <p:cNvSpPr/>
                <p:nvPr/>
              </p:nvSpPr>
              <p:spPr>
                <a:xfrm>
                  <a:off x="562708" y="3191605"/>
                  <a:ext cx="641838" cy="993533"/>
                </a:xfrm>
                <a:custGeom>
                  <a:avLst/>
                  <a:gdLst>
                    <a:gd name="connsiteX0" fmla="*/ 0 w 641838"/>
                    <a:gd name="connsiteY0" fmla="*/ 984741 h 993533"/>
                    <a:gd name="connsiteX1" fmla="*/ 369277 w 641838"/>
                    <a:gd name="connsiteY1" fmla="*/ 3 h 993533"/>
                    <a:gd name="connsiteX2" fmla="*/ 641838 w 641838"/>
                    <a:gd name="connsiteY2" fmla="*/ 993533 h 993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41838" h="993533">
                      <a:moveTo>
                        <a:pt x="0" y="984741"/>
                      </a:moveTo>
                      <a:cubicBezTo>
                        <a:pt x="131152" y="491639"/>
                        <a:pt x="262304" y="-1462"/>
                        <a:pt x="369277" y="3"/>
                      </a:cubicBezTo>
                      <a:cubicBezTo>
                        <a:pt x="476250" y="1468"/>
                        <a:pt x="559044" y="497500"/>
                        <a:pt x="641838" y="993533"/>
                      </a:cubicBezTo>
                    </a:path>
                  </a:pathLst>
                </a:custGeom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/>
                </a:p>
              </p:txBody>
            </p:sp>
            <p:sp>
              <p:nvSpPr>
                <p:cNvPr id="19" name="Freeform 18"/>
                <p:cNvSpPr/>
                <p:nvPr/>
              </p:nvSpPr>
              <p:spPr>
                <a:xfrm rot="10800000">
                  <a:off x="1213338" y="4185138"/>
                  <a:ext cx="641838" cy="993533"/>
                </a:xfrm>
                <a:custGeom>
                  <a:avLst/>
                  <a:gdLst>
                    <a:gd name="connsiteX0" fmla="*/ 0 w 641838"/>
                    <a:gd name="connsiteY0" fmla="*/ 984741 h 993533"/>
                    <a:gd name="connsiteX1" fmla="*/ 369277 w 641838"/>
                    <a:gd name="connsiteY1" fmla="*/ 3 h 993533"/>
                    <a:gd name="connsiteX2" fmla="*/ 641838 w 641838"/>
                    <a:gd name="connsiteY2" fmla="*/ 993533 h 993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41838" h="993533">
                      <a:moveTo>
                        <a:pt x="0" y="984741"/>
                      </a:moveTo>
                      <a:cubicBezTo>
                        <a:pt x="131152" y="491639"/>
                        <a:pt x="262304" y="-1462"/>
                        <a:pt x="369277" y="3"/>
                      </a:cubicBezTo>
                      <a:cubicBezTo>
                        <a:pt x="476250" y="1468"/>
                        <a:pt x="559044" y="497500"/>
                        <a:pt x="641838" y="993533"/>
                      </a:cubicBezTo>
                    </a:path>
                  </a:pathLst>
                </a:custGeom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/>
                </a:p>
              </p:txBody>
            </p:sp>
          </p:grpSp>
          <p:grpSp>
            <p:nvGrpSpPr>
              <p:cNvPr id="21" name="Group 20"/>
              <p:cNvGrpSpPr/>
              <p:nvPr/>
            </p:nvGrpSpPr>
            <p:grpSpPr>
              <a:xfrm>
                <a:off x="608564" y="5126721"/>
                <a:ext cx="1292468" cy="1151795"/>
                <a:chOff x="562708" y="3191605"/>
                <a:chExt cx="1292468" cy="1987066"/>
              </a:xfrm>
            </p:grpSpPr>
            <p:sp>
              <p:nvSpPr>
                <p:cNvPr id="22" name="Freeform 21"/>
                <p:cNvSpPr/>
                <p:nvPr/>
              </p:nvSpPr>
              <p:spPr>
                <a:xfrm>
                  <a:off x="562708" y="3191605"/>
                  <a:ext cx="641838" cy="993533"/>
                </a:xfrm>
                <a:custGeom>
                  <a:avLst/>
                  <a:gdLst>
                    <a:gd name="connsiteX0" fmla="*/ 0 w 641838"/>
                    <a:gd name="connsiteY0" fmla="*/ 984741 h 993533"/>
                    <a:gd name="connsiteX1" fmla="*/ 369277 w 641838"/>
                    <a:gd name="connsiteY1" fmla="*/ 3 h 993533"/>
                    <a:gd name="connsiteX2" fmla="*/ 641838 w 641838"/>
                    <a:gd name="connsiteY2" fmla="*/ 993533 h 993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41838" h="993533">
                      <a:moveTo>
                        <a:pt x="0" y="984741"/>
                      </a:moveTo>
                      <a:cubicBezTo>
                        <a:pt x="131152" y="491639"/>
                        <a:pt x="262304" y="-1462"/>
                        <a:pt x="369277" y="3"/>
                      </a:cubicBezTo>
                      <a:cubicBezTo>
                        <a:pt x="476250" y="1468"/>
                        <a:pt x="559044" y="497500"/>
                        <a:pt x="641838" y="993533"/>
                      </a:cubicBezTo>
                    </a:path>
                  </a:pathLst>
                </a:custGeom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/>
                </a:p>
              </p:txBody>
            </p:sp>
            <p:sp>
              <p:nvSpPr>
                <p:cNvPr id="23" name="Freeform 22"/>
                <p:cNvSpPr/>
                <p:nvPr/>
              </p:nvSpPr>
              <p:spPr>
                <a:xfrm rot="10800000">
                  <a:off x="1213338" y="4185138"/>
                  <a:ext cx="641838" cy="993533"/>
                </a:xfrm>
                <a:custGeom>
                  <a:avLst/>
                  <a:gdLst>
                    <a:gd name="connsiteX0" fmla="*/ 0 w 641838"/>
                    <a:gd name="connsiteY0" fmla="*/ 984741 h 993533"/>
                    <a:gd name="connsiteX1" fmla="*/ 369277 w 641838"/>
                    <a:gd name="connsiteY1" fmla="*/ 3 h 993533"/>
                    <a:gd name="connsiteX2" fmla="*/ 641838 w 641838"/>
                    <a:gd name="connsiteY2" fmla="*/ 993533 h 993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41838" h="993533">
                      <a:moveTo>
                        <a:pt x="0" y="984741"/>
                      </a:moveTo>
                      <a:cubicBezTo>
                        <a:pt x="131152" y="491639"/>
                        <a:pt x="262304" y="-1462"/>
                        <a:pt x="369277" y="3"/>
                      </a:cubicBezTo>
                      <a:cubicBezTo>
                        <a:pt x="476250" y="1468"/>
                        <a:pt x="559044" y="497500"/>
                        <a:pt x="641838" y="993533"/>
                      </a:cubicBezTo>
                    </a:path>
                  </a:pathLst>
                </a:custGeom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/>
                </a:p>
              </p:txBody>
            </p:sp>
          </p:grpSp>
          <p:grpSp>
            <p:nvGrpSpPr>
              <p:cNvPr id="24" name="Group 23"/>
              <p:cNvGrpSpPr/>
              <p:nvPr/>
            </p:nvGrpSpPr>
            <p:grpSpPr>
              <a:xfrm>
                <a:off x="1905426" y="5139776"/>
                <a:ext cx="1292468" cy="1151795"/>
                <a:chOff x="562708" y="3191605"/>
                <a:chExt cx="1292468" cy="1987066"/>
              </a:xfrm>
            </p:grpSpPr>
            <p:sp>
              <p:nvSpPr>
                <p:cNvPr id="25" name="Freeform 24"/>
                <p:cNvSpPr/>
                <p:nvPr/>
              </p:nvSpPr>
              <p:spPr>
                <a:xfrm>
                  <a:off x="562708" y="3191605"/>
                  <a:ext cx="641838" cy="993533"/>
                </a:xfrm>
                <a:custGeom>
                  <a:avLst/>
                  <a:gdLst>
                    <a:gd name="connsiteX0" fmla="*/ 0 w 641838"/>
                    <a:gd name="connsiteY0" fmla="*/ 984741 h 993533"/>
                    <a:gd name="connsiteX1" fmla="*/ 369277 w 641838"/>
                    <a:gd name="connsiteY1" fmla="*/ 3 h 993533"/>
                    <a:gd name="connsiteX2" fmla="*/ 641838 w 641838"/>
                    <a:gd name="connsiteY2" fmla="*/ 993533 h 993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41838" h="993533">
                      <a:moveTo>
                        <a:pt x="0" y="984741"/>
                      </a:moveTo>
                      <a:cubicBezTo>
                        <a:pt x="131152" y="491639"/>
                        <a:pt x="262304" y="-1462"/>
                        <a:pt x="369277" y="3"/>
                      </a:cubicBezTo>
                      <a:cubicBezTo>
                        <a:pt x="476250" y="1468"/>
                        <a:pt x="559044" y="497500"/>
                        <a:pt x="641838" y="993533"/>
                      </a:cubicBezTo>
                    </a:path>
                  </a:pathLst>
                </a:custGeom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/>
                </a:p>
              </p:txBody>
            </p:sp>
            <p:sp>
              <p:nvSpPr>
                <p:cNvPr id="26" name="Freeform 25"/>
                <p:cNvSpPr/>
                <p:nvPr/>
              </p:nvSpPr>
              <p:spPr>
                <a:xfrm rot="10800000">
                  <a:off x="1213338" y="4185138"/>
                  <a:ext cx="641838" cy="993533"/>
                </a:xfrm>
                <a:custGeom>
                  <a:avLst/>
                  <a:gdLst>
                    <a:gd name="connsiteX0" fmla="*/ 0 w 641838"/>
                    <a:gd name="connsiteY0" fmla="*/ 984741 h 993533"/>
                    <a:gd name="connsiteX1" fmla="*/ 369277 w 641838"/>
                    <a:gd name="connsiteY1" fmla="*/ 3 h 993533"/>
                    <a:gd name="connsiteX2" fmla="*/ 641838 w 641838"/>
                    <a:gd name="connsiteY2" fmla="*/ 993533 h 993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41838" h="993533">
                      <a:moveTo>
                        <a:pt x="0" y="984741"/>
                      </a:moveTo>
                      <a:cubicBezTo>
                        <a:pt x="131152" y="491639"/>
                        <a:pt x="262304" y="-1462"/>
                        <a:pt x="369277" y="3"/>
                      </a:cubicBezTo>
                      <a:cubicBezTo>
                        <a:pt x="476250" y="1468"/>
                        <a:pt x="559044" y="497500"/>
                        <a:pt x="641838" y="993533"/>
                      </a:cubicBezTo>
                    </a:path>
                  </a:pathLst>
                </a:custGeom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/>
                </a:p>
              </p:txBody>
            </p:sp>
          </p:grp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B4E7C3B-9A98-142D-77F3-3B357DD4E452}"/>
                </a:ext>
              </a:extLst>
            </p:cNvPr>
            <p:cNvSpPr txBox="1"/>
            <p:nvPr/>
          </p:nvSpPr>
          <p:spPr>
            <a:xfrm>
              <a:off x="2455646" y="2893077"/>
              <a:ext cx="2414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A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7CAE881-87B1-9A5C-8D55-6704B4B564DE}"/>
              </a:ext>
            </a:extLst>
          </p:cNvPr>
          <p:cNvGrpSpPr/>
          <p:nvPr/>
        </p:nvGrpSpPr>
        <p:grpSpPr>
          <a:xfrm>
            <a:off x="2268297" y="4578743"/>
            <a:ext cx="4032980" cy="1752939"/>
            <a:chOff x="2268297" y="4405488"/>
            <a:chExt cx="4032980" cy="1752939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B0F95774-51DF-809F-9AB6-4179699A251F}"/>
                </a:ext>
              </a:extLst>
            </p:cNvPr>
            <p:cNvSpPr/>
            <p:nvPr/>
          </p:nvSpPr>
          <p:spPr>
            <a:xfrm>
              <a:off x="2268297" y="4405488"/>
              <a:ext cx="4032980" cy="1752939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400">
                <a:solidFill>
                  <a:schemeClr val="tx1"/>
                </a:solidFill>
              </a:endParaRPr>
            </a:p>
          </p:txBody>
        </p:sp>
        <p:grpSp>
          <p:nvGrpSpPr>
            <p:cNvPr id="52" name="Group 51"/>
            <p:cNvGrpSpPr/>
            <p:nvPr/>
          </p:nvGrpSpPr>
          <p:grpSpPr>
            <a:xfrm>
              <a:off x="2667003" y="4421876"/>
              <a:ext cx="3235569" cy="1380393"/>
              <a:chOff x="316524" y="808892"/>
              <a:chExt cx="3235569" cy="1380393"/>
            </a:xfrm>
          </p:grpSpPr>
          <p:grpSp>
            <p:nvGrpSpPr>
              <p:cNvPr id="53" name="Group 52"/>
              <p:cNvGrpSpPr/>
              <p:nvPr/>
            </p:nvGrpSpPr>
            <p:grpSpPr>
              <a:xfrm>
                <a:off x="316524" y="808892"/>
                <a:ext cx="3235569" cy="1380393"/>
                <a:chOff x="316524" y="808892"/>
                <a:chExt cx="3235569" cy="1380393"/>
              </a:xfrm>
            </p:grpSpPr>
            <p:cxnSp>
              <p:nvCxnSpPr>
                <p:cNvPr id="55" name="Straight Connector 54"/>
                <p:cNvCxnSpPr/>
                <p:nvPr/>
              </p:nvCxnSpPr>
              <p:spPr>
                <a:xfrm>
                  <a:off x="571500" y="808892"/>
                  <a:ext cx="0" cy="1380393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>
                <a:xfrm>
                  <a:off x="316524" y="1934308"/>
                  <a:ext cx="3235569" cy="0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4" name="Straight Connector 53"/>
              <p:cNvCxnSpPr/>
              <p:nvPr/>
            </p:nvCxnSpPr>
            <p:spPr>
              <a:xfrm flipV="1">
                <a:off x="553396" y="973787"/>
                <a:ext cx="1219717" cy="960522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>
              <a:xfrm flipV="1">
                <a:off x="1773113" y="964112"/>
                <a:ext cx="1219717" cy="960522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9E190F1-CBB7-F5C6-18DF-F2A9ECFDEE1F}"/>
                </a:ext>
              </a:extLst>
            </p:cNvPr>
            <p:cNvSpPr txBox="1"/>
            <p:nvPr/>
          </p:nvSpPr>
          <p:spPr>
            <a:xfrm>
              <a:off x="2465369" y="4496546"/>
              <a:ext cx="2414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A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4F01603-5248-85E2-BCF6-B4C75540088F}"/>
                  </a:ext>
                </a:extLst>
              </p:cNvPr>
              <p:cNvSpPr txBox="1"/>
              <p:nvPr/>
            </p:nvSpPr>
            <p:spPr>
              <a:xfrm>
                <a:off x="6727397" y="1394367"/>
                <a:ext cx="914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4F01603-5248-85E2-BCF6-B4C755400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7397" y="1394367"/>
                <a:ext cx="91440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584B915-9CBA-61FB-CA3B-919E03511E5E}"/>
                  </a:ext>
                </a:extLst>
              </p:cNvPr>
              <p:cNvSpPr txBox="1"/>
              <p:nvPr/>
            </p:nvSpPr>
            <p:spPr>
              <a:xfrm>
                <a:off x="9659296" y="1394366"/>
                <a:ext cx="914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584B915-9CBA-61FB-CA3B-919E03511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9296" y="1394366"/>
                <a:ext cx="914400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809F8D1-39AE-5229-4055-2F1A181A1158}"/>
                  </a:ext>
                </a:extLst>
              </p:cNvPr>
              <p:cNvSpPr txBox="1"/>
              <p:nvPr/>
            </p:nvSpPr>
            <p:spPr>
              <a:xfrm>
                <a:off x="6646979" y="3191284"/>
                <a:ext cx="914400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809F8D1-39AE-5229-4055-2F1A181A1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6979" y="3191284"/>
                <a:ext cx="914400" cy="7861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4109EB7-6F17-8D51-E7E0-C6E003B54465}"/>
                  </a:ext>
                </a:extLst>
              </p:cNvPr>
              <p:cNvSpPr txBox="1"/>
              <p:nvPr/>
            </p:nvSpPr>
            <p:spPr>
              <a:xfrm>
                <a:off x="9578878" y="3191283"/>
                <a:ext cx="914400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4109EB7-6F17-8D51-E7E0-C6E003B54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8878" y="3191283"/>
                <a:ext cx="914400" cy="8552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0DD7C16-E7DD-49BD-9E62-15C85B1B15BC}"/>
                  </a:ext>
                </a:extLst>
              </p:cNvPr>
              <p:cNvSpPr txBox="1"/>
              <p:nvPr/>
            </p:nvSpPr>
            <p:spPr>
              <a:xfrm>
                <a:off x="6591288" y="5141396"/>
                <a:ext cx="914400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0DD7C16-E7DD-49BD-9E62-15C85B1B1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288" y="5141396"/>
                <a:ext cx="914400" cy="78380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7104EA7-C79E-1AD7-1A24-1A0C2B6F2FC5}"/>
                  </a:ext>
                </a:extLst>
              </p:cNvPr>
              <p:cNvSpPr txBox="1"/>
              <p:nvPr/>
            </p:nvSpPr>
            <p:spPr>
              <a:xfrm>
                <a:off x="9523187" y="5141395"/>
                <a:ext cx="914400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7104EA7-C79E-1AD7-1A24-1A0C2B6F2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3187" y="5141395"/>
                <a:ext cx="914400" cy="8552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5706E64-5A46-CBB1-A44A-3B885A01520D}"/>
              </a:ext>
            </a:extLst>
          </p:cNvPr>
          <p:cNvSpPr/>
          <p:nvPr/>
        </p:nvSpPr>
        <p:spPr>
          <a:xfrm>
            <a:off x="116716" y="2568839"/>
            <a:ext cx="10759831" cy="1800505"/>
          </a:xfrm>
          <a:prstGeom prst="roundRect">
            <a:avLst>
              <a:gd name="adj" fmla="val 13994"/>
            </a:avLst>
          </a:prstGeom>
          <a:noFill/>
          <a:ln w="28575">
            <a:solidFill>
              <a:schemeClr val="bg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5E87CF9-1441-CF41-8019-2E5FF9190D1E}"/>
              </a:ext>
            </a:extLst>
          </p:cNvPr>
          <p:cNvSpPr/>
          <p:nvPr/>
        </p:nvSpPr>
        <p:spPr>
          <a:xfrm>
            <a:off x="116716" y="4473539"/>
            <a:ext cx="10759831" cy="1800505"/>
          </a:xfrm>
          <a:prstGeom prst="roundRect">
            <a:avLst>
              <a:gd name="adj" fmla="val 13994"/>
            </a:avLst>
          </a:prstGeom>
          <a:noFill/>
          <a:ln w="28575">
            <a:solidFill>
              <a:schemeClr val="bg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027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795" y="0"/>
            <a:ext cx="36110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Special case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66090" y="1458782"/>
                <a:ext cx="514762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800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</m:e>
                            <m:sup>
                              <m: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090" y="1458782"/>
                <a:ext cx="514762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37826" y="3429000"/>
                <a:ext cx="654031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800" b="0" i="0" dirty="0">
                    <a:solidFill>
                      <a:srgbClr val="FFFF00"/>
                    </a:solidFill>
                    <a:latin typeface="+mj-lt"/>
                  </a:rPr>
                  <a:t>RMS value :</a:t>
                </a:r>
                <a:r>
                  <a:rPr lang="en-IN" sz="2800" i="0" dirty="0">
                    <a:solidFill>
                      <a:srgbClr val="FFFF00"/>
                    </a:solidFill>
                    <a:latin typeface="+mj-lt"/>
                  </a:rPr>
                  <a:t>AC+D</a:t>
                </a:r>
                <a:r>
                  <a:rPr lang="en-GB" sz="2800" b="0" i="0" dirty="0">
                    <a:solidFill>
                      <a:srgbClr val="FFFF00"/>
                    </a:solidFill>
                    <a:latin typeface="+mj-lt"/>
                  </a:rPr>
                  <a:t>C or AC</a:t>
                </a:r>
                <a:r>
                  <a:rPr lang="en-IN" sz="2800" i="0" dirty="0">
                    <a:solidFill>
                      <a:srgbClr val="FFFF00"/>
                    </a:solidFill>
                    <a:latin typeface="+mj-lt"/>
                  </a:rPr>
                  <a:t>+AC of different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endParaRPr lang="en-IN" sz="2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826" y="3429000"/>
                <a:ext cx="6540317" cy="523220"/>
              </a:xfrm>
              <a:prstGeom prst="rect">
                <a:avLst/>
              </a:prstGeom>
              <a:blipFill>
                <a:blip r:embed="rId3"/>
                <a:stretch>
                  <a:fillRect l="-1959" t="-11765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55B5457-7A8C-F49F-BAB9-BCBE3614A4C2}"/>
                  </a:ext>
                </a:extLst>
              </p:cNvPr>
              <p:cNvSpPr/>
              <p:nvPr/>
            </p:nvSpPr>
            <p:spPr>
              <a:xfrm>
                <a:off x="137826" y="840204"/>
                <a:ext cx="448789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800" b="0" i="0" dirty="0">
                    <a:solidFill>
                      <a:srgbClr val="FFFF00"/>
                    </a:solidFill>
                    <a:latin typeface="+mj-lt"/>
                  </a:rPr>
                  <a:t>RMS value </a:t>
                </a:r>
                <a:r>
                  <a:rPr lang="en-IN" sz="2800" b="0" i="0" dirty="0">
                    <a:solidFill>
                      <a:srgbClr val="FFFF00"/>
                    </a:solidFill>
                    <a:latin typeface="+mj-lt"/>
                  </a:rPr>
                  <a:t>: </a:t>
                </a:r>
                <a:r>
                  <a:rPr lang="en-GB" sz="2800" b="0" i="0" dirty="0">
                    <a:solidFill>
                      <a:srgbClr val="FFFF00"/>
                    </a:solidFill>
                    <a:latin typeface="+mj-lt"/>
                  </a:rPr>
                  <a:t>AC</a:t>
                </a:r>
                <a:r>
                  <a:rPr lang="en-IN" sz="2800" i="0" dirty="0">
                    <a:solidFill>
                      <a:srgbClr val="FFFF00"/>
                    </a:solidFill>
                    <a:latin typeface="+mj-lt"/>
                  </a:rPr>
                  <a:t>+AC of </a:t>
                </a:r>
                <a:r>
                  <a:rPr lang="en-IN" sz="2800" b="0" i="0" dirty="0">
                    <a:solidFill>
                      <a:srgbClr val="FFFF00"/>
                    </a:solidFill>
                    <a:latin typeface="+mj-lt"/>
                  </a:rPr>
                  <a:t>same</a:t>
                </a:r>
                <a:r>
                  <a:rPr lang="en-IN" sz="2800" i="0" dirty="0">
                    <a:solidFill>
                      <a:srgbClr val="FFFF00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endParaRPr lang="en-IN" sz="2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55B5457-7A8C-F49F-BAB9-BCBE3614A4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826" y="840204"/>
                <a:ext cx="4487895" cy="523220"/>
              </a:xfrm>
              <a:prstGeom prst="rect">
                <a:avLst/>
              </a:prstGeom>
              <a:blipFill>
                <a:blip r:embed="rId4"/>
                <a:stretch>
                  <a:fillRect l="-2853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AD80412-CC43-537B-1525-1BDAA41951ED}"/>
                  </a:ext>
                </a:extLst>
              </p:cNvPr>
              <p:cNvSpPr/>
              <p:nvPr/>
            </p:nvSpPr>
            <p:spPr>
              <a:xfrm>
                <a:off x="566090" y="4649462"/>
                <a:ext cx="534640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800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</m:e>
                            <m:sup>
                              <m: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AD80412-CC43-537B-1525-1BDAA41951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090" y="4649462"/>
                <a:ext cx="53464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F33F8A4-D110-2CD6-E8E7-602A7C286D30}"/>
                  </a:ext>
                </a:extLst>
              </p:cNvPr>
              <p:cNvSpPr/>
              <p:nvPr/>
            </p:nvSpPr>
            <p:spPr>
              <a:xfrm>
                <a:off x="566090" y="4126242"/>
                <a:ext cx="299030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IN" sz="2800" b="0" i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F33F8A4-D110-2CD6-E8E7-602A7C286D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090" y="4126242"/>
                <a:ext cx="299030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5984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D2A5562-8363-9F90-037A-D0DD373DEB92}"/>
                  </a:ext>
                </a:extLst>
              </p:cNvPr>
              <p:cNvSpPr/>
              <p:nvPr/>
            </p:nvSpPr>
            <p:spPr>
              <a:xfrm>
                <a:off x="235306" y="1931281"/>
                <a:ext cx="4954561" cy="5739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⇒6</m:t>
                      </m:r>
                      <m:rad>
                        <m:radPr>
                          <m:degHide m:val="on"/>
                          <m:ctrlPr>
                            <a:rPr lang="en-IN" sz="2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en-IN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func>
                        <m:funcPr>
                          <m:ctrlPr>
                            <a:rPr lang="en-IN" sz="2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IN" sz="28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IN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IN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IN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IN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IN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D2A5562-8363-9F90-037A-D0DD373DEB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06" y="1931281"/>
                <a:ext cx="4954561" cy="5739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8E67520-DD81-48BD-3ADF-B84DFBEB3731}"/>
                  </a:ext>
                </a:extLst>
              </p:cNvPr>
              <p:cNvSpPr/>
              <p:nvPr/>
            </p:nvSpPr>
            <p:spPr>
              <a:xfrm>
                <a:off x="235306" y="359054"/>
                <a:ext cx="393723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⇒3</m:t>
                      </m:r>
                      <m:func>
                        <m:funcPr>
                          <m:ctrlPr>
                            <a:rPr lang="en-IN" sz="2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IN" sz="28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IN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IN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IN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IN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IN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8E67520-DD81-48BD-3ADF-B84DFBEB37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06" y="359054"/>
                <a:ext cx="393723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BE39F1-5D18-D184-4997-E950970629D7}"/>
                  </a:ext>
                </a:extLst>
              </p:cNvPr>
              <p:cNvSpPr/>
              <p:nvPr/>
            </p:nvSpPr>
            <p:spPr>
              <a:xfrm>
                <a:off x="235306" y="1119807"/>
                <a:ext cx="3159198" cy="5739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⇒6</m:t>
                      </m:r>
                      <m:rad>
                        <m:radPr>
                          <m:degHide m:val="on"/>
                          <m:ctrlPr>
                            <a:rPr lang="en-IN" sz="2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en-IN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func>
                        <m:funcPr>
                          <m:ctrlPr>
                            <a:rPr lang="en-IN" sz="2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IN" sz="28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BE39F1-5D18-D184-4997-E950970629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06" y="1119807"/>
                <a:ext cx="3159198" cy="5739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DEE851D-59B6-5A1C-6523-5C59D60B089F}"/>
              </a:ext>
            </a:extLst>
          </p:cNvPr>
          <p:cNvCxnSpPr/>
          <p:nvPr/>
        </p:nvCxnSpPr>
        <p:spPr>
          <a:xfrm>
            <a:off x="636607" y="2873415"/>
            <a:ext cx="0" cy="2890777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82E6D3-611F-76FD-C53C-1C617C63476F}"/>
              </a:ext>
            </a:extLst>
          </p:cNvPr>
          <p:cNvCxnSpPr>
            <a:cxnSpLocks/>
          </p:cNvCxnSpPr>
          <p:nvPr/>
        </p:nvCxnSpPr>
        <p:spPr>
          <a:xfrm>
            <a:off x="235306" y="4318803"/>
            <a:ext cx="3937232" cy="0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E427013-85CC-6201-6A26-109DC097EE74}"/>
              </a:ext>
            </a:extLst>
          </p:cNvPr>
          <p:cNvGrpSpPr/>
          <p:nvPr/>
        </p:nvGrpSpPr>
        <p:grpSpPr>
          <a:xfrm>
            <a:off x="659467" y="2896277"/>
            <a:ext cx="2144720" cy="1097278"/>
            <a:chOff x="6817489" y="1284790"/>
            <a:chExt cx="2893670" cy="2857115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1FE00A0-43CC-347C-4C41-5AC0FC4B1756}"/>
                </a:ext>
              </a:extLst>
            </p:cNvPr>
            <p:cNvSpPr/>
            <p:nvPr/>
          </p:nvSpPr>
          <p:spPr>
            <a:xfrm>
              <a:off x="6817489" y="1284790"/>
              <a:ext cx="1446835" cy="1423686"/>
            </a:xfrm>
            <a:custGeom>
              <a:avLst/>
              <a:gdLst>
                <a:gd name="connsiteX0" fmla="*/ 0 w 1446835"/>
                <a:gd name="connsiteY0" fmla="*/ 1423686 h 1423686"/>
                <a:gd name="connsiteX1" fmla="*/ 752354 w 1446835"/>
                <a:gd name="connsiteY1" fmla="*/ 0 h 1423686"/>
                <a:gd name="connsiteX2" fmla="*/ 1446835 w 1446835"/>
                <a:gd name="connsiteY2" fmla="*/ 1423686 h 1423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46835" h="1423686">
                  <a:moveTo>
                    <a:pt x="0" y="1423686"/>
                  </a:moveTo>
                  <a:cubicBezTo>
                    <a:pt x="255607" y="711843"/>
                    <a:pt x="511215" y="0"/>
                    <a:pt x="752354" y="0"/>
                  </a:cubicBezTo>
                  <a:cubicBezTo>
                    <a:pt x="993493" y="0"/>
                    <a:pt x="1220164" y="711843"/>
                    <a:pt x="1446835" y="1423686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623DA40-62D1-812A-46CF-4311555AB31E}"/>
                </a:ext>
              </a:extLst>
            </p:cNvPr>
            <p:cNvSpPr/>
            <p:nvPr/>
          </p:nvSpPr>
          <p:spPr>
            <a:xfrm rot="10800000">
              <a:off x="8264324" y="2718219"/>
              <a:ext cx="1446835" cy="1423686"/>
            </a:xfrm>
            <a:custGeom>
              <a:avLst/>
              <a:gdLst>
                <a:gd name="connsiteX0" fmla="*/ 0 w 1446835"/>
                <a:gd name="connsiteY0" fmla="*/ 1423686 h 1423686"/>
                <a:gd name="connsiteX1" fmla="*/ 752354 w 1446835"/>
                <a:gd name="connsiteY1" fmla="*/ 0 h 1423686"/>
                <a:gd name="connsiteX2" fmla="*/ 1446835 w 1446835"/>
                <a:gd name="connsiteY2" fmla="*/ 1423686 h 1423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46835" h="1423686">
                  <a:moveTo>
                    <a:pt x="0" y="1423686"/>
                  </a:moveTo>
                  <a:cubicBezTo>
                    <a:pt x="255607" y="711843"/>
                    <a:pt x="511215" y="0"/>
                    <a:pt x="752354" y="0"/>
                  </a:cubicBezTo>
                  <a:cubicBezTo>
                    <a:pt x="993493" y="0"/>
                    <a:pt x="1220164" y="711843"/>
                    <a:pt x="1446835" y="1423686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7AABAAD-E01C-0A2C-6B5F-C8E25B8E3647}"/>
              </a:ext>
            </a:extLst>
          </p:cNvPr>
          <p:cNvCxnSpPr>
            <a:cxnSpLocks/>
          </p:cNvCxnSpPr>
          <p:nvPr/>
        </p:nvCxnSpPr>
        <p:spPr>
          <a:xfrm>
            <a:off x="636607" y="3443045"/>
            <a:ext cx="2332299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078B99B-BE1F-E0D5-BB2E-A749EC00498D}"/>
              </a:ext>
            </a:extLst>
          </p:cNvPr>
          <p:cNvCxnSpPr>
            <a:cxnSpLocks/>
          </p:cNvCxnSpPr>
          <p:nvPr/>
        </p:nvCxnSpPr>
        <p:spPr>
          <a:xfrm>
            <a:off x="659467" y="3993555"/>
            <a:ext cx="1623639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E9805AD-BC76-58E9-968F-0052E36D7131}"/>
              </a:ext>
            </a:extLst>
          </p:cNvPr>
          <p:cNvSpPr txBox="1"/>
          <p:nvPr/>
        </p:nvSpPr>
        <p:spPr>
          <a:xfrm>
            <a:off x="296345" y="372820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A162D8-F8A9-F809-A47E-0801F57BD804}"/>
              </a:ext>
            </a:extLst>
          </p:cNvPr>
          <p:cNvSpPr txBox="1"/>
          <p:nvPr/>
        </p:nvSpPr>
        <p:spPr>
          <a:xfrm>
            <a:off x="296345" y="3181435"/>
            <a:ext cx="363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47855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53173" y="228572"/>
                <a:ext cx="176138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≫</m:t>
                      </m:r>
                      <m:r>
                        <a:rPr lang="en-IN" sz="24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𝑅𝑎𝑛𝑑𝑜𝑚</m:t>
                      </m:r>
                    </m:oMath>
                  </m:oMathPara>
                </a14:m>
                <a:endParaRPr lang="en-IN" sz="2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173" y="228572"/>
                <a:ext cx="176138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CF316DC1-7DAC-4F56-EBC6-056F7FA79E71}"/>
              </a:ext>
            </a:extLst>
          </p:cNvPr>
          <p:cNvGrpSpPr/>
          <p:nvPr/>
        </p:nvGrpSpPr>
        <p:grpSpPr>
          <a:xfrm>
            <a:off x="617861" y="979301"/>
            <a:ext cx="3937232" cy="2890777"/>
            <a:chOff x="235306" y="2873415"/>
            <a:chExt cx="3937232" cy="2890777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2B94E604-B8A3-46E9-6329-A895B7FA0B86}"/>
                </a:ext>
              </a:extLst>
            </p:cNvPr>
            <p:cNvCxnSpPr/>
            <p:nvPr/>
          </p:nvCxnSpPr>
          <p:spPr>
            <a:xfrm>
              <a:off x="636607" y="2873415"/>
              <a:ext cx="0" cy="2890777"/>
            </a:xfrm>
            <a:prstGeom prst="line">
              <a:avLst/>
            </a:prstGeom>
            <a:ln w="1905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3064734A-1FEF-0E01-F045-00F77047C991}"/>
                </a:ext>
              </a:extLst>
            </p:cNvPr>
            <p:cNvCxnSpPr>
              <a:cxnSpLocks/>
            </p:cNvCxnSpPr>
            <p:nvPr/>
          </p:nvCxnSpPr>
          <p:spPr>
            <a:xfrm>
              <a:off x="235306" y="4318803"/>
              <a:ext cx="3937232" cy="0"/>
            </a:xfrm>
            <a:prstGeom prst="line">
              <a:avLst/>
            </a:prstGeom>
            <a:ln w="1905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9E31FBB-3C15-2032-E3FE-AE8E392F133D}"/>
                </a:ext>
              </a:extLst>
            </p:cNvPr>
            <p:cNvSpPr/>
            <p:nvPr/>
          </p:nvSpPr>
          <p:spPr>
            <a:xfrm>
              <a:off x="659467" y="3764028"/>
              <a:ext cx="1072360" cy="546768"/>
            </a:xfrm>
            <a:custGeom>
              <a:avLst/>
              <a:gdLst>
                <a:gd name="connsiteX0" fmla="*/ 0 w 1446835"/>
                <a:gd name="connsiteY0" fmla="*/ 1423686 h 1423686"/>
                <a:gd name="connsiteX1" fmla="*/ 752354 w 1446835"/>
                <a:gd name="connsiteY1" fmla="*/ 0 h 1423686"/>
                <a:gd name="connsiteX2" fmla="*/ 1446835 w 1446835"/>
                <a:gd name="connsiteY2" fmla="*/ 1423686 h 1423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46835" h="1423686">
                  <a:moveTo>
                    <a:pt x="0" y="1423686"/>
                  </a:moveTo>
                  <a:cubicBezTo>
                    <a:pt x="255607" y="711843"/>
                    <a:pt x="511215" y="0"/>
                    <a:pt x="752354" y="0"/>
                  </a:cubicBezTo>
                  <a:cubicBezTo>
                    <a:pt x="993493" y="0"/>
                    <a:pt x="1220164" y="711843"/>
                    <a:pt x="1446835" y="1423686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9B648E5-B603-D538-C9AD-916EA57D32E9}"/>
                </a:ext>
              </a:extLst>
            </p:cNvPr>
            <p:cNvCxnSpPr/>
            <p:nvPr/>
          </p:nvCxnSpPr>
          <p:spPr>
            <a:xfrm>
              <a:off x="1731827" y="3331212"/>
              <a:ext cx="1272630" cy="0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34160E7-F039-92FD-B064-C1D7F5FCC540}"/>
                </a:ext>
              </a:extLst>
            </p:cNvPr>
            <p:cNvCxnSpPr>
              <a:cxnSpLocks/>
            </p:cNvCxnSpPr>
            <p:nvPr/>
          </p:nvCxnSpPr>
          <p:spPr>
            <a:xfrm>
              <a:off x="3004457" y="3331212"/>
              <a:ext cx="0" cy="979584"/>
            </a:xfrm>
            <a:prstGeom prst="line">
              <a:avLst/>
            </a:prstGeom>
            <a:ln>
              <a:solidFill>
                <a:schemeClr val="bg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0ABD54-E744-D472-F452-A70F5261B310}"/>
                </a:ext>
              </a:extLst>
            </p:cNvPr>
            <p:cNvCxnSpPr>
              <a:cxnSpLocks/>
            </p:cNvCxnSpPr>
            <p:nvPr/>
          </p:nvCxnSpPr>
          <p:spPr>
            <a:xfrm>
              <a:off x="1731827" y="3331212"/>
              <a:ext cx="0" cy="979584"/>
            </a:xfrm>
            <a:prstGeom prst="line">
              <a:avLst/>
            </a:prstGeom>
            <a:ln>
              <a:solidFill>
                <a:schemeClr val="bg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544884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8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8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C65060F-1094-41F3-95E3-03DA10677C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18F16D9-EB65-4F11-9CD9-58377B437CF8}">
  <ds:schemaRefs>
    <ds:schemaRef ds:uri="http://purl.org/dc/terms/"/>
    <ds:schemaRef ds:uri="http://schemas.microsoft.com/office/2006/documentManagement/types"/>
    <ds:schemaRef ds:uri="http://schemas.openxmlformats.org/package/2006/metadata/core-properties"/>
    <ds:schemaRef ds:uri="16c05727-aa75-4e4a-9b5f-8a80a1165891"/>
    <ds:schemaRef ds:uri="http://purl.org/dc/elements/1.1/"/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A09386F-CDB5-4CE9-AE70-AE4E53A633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Vidyapeeth_PPT_Template (2)</Template>
  <TotalTime>0</TotalTime>
  <Words>369</Words>
  <Application>Microsoft Office PowerPoint</Application>
  <PresentationFormat>Widescreen</PresentationFormat>
  <Paragraphs>138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Cambria Math</vt:lpstr>
      <vt:lpstr>Chalkduster</vt:lpstr>
      <vt:lpstr>Custom Design</vt:lpstr>
      <vt:lpstr>1_Custom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2021-05-20T11:59:18Z</dcterms:created>
  <dcterms:modified xsi:type="dcterms:W3CDTF">2025-07-25T10:30:15Z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