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 bookmarkIdSeed="2">
  <p:sldMasterIdLst>
    <p:sldMasterId id="2147483793" r:id="rId4"/>
    <p:sldMasterId id="2147483805" r:id="rId5"/>
  </p:sldMasterIdLst>
  <p:notesMasterIdLst>
    <p:notesMasterId r:id="rId11"/>
  </p:notesMasterIdLst>
  <p:handoutMasterIdLst>
    <p:handoutMasterId r:id="rId12"/>
  </p:handoutMasterIdLst>
  <p:sldIdLst>
    <p:sldId id="587" r:id="rId6"/>
    <p:sldId id="592" r:id="rId7"/>
    <p:sldId id="594" r:id="rId8"/>
    <p:sldId id="601" r:id="rId9"/>
    <p:sldId id="546" r:id="rId10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3B60382-BD1A-4226-BF5A-3518D9E6CB7A}">
          <p14:sldIdLst>
            <p14:sldId id="587"/>
            <p14:sldId id="592"/>
            <p14:sldId id="594"/>
            <p14:sldId id="601"/>
            <p14:sldId id="5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FFF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68" autoAdjust="0"/>
    <p:restoredTop sz="94249" autoAdjust="0"/>
  </p:normalViewPr>
  <p:slideViewPr>
    <p:cSldViewPr snapToGrid="0" showGuides="1">
      <p:cViewPr varScale="1">
        <p:scale>
          <a:sx n="82" d="100"/>
          <a:sy n="82" d="100"/>
        </p:scale>
        <p:origin x="845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2/18/2024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2/18/2024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A5DD88-BDEF-4970-BD0A-0155C51EED11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7701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CC31D62-EE3C-4A56-9B5A-DB21972D1221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105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769B76D-A1B6-42B2-A407-47252CB17B18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8837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E39AE66-3A89-492F-8C92-E6BA3E69E4D9}" type="datetime1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406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20D9C8-F614-4B42-855F-CB76B5BB078C}" type="datetime1">
              <a:rPr lang="en-IN" smtClean="0"/>
              <a:t>18-02-2024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1943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7F77122-3B01-4DA4-93E4-A05B11669CF3}" type="datetime1">
              <a:rPr lang="en-IN" smtClean="0"/>
              <a:t>18-02-2024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728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CADC03A-D2FC-47AF-82A4-2E8A65F173D3}" type="datetime1">
              <a:rPr lang="en-IN" smtClean="0"/>
              <a:t>18-02-2024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28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BDEFA2E-1B39-4B49-A233-E065575EADFD}" type="datetime1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29E9E9B-5A8A-40E9-A1B5-3D618A7A51BD}" type="datetime1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1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6EDF5C7-870F-4F4A-ABB1-820B833872B7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2852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F815F53-B842-4A07-8127-4A4A0D298956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Created By Vishal Singh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956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23883FA-C6DF-4218-AB09-2E70644672B2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9286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CFDAAF-E3C8-4E23-BE81-7A83AF94C8B8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769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FDA40A-1D34-49DD-9A37-6A793829BDE4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942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32527C6-7B3F-4FB1-9A4A-0EE135838B3E}" type="datetime1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0503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5829CE-854E-47C2-A2CC-41A6823C89EC}" type="datetime1">
              <a:rPr lang="en-IN" smtClean="0"/>
              <a:t>18-02-2024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3190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F69B0A-6955-467F-8E18-EE67F3AF0523}" type="datetime1">
              <a:rPr lang="en-IN" smtClean="0"/>
              <a:t>18-02-2024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8144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6225483-DF0A-4032-9B54-9FAC1AA70D3E}" type="datetime1">
              <a:rPr lang="en-IN" smtClean="0"/>
              <a:t>18-02-2024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98919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CEC7E75-194B-42F0-8103-6225C0AE458A}" type="datetime1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5143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D1234C-9373-4455-898B-075084727388}" type="datetime1">
              <a:rPr lang="en-IN" smtClean="0"/>
              <a:t>18-02-2024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08403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536642-4E43-4ACC-983C-90E8CE254AAB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4572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8DDD676-01FC-443E-996E-49F7AA0C7DAA}" type="datetime1">
              <a:rPr lang="en-IN" smtClean="0"/>
              <a:t>18-02-2024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Gangwar - ERDR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0634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0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4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3" r:id="rId8"/>
    <p:sldLayoutId id="2147483814" r:id="rId9"/>
    <p:sldLayoutId id="2147483815" r:id="rId10"/>
    <p:sldLayoutId id="214748381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0.png"/><Relationship Id="rId3" Type="http://schemas.openxmlformats.org/officeDocument/2006/relationships/image" Target="../media/image1870.png"/><Relationship Id="rId7" Type="http://schemas.openxmlformats.org/officeDocument/2006/relationships/image" Target="../media/image1910.png"/><Relationship Id="rId12" Type="http://schemas.openxmlformats.org/officeDocument/2006/relationships/image" Target="../media/image1960.png"/><Relationship Id="rId2" Type="http://schemas.openxmlformats.org/officeDocument/2006/relationships/image" Target="../media/image18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00.png"/><Relationship Id="rId11" Type="http://schemas.openxmlformats.org/officeDocument/2006/relationships/image" Target="../media/image1950.png"/><Relationship Id="rId5" Type="http://schemas.openxmlformats.org/officeDocument/2006/relationships/image" Target="../media/image1890.png"/><Relationship Id="rId10" Type="http://schemas.openxmlformats.org/officeDocument/2006/relationships/image" Target="../media/image1940.png"/><Relationship Id="rId4" Type="http://schemas.openxmlformats.org/officeDocument/2006/relationships/image" Target="../media/image1880.png"/><Relationship Id="rId9" Type="http://schemas.openxmlformats.org/officeDocument/2006/relationships/image" Target="../media/image193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30.png"/><Relationship Id="rId13" Type="http://schemas.openxmlformats.org/officeDocument/2006/relationships/image" Target="../media/image2080.png"/><Relationship Id="rId18" Type="http://schemas.openxmlformats.org/officeDocument/2006/relationships/image" Target="../media/image2130.png"/><Relationship Id="rId3" Type="http://schemas.openxmlformats.org/officeDocument/2006/relationships/image" Target="../media/image1980.png"/><Relationship Id="rId21" Type="http://schemas.openxmlformats.org/officeDocument/2006/relationships/image" Target="../media/image2160.png"/><Relationship Id="rId7" Type="http://schemas.openxmlformats.org/officeDocument/2006/relationships/image" Target="../media/image2020.png"/><Relationship Id="rId12" Type="http://schemas.openxmlformats.org/officeDocument/2006/relationships/image" Target="../media/image2070.png"/><Relationship Id="rId17" Type="http://schemas.openxmlformats.org/officeDocument/2006/relationships/image" Target="../media/image2120.png"/><Relationship Id="rId2" Type="http://schemas.openxmlformats.org/officeDocument/2006/relationships/image" Target="../media/image1970.png"/><Relationship Id="rId16" Type="http://schemas.openxmlformats.org/officeDocument/2006/relationships/image" Target="../media/image2110.png"/><Relationship Id="rId20" Type="http://schemas.openxmlformats.org/officeDocument/2006/relationships/image" Target="../media/image21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10.png"/><Relationship Id="rId11" Type="http://schemas.openxmlformats.org/officeDocument/2006/relationships/image" Target="../media/image2060.png"/><Relationship Id="rId5" Type="http://schemas.openxmlformats.org/officeDocument/2006/relationships/image" Target="../media/image2000.png"/><Relationship Id="rId15" Type="http://schemas.openxmlformats.org/officeDocument/2006/relationships/image" Target="../media/image2100.png"/><Relationship Id="rId10" Type="http://schemas.openxmlformats.org/officeDocument/2006/relationships/image" Target="../media/image2050.png"/><Relationship Id="rId19" Type="http://schemas.openxmlformats.org/officeDocument/2006/relationships/image" Target="../media/image2140.png"/><Relationship Id="rId4" Type="http://schemas.openxmlformats.org/officeDocument/2006/relationships/image" Target="../media/image1990.png"/><Relationship Id="rId9" Type="http://schemas.openxmlformats.org/officeDocument/2006/relationships/image" Target="../media/image2040.png"/><Relationship Id="rId14" Type="http://schemas.openxmlformats.org/officeDocument/2006/relationships/image" Target="../media/image209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0.png"/><Relationship Id="rId13" Type="http://schemas.openxmlformats.org/officeDocument/2006/relationships/image" Target="../media/image2280.png"/><Relationship Id="rId18" Type="http://schemas.openxmlformats.org/officeDocument/2006/relationships/image" Target="../media/image2330.png"/><Relationship Id="rId3" Type="http://schemas.openxmlformats.org/officeDocument/2006/relationships/image" Target="../media/image2180.png"/><Relationship Id="rId21" Type="http://schemas.openxmlformats.org/officeDocument/2006/relationships/image" Target="../media/image2360.png"/><Relationship Id="rId7" Type="http://schemas.openxmlformats.org/officeDocument/2006/relationships/image" Target="../media/image2220.png"/><Relationship Id="rId12" Type="http://schemas.openxmlformats.org/officeDocument/2006/relationships/image" Target="../media/image2270.png"/><Relationship Id="rId17" Type="http://schemas.openxmlformats.org/officeDocument/2006/relationships/image" Target="../media/image2320.png"/><Relationship Id="rId2" Type="http://schemas.openxmlformats.org/officeDocument/2006/relationships/image" Target="../media/image2170.png"/><Relationship Id="rId16" Type="http://schemas.openxmlformats.org/officeDocument/2006/relationships/image" Target="../media/image2310.png"/><Relationship Id="rId20" Type="http://schemas.openxmlformats.org/officeDocument/2006/relationships/image" Target="../media/image23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10.png"/><Relationship Id="rId11" Type="http://schemas.openxmlformats.org/officeDocument/2006/relationships/image" Target="../media/image2260.png"/><Relationship Id="rId5" Type="http://schemas.openxmlformats.org/officeDocument/2006/relationships/image" Target="../media/image2200.png"/><Relationship Id="rId15" Type="http://schemas.openxmlformats.org/officeDocument/2006/relationships/image" Target="../media/image2300.png"/><Relationship Id="rId10" Type="http://schemas.openxmlformats.org/officeDocument/2006/relationships/image" Target="../media/image2250.png"/><Relationship Id="rId19" Type="http://schemas.openxmlformats.org/officeDocument/2006/relationships/image" Target="../media/image2340.png"/><Relationship Id="rId4" Type="http://schemas.openxmlformats.org/officeDocument/2006/relationships/image" Target="../media/image2190.png"/><Relationship Id="rId9" Type="http://schemas.openxmlformats.org/officeDocument/2006/relationships/image" Target="../media/image2240.png"/><Relationship Id="rId14" Type="http://schemas.openxmlformats.org/officeDocument/2006/relationships/image" Target="../media/image229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86D0EF08-7C61-6891-0424-201C44B03C7A}"/>
              </a:ext>
            </a:extLst>
          </p:cNvPr>
          <p:cNvSpPr/>
          <p:nvPr/>
        </p:nvSpPr>
        <p:spPr>
          <a:xfrm>
            <a:off x="273497" y="2035423"/>
            <a:ext cx="4216400" cy="10594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>
              <a:solidFill>
                <a:schemeClr val="tx1"/>
              </a:solidFill>
            </a:endParaRPr>
          </a:p>
        </p:txBody>
      </p:sp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A71E0414-CE54-892A-895B-92F352D3319B}"/>
              </a:ext>
            </a:extLst>
          </p:cNvPr>
          <p:cNvSpPr/>
          <p:nvPr/>
        </p:nvSpPr>
        <p:spPr>
          <a:xfrm>
            <a:off x="273497" y="889533"/>
            <a:ext cx="4216400" cy="10594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26C958D-D0CE-6EF1-3535-89567B52E388}"/>
                  </a:ext>
                </a:extLst>
              </p:cNvPr>
              <p:cNvSpPr txBox="1"/>
              <p:nvPr/>
            </p:nvSpPr>
            <p:spPr>
              <a:xfrm>
                <a:off x="1995997" y="932650"/>
                <a:ext cx="5285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26C958D-D0CE-6EF1-3535-89567B52E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997" y="932650"/>
                <a:ext cx="528542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894A1698-C8D8-2C05-8A44-481922C34073}"/>
              </a:ext>
            </a:extLst>
          </p:cNvPr>
          <p:cNvGrpSpPr/>
          <p:nvPr/>
        </p:nvGrpSpPr>
        <p:grpSpPr>
          <a:xfrm>
            <a:off x="1975540" y="2489495"/>
            <a:ext cx="509567" cy="303672"/>
            <a:chOff x="5377910" y="3964770"/>
            <a:chExt cx="825067" cy="314187"/>
          </a:xfrm>
        </p:grpSpPr>
        <p:sp>
          <p:nvSpPr>
            <p:cNvPr id="60" name="Freeform: Shape 41">
              <a:extLst>
                <a:ext uri="{FF2B5EF4-FFF2-40B4-BE49-F238E27FC236}">
                  <a16:creationId xmlns:a16="http://schemas.microsoft.com/office/drawing/2014/main" id="{1819FF18-8950-4B60-EAD7-F5699AACA224}"/>
                </a:ext>
              </a:extLst>
            </p:cNvPr>
            <p:cNvSpPr/>
            <p:nvPr/>
          </p:nvSpPr>
          <p:spPr>
            <a:xfrm>
              <a:off x="5377910" y="4117937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1" name="Freeform: Shape 42">
              <a:extLst>
                <a:ext uri="{FF2B5EF4-FFF2-40B4-BE49-F238E27FC236}">
                  <a16:creationId xmlns:a16="http://schemas.microsoft.com/office/drawing/2014/main" id="{ABEFADF4-19E6-D17E-9FFF-5936993AC61B}"/>
                </a:ext>
              </a:extLst>
            </p:cNvPr>
            <p:cNvSpPr/>
            <p:nvPr/>
          </p:nvSpPr>
          <p:spPr>
            <a:xfrm>
              <a:off x="5887410" y="4112038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Freeform: Shape 43">
              <a:extLst>
                <a:ext uri="{FF2B5EF4-FFF2-40B4-BE49-F238E27FC236}">
                  <a16:creationId xmlns:a16="http://schemas.microsoft.com/office/drawing/2014/main" id="{87D09D90-EB45-B37B-1A23-992EC0E07F2E}"/>
                </a:ext>
              </a:extLst>
            </p:cNvPr>
            <p:cNvSpPr/>
            <p:nvPr/>
          </p:nvSpPr>
          <p:spPr>
            <a:xfrm>
              <a:off x="5887633" y="3964773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3" name="Freeform: Shape 44">
              <a:extLst>
                <a:ext uri="{FF2B5EF4-FFF2-40B4-BE49-F238E27FC236}">
                  <a16:creationId xmlns:a16="http://schemas.microsoft.com/office/drawing/2014/main" id="{2A60361D-A4BE-4ADA-A5F2-FD9372AE4BC3}"/>
                </a:ext>
              </a:extLst>
            </p:cNvPr>
            <p:cNvSpPr/>
            <p:nvPr/>
          </p:nvSpPr>
          <p:spPr>
            <a:xfrm>
              <a:off x="5686085" y="3964770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1F6FDB0-07DF-C2A7-DD98-2795CD1A996A}"/>
              </a:ext>
            </a:extLst>
          </p:cNvPr>
          <p:cNvCxnSpPr>
            <a:cxnSpLocks/>
          </p:cNvCxnSpPr>
          <p:nvPr/>
        </p:nvCxnSpPr>
        <p:spPr>
          <a:xfrm flipV="1">
            <a:off x="2634392" y="1494621"/>
            <a:ext cx="840227" cy="51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02" name="Rectangle 101">
            <a:extLst>
              <a:ext uri="{FF2B5EF4-FFF2-40B4-BE49-F238E27FC236}">
                <a16:creationId xmlns:a16="http://schemas.microsoft.com/office/drawing/2014/main" id="{2972418F-3AF3-144F-C66A-30709B2D95DF}"/>
              </a:ext>
            </a:extLst>
          </p:cNvPr>
          <p:cNvSpPr/>
          <p:nvPr/>
        </p:nvSpPr>
        <p:spPr>
          <a:xfrm>
            <a:off x="0" y="-10255"/>
            <a:ext cx="728250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Frequency variation on Z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5742F315-D892-58B7-0060-68AB21F969D7}"/>
              </a:ext>
            </a:extLst>
          </p:cNvPr>
          <p:cNvCxnSpPr>
            <a:cxnSpLocks/>
          </p:cNvCxnSpPr>
          <p:nvPr/>
        </p:nvCxnSpPr>
        <p:spPr>
          <a:xfrm flipV="1">
            <a:off x="2518209" y="2638109"/>
            <a:ext cx="728529" cy="4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6DC68FB-501C-DCD9-9B65-35FDBB596BE8}"/>
                  </a:ext>
                </a:extLst>
              </p:cNvPr>
              <p:cNvSpPr txBox="1"/>
              <p:nvPr/>
            </p:nvSpPr>
            <p:spPr>
              <a:xfrm>
                <a:off x="2097922" y="2093247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C6DC68FB-501C-DCD9-9B65-35FDBB596B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922" y="2093247"/>
                <a:ext cx="55118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6EF944DF-EB47-F3C4-694E-AEFCC8EBC46C}"/>
              </a:ext>
            </a:extLst>
          </p:cNvPr>
          <p:cNvCxnSpPr>
            <a:cxnSpLocks/>
          </p:cNvCxnSpPr>
          <p:nvPr/>
        </p:nvCxnSpPr>
        <p:spPr>
          <a:xfrm flipV="1">
            <a:off x="1092317" y="2643081"/>
            <a:ext cx="840227" cy="51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96568B6-3C2D-0FAE-91D8-96E9D5699E9A}"/>
              </a:ext>
            </a:extLst>
          </p:cNvPr>
          <p:cNvGrpSpPr/>
          <p:nvPr/>
        </p:nvGrpSpPr>
        <p:grpSpPr>
          <a:xfrm>
            <a:off x="273497" y="4355601"/>
            <a:ext cx="4216400" cy="1059411"/>
            <a:chOff x="262467" y="1032130"/>
            <a:chExt cx="4216400" cy="1059411"/>
          </a:xfrm>
        </p:grpSpPr>
        <p:sp>
          <p:nvSpPr>
            <p:cNvPr id="125" name="Rectangle: Rounded Corners 124">
              <a:extLst>
                <a:ext uri="{FF2B5EF4-FFF2-40B4-BE49-F238E27FC236}">
                  <a16:creationId xmlns:a16="http://schemas.microsoft.com/office/drawing/2014/main" id="{982B15D7-C53C-6066-CF00-BC6DF0A23390}"/>
                </a:ext>
              </a:extLst>
            </p:cNvPr>
            <p:cNvSpPr/>
            <p:nvPr/>
          </p:nvSpPr>
          <p:spPr>
            <a:xfrm>
              <a:off x="262467" y="1032130"/>
              <a:ext cx="4216400" cy="1059411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F8AE1FE-9DCF-66FC-E4F6-3AF6F79F94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28875" y="1644213"/>
              <a:ext cx="728529" cy="4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1DDF469-59DB-B2EA-19C0-3B97CA513F28}"/>
                    </a:ext>
                  </a:extLst>
                </p:cNvPr>
                <p:cNvSpPr txBox="1"/>
                <p:nvPr/>
              </p:nvSpPr>
              <p:spPr>
                <a:xfrm>
                  <a:off x="1413122" y="1089954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91DDF469-59DB-B2EA-19C0-3B97CA513F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3122" y="1089954"/>
                  <a:ext cx="551184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7589D3C8-DFE3-20A9-E318-CC51663C7B5C}"/>
                    </a:ext>
                  </a:extLst>
                </p:cNvPr>
                <p:cNvSpPr txBox="1"/>
                <p:nvPr/>
              </p:nvSpPr>
              <p:spPr>
                <a:xfrm>
                  <a:off x="2885553" y="1075247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28" name="TextBox 127">
                  <a:extLst>
                    <a:ext uri="{FF2B5EF4-FFF2-40B4-BE49-F238E27FC236}">
                      <a16:creationId xmlns:a16="http://schemas.microsoft.com/office/drawing/2014/main" id="{7589D3C8-DFE3-20A9-E318-CC51663C7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5553" y="1075247"/>
                  <a:ext cx="528542" cy="46166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FBDB5BD6-E26E-6990-D8B7-70471ECC508F}"/>
                </a:ext>
              </a:extLst>
            </p:cNvPr>
            <p:cNvCxnSpPr>
              <a:cxnSpLocks/>
              <a:endCxn id="141" idx="0"/>
            </p:cNvCxnSpPr>
            <p:nvPr/>
          </p:nvCxnSpPr>
          <p:spPr>
            <a:xfrm flipV="1">
              <a:off x="2170136" y="1632856"/>
              <a:ext cx="840227" cy="51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7E46EAD0-FBE1-6755-788E-37CE065E7E2F}"/>
                </a:ext>
              </a:extLst>
            </p:cNvPr>
            <p:cNvGrpSpPr/>
            <p:nvPr/>
          </p:nvGrpSpPr>
          <p:grpSpPr>
            <a:xfrm>
              <a:off x="3010362" y="1484148"/>
              <a:ext cx="509567" cy="303672"/>
              <a:chOff x="5377910" y="3964770"/>
              <a:chExt cx="825067" cy="314187"/>
            </a:xfrm>
          </p:grpSpPr>
          <p:sp>
            <p:nvSpPr>
              <p:cNvPr id="141" name="Freeform: Shape 41">
                <a:extLst>
                  <a:ext uri="{FF2B5EF4-FFF2-40B4-BE49-F238E27FC236}">
                    <a16:creationId xmlns:a16="http://schemas.microsoft.com/office/drawing/2014/main" id="{43C48756-6A7F-F3BA-97BB-45BC8420CE0E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2" name="Freeform: Shape 42">
                <a:extLst>
                  <a:ext uri="{FF2B5EF4-FFF2-40B4-BE49-F238E27FC236}">
                    <a16:creationId xmlns:a16="http://schemas.microsoft.com/office/drawing/2014/main" id="{E851505B-B227-8EE7-9D71-9EB3463A0913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3" name="Freeform: Shape 43">
                <a:extLst>
                  <a:ext uri="{FF2B5EF4-FFF2-40B4-BE49-F238E27FC236}">
                    <a16:creationId xmlns:a16="http://schemas.microsoft.com/office/drawing/2014/main" id="{59635A45-FB98-88F5-2509-6198C96DA8AC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4" name="Freeform: Shape 44">
                <a:extLst>
                  <a:ext uri="{FF2B5EF4-FFF2-40B4-BE49-F238E27FC236}">
                    <a16:creationId xmlns:a16="http://schemas.microsoft.com/office/drawing/2014/main" id="{D8653869-D05A-5E2D-F37C-D6F099820D9B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BEFCF030-CD27-9BA9-F488-95D329C1B1B7}"/>
                </a:ext>
              </a:extLst>
            </p:cNvPr>
            <p:cNvGrpSpPr/>
            <p:nvPr/>
          </p:nvGrpSpPr>
          <p:grpSpPr>
            <a:xfrm>
              <a:off x="1289504" y="1540213"/>
              <a:ext cx="742662" cy="172736"/>
              <a:chOff x="2067212" y="2632574"/>
              <a:chExt cx="2728822" cy="600294"/>
            </a:xfrm>
          </p:grpSpPr>
          <p:sp>
            <p:nvSpPr>
              <p:cNvPr id="134" name="Oval 4">
                <a:extLst>
                  <a:ext uri="{FF2B5EF4-FFF2-40B4-BE49-F238E27FC236}">
                    <a16:creationId xmlns:a16="http://schemas.microsoft.com/office/drawing/2014/main" id="{71FB771E-247F-1E93-B37B-56C3D28FE4B2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5" name="Oval 9">
                <a:extLst>
                  <a:ext uri="{FF2B5EF4-FFF2-40B4-BE49-F238E27FC236}">
                    <a16:creationId xmlns:a16="http://schemas.microsoft.com/office/drawing/2014/main" id="{812AC2BD-9674-7DD5-C393-5E1EF244977E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6" name="Oval 9">
                <a:extLst>
                  <a:ext uri="{FF2B5EF4-FFF2-40B4-BE49-F238E27FC236}">
                    <a16:creationId xmlns:a16="http://schemas.microsoft.com/office/drawing/2014/main" id="{C56D711B-DBBE-47CF-AE9F-644C27FDC8B5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7" name="Oval 9">
                <a:extLst>
                  <a:ext uri="{FF2B5EF4-FFF2-40B4-BE49-F238E27FC236}">
                    <a16:creationId xmlns:a16="http://schemas.microsoft.com/office/drawing/2014/main" id="{3849483C-8120-05E9-EC9D-C9B463AC64C8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8" name="Oval 9">
                <a:extLst>
                  <a:ext uri="{FF2B5EF4-FFF2-40B4-BE49-F238E27FC236}">
                    <a16:creationId xmlns:a16="http://schemas.microsoft.com/office/drawing/2014/main" id="{3E5D1F39-9610-2628-12A9-1C50FCA063C3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9" name="Oval 9">
                <a:extLst>
                  <a:ext uri="{FF2B5EF4-FFF2-40B4-BE49-F238E27FC236}">
                    <a16:creationId xmlns:a16="http://schemas.microsoft.com/office/drawing/2014/main" id="{6EA37381-CF30-92B9-CD99-3FBEE3486C3B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40" name="Oval 4">
                <a:extLst>
                  <a:ext uri="{FF2B5EF4-FFF2-40B4-BE49-F238E27FC236}">
                    <a16:creationId xmlns:a16="http://schemas.microsoft.com/office/drawing/2014/main" id="{E4F239F4-3BE8-A0B9-C255-7AD62C140056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651AF5E-EFD6-F4F0-6427-BA7B1DB9D9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7517" y="1639788"/>
              <a:ext cx="840227" cy="51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80E5AAFB-E9EE-1940-FE42-BC95140FA3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3948" y="1637218"/>
              <a:ext cx="840227" cy="51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612E24E0-7DF7-9372-BBD5-90D4DB3E7AF4}"/>
              </a:ext>
            </a:extLst>
          </p:cNvPr>
          <p:cNvGrpSpPr/>
          <p:nvPr/>
        </p:nvGrpSpPr>
        <p:grpSpPr>
          <a:xfrm>
            <a:off x="294365" y="5472449"/>
            <a:ext cx="4216400" cy="1252565"/>
            <a:chOff x="336861" y="3646694"/>
            <a:chExt cx="4216400" cy="1252565"/>
          </a:xfrm>
        </p:grpSpPr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B83B2003-02D3-9BC4-311B-F4881C0E0FCA}"/>
                </a:ext>
              </a:extLst>
            </p:cNvPr>
            <p:cNvSpPr/>
            <p:nvPr/>
          </p:nvSpPr>
          <p:spPr>
            <a:xfrm>
              <a:off x="336861" y="3720717"/>
              <a:ext cx="4216400" cy="1178542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chemeClr val="tx1"/>
                </a:solidFill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4C4103EE-7A90-0810-5955-55593361B246}"/>
                </a:ext>
              </a:extLst>
            </p:cNvPr>
            <p:cNvSpPr/>
            <p:nvPr/>
          </p:nvSpPr>
          <p:spPr>
            <a:xfrm>
              <a:off x="1251875" y="4057953"/>
              <a:ext cx="736938" cy="564962"/>
            </a:xfrm>
            <a:custGeom>
              <a:avLst/>
              <a:gdLst>
                <a:gd name="connsiteX0" fmla="*/ 694605 w 736938"/>
                <a:gd name="connsiteY0" fmla="*/ 73666 h 666333"/>
                <a:gd name="connsiteX1" fmla="*/ 169672 w 736938"/>
                <a:gd name="connsiteY1" fmla="*/ 39800 h 666333"/>
                <a:gd name="connsiteX2" fmla="*/ 34205 w 736938"/>
                <a:gd name="connsiteY2" fmla="*/ 556266 h 666333"/>
                <a:gd name="connsiteX3" fmla="*/ 736938 w 736938"/>
                <a:gd name="connsiteY3" fmla="*/ 666333 h 666333"/>
                <a:gd name="connsiteX4" fmla="*/ 736938 w 736938"/>
                <a:gd name="connsiteY4" fmla="*/ 666333 h 66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38" h="666333">
                  <a:moveTo>
                    <a:pt x="694605" y="73666"/>
                  </a:moveTo>
                  <a:cubicBezTo>
                    <a:pt x="487172" y="16516"/>
                    <a:pt x="279739" y="-40633"/>
                    <a:pt x="169672" y="39800"/>
                  </a:cubicBezTo>
                  <a:cubicBezTo>
                    <a:pt x="59605" y="120233"/>
                    <a:pt x="-60339" y="451844"/>
                    <a:pt x="34205" y="556266"/>
                  </a:cubicBezTo>
                  <a:cubicBezTo>
                    <a:pt x="128749" y="660688"/>
                    <a:pt x="736938" y="666333"/>
                    <a:pt x="736938" y="666333"/>
                  </a:cubicBezTo>
                  <a:lnTo>
                    <a:pt x="736938" y="666333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7B511A2-B3CD-670D-A49F-8A557E8CF62D}"/>
                </a:ext>
              </a:extLst>
            </p:cNvPr>
            <p:cNvSpPr/>
            <p:nvPr/>
          </p:nvSpPr>
          <p:spPr>
            <a:xfrm>
              <a:off x="2492580" y="4093824"/>
              <a:ext cx="1014700" cy="535928"/>
            </a:xfrm>
            <a:custGeom>
              <a:avLst/>
              <a:gdLst>
                <a:gd name="connsiteX0" fmla="*/ 194733 w 1014700"/>
                <a:gd name="connsiteY0" fmla="*/ 30957 h 632090"/>
                <a:gd name="connsiteX1" fmla="*/ 910167 w 1014700"/>
                <a:gd name="connsiteY1" fmla="*/ 47890 h 632090"/>
                <a:gd name="connsiteX2" fmla="*/ 914400 w 1014700"/>
                <a:gd name="connsiteY2" fmla="*/ 483924 h 632090"/>
                <a:gd name="connsiteX3" fmla="*/ 0 w 1014700"/>
                <a:gd name="connsiteY3" fmla="*/ 632090 h 63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700" h="632090">
                  <a:moveTo>
                    <a:pt x="194733" y="30957"/>
                  </a:moveTo>
                  <a:cubicBezTo>
                    <a:pt x="492478" y="1676"/>
                    <a:pt x="790223" y="-27604"/>
                    <a:pt x="910167" y="47890"/>
                  </a:cubicBezTo>
                  <a:cubicBezTo>
                    <a:pt x="1030111" y="123384"/>
                    <a:pt x="1066094" y="386557"/>
                    <a:pt x="914400" y="483924"/>
                  </a:cubicBezTo>
                  <a:cubicBezTo>
                    <a:pt x="762706" y="581291"/>
                    <a:pt x="381353" y="606690"/>
                    <a:pt x="0" y="63209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D8FB8F6E-DA4F-16F0-FC47-8B5F70A0B094}"/>
                    </a:ext>
                  </a:extLst>
                </p:cNvPr>
                <p:cNvSpPr txBox="1"/>
                <p:nvPr/>
              </p:nvSpPr>
              <p:spPr>
                <a:xfrm>
                  <a:off x="1648353" y="3646694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D8FB8F6E-DA4F-16F0-FC47-8B5F70A0B0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48353" y="3646694"/>
                  <a:ext cx="551184" cy="461665"/>
                </a:xfrm>
                <a:prstGeom prst="rect">
                  <a:avLst/>
                </a:prstGeom>
                <a:blipFill>
                  <a:blip r:embed="rId6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3C7A6463-42D9-9388-B088-E10D71A5DBCA}"/>
                    </a:ext>
                  </a:extLst>
                </p:cNvPr>
                <p:cNvSpPr txBox="1"/>
                <p:nvPr/>
              </p:nvSpPr>
              <p:spPr>
                <a:xfrm>
                  <a:off x="1686206" y="4197940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3C7A6463-42D9-9388-B088-E10D71A5DB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86206" y="4197940"/>
                  <a:ext cx="528542" cy="46166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1" name="Group 150">
              <a:extLst>
                <a:ext uri="{FF2B5EF4-FFF2-40B4-BE49-F238E27FC236}">
                  <a16:creationId xmlns:a16="http://schemas.microsoft.com/office/drawing/2014/main" id="{C9FF84A6-030E-6E65-DCFE-11AD48F31BA7}"/>
                </a:ext>
              </a:extLst>
            </p:cNvPr>
            <p:cNvGrpSpPr/>
            <p:nvPr/>
          </p:nvGrpSpPr>
          <p:grpSpPr>
            <a:xfrm>
              <a:off x="1982660" y="4501177"/>
              <a:ext cx="509567" cy="257474"/>
              <a:chOff x="5377910" y="3964770"/>
              <a:chExt cx="825067" cy="314187"/>
            </a:xfrm>
          </p:grpSpPr>
          <p:sp>
            <p:nvSpPr>
              <p:cNvPr id="162" name="Freeform: Shape 41">
                <a:extLst>
                  <a:ext uri="{FF2B5EF4-FFF2-40B4-BE49-F238E27FC236}">
                    <a16:creationId xmlns:a16="http://schemas.microsoft.com/office/drawing/2014/main" id="{1F1BD670-B77F-0A03-52E5-CC36285CEFCD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3" name="Freeform: Shape 42">
                <a:extLst>
                  <a:ext uri="{FF2B5EF4-FFF2-40B4-BE49-F238E27FC236}">
                    <a16:creationId xmlns:a16="http://schemas.microsoft.com/office/drawing/2014/main" id="{0048E422-A58D-0B2A-DCF8-FE4530129EBF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4" name="Freeform: Shape 43">
                <a:extLst>
                  <a:ext uri="{FF2B5EF4-FFF2-40B4-BE49-F238E27FC236}">
                    <a16:creationId xmlns:a16="http://schemas.microsoft.com/office/drawing/2014/main" id="{6B9C4220-6D7F-F825-C904-ADF890CE741D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5" name="Freeform: Shape 44">
                <a:extLst>
                  <a:ext uri="{FF2B5EF4-FFF2-40B4-BE49-F238E27FC236}">
                    <a16:creationId xmlns:a16="http://schemas.microsoft.com/office/drawing/2014/main" id="{23669BE3-7140-55FF-F2DB-36DC4F365B02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2" name="Group 151">
              <a:extLst>
                <a:ext uri="{FF2B5EF4-FFF2-40B4-BE49-F238E27FC236}">
                  <a16:creationId xmlns:a16="http://schemas.microsoft.com/office/drawing/2014/main" id="{C0AD2F16-6FC1-F039-E37A-251231D7B0A1}"/>
                </a:ext>
              </a:extLst>
            </p:cNvPr>
            <p:cNvGrpSpPr/>
            <p:nvPr/>
          </p:nvGrpSpPr>
          <p:grpSpPr>
            <a:xfrm>
              <a:off x="1946149" y="4012256"/>
              <a:ext cx="742662" cy="146458"/>
              <a:chOff x="2067212" y="2632574"/>
              <a:chExt cx="2728822" cy="600294"/>
            </a:xfrm>
          </p:grpSpPr>
          <p:sp>
            <p:nvSpPr>
              <p:cNvPr id="155" name="Oval 4">
                <a:extLst>
                  <a:ext uri="{FF2B5EF4-FFF2-40B4-BE49-F238E27FC236}">
                    <a16:creationId xmlns:a16="http://schemas.microsoft.com/office/drawing/2014/main" id="{109FD720-1D64-862D-56AE-EB6F5165BE18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6" name="Oval 9">
                <a:extLst>
                  <a:ext uri="{FF2B5EF4-FFF2-40B4-BE49-F238E27FC236}">
                    <a16:creationId xmlns:a16="http://schemas.microsoft.com/office/drawing/2014/main" id="{1A6793C5-9461-DB46-F8D5-D68A215B8AAC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7" name="Oval 9">
                <a:extLst>
                  <a:ext uri="{FF2B5EF4-FFF2-40B4-BE49-F238E27FC236}">
                    <a16:creationId xmlns:a16="http://schemas.microsoft.com/office/drawing/2014/main" id="{65ED6CBA-7D17-6DB5-7160-C9F3C6A6FE0A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8" name="Oval 9">
                <a:extLst>
                  <a:ext uri="{FF2B5EF4-FFF2-40B4-BE49-F238E27FC236}">
                    <a16:creationId xmlns:a16="http://schemas.microsoft.com/office/drawing/2014/main" id="{FC0DFB62-CC23-A941-BC27-7A2E52DBD4C6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9" name="Oval 9">
                <a:extLst>
                  <a:ext uri="{FF2B5EF4-FFF2-40B4-BE49-F238E27FC236}">
                    <a16:creationId xmlns:a16="http://schemas.microsoft.com/office/drawing/2014/main" id="{8C0C8F6F-6E47-07F6-5EE3-17EE166CBAF8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0" name="Oval 9">
                <a:extLst>
                  <a:ext uri="{FF2B5EF4-FFF2-40B4-BE49-F238E27FC236}">
                    <a16:creationId xmlns:a16="http://schemas.microsoft.com/office/drawing/2014/main" id="{FB5D59FF-E488-BBD5-48F6-6ABF48761D61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1" name="Oval 4">
                <a:extLst>
                  <a:ext uri="{FF2B5EF4-FFF2-40B4-BE49-F238E27FC236}">
                    <a16:creationId xmlns:a16="http://schemas.microsoft.com/office/drawing/2014/main" id="{23F792FE-A710-EC1D-F25F-16A3B07E4E7C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14D3885-15A8-E2C7-0163-AF5306EE7A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4403" y="4325762"/>
              <a:ext cx="840227" cy="51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E66D77D-A22C-4E19-C880-62E632FE82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1648" y="4376553"/>
              <a:ext cx="840227" cy="51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66" name="Rectangle: Rounded Corners 165">
            <a:extLst>
              <a:ext uri="{FF2B5EF4-FFF2-40B4-BE49-F238E27FC236}">
                <a16:creationId xmlns:a16="http://schemas.microsoft.com/office/drawing/2014/main" id="{8B98FAE3-2678-099E-522C-3C7CB2C5D117}"/>
              </a:ext>
            </a:extLst>
          </p:cNvPr>
          <p:cNvSpPr/>
          <p:nvPr/>
        </p:nvSpPr>
        <p:spPr>
          <a:xfrm>
            <a:off x="262024" y="3199493"/>
            <a:ext cx="4216400" cy="1059411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400">
              <a:solidFill>
                <a:schemeClr val="tx1"/>
              </a:solidFill>
            </a:endParaRPr>
          </a:p>
        </p:txBody>
      </p: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59801599-C0FF-E3A1-7CA7-6F4038B01A0B}"/>
              </a:ext>
            </a:extLst>
          </p:cNvPr>
          <p:cNvCxnSpPr>
            <a:cxnSpLocks/>
          </p:cNvCxnSpPr>
          <p:nvPr/>
        </p:nvCxnSpPr>
        <p:spPr>
          <a:xfrm flipV="1">
            <a:off x="2702202" y="3811576"/>
            <a:ext cx="728529" cy="4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C354893-C6DF-0C63-3CF2-E2FF6FBF005F}"/>
                  </a:ext>
                </a:extLst>
              </p:cNvPr>
              <p:cNvSpPr txBox="1"/>
              <p:nvPr/>
            </p:nvSpPr>
            <p:spPr>
              <a:xfrm>
                <a:off x="2086449" y="3257317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AC354893-C6DF-0C63-3CF2-E2FF6FBF0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6449" y="3257317"/>
                <a:ext cx="551184" cy="461665"/>
              </a:xfrm>
              <a:prstGeom prst="rect">
                <a:avLst/>
              </a:prstGeom>
              <a:blipFill>
                <a:blip r:embed="rId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0" name="Group 169">
            <a:extLst>
              <a:ext uri="{FF2B5EF4-FFF2-40B4-BE49-F238E27FC236}">
                <a16:creationId xmlns:a16="http://schemas.microsoft.com/office/drawing/2014/main" id="{EB57547E-0ACC-8650-B6FB-D3FFDE8AF4FF}"/>
              </a:ext>
            </a:extLst>
          </p:cNvPr>
          <p:cNvGrpSpPr/>
          <p:nvPr/>
        </p:nvGrpSpPr>
        <p:grpSpPr>
          <a:xfrm>
            <a:off x="1962831" y="3707576"/>
            <a:ext cx="742662" cy="172736"/>
            <a:chOff x="2067212" y="2632574"/>
            <a:chExt cx="2728822" cy="600294"/>
          </a:xfrm>
        </p:grpSpPr>
        <p:sp>
          <p:nvSpPr>
            <p:cNvPr id="171" name="Oval 4">
              <a:extLst>
                <a:ext uri="{FF2B5EF4-FFF2-40B4-BE49-F238E27FC236}">
                  <a16:creationId xmlns:a16="http://schemas.microsoft.com/office/drawing/2014/main" id="{33F9ABEF-B979-2D0B-C923-A75B7C7332BD}"/>
                </a:ext>
              </a:extLst>
            </p:cNvPr>
            <p:cNvSpPr/>
            <p:nvPr/>
          </p:nvSpPr>
          <p:spPr>
            <a:xfrm>
              <a:off x="2067212" y="2634213"/>
              <a:ext cx="766601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462" h="1049063">
                  <a:moveTo>
                    <a:pt x="0" y="583154"/>
                  </a:moveTo>
                  <a:cubicBezTo>
                    <a:pt x="154069" y="578124"/>
                    <a:pt x="493516" y="634316"/>
                    <a:pt x="504745" y="505636"/>
                  </a:cubicBezTo>
                  <a:cubicBezTo>
                    <a:pt x="534588" y="157179"/>
                    <a:pt x="631910" y="12857"/>
                    <a:pt x="751027" y="418"/>
                  </a:cubicBezTo>
                  <a:cubicBezTo>
                    <a:pt x="870144" y="-12021"/>
                    <a:pt x="1021462" y="254909"/>
                    <a:pt x="1021462" y="573010"/>
                  </a:cubicBezTo>
                  <a:cubicBezTo>
                    <a:pt x="1018605" y="882538"/>
                    <a:pt x="969303" y="1049708"/>
                    <a:pt x="904764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2" name="Oval 9">
              <a:extLst>
                <a:ext uri="{FF2B5EF4-FFF2-40B4-BE49-F238E27FC236}">
                  <a16:creationId xmlns:a16="http://schemas.microsoft.com/office/drawing/2014/main" id="{FF2B5C59-4003-B139-7108-12C02063560D}"/>
                </a:ext>
              </a:extLst>
            </p:cNvPr>
            <p:cNvSpPr/>
            <p:nvPr/>
          </p:nvSpPr>
          <p:spPr>
            <a:xfrm>
              <a:off x="2684266" y="2632574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3" name="Oval 9">
              <a:extLst>
                <a:ext uri="{FF2B5EF4-FFF2-40B4-BE49-F238E27FC236}">
                  <a16:creationId xmlns:a16="http://schemas.microsoft.com/office/drawing/2014/main" id="{CE4B4823-7798-30DD-3047-40519390B1CB}"/>
                </a:ext>
              </a:extLst>
            </p:cNvPr>
            <p:cNvSpPr/>
            <p:nvPr/>
          </p:nvSpPr>
          <p:spPr>
            <a:xfrm>
              <a:off x="2958066" y="2634186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4" name="Oval 9">
              <a:extLst>
                <a:ext uri="{FF2B5EF4-FFF2-40B4-BE49-F238E27FC236}">
                  <a16:creationId xmlns:a16="http://schemas.microsoft.com/office/drawing/2014/main" id="{44A9BFA7-5F47-24C3-8888-B21A638E048F}"/>
                </a:ext>
              </a:extLst>
            </p:cNvPr>
            <p:cNvSpPr/>
            <p:nvPr/>
          </p:nvSpPr>
          <p:spPr>
            <a:xfrm>
              <a:off x="3233327" y="2635623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5" name="Oval 9">
              <a:extLst>
                <a:ext uri="{FF2B5EF4-FFF2-40B4-BE49-F238E27FC236}">
                  <a16:creationId xmlns:a16="http://schemas.microsoft.com/office/drawing/2014/main" id="{74438AD4-F358-18B6-E02E-6D14F00774EA}"/>
                </a:ext>
              </a:extLst>
            </p:cNvPr>
            <p:cNvSpPr/>
            <p:nvPr/>
          </p:nvSpPr>
          <p:spPr>
            <a:xfrm>
              <a:off x="3508588" y="2637060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6" name="Oval 9">
              <a:extLst>
                <a:ext uri="{FF2B5EF4-FFF2-40B4-BE49-F238E27FC236}">
                  <a16:creationId xmlns:a16="http://schemas.microsoft.com/office/drawing/2014/main" id="{42147254-FEF6-F1CA-A87F-0529ECCBBB48}"/>
                </a:ext>
              </a:extLst>
            </p:cNvPr>
            <p:cNvSpPr/>
            <p:nvPr/>
          </p:nvSpPr>
          <p:spPr>
            <a:xfrm>
              <a:off x="3783849" y="2638497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7" name="Oval 4">
              <a:extLst>
                <a:ext uri="{FF2B5EF4-FFF2-40B4-BE49-F238E27FC236}">
                  <a16:creationId xmlns:a16="http://schemas.microsoft.com/office/drawing/2014/main" id="{6BCDE145-D651-3445-EABE-08091ED4B6ED}"/>
                </a:ext>
              </a:extLst>
            </p:cNvPr>
            <p:cNvSpPr/>
            <p:nvPr/>
          </p:nvSpPr>
          <p:spPr>
            <a:xfrm flipH="1">
              <a:off x="4033361" y="2641697"/>
              <a:ext cx="762673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  <a:gd name="connsiteX0" fmla="*/ 0 w 1016229"/>
                <a:gd name="connsiteY0" fmla="*/ 556784 h 1049063"/>
                <a:gd name="connsiteX1" fmla="*/ 499512 w 1016229"/>
                <a:gd name="connsiteY1" fmla="*/ 505636 h 1049063"/>
                <a:gd name="connsiteX2" fmla="*/ 745794 w 1016229"/>
                <a:gd name="connsiteY2" fmla="*/ 418 h 1049063"/>
                <a:gd name="connsiteX3" fmla="*/ 1016229 w 1016229"/>
                <a:gd name="connsiteY3" fmla="*/ 573010 h 1049063"/>
                <a:gd name="connsiteX4" fmla="*/ 899531 w 1016229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229" h="1049063">
                  <a:moveTo>
                    <a:pt x="0" y="556784"/>
                  </a:moveTo>
                  <a:cubicBezTo>
                    <a:pt x="154069" y="551754"/>
                    <a:pt x="488283" y="634316"/>
                    <a:pt x="499512" y="505636"/>
                  </a:cubicBezTo>
                  <a:cubicBezTo>
                    <a:pt x="529355" y="157179"/>
                    <a:pt x="626677" y="12857"/>
                    <a:pt x="745794" y="418"/>
                  </a:cubicBezTo>
                  <a:cubicBezTo>
                    <a:pt x="864911" y="-12021"/>
                    <a:pt x="1016229" y="254909"/>
                    <a:pt x="1016229" y="573010"/>
                  </a:cubicBezTo>
                  <a:cubicBezTo>
                    <a:pt x="1013372" y="882538"/>
                    <a:pt x="964070" y="1049708"/>
                    <a:pt x="899531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425DD5BE-C4A5-5417-FFB3-67A86308A1ED}"/>
              </a:ext>
            </a:extLst>
          </p:cNvPr>
          <p:cNvCxnSpPr>
            <a:cxnSpLocks/>
          </p:cNvCxnSpPr>
          <p:nvPr/>
        </p:nvCxnSpPr>
        <p:spPr>
          <a:xfrm flipV="1">
            <a:off x="1080844" y="3807151"/>
            <a:ext cx="840227" cy="51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79" name="Freeform: Shape 31">
            <a:extLst>
              <a:ext uri="{FF2B5EF4-FFF2-40B4-BE49-F238E27FC236}">
                <a16:creationId xmlns:a16="http://schemas.microsoft.com/office/drawing/2014/main" id="{478772AA-F426-64A0-A4D2-D491EDD5EA30}"/>
              </a:ext>
            </a:extLst>
          </p:cNvPr>
          <p:cNvSpPr/>
          <p:nvPr/>
        </p:nvSpPr>
        <p:spPr>
          <a:xfrm rot="10800000" flipV="1">
            <a:off x="1809811" y="1432325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507F5006-2C14-8D0C-67F9-7B8CE9330734}"/>
              </a:ext>
            </a:extLst>
          </p:cNvPr>
          <p:cNvCxnSpPr>
            <a:cxnSpLocks/>
          </p:cNvCxnSpPr>
          <p:nvPr/>
        </p:nvCxnSpPr>
        <p:spPr>
          <a:xfrm flipV="1">
            <a:off x="942870" y="1546179"/>
            <a:ext cx="840227" cy="51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1" name="TextBox 180">
            <a:extLst>
              <a:ext uri="{FF2B5EF4-FFF2-40B4-BE49-F238E27FC236}">
                <a16:creationId xmlns:a16="http://schemas.microsoft.com/office/drawing/2014/main" id="{41D65D53-D161-70CB-739D-4DBF435495EB}"/>
              </a:ext>
            </a:extLst>
          </p:cNvPr>
          <p:cNvSpPr txBox="1"/>
          <p:nvPr/>
        </p:nvSpPr>
        <p:spPr>
          <a:xfrm>
            <a:off x="4510765" y="877202"/>
            <a:ext cx="69020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Resistance do not change with change in frequency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7843A3EC-9A3F-1518-1281-0E439B2FFAB6}"/>
                  </a:ext>
                </a:extLst>
              </p:cNvPr>
              <p:cNvSpPr txBox="1"/>
              <p:nvPr/>
            </p:nvSpPr>
            <p:spPr>
              <a:xfrm>
                <a:off x="4510765" y="1833036"/>
                <a:ext cx="7407738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I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As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r>
                            <a:rPr kumimoji="0" lang="en-I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1</m:t>
                          </m:r>
                        </m:num>
                        <m:den>
                          <m: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𝜔</m:t>
                          </m:r>
                          <m: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bg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𝐶</m:t>
                          </m:r>
                        </m:den>
                      </m:f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 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𝐴𝑠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𝑓𝑟𝑒𝑞𝑢𝑒𝑛𝑐𝑦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𝑖𝑛𝑐𝑟𝑒𝑎𝑠𝑒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𝑑𝑒𝑐𝑟𝑒𝑎𝑠𝑒</m:t>
                      </m: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2" name="TextBox 181">
                <a:extLst>
                  <a:ext uri="{FF2B5EF4-FFF2-40B4-BE49-F238E27FC236}">
                    <a16:creationId xmlns:a16="http://schemas.microsoft.com/office/drawing/2014/main" id="{7843A3EC-9A3F-1518-1281-0E439B2FF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65" y="1833036"/>
                <a:ext cx="7407738" cy="7862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F12BEAB0-142C-CE14-4E1B-8845FD98D28C}"/>
                  </a:ext>
                </a:extLst>
              </p:cNvPr>
              <p:cNvSpPr txBox="1"/>
              <p:nvPr/>
            </p:nvSpPr>
            <p:spPr>
              <a:xfrm>
                <a:off x="4510765" y="3125520"/>
                <a:ext cx="72240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0" lang="en-I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As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  <m:r>
                        <a:rPr lang="en-IN" sz="2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𝐴𝑠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𝑓𝑟𝑒𝑞𝑢𝑒𝑛𝑐𝑦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𝑖𝑛𝑐𝑟𝑒𝑎𝑠𝑒</m:t>
                      </m:r>
                      <m:r>
                        <a:rPr kumimoji="0" lang="en-I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  <m:sSub>
                        <m:sSubPr>
                          <m:ctrlP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𝑤𝑖𝑙𝑙𝑖𝑛𝑐𝑟𝑒𝑎𝑠𝑒</m:t>
                      </m: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3" name="TextBox 182">
                <a:extLst>
                  <a:ext uri="{FF2B5EF4-FFF2-40B4-BE49-F238E27FC236}">
                    <a16:creationId xmlns:a16="http://schemas.microsoft.com/office/drawing/2014/main" id="{F12BEAB0-142C-CE14-4E1B-8845FD98D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65" y="3125520"/>
                <a:ext cx="7224035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2FD4BC4-78A6-7216-CCA8-9183C4D2210A}"/>
                  </a:ext>
                </a:extLst>
              </p:cNvPr>
              <p:cNvSpPr txBox="1"/>
              <p:nvPr/>
            </p:nvSpPr>
            <p:spPr>
              <a:xfrm>
                <a:off x="4510766" y="4275079"/>
                <a:ext cx="421640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𝑟𝑒𝑠𝑜𝑛𝑎𝑛𝑐𝑒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𝑧𝑒𝑟𝑜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72FD4BC4-78A6-7216-CCA8-9183C4D221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66" y="4275079"/>
                <a:ext cx="421640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ABDE5551-E16A-05B7-D54B-38A208DD63B8}"/>
                  </a:ext>
                </a:extLst>
              </p:cNvPr>
              <p:cNvSpPr txBox="1"/>
              <p:nvPr/>
            </p:nvSpPr>
            <p:spPr>
              <a:xfrm>
                <a:off x="4510765" y="5500838"/>
                <a:ext cx="350293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𝐴𝑡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𝑅𝑒𝑠𝑜𝑛𝑎𝑛𝑐𝑒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𝑤𝑖𝑙𝑙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𝑏𝑒</m:t>
                      </m:r>
                      <m:r>
                        <a:rPr lang="en-IN" sz="2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∞</m:t>
                      </m:r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ABDE5551-E16A-05B7-D54B-38A208DD6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0765" y="5500838"/>
                <a:ext cx="3502935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1BD6FD35-9DA0-62DE-9A47-CE96738B4DA8}"/>
              </a:ext>
            </a:extLst>
          </p:cNvPr>
          <p:cNvSpPr/>
          <p:nvPr/>
        </p:nvSpPr>
        <p:spPr>
          <a:xfrm>
            <a:off x="8393487" y="4547475"/>
            <a:ext cx="3749220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Can also add graph</a:t>
            </a:r>
          </a:p>
        </p:txBody>
      </p:sp>
    </p:spTree>
    <p:extLst>
      <p:ext uri="{BB962C8B-B14F-4D97-AF65-F5344CB8AC3E}">
        <p14:creationId xmlns:p14="http://schemas.microsoft.com/office/powerpoint/2010/main" val="3934904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8119" y="0"/>
            <a:ext cx="3672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Filter Circuit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03726A-810B-A6B7-ED13-569AD2FFEB25}"/>
              </a:ext>
            </a:extLst>
          </p:cNvPr>
          <p:cNvSpPr/>
          <p:nvPr/>
        </p:nvSpPr>
        <p:spPr>
          <a:xfrm>
            <a:off x="258235" y="2003620"/>
            <a:ext cx="2759003" cy="2700791"/>
          </a:xfrm>
          <a:prstGeom prst="roundRect">
            <a:avLst>
              <a:gd name="adj" fmla="val 86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78D79F-C46C-CA92-38CA-0FB9B1158A31}"/>
                  </a:ext>
                </a:extLst>
              </p:cNvPr>
              <p:cNvSpPr txBox="1"/>
              <p:nvPr/>
            </p:nvSpPr>
            <p:spPr>
              <a:xfrm>
                <a:off x="2345039" y="3063031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978D79F-C46C-CA92-38CA-0FB9B1158A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5039" y="3063031"/>
                <a:ext cx="551184" cy="461665"/>
              </a:xfrm>
              <a:prstGeom prst="rect">
                <a:avLst/>
              </a:prstGeom>
              <a:blipFill>
                <a:blip r:embed="rId2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C3EEB3-5E85-DDCC-50E6-C8623DADC871}"/>
                  </a:ext>
                </a:extLst>
              </p:cNvPr>
              <p:cNvSpPr txBox="1"/>
              <p:nvPr/>
            </p:nvSpPr>
            <p:spPr>
              <a:xfrm>
                <a:off x="1081314" y="2357221"/>
                <a:ext cx="5285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9C3EEB3-5E85-DDCC-50E6-C8623DADC8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314" y="2357221"/>
                <a:ext cx="528542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998F2F41-690B-EDC3-3982-DDB47BA26BCB}"/>
              </a:ext>
            </a:extLst>
          </p:cNvPr>
          <p:cNvGrpSpPr/>
          <p:nvPr/>
        </p:nvGrpSpPr>
        <p:grpSpPr>
          <a:xfrm rot="5400000">
            <a:off x="1865882" y="3261463"/>
            <a:ext cx="742662" cy="172736"/>
            <a:chOff x="2067212" y="2632574"/>
            <a:chExt cx="2728822" cy="600294"/>
          </a:xfrm>
        </p:grpSpPr>
        <p:sp>
          <p:nvSpPr>
            <p:cNvPr id="19" name="Oval 4">
              <a:extLst>
                <a:ext uri="{FF2B5EF4-FFF2-40B4-BE49-F238E27FC236}">
                  <a16:creationId xmlns:a16="http://schemas.microsoft.com/office/drawing/2014/main" id="{7AA51659-8325-8B23-4FB6-CDBB5D63F050}"/>
                </a:ext>
              </a:extLst>
            </p:cNvPr>
            <p:cNvSpPr/>
            <p:nvPr/>
          </p:nvSpPr>
          <p:spPr>
            <a:xfrm>
              <a:off x="2067212" y="2634213"/>
              <a:ext cx="766601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462" h="1049063">
                  <a:moveTo>
                    <a:pt x="0" y="583154"/>
                  </a:moveTo>
                  <a:cubicBezTo>
                    <a:pt x="154069" y="578124"/>
                    <a:pt x="493516" y="634316"/>
                    <a:pt x="504745" y="505636"/>
                  </a:cubicBezTo>
                  <a:cubicBezTo>
                    <a:pt x="534588" y="157179"/>
                    <a:pt x="631910" y="12857"/>
                    <a:pt x="751027" y="418"/>
                  </a:cubicBezTo>
                  <a:cubicBezTo>
                    <a:pt x="870144" y="-12021"/>
                    <a:pt x="1021462" y="254909"/>
                    <a:pt x="1021462" y="573010"/>
                  </a:cubicBezTo>
                  <a:cubicBezTo>
                    <a:pt x="1018605" y="882538"/>
                    <a:pt x="969303" y="1049708"/>
                    <a:pt x="904764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val 9">
              <a:extLst>
                <a:ext uri="{FF2B5EF4-FFF2-40B4-BE49-F238E27FC236}">
                  <a16:creationId xmlns:a16="http://schemas.microsoft.com/office/drawing/2014/main" id="{37536B97-AC42-D33F-0909-A18814FB5176}"/>
                </a:ext>
              </a:extLst>
            </p:cNvPr>
            <p:cNvSpPr/>
            <p:nvPr/>
          </p:nvSpPr>
          <p:spPr>
            <a:xfrm>
              <a:off x="2684266" y="2632574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val 9">
              <a:extLst>
                <a:ext uri="{FF2B5EF4-FFF2-40B4-BE49-F238E27FC236}">
                  <a16:creationId xmlns:a16="http://schemas.microsoft.com/office/drawing/2014/main" id="{AA8BF716-061A-FCA0-6642-45A13FFD40C1}"/>
                </a:ext>
              </a:extLst>
            </p:cNvPr>
            <p:cNvSpPr/>
            <p:nvPr/>
          </p:nvSpPr>
          <p:spPr>
            <a:xfrm>
              <a:off x="2958066" y="2634186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DFEAFA5F-63A3-A09E-A65E-424D6BBACF8E}"/>
                </a:ext>
              </a:extLst>
            </p:cNvPr>
            <p:cNvSpPr/>
            <p:nvPr/>
          </p:nvSpPr>
          <p:spPr>
            <a:xfrm>
              <a:off x="3233327" y="2635623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val 9">
              <a:extLst>
                <a:ext uri="{FF2B5EF4-FFF2-40B4-BE49-F238E27FC236}">
                  <a16:creationId xmlns:a16="http://schemas.microsoft.com/office/drawing/2014/main" id="{12821C96-4736-1DD5-BBA9-FEBAD538F342}"/>
                </a:ext>
              </a:extLst>
            </p:cNvPr>
            <p:cNvSpPr/>
            <p:nvPr/>
          </p:nvSpPr>
          <p:spPr>
            <a:xfrm>
              <a:off x="3508588" y="2637060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4" name="Oval 9">
              <a:extLst>
                <a:ext uri="{FF2B5EF4-FFF2-40B4-BE49-F238E27FC236}">
                  <a16:creationId xmlns:a16="http://schemas.microsoft.com/office/drawing/2014/main" id="{ED9C8246-AE85-9D92-BDF1-49A4CA257311}"/>
                </a:ext>
              </a:extLst>
            </p:cNvPr>
            <p:cNvSpPr/>
            <p:nvPr/>
          </p:nvSpPr>
          <p:spPr>
            <a:xfrm>
              <a:off x="3783849" y="2638497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5" name="Oval 4">
              <a:extLst>
                <a:ext uri="{FF2B5EF4-FFF2-40B4-BE49-F238E27FC236}">
                  <a16:creationId xmlns:a16="http://schemas.microsoft.com/office/drawing/2014/main" id="{F79E13D6-E4EC-3C45-BEF4-1EC8842A673C}"/>
                </a:ext>
              </a:extLst>
            </p:cNvPr>
            <p:cNvSpPr/>
            <p:nvPr/>
          </p:nvSpPr>
          <p:spPr>
            <a:xfrm flipH="1">
              <a:off x="4033361" y="2641697"/>
              <a:ext cx="762673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  <a:gd name="connsiteX0" fmla="*/ 0 w 1016229"/>
                <a:gd name="connsiteY0" fmla="*/ 556784 h 1049063"/>
                <a:gd name="connsiteX1" fmla="*/ 499512 w 1016229"/>
                <a:gd name="connsiteY1" fmla="*/ 505636 h 1049063"/>
                <a:gd name="connsiteX2" fmla="*/ 745794 w 1016229"/>
                <a:gd name="connsiteY2" fmla="*/ 418 h 1049063"/>
                <a:gd name="connsiteX3" fmla="*/ 1016229 w 1016229"/>
                <a:gd name="connsiteY3" fmla="*/ 573010 h 1049063"/>
                <a:gd name="connsiteX4" fmla="*/ 899531 w 1016229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229" h="1049063">
                  <a:moveTo>
                    <a:pt x="0" y="556784"/>
                  </a:moveTo>
                  <a:cubicBezTo>
                    <a:pt x="154069" y="551754"/>
                    <a:pt x="488283" y="634316"/>
                    <a:pt x="499512" y="505636"/>
                  </a:cubicBezTo>
                  <a:cubicBezTo>
                    <a:pt x="529355" y="157179"/>
                    <a:pt x="626677" y="12857"/>
                    <a:pt x="745794" y="418"/>
                  </a:cubicBezTo>
                  <a:cubicBezTo>
                    <a:pt x="864911" y="-12021"/>
                    <a:pt x="1016229" y="254909"/>
                    <a:pt x="1016229" y="573010"/>
                  </a:cubicBezTo>
                  <a:cubicBezTo>
                    <a:pt x="1013372" y="882538"/>
                    <a:pt x="964070" y="1049708"/>
                    <a:pt x="899531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E9C5F1-3FCB-90CF-E410-76A5D60E5657}"/>
              </a:ext>
            </a:extLst>
          </p:cNvPr>
          <p:cNvCxnSpPr>
            <a:cxnSpLocks/>
          </p:cNvCxnSpPr>
          <p:nvPr/>
        </p:nvCxnSpPr>
        <p:spPr>
          <a:xfrm>
            <a:off x="2237187" y="2186671"/>
            <a:ext cx="351" cy="7753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FABA071-0CE5-092D-1546-D79F665B383C}"/>
              </a:ext>
            </a:extLst>
          </p:cNvPr>
          <p:cNvCxnSpPr>
            <a:cxnSpLocks/>
          </p:cNvCxnSpPr>
          <p:nvPr/>
        </p:nvCxnSpPr>
        <p:spPr>
          <a:xfrm flipH="1">
            <a:off x="2225695" y="3747451"/>
            <a:ext cx="10221" cy="805681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1" name="Freeform: Shape 31">
            <a:extLst>
              <a:ext uri="{FF2B5EF4-FFF2-40B4-BE49-F238E27FC236}">
                <a16:creationId xmlns:a16="http://schemas.microsoft.com/office/drawing/2014/main" id="{CCF2919B-917C-ADAF-26BC-0FA755087128}"/>
              </a:ext>
            </a:extLst>
          </p:cNvPr>
          <p:cNvSpPr/>
          <p:nvPr/>
        </p:nvSpPr>
        <p:spPr>
          <a:xfrm rot="10800000" flipV="1">
            <a:off x="979579" y="2109755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09FFAC2-6838-CFBE-9C39-06219DA7F920}"/>
              </a:ext>
            </a:extLst>
          </p:cNvPr>
          <p:cNvCxnSpPr>
            <a:cxnSpLocks/>
          </p:cNvCxnSpPr>
          <p:nvPr/>
        </p:nvCxnSpPr>
        <p:spPr>
          <a:xfrm>
            <a:off x="1788039" y="2183370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7414A09-A3A2-C6EB-0275-CAA99B0B2569}"/>
              </a:ext>
            </a:extLst>
          </p:cNvPr>
          <p:cNvCxnSpPr>
            <a:cxnSpLocks/>
          </p:cNvCxnSpPr>
          <p:nvPr/>
        </p:nvCxnSpPr>
        <p:spPr>
          <a:xfrm>
            <a:off x="524970" y="2207702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8BD0D9D-F12C-9253-CD7E-34E1DB87E499}"/>
              </a:ext>
            </a:extLst>
          </p:cNvPr>
          <p:cNvCxnSpPr>
            <a:cxnSpLocks/>
          </p:cNvCxnSpPr>
          <p:nvPr/>
        </p:nvCxnSpPr>
        <p:spPr>
          <a:xfrm>
            <a:off x="752274" y="4553132"/>
            <a:ext cx="147342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F5AA8266-769F-550F-2D23-6019B29B8E72}"/>
              </a:ext>
            </a:extLst>
          </p:cNvPr>
          <p:cNvSpPr/>
          <p:nvPr/>
        </p:nvSpPr>
        <p:spPr>
          <a:xfrm>
            <a:off x="3396977" y="2003620"/>
            <a:ext cx="2749060" cy="2700791"/>
          </a:xfrm>
          <a:prstGeom prst="roundRect">
            <a:avLst>
              <a:gd name="adj" fmla="val 86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0FF0ED-8C1C-E513-12F0-5064EFB7A466}"/>
                  </a:ext>
                </a:extLst>
              </p:cNvPr>
              <p:cNvSpPr txBox="1"/>
              <p:nvPr/>
            </p:nvSpPr>
            <p:spPr>
              <a:xfrm>
                <a:off x="5490771" y="3063031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660FF0ED-8C1C-E513-12F0-5064EFB7A4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0771" y="3063031"/>
                <a:ext cx="55118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9283CA-EB36-310D-4B11-C0BE3EBE685C}"/>
                  </a:ext>
                </a:extLst>
              </p:cNvPr>
              <p:cNvSpPr txBox="1"/>
              <p:nvPr/>
            </p:nvSpPr>
            <p:spPr>
              <a:xfrm>
                <a:off x="4227046" y="2357221"/>
                <a:ext cx="5285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9283CA-EB36-310D-4B11-C0BE3EBE6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7046" y="2357221"/>
                <a:ext cx="52854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7644664D-D746-5B42-17E2-063925E66225}"/>
              </a:ext>
            </a:extLst>
          </p:cNvPr>
          <p:cNvGrpSpPr/>
          <p:nvPr/>
        </p:nvGrpSpPr>
        <p:grpSpPr>
          <a:xfrm rot="16200000">
            <a:off x="5126865" y="3090878"/>
            <a:ext cx="509567" cy="303672"/>
            <a:chOff x="5377910" y="3964770"/>
            <a:chExt cx="825067" cy="314187"/>
          </a:xfrm>
        </p:grpSpPr>
        <p:sp>
          <p:nvSpPr>
            <p:cNvPr id="47" name="Freeform: Shape 41">
              <a:extLst>
                <a:ext uri="{FF2B5EF4-FFF2-40B4-BE49-F238E27FC236}">
                  <a16:creationId xmlns:a16="http://schemas.microsoft.com/office/drawing/2014/main" id="{001993D5-4F22-F109-C07D-760538574633}"/>
                </a:ext>
              </a:extLst>
            </p:cNvPr>
            <p:cNvSpPr/>
            <p:nvPr/>
          </p:nvSpPr>
          <p:spPr>
            <a:xfrm>
              <a:off x="5377910" y="4117937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Freeform: Shape 42">
              <a:extLst>
                <a:ext uri="{FF2B5EF4-FFF2-40B4-BE49-F238E27FC236}">
                  <a16:creationId xmlns:a16="http://schemas.microsoft.com/office/drawing/2014/main" id="{86E0DA79-35FF-1E5E-6E37-845E0E3108F5}"/>
                </a:ext>
              </a:extLst>
            </p:cNvPr>
            <p:cNvSpPr/>
            <p:nvPr/>
          </p:nvSpPr>
          <p:spPr>
            <a:xfrm>
              <a:off x="5887410" y="4112038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9" name="Freeform: Shape 43">
              <a:extLst>
                <a:ext uri="{FF2B5EF4-FFF2-40B4-BE49-F238E27FC236}">
                  <a16:creationId xmlns:a16="http://schemas.microsoft.com/office/drawing/2014/main" id="{E4DA8BC6-130D-327C-3398-F719E69A85E5}"/>
                </a:ext>
              </a:extLst>
            </p:cNvPr>
            <p:cNvSpPr/>
            <p:nvPr/>
          </p:nvSpPr>
          <p:spPr>
            <a:xfrm>
              <a:off x="5887633" y="3964773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0" name="Freeform: Shape 44">
              <a:extLst>
                <a:ext uri="{FF2B5EF4-FFF2-40B4-BE49-F238E27FC236}">
                  <a16:creationId xmlns:a16="http://schemas.microsoft.com/office/drawing/2014/main" id="{ACAD4111-DFCB-C943-28DC-DFF1BDAE94F2}"/>
                </a:ext>
              </a:extLst>
            </p:cNvPr>
            <p:cNvSpPr/>
            <p:nvPr/>
          </p:nvSpPr>
          <p:spPr>
            <a:xfrm>
              <a:off x="5686085" y="3964770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0A430A33-540E-4531-26D6-50335B353A21}"/>
              </a:ext>
            </a:extLst>
          </p:cNvPr>
          <p:cNvCxnSpPr>
            <a:cxnSpLocks/>
          </p:cNvCxnSpPr>
          <p:nvPr/>
        </p:nvCxnSpPr>
        <p:spPr>
          <a:xfrm>
            <a:off x="5382919" y="2186671"/>
            <a:ext cx="351" cy="7753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24D0F8A-95B5-9AEE-A263-68BDAD0C5E81}"/>
              </a:ext>
            </a:extLst>
          </p:cNvPr>
          <p:cNvCxnSpPr>
            <a:cxnSpLocks/>
          </p:cNvCxnSpPr>
          <p:nvPr/>
        </p:nvCxnSpPr>
        <p:spPr>
          <a:xfrm flipH="1">
            <a:off x="5371427" y="3524696"/>
            <a:ext cx="13047" cy="1028436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8" name="Freeform: Shape 31">
            <a:extLst>
              <a:ext uri="{FF2B5EF4-FFF2-40B4-BE49-F238E27FC236}">
                <a16:creationId xmlns:a16="http://schemas.microsoft.com/office/drawing/2014/main" id="{6D091309-531B-6332-B7B6-CA73933456FD}"/>
              </a:ext>
            </a:extLst>
          </p:cNvPr>
          <p:cNvSpPr/>
          <p:nvPr/>
        </p:nvSpPr>
        <p:spPr>
          <a:xfrm rot="10800000" flipV="1">
            <a:off x="4125311" y="2109755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FC3877D-E4BD-C7FD-855E-8BCAF6097427}"/>
              </a:ext>
            </a:extLst>
          </p:cNvPr>
          <p:cNvCxnSpPr>
            <a:cxnSpLocks/>
          </p:cNvCxnSpPr>
          <p:nvPr/>
        </p:nvCxnSpPr>
        <p:spPr>
          <a:xfrm>
            <a:off x="4933771" y="2183370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6ABBA2E4-2627-E675-E344-7B600DF64BD0}"/>
              </a:ext>
            </a:extLst>
          </p:cNvPr>
          <p:cNvCxnSpPr>
            <a:cxnSpLocks/>
          </p:cNvCxnSpPr>
          <p:nvPr/>
        </p:nvCxnSpPr>
        <p:spPr>
          <a:xfrm>
            <a:off x="3670702" y="2207702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84E2D9C1-8FFF-008F-A0EF-7CA9E89A0532}"/>
              </a:ext>
            </a:extLst>
          </p:cNvPr>
          <p:cNvCxnSpPr>
            <a:cxnSpLocks/>
          </p:cNvCxnSpPr>
          <p:nvPr/>
        </p:nvCxnSpPr>
        <p:spPr>
          <a:xfrm>
            <a:off x="3898006" y="4553132"/>
            <a:ext cx="147342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EE8C7701-80A0-17C8-CCF1-D1C0F5EE3737}"/>
              </a:ext>
            </a:extLst>
          </p:cNvPr>
          <p:cNvSpPr/>
          <p:nvPr/>
        </p:nvSpPr>
        <p:spPr>
          <a:xfrm>
            <a:off x="6509708" y="2004221"/>
            <a:ext cx="2695909" cy="2700791"/>
          </a:xfrm>
          <a:prstGeom prst="roundRect">
            <a:avLst>
              <a:gd name="adj" fmla="val 86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C9C6603-9CC8-850B-4BA7-60C9EB0FD9D4}"/>
                  </a:ext>
                </a:extLst>
              </p:cNvPr>
              <p:cNvSpPr txBox="1"/>
              <p:nvPr/>
            </p:nvSpPr>
            <p:spPr>
              <a:xfrm>
                <a:off x="7753329" y="2303093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EC9C6603-9CC8-850B-4BA7-60C9EB0FD9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3329" y="2303093"/>
                <a:ext cx="551184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D21F9CD-1B67-E3D9-6EA1-12BBD98D12D1}"/>
                  </a:ext>
                </a:extLst>
              </p:cNvPr>
              <p:cNvSpPr txBox="1"/>
              <p:nvPr/>
            </p:nvSpPr>
            <p:spPr>
              <a:xfrm>
                <a:off x="8342060" y="3118142"/>
                <a:ext cx="5285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FD21F9CD-1B67-E3D9-6EA1-12BBD98D1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2060" y="3118142"/>
                <a:ext cx="528542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8A5A623-F376-ED77-B26D-E8A3DE68A93C}"/>
              </a:ext>
            </a:extLst>
          </p:cNvPr>
          <p:cNvGrpSpPr/>
          <p:nvPr/>
        </p:nvGrpSpPr>
        <p:grpSpPr>
          <a:xfrm>
            <a:off x="7601292" y="2114266"/>
            <a:ext cx="742662" cy="172736"/>
            <a:chOff x="2067212" y="2632574"/>
            <a:chExt cx="2728822" cy="600294"/>
          </a:xfrm>
        </p:grpSpPr>
        <p:sp>
          <p:nvSpPr>
            <p:cNvPr id="119" name="Oval 4">
              <a:extLst>
                <a:ext uri="{FF2B5EF4-FFF2-40B4-BE49-F238E27FC236}">
                  <a16:creationId xmlns:a16="http://schemas.microsoft.com/office/drawing/2014/main" id="{51B5BD14-D905-7F0D-03B1-21321FE6F723}"/>
                </a:ext>
              </a:extLst>
            </p:cNvPr>
            <p:cNvSpPr/>
            <p:nvPr/>
          </p:nvSpPr>
          <p:spPr>
            <a:xfrm>
              <a:off x="2067212" y="2634213"/>
              <a:ext cx="766601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462" h="1049063">
                  <a:moveTo>
                    <a:pt x="0" y="583154"/>
                  </a:moveTo>
                  <a:cubicBezTo>
                    <a:pt x="154069" y="578124"/>
                    <a:pt x="493516" y="634316"/>
                    <a:pt x="504745" y="505636"/>
                  </a:cubicBezTo>
                  <a:cubicBezTo>
                    <a:pt x="534588" y="157179"/>
                    <a:pt x="631910" y="12857"/>
                    <a:pt x="751027" y="418"/>
                  </a:cubicBezTo>
                  <a:cubicBezTo>
                    <a:pt x="870144" y="-12021"/>
                    <a:pt x="1021462" y="254909"/>
                    <a:pt x="1021462" y="573010"/>
                  </a:cubicBezTo>
                  <a:cubicBezTo>
                    <a:pt x="1018605" y="882538"/>
                    <a:pt x="969303" y="1049708"/>
                    <a:pt x="904764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0" name="Oval 9">
              <a:extLst>
                <a:ext uri="{FF2B5EF4-FFF2-40B4-BE49-F238E27FC236}">
                  <a16:creationId xmlns:a16="http://schemas.microsoft.com/office/drawing/2014/main" id="{C180EEE3-3C1F-81B8-4089-60031A7F9646}"/>
                </a:ext>
              </a:extLst>
            </p:cNvPr>
            <p:cNvSpPr/>
            <p:nvPr/>
          </p:nvSpPr>
          <p:spPr>
            <a:xfrm>
              <a:off x="2684266" y="2632574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1" name="Oval 9">
              <a:extLst>
                <a:ext uri="{FF2B5EF4-FFF2-40B4-BE49-F238E27FC236}">
                  <a16:creationId xmlns:a16="http://schemas.microsoft.com/office/drawing/2014/main" id="{DDA0BF9B-A9C7-9FC6-48F8-E0B3BC87252C}"/>
                </a:ext>
              </a:extLst>
            </p:cNvPr>
            <p:cNvSpPr/>
            <p:nvPr/>
          </p:nvSpPr>
          <p:spPr>
            <a:xfrm>
              <a:off x="2958066" y="2634186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2" name="Oval 9">
              <a:extLst>
                <a:ext uri="{FF2B5EF4-FFF2-40B4-BE49-F238E27FC236}">
                  <a16:creationId xmlns:a16="http://schemas.microsoft.com/office/drawing/2014/main" id="{37CB9222-ADF8-310B-172C-F810876A730C}"/>
                </a:ext>
              </a:extLst>
            </p:cNvPr>
            <p:cNvSpPr/>
            <p:nvPr/>
          </p:nvSpPr>
          <p:spPr>
            <a:xfrm>
              <a:off x="3233327" y="2635623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3" name="Oval 9">
              <a:extLst>
                <a:ext uri="{FF2B5EF4-FFF2-40B4-BE49-F238E27FC236}">
                  <a16:creationId xmlns:a16="http://schemas.microsoft.com/office/drawing/2014/main" id="{89BAC017-1F24-5196-0052-85DD522595C7}"/>
                </a:ext>
              </a:extLst>
            </p:cNvPr>
            <p:cNvSpPr/>
            <p:nvPr/>
          </p:nvSpPr>
          <p:spPr>
            <a:xfrm>
              <a:off x="3508588" y="2637060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4" name="Oval 9">
              <a:extLst>
                <a:ext uri="{FF2B5EF4-FFF2-40B4-BE49-F238E27FC236}">
                  <a16:creationId xmlns:a16="http://schemas.microsoft.com/office/drawing/2014/main" id="{A97C3974-42AE-0D21-011E-962B9340FAA9}"/>
                </a:ext>
              </a:extLst>
            </p:cNvPr>
            <p:cNvSpPr/>
            <p:nvPr/>
          </p:nvSpPr>
          <p:spPr>
            <a:xfrm>
              <a:off x="3783849" y="2638497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5" name="Oval 4">
              <a:extLst>
                <a:ext uri="{FF2B5EF4-FFF2-40B4-BE49-F238E27FC236}">
                  <a16:creationId xmlns:a16="http://schemas.microsoft.com/office/drawing/2014/main" id="{69FA236B-8260-F675-B57D-668CADFAF63E}"/>
                </a:ext>
              </a:extLst>
            </p:cNvPr>
            <p:cNvSpPr/>
            <p:nvPr/>
          </p:nvSpPr>
          <p:spPr>
            <a:xfrm flipH="1">
              <a:off x="4033361" y="2641697"/>
              <a:ext cx="762673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  <a:gd name="connsiteX0" fmla="*/ 0 w 1016229"/>
                <a:gd name="connsiteY0" fmla="*/ 556784 h 1049063"/>
                <a:gd name="connsiteX1" fmla="*/ 499512 w 1016229"/>
                <a:gd name="connsiteY1" fmla="*/ 505636 h 1049063"/>
                <a:gd name="connsiteX2" fmla="*/ 745794 w 1016229"/>
                <a:gd name="connsiteY2" fmla="*/ 418 h 1049063"/>
                <a:gd name="connsiteX3" fmla="*/ 1016229 w 1016229"/>
                <a:gd name="connsiteY3" fmla="*/ 573010 h 1049063"/>
                <a:gd name="connsiteX4" fmla="*/ 899531 w 1016229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229" h="1049063">
                  <a:moveTo>
                    <a:pt x="0" y="556784"/>
                  </a:moveTo>
                  <a:cubicBezTo>
                    <a:pt x="154069" y="551754"/>
                    <a:pt x="488283" y="634316"/>
                    <a:pt x="499512" y="505636"/>
                  </a:cubicBezTo>
                  <a:cubicBezTo>
                    <a:pt x="529355" y="157179"/>
                    <a:pt x="626677" y="12857"/>
                    <a:pt x="745794" y="418"/>
                  </a:cubicBezTo>
                  <a:cubicBezTo>
                    <a:pt x="864911" y="-12021"/>
                    <a:pt x="1016229" y="254909"/>
                    <a:pt x="1016229" y="573010"/>
                  </a:cubicBezTo>
                  <a:cubicBezTo>
                    <a:pt x="1013372" y="882538"/>
                    <a:pt x="964070" y="1049708"/>
                    <a:pt x="899531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6E397D71-26EA-889B-4E25-2736A5DF64BB}"/>
              </a:ext>
            </a:extLst>
          </p:cNvPr>
          <p:cNvCxnSpPr>
            <a:cxnSpLocks/>
          </p:cNvCxnSpPr>
          <p:nvPr/>
        </p:nvCxnSpPr>
        <p:spPr>
          <a:xfrm>
            <a:off x="8828175" y="2187272"/>
            <a:ext cx="351" cy="7753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EA544A53-848F-D35A-63D1-DF8CFAD711D7}"/>
              </a:ext>
            </a:extLst>
          </p:cNvPr>
          <p:cNvCxnSpPr>
            <a:cxnSpLocks/>
          </p:cNvCxnSpPr>
          <p:nvPr/>
        </p:nvCxnSpPr>
        <p:spPr>
          <a:xfrm flipH="1">
            <a:off x="8816683" y="3748052"/>
            <a:ext cx="10221" cy="805681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Freeform: Shape 31">
            <a:extLst>
              <a:ext uri="{FF2B5EF4-FFF2-40B4-BE49-F238E27FC236}">
                <a16:creationId xmlns:a16="http://schemas.microsoft.com/office/drawing/2014/main" id="{81822D73-94C9-CC9F-0BCA-5B2F984A153D}"/>
              </a:ext>
            </a:extLst>
          </p:cNvPr>
          <p:cNvSpPr/>
          <p:nvPr/>
        </p:nvSpPr>
        <p:spPr>
          <a:xfrm rot="16200000" flipV="1">
            <a:off x="8411806" y="3252030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9618E9BE-BBB6-36C3-D134-72007D3B330B}"/>
              </a:ext>
            </a:extLst>
          </p:cNvPr>
          <p:cNvCxnSpPr>
            <a:cxnSpLocks/>
          </p:cNvCxnSpPr>
          <p:nvPr/>
        </p:nvCxnSpPr>
        <p:spPr>
          <a:xfrm>
            <a:off x="8379027" y="2183971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792A09B8-1EED-3FC9-4934-FCFF2DBEBFF3}"/>
              </a:ext>
            </a:extLst>
          </p:cNvPr>
          <p:cNvCxnSpPr>
            <a:cxnSpLocks/>
          </p:cNvCxnSpPr>
          <p:nvPr/>
        </p:nvCxnSpPr>
        <p:spPr>
          <a:xfrm>
            <a:off x="7115958" y="2208303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AA5EC3A4-909B-797B-CF27-2910C19EB9E2}"/>
              </a:ext>
            </a:extLst>
          </p:cNvPr>
          <p:cNvCxnSpPr>
            <a:cxnSpLocks/>
          </p:cNvCxnSpPr>
          <p:nvPr/>
        </p:nvCxnSpPr>
        <p:spPr>
          <a:xfrm>
            <a:off x="7343262" y="4553733"/>
            <a:ext cx="147342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FB97D457-18D4-F932-F694-80A2335B4CA9}"/>
              </a:ext>
            </a:extLst>
          </p:cNvPr>
          <p:cNvSpPr/>
          <p:nvPr/>
        </p:nvSpPr>
        <p:spPr>
          <a:xfrm>
            <a:off x="9518439" y="1989460"/>
            <a:ext cx="2452864" cy="2700791"/>
          </a:xfrm>
          <a:prstGeom prst="roundRect">
            <a:avLst>
              <a:gd name="adj" fmla="val 86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2BAD6F0-076D-B58F-8D8C-9CAFB27C8595}"/>
                  </a:ext>
                </a:extLst>
              </p:cNvPr>
              <p:cNvSpPr txBox="1"/>
              <p:nvPr/>
            </p:nvSpPr>
            <p:spPr>
              <a:xfrm>
                <a:off x="10516072" y="2288332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42BAD6F0-076D-B58F-8D8C-9CAFB27C85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6072" y="2288332"/>
                <a:ext cx="551184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76F0B86-8C98-FB13-9757-3E3E44FFD5C5}"/>
                  </a:ext>
                </a:extLst>
              </p:cNvPr>
              <p:cNvSpPr txBox="1"/>
              <p:nvPr/>
            </p:nvSpPr>
            <p:spPr>
              <a:xfrm>
                <a:off x="11104803" y="3103381"/>
                <a:ext cx="5285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876F0B86-8C98-FB13-9757-3E3E44FFD5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4803" y="3103381"/>
                <a:ext cx="528542" cy="33855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B40BD718-0752-21F1-BD0C-A25528F2D774}"/>
              </a:ext>
            </a:extLst>
          </p:cNvPr>
          <p:cNvCxnSpPr>
            <a:cxnSpLocks/>
          </p:cNvCxnSpPr>
          <p:nvPr/>
        </p:nvCxnSpPr>
        <p:spPr>
          <a:xfrm>
            <a:off x="11590918" y="2172511"/>
            <a:ext cx="351" cy="7753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0B0B0DD8-7322-1293-D333-96C85C74A0CE}"/>
              </a:ext>
            </a:extLst>
          </p:cNvPr>
          <p:cNvCxnSpPr>
            <a:cxnSpLocks/>
          </p:cNvCxnSpPr>
          <p:nvPr/>
        </p:nvCxnSpPr>
        <p:spPr>
          <a:xfrm flipH="1">
            <a:off x="11579426" y="3733291"/>
            <a:ext cx="10221" cy="805681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7" name="Freeform: Shape 31">
            <a:extLst>
              <a:ext uri="{FF2B5EF4-FFF2-40B4-BE49-F238E27FC236}">
                <a16:creationId xmlns:a16="http://schemas.microsoft.com/office/drawing/2014/main" id="{EE4D41F6-0214-AD65-5DEC-DEBFA3A90F0C}"/>
              </a:ext>
            </a:extLst>
          </p:cNvPr>
          <p:cNvSpPr/>
          <p:nvPr/>
        </p:nvSpPr>
        <p:spPr>
          <a:xfrm rot="16200000" flipV="1">
            <a:off x="11174549" y="3237269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4DA42503-082C-6B0F-AE84-09D6239F1989}"/>
              </a:ext>
            </a:extLst>
          </p:cNvPr>
          <p:cNvCxnSpPr>
            <a:cxnSpLocks/>
          </p:cNvCxnSpPr>
          <p:nvPr/>
        </p:nvCxnSpPr>
        <p:spPr>
          <a:xfrm>
            <a:off x="11141770" y="2169210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300DC37F-213C-E75D-851C-AE55F7AA5867}"/>
              </a:ext>
            </a:extLst>
          </p:cNvPr>
          <p:cNvCxnSpPr>
            <a:cxnSpLocks/>
          </p:cNvCxnSpPr>
          <p:nvPr/>
        </p:nvCxnSpPr>
        <p:spPr>
          <a:xfrm>
            <a:off x="9878701" y="2193542"/>
            <a:ext cx="66410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412823CF-65BE-4064-B343-D2AC24B869AE}"/>
              </a:ext>
            </a:extLst>
          </p:cNvPr>
          <p:cNvCxnSpPr>
            <a:cxnSpLocks/>
          </p:cNvCxnSpPr>
          <p:nvPr/>
        </p:nvCxnSpPr>
        <p:spPr>
          <a:xfrm>
            <a:off x="10106005" y="4538972"/>
            <a:ext cx="147342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E0C0089-BCC2-07CC-EA0B-3B0789F5319C}"/>
              </a:ext>
            </a:extLst>
          </p:cNvPr>
          <p:cNvGrpSpPr/>
          <p:nvPr/>
        </p:nvGrpSpPr>
        <p:grpSpPr>
          <a:xfrm>
            <a:off x="10597934" y="2035971"/>
            <a:ext cx="509567" cy="303672"/>
            <a:chOff x="5377910" y="3964770"/>
            <a:chExt cx="825067" cy="314187"/>
          </a:xfrm>
        </p:grpSpPr>
        <p:sp>
          <p:nvSpPr>
            <p:cNvPr id="142" name="Freeform: Shape 41">
              <a:extLst>
                <a:ext uri="{FF2B5EF4-FFF2-40B4-BE49-F238E27FC236}">
                  <a16:creationId xmlns:a16="http://schemas.microsoft.com/office/drawing/2014/main" id="{B5A2AF16-8766-F976-8659-0F398B78980B}"/>
                </a:ext>
              </a:extLst>
            </p:cNvPr>
            <p:cNvSpPr/>
            <p:nvPr/>
          </p:nvSpPr>
          <p:spPr>
            <a:xfrm>
              <a:off x="5377910" y="4117937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3" name="Freeform: Shape 42">
              <a:extLst>
                <a:ext uri="{FF2B5EF4-FFF2-40B4-BE49-F238E27FC236}">
                  <a16:creationId xmlns:a16="http://schemas.microsoft.com/office/drawing/2014/main" id="{71FB8E86-0D4F-9A24-3E28-5EA3D69BFCB5}"/>
                </a:ext>
              </a:extLst>
            </p:cNvPr>
            <p:cNvSpPr/>
            <p:nvPr/>
          </p:nvSpPr>
          <p:spPr>
            <a:xfrm>
              <a:off x="5887410" y="4112038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4" name="Freeform: Shape 43">
              <a:extLst>
                <a:ext uri="{FF2B5EF4-FFF2-40B4-BE49-F238E27FC236}">
                  <a16:creationId xmlns:a16="http://schemas.microsoft.com/office/drawing/2014/main" id="{91B3CC98-AB0F-5751-704B-374EA82FE181}"/>
                </a:ext>
              </a:extLst>
            </p:cNvPr>
            <p:cNvSpPr/>
            <p:nvPr/>
          </p:nvSpPr>
          <p:spPr>
            <a:xfrm>
              <a:off x="5887633" y="3964773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5" name="Freeform: Shape 44">
              <a:extLst>
                <a:ext uri="{FF2B5EF4-FFF2-40B4-BE49-F238E27FC236}">
                  <a16:creationId xmlns:a16="http://schemas.microsoft.com/office/drawing/2014/main" id="{7C10E5EC-5720-8678-CEBF-BAF798FDB2BD}"/>
                </a:ext>
              </a:extLst>
            </p:cNvPr>
            <p:cNvSpPr/>
            <p:nvPr/>
          </p:nvSpPr>
          <p:spPr>
            <a:xfrm>
              <a:off x="5686085" y="3964770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6" name="TextBox 145">
            <a:extLst>
              <a:ext uri="{FF2B5EF4-FFF2-40B4-BE49-F238E27FC236}">
                <a16:creationId xmlns:a16="http://schemas.microsoft.com/office/drawing/2014/main" id="{151D0C95-FDB0-0D66-C852-C5EB4DAA7EBF}"/>
              </a:ext>
            </a:extLst>
          </p:cNvPr>
          <p:cNvSpPr txBox="1"/>
          <p:nvPr/>
        </p:nvSpPr>
        <p:spPr>
          <a:xfrm>
            <a:off x="303357" y="5105601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High Pass filter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CE1C1C2-E68F-F85E-A196-4A010527A7C8}"/>
              </a:ext>
            </a:extLst>
          </p:cNvPr>
          <p:cNvSpPr txBox="1"/>
          <p:nvPr/>
        </p:nvSpPr>
        <p:spPr>
          <a:xfrm>
            <a:off x="9602638" y="5091088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High Pass filter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9D42BB4-97B9-779F-12AB-C6C89E07AD68}"/>
              </a:ext>
            </a:extLst>
          </p:cNvPr>
          <p:cNvSpPr txBox="1"/>
          <p:nvPr/>
        </p:nvSpPr>
        <p:spPr>
          <a:xfrm>
            <a:off x="3396977" y="5115851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Low Pass filter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EC12948F-DEB2-8B1E-CB7C-3A53C43B8586}"/>
              </a:ext>
            </a:extLst>
          </p:cNvPr>
          <p:cNvSpPr txBox="1"/>
          <p:nvPr/>
        </p:nvSpPr>
        <p:spPr>
          <a:xfrm>
            <a:off x="6624299" y="5105600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Low Pass filter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9C9B1386-4B3E-57B4-1FC3-14420049C1CC}"/>
              </a:ext>
            </a:extLst>
          </p:cNvPr>
          <p:cNvGrpSpPr/>
          <p:nvPr/>
        </p:nvGrpSpPr>
        <p:grpSpPr>
          <a:xfrm>
            <a:off x="12476972" y="1978820"/>
            <a:ext cx="2971145" cy="2700791"/>
            <a:chOff x="138257" y="2078604"/>
            <a:chExt cx="2971145" cy="2700791"/>
          </a:xfrm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C7807A35-D8F1-031E-DB30-40F6598D43A1}"/>
                </a:ext>
              </a:extLst>
            </p:cNvPr>
            <p:cNvSpPr/>
            <p:nvPr/>
          </p:nvSpPr>
          <p:spPr>
            <a:xfrm>
              <a:off x="138257" y="2078604"/>
              <a:ext cx="2971145" cy="2700791"/>
            </a:xfrm>
            <a:prstGeom prst="roundRect">
              <a:avLst>
                <a:gd name="adj" fmla="val 8621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161BDEE-26B4-E164-CD40-5D9E34E13B3A}"/>
                    </a:ext>
                  </a:extLst>
                </p:cNvPr>
                <p:cNvSpPr txBox="1"/>
                <p:nvPr/>
              </p:nvSpPr>
              <p:spPr>
                <a:xfrm>
                  <a:off x="713314" y="2320388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9161BDEE-26B4-E164-CD40-5D9E34E13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314" y="2320388"/>
                  <a:ext cx="551184" cy="461665"/>
                </a:xfrm>
                <a:prstGeom prst="rect">
                  <a:avLst/>
                </a:prstGeom>
                <a:blipFill>
                  <a:blip r:embed="rId10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749DD0-D8B3-A283-DA78-4A692DBD1B85}"/>
                    </a:ext>
                  </a:extLst>
                </p:cNvPr>
                <p:cNvSpPr txBox="1"/>
                <p:nvPr/>
              </p:nvSpPr>
              <p:spPr>
                <a:xfrm>
                  <a:off x="1785996" y="2428265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B9749DD0-D8B3-A283-DA78-4A692DBD1B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996" y="2428265"/>
                  <a:ext cx="528542" cy="46166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3F948142-2D0B-ED5B-39E3-23BA211BC3F0}"/>
                </a:ext>
              </a:extLst>
            </p:cNvPr>
            <p:cNvCxnSpPr>
              <a:cxnSpLocks/>
              <a:endCxn id="171" idx="0"/>
            </p:cNvCxnSpPr>
            <p:nvPr/>
          </p:nvCxnSpPr>
          <p:spPr>
            <a:xfrm>
              <a:off x="1324529" y="2263585"/>
              <a:ext cx="514105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5B062686-7550-16F4-7553-9D93B483255E}"/>
                </a:ext>
              </a:extLst>
            </p:cNvPr>
            <p:cNvGrpSpPr/>
            <p:nvPr/>
          </p:nvGrpSpPr>
          <p:grpSpPr>
            <a:xfrm>
              <a:off x="1838634" y="2114877"/>
              <a:ext cx="509567" cy="303672"/>
              <a:chOff x="5377910" y="3964770"/>
              <a:chExt cx="825067" cy="314187"/>
            </a:xfrm>
          </p:grpSpPr>
          <p:sp>
            <p:nvSpPr>
              <p:cNvPr id="171" name="Freeform: Shape 41">
                <a:extLst>
                  <a:ext uri="{FF2B5EF4-FFF2-40B4-BE49-F238E27FC236}">
                    <a16:creationId xmlns:a16="http://schemas.microsoft.com/office/drawing/2014/main" id="{A0C8A90F-F3E7-817E-E80E-3796E7D8F34C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2" name="Freeform: Shape 42">
                <a:extLst>
                  <a:ext uri="{FF2B5EF4-FFF2-40B4-BE49-F238E27FC236}">
                    <a16:creationId xmlns:a16="http://schemas.microsoft.com/office/drawing/2014/main" id="{E2C3F3FC-B73A-E55D-00E4-89C74F2A14AF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: Shape 43">
                <a:extLst>
                  <a:ext uri="{FF2B5EF4-FFF2-40B4-BE49-F238E27FC236}">
                    <a16:creationId xmlns:a16="http://schemas.microsoft.com/office/drawing/2014/main" id="{EF8E1402-36F6-9EA1-D4E7-6F5BE3A1A49B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44">
                <a:extLst>
                  <a:ext uri="{FF2B5EF4-FFF2-40B4-BE49-F238E27FC236}">
                    <a16:creationId xmlns:a16="http://schemas.microsoft.com/office/drawing/2014/main" id="{18BC4359-4DDE-2CF7-3519-D5A9512E359A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BEA062E7-DF71-3812-5B20-2B98C225B153}"/>
                </a:ext>
              </a:extLst>
            </p:cNvPr>
            <p:cNvGrpSpPr/>
            <p:nvPr/>
          </p:nvGrpSpPr>
          <p:grpSpPr>
            <a:xfrm>
              <a:off x="576106" y="2169548"/>
              <a:ext cx="742662" cy="172736"/>
              <a:chOff x="2067212" y="2632574"/>
              <a:chExt cx="2728822" cy="600294"/>
            </a:xfrm>
          </p:grpSpPr>
          <p:sp>
            <p:nvSpPr>
              <p:cNvPr id="164" name="Oval 4">
                <a:extLst>
                  <a:ext uri="{FF2B5EF4-FFF2-40B4-BE49-F238E27FC236}">
                    <a16:creationId xmlns:a16="http://schemas.microsoft.com/office/drawing/2014/main" id="{1B5C91C5-AFA2-E6A1-1C73-598F6E6423B4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5" name="Oval 9">
                <a:extLst>
                  <a:ext uri="{FF2B5EF4-FFF2-40B4-BE49-F238E27FC236}">
                    <a16:creationId xmlns:a16="http://schemas.microsoft.com/office/drawing/2014/main" id="{8B82DAA9-C628-63C7-ECD2-EBB878453319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6" name="Oval 9">
                <a:extLst>
                  <a:ext uri="{FF2B5EF4-FFF2-40B4-BE49-F238E27FC236}">
                    <a16:creationId xmlns:a16="http://schemas.microsoft.com/office/drawing/2014/main" id="{64ACC7CA-D381-2C98-3B43-5C186B50D38F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Oval 9">
                <a:extLst>
                  <a:ext uri="{FF2B5EF4-FFF2-40B4-BE49-F238E27FC236}">
                    <a16:creationId xmlns:a16="http://schemas.microsoft.com/office/drawing/2014/main" id="{6BE52E67-4214-E48F-B16C-14C4BAB8CFBB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8" name="Oval 9">
                <a:extLst>
                  <a:ext uri="{FF2B5EF4-FFF2-40B4-BE49-F238E27FC236}">
                    <a16:creationId xmlns:a16="http://schemas.microsoft.com/office/drawing/2014/main" id="{20321FA3-41D8-9D38-D945-7BD730D1135E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Oval 9">
                <a:extLst>
                  <a:ext uri="{FF2B5EF4-FFF2-40B4-BE49-F238E27FC236}">
                    <a16:creationId xmlns:a16="http://schemas.microsoft.com/office/drawing/2014/main" id="{DCAE5A29-0C31-1170-F45A-91C69FFF534C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0" name="Oval 4">
                <a:extLst>
                  <a:ext uri="{FF2B5EF4-FFF2-40B4-BE49-F238E27FC236}">
                    <a16:creationId xmlns:a16="http://schemas.microsoft.com/office/drawing/2014/main" id="{B29454E5-A21A-CB26-C5E8-C06141B666EC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79B28F04-08D6-4B37-0069-9120350F3B3C}"/>
                    </a:ext>
                  </a:extLst>
                </p:cNvPr>
                <p:cNvSpPr txBox="1"/>
                <p:nvPr/>
              </p:nvSpPr>
              <p:spPr>
                <a:xfrm>
                  <a:off x="2349921" y="3192525"/>
                  <a:ext cx="5285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79B28F04-08D6-4B37-0069-9120350F3B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9921" y="3192525"/>
                  <a:ext cx="528542" cy="33855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CF83F4D-D54E-103C-84AC-E1595F3BCA8A}"/>
                </a:ext>
              </a:extLst>
            </p:cNvPr>
            <p:cNvCxnSpPr>
              <a:cxnSpLocks/>
            </p:cNvCxnSpPr>
            <p:nvPr/>
          </p:nvCxnSpPr>
          <p:spPr>
            <a:xfrm>
              <a:off x="2836036" y="2261655"/>
              <a:ext cx="351" cy="7753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00E2EE6-ED82-FC53-6E74-03717E486C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4544" y="3822435"/>
              <a:ext cx="10221" cy="805681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Freeform: Shape 31">
              <a:extLst>
                <a:ext uri="{FF2B5EF4-FFF2-40B4-BE49-F238E27FC236}">
                  <a16:creationId xmlns:a16="http://schemas.microsoft.com/office/drawing/2014/main" id="{A2C33721-1EC4-16A4-1FA4-E7EC436B11A0}"/>
                </a:ext>
              </a:extLst>
            </p:cNvPr>
            <p:cNvSpPr/>
            <p:nvPr/>
          </p:nvSpPr>
          <p:spPr>
            <a:xfrm rot="16200000" flipV="1">
              <a:off x="2419667" y="3326413"/>
              <a:ext cx="817737" cy="176646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1064C0FE-F08D-45B9-CA07-957A4B81AB70}"/>
                </a:ext>
              </a:extLst>
            </p:cNvPr>
            <p:cNvCxnSpPr>
              <a:cxnSpLocks/>
            </p:cNvCxnSpPr>
            <p:nvPr/>
          </p:nvCxnSpPr>
          <p:spPr>
            <a:xfrm>
              <a:off x="2386888" y="2258354"/>
              <a:ext cx="45460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13A71FC-39C7-F988-E11F-AF7A0C09660E}"/>
                </a:ext>
              </a:extLst>
            </p:cNvPr>
            <p:cNvCxnSpPr>
              <a:cxnSpLocks/>
            </p:cNvCxnSpPr>
            <p:nvPr/>
          </p:nvCxnSpPr>
          <p:spPr>
            <a:xfrm>
              <a:off x="347808" y="4628116"/>
              <a:ext cx="2476736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6B176788-1A78-42D4-81D3-494141080B84}"/>
                </a:ext>
              </a:extLst>
            </p:cNvPr>
            <p:cNvCxnSpPr>
              <a:cxnSpLocks/>
            </p:cNvCxnSpPr>
            <p:nvPr/>
          </p:nvCxnSpPr>
          <p:spPr>
            <a:xfrm>
              <a:off x="297008" y="2272266"/>
              <a:ext cx="266398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75" name="Group 174">
            <a:extLst>
              <a:ext uri="{FF2B5EF4-FFF2-40B4-BE49-F238E27FC236}">
                <a16:creationId xmlns:a16="http://schemas.microsoft.com/office/drawing/2014/main" id="{12AB6EBE-A827-A11C-5FAD-467CF4CCD235}"/>
              </a:ext>
            </a:extLst>
          </p:cNvPr>
          <p:cNvGrpSpPr/>
          <p:nvPr/>
        </p:nvGrpSpPr>
        <p:grpSpPr>
          <a:xfrm>
            <a:off x="15603627" y="1978820"/>
            <a:ext cx="2983660" cy="2700791"/>
            <a:chOff x="3290312" y="2078604"/>
            <a:chExt cx="2983660" cy="2700791"/>
          </a:xfrm>
        </p:grpSpPr>
        <p:sp>
          <p:nvSpPr>
            <p:cNvPr id="176" name="Rectangle: Rounded Corners 175">
              <a:extLst>
                <a:ext uri="{FF2B5EF4-FFF2-40B4-BE49-F238E27FC236}">
                  <a16:creationId xmlns:a16="http://schemas.microsoft.com/office/drawing/2014/main" id="{5FDCE552-A81F-0F80-0572-1B70DCA0482E}"/>
                </a:ext>
              </a:extLst>
            </p:cNvPr>
            <p:cNvSpPr/>
            <p:nvPr/>
          </p:nvSpPr>
          <p:spPr>
            <a:xfrm>
              <a:off x="3290312" y="2078604"/>
              <a:ext cx="2983660" cy="2700791"/>
            </a:xfrm>
            <a:prstGeom prst="roundRect">
              <a:avLst>
                <a:gd name="adj" fmla="val 8621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8A9A6301-E02D-558C-DC2A-E500F6F94008}"/>
                </a:ext>
              </a:extLst>
            </p:cNvPr>
            <p:cNvSpPr/>
            <p:nvPr/>
          </p:nvSpPr>
          <p:spPr>
            <a:xfrm>
              <a:off x="3941290" y="2178641"/>
              <a:ext cx="457707" cy="564962"/>
            </a:xfrm>
            <a:custGeom>
              <a:avLst/>
              <a:gdLst>
                <a:gd name="connsiteX0" fmla="*/ 694605 w 736938"/>
                <a:gd name="connsiteY0" fmla="*/ 73666 h 666333"/>
                <a:gd name="connsiteX1" fmla="*/ 169672 w 736938"/>
                <a:gd name="connsiteY1" fmla="*/ 39800 h 666333"/>
                <a:gd name="connsiteX2" fmla="*/ 34205 w 736938"/>
                <a:gd name="connsiteY2" fmla="*/ 556266 h 666333"/>
                <a:gd name="connsiteX3" fmla="*/ 736938 w 736938"/>
                <a:gd name="connsiteY3" fmla="*/ 666333 h 666333"/>
                <a:gd name="connsiteX4" fmla="*/ 736938 w 736938"/>
                <a:gd name="connsiteY4" fmla="*/ 666333 h 66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38" h="666333">
                  <a:moveTo>
                    <a:pt x="694605" y="73666"/>
                  </a:moveTo>
                  <a:cubicBezTo>
                    <a:pt x="487172" y="16516"/>
                    <a:pt x="279739" y="-40633"/>
                    <a:pt x="169672" y="39800"/>
                  </a:cubicBezTo>
                  <a:cubicBezTo>
                    <a:pt x="59605" y="120233"/>
                    <a:pt x="-60339" y="451844"/>
                    <a:pt x="34205" y="556266"/>
                  </a:cubicBezTo>
                  <a:cubicBezTo>
                    <a:pt x="128749" y="660688"/>
                    <a:pt x="736938" y="666333"/>
                    <a:pt x="736938" y="666333"/>
                  </a:cubicBezTo>
                  <a:lnTo>
                    <a:pt x="736938" y="666333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9410F256-57A5-E58C-953E-65DB37CFB60F}"/>
                </a:ext>
              </a:extLst>
            </p:cNvPr>
            <p:cNvSpPr/>
            <p:nvPr/>
          </p:nvSpPr>
          <p:spPr>
            <a:xfrm>
              <a:off x="4902765" y="2185478"/>
              <a:ext cx="643123" cy="564962"/>
            </a:xfrm>
            <a:custGeom>
              <a:avLst/>
              <a:gdLst>
                <a:gd name="connsiteX0" fmla="*/ 194733 w 1014700"/>
                <a:gd name="connsiteY0" fmla="*/ 30957 h 632090"/>
                <a:gd name="connsiteX1" fmla="*/ 910167 w 1014700"/>
                <a:gd name="connsiteY1" fmla="*/ 47890 h 632090"/>
                <a:gd name="connsiteX2" fmla="*/ 914400 w 1014700"/>
                <a:gd name="connsiteY2" fmla="*/ 483924 h 632090"/>
                <a:gd name="connsiteX3" fmla="*/ 0 w 1014700"/>
                <a:gd name="connsiteY3" fmla="*/ 632090 h 63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700" h="632090">
                  <a:moveTo>
                    <a:pt x="194733" y="30957"/>
                  </a:moveTo>
                  <a:cubicBezTo>
                    <a:pt x="492478" y="1676"/>
                    <a:pt x="790223" y="-27604"/>
                    <a:pt x="910167" y="47890"/>
                  </a:cubicBezTo>
                  <a:cubicBezTo>
                    <a:pt x="1030111" y="123384"/>
                    <a:pt x="1066094" y="386557"/>
                    <a:pt x="914400" y="483924"/>
                  </a:cubicBezTo>
                  <a:cubicBezTo>
                    <a:pt x="762706" y="581291"/>
                    <a:pt x="381353" y="606690"/>
                    <a:pt x="0" y="63209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D645938E-6ABA-7004-B715-441AC4D743A2}"/>
                    </a:ext>
                  </a:extLst>
                </p:cNvPr>
                <p:cNvSpPr txBox="1"/>
                <p:nvPr/>
              </p:nvSpPr>
              <p:spPr>
                <a:xfrm>
                  <a:off x="4789388" y="2179058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79" name="TextBox 178">
                  <a:extLst>
                    <a:ext uri="{FF2B5EF4-FFF2-40B4-BE49-F238E27FC236}">
                      <a16:creationId xmlns:a16="http://schemas.microsoft.com/office/drawing/2014/main" id="{D645938E-6ABA-7004-B715-441AC4D743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9388" y="2179058"/>
                  <a:ext cx="551184" cy="461665"/>
                </a:xfrm>
                <a:prstGeom prst="rect">
                  <a:avLst/>
                </a:prstGeom>
                <a:blipFill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3559AF2D-F60D-C4D9-7846-91D0023257E8}"/>
                    </a:ext>
                  </a:extLst>
                </p:cNvPr>
                <p:cNvSpPr txBox="1"/>
                <p:nvPr/>
              </p:nvSpPr>
              <p:spPr>
                <a:xfrm>
                  <a:off x="4241656" y="2875211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0" name="TextBox 179">
                  <a:extLst>
                    <a:ext uri="{FF2B5EF4-FFF2-40B4-BE49-F238E27FC236}">
                      <a16:creationId xmlns:a16="http://schemas.microsoft.com/office/drawing/2014/main" id="{3559AF2D-F60D-C4D9-7846-91D0023257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656" y="2875211"/>
                  <a:ext cx="528542" cy="461665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1" name="Group 180">
              <a:extLst>
                <a:ext uri="{FF2B5EF4-FFF2-40B4-BE49-F238E27FC236}">
                  <a16:creationId xmlns:a16="http://schemas.microsoft.com/office/drawing/2014/main" id="{3277C8A0-3788-268E-0B98-0D82514DD05B}"/>
                </a:ext>
              </a:extLst>
            </p:cNvPr>
            <p:cNvGrpSpPr/>
            <p:nvPr/>
          </p:nvGrpSpPr>
          <p:grpSpPr>
            <a:xfrm>
              <a:off x="4392845" y="2621865"/>
              <a:ext cx="509567" cy="257474"/>
              <a:chOff x="5377910" y="3964770"/>
              <a:chExt cx="825067" cy="314187"/>
            </a:xfrm>
          </p:grpSpPr>
          <p:sp>
            <p:nvSpPr>
              <p:cNvPr id="197" name="Freeform: Shape 41">
                <a:extLst>
                  <a:ext uri="{FF2B5EF4-FFF2-40B4-BE49-F238E27FC236}">
                    <a16:creationId xmlns:a16="http://schemas.microsoft.com/office/drawing/2014/main" id="{684780A2-8D26-2D1C-B3DC-44369A714A54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8" name="Freeform: Shape 42">
                <a:extLst>
                  <a:ext uri="{FF2B5EF4-FFF2-40B4-BE49-F238E27FC236}">
                    <a16:creationId xmlns:a16="http://schemas.microsoft.com/office/drawing/2014/main" id="{F25C9351-B410-445F-5047-1C068BB54CBA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99" name="Freeform: Shape 43">
                <a:extLst>
                  <a:ext uri="{FF2B5EF4-FFF2-40B4-BE49-F238E27FC236}">
                    <a16:creationId xmlns:a16="http://schemas.microsoft.com/office/drawing/2014/main" id="{8949F1EE-5175-70CC-5992-8FF2FF8EBA96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0" name="Freeform: Shape 44">
                <a:extLst>
                  <a:ext uri="{FF2B5EF4-FFF2-40B4-BE49-F238E27FC236}">
                    <a16:creationId xmlns:a16="http://schemas.microsoft.com/office/drawing/2014/main" id="{28109EC8-9B96-41DB-9104-A9FA9DCBCF06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16577CAC-7AA0-478A-CDCE-AB8F55F2DE93}"/>
                </a:ext>
              </a:extLst>
            </p:cNvPr>
            <p:cNvGrpSpPr/>
            <p:nvPr/>
          </p:nvGrpSpPr>
          <p:grpSpPr>
            <a:xfrm>
              <a:off x="4356334" y="2132944"/>
              <a:ext cx="742662" cy="146458"/>
              <a:chOff x="2067212" y="2632574"/>
              <a:chExt cx="2728822" cy="600294"/>
            </a:xfrm>
          </p:grpSpPr>
          <p:sp>
            <p:nvSpPr>
              <p:cNvPr id="190" name="Oval 4">
                <a:extLst>
                  <a:ext uri="{FF2B5EF4-FFF2-40B4-BE49-F238E27FC236}">
                    <a16:creationId xmlns:a16="http://schemas.microsoft.com/office/drawing/2014/main" id="{F266549A-88E7-A211-9BCB-D03699FE8376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1" name="Oval 9">
                <a:extLst>
                  <a:ext uri="{FF2B5EF4-FFF2-40B4-BE49-F238E27FC236}">
                    <a16:creationId xmlns:a16="http://schemas.microsoft.com/office/drawing/2014/main" id="{5B3A5DED-BF75-D692-CBE8-CBAD5570AA89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2" name="Oval 9">
                <a:extLst>
                  <a:ext uri="{FF2B5EF4-FFF2-40B4-BE49-F238E27FC236}">
                    <a16:creationId xmlns:a16="http://schemas.microsoft.com/office/drawing/2014/main" id="{4478A928-2B0A-F490-591A-B872683BFEC6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3" name="Oval 9">
                <a:extLst>
                  <a:ext uri="{FF2B5EF4-FFF2-40B4-BE49-F238E27FC236}">
                    <a16:creationId xmlns:a16="http://schemas.microsoft.com/office/drawing/2014/main" id="{0324C291-3D4A-2D50-CF88-C76E455460DD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4" name="Oval 9">
                <a:extLst>
                  <a:ext uri="{FF2B5EF4-FFF2-40B4-BE49-F238E27FC236}">
                    <a16:creationId xmlns:a16="http://schemas.microsoft.com/office/drawing/2014/main" id="{1B9C3EA9-1460-6D15-DD32-8F9DC685769B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5" name="Oval 9">
                <a:extLst>
                  <a:ext uri="{FF2B5EF4-FFF2-40B4-BE49-F238E27FC236}">
                    <a16:creationId xmlns:a16="http://schemas.microsoft.com/office/drawing/2014/main" id="{69B8958E-7702-F72B-1BE3-F7748359F8B9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6" name="Oval 4">
                <a:extLst>
                  <a:ext uri="{FF2B5EF4-FFF2-40B4-BE49-F238E27FC236}">
                    <a16:creationId xmlns:a16="http://schemas.microsoft.com/office/drawing/2014/main" id="{BEC5208C-F9DC-FAE5-DA4D-DFF371299BF6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4C1BD2D6-7729-79C1-99B4-5819B19E696F}"/>
                </a:ext>
              </a:extLst>
            </p:cNvPr>
            <p:cNvCxnSpPr>
              <a:cxnSpLocks/>
            </p:cNvCxnSpPr>
            <p:nvPr/>
          </p:nvCxnSpPr>
          <p:spPr>
            <a:xfrm>
              <a:off x="5541238" y="2277548"/>
              <a:ext cx="39459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B9E3799F-FAEA-641D-BFD7-D3BE8605CA53}"/>
                </a:ext>
              </a:extLst>
            </p:cNvPr>
            <p:cNvCxnSpPr>
              <a:cxnSpLocks/>
            </p:cNvCxnSpPr>
            <p:nvPr/>
          </p:nvCxnSpPr>
          <p:spPr>
            <a:xfrm>
              <a:off x="3567860" y="2284115"/>
              <a:ext cx="437100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F23C1205-20D7-A4EA-55E2-A0550B35B304}"/>
                    </a:ext>
                  </a:extLst>
                </p:cNvPr>
                <p:cNvSpPr txBox="1"/>
                <p:nvPr/>
              </p:nvSpPr>
              <p:spPr>
                <a:xfrm>
                  <a:off x="5461214" y="3192525"/>
                  <a:ext cx="5285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85" name="TextBox 184">
                  <a:extLst>
                    <a:ext uri="{FF2B5EF4-FFF2-40B4-BE49-F238E27FC236}">
                      <a16:creationId xmlns:a16="http://schemas.microsoft.com/office/drawing/2014/main" id="{F23C1205-20D7-A4EA-55E2-A0550B35B3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1214" y="3192525"/>
                  <a:ext cx="528542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E6D68A88-28AF-0825-9789-AC192FA3D944}"/>
                </a:ext>
              </a:extLst>
            </p:cNvPr>
            <p:cNvCxnSpPr>
              <a:cxnSpLocks/>
            </p:cNvCxnSpPr>
            <p:nvPr/>
          </p:nvCxnSpPr>
          <p:spPr>
            <a:xfrm>
              <a:off x="5947329" y="2261655"/>
              <a:ext cx="351" cy="7753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DD9BABE6-D2DE-9A62-3EA9-5A699CB671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5837" y="3822435"/>
              <a:ext cx="10221" cy="805681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88" name="Freeform: Shape 31">
              <a:extLst>
                <a:ext uri="{FF2B5EF4-FFF2-40B4-BE49-F238E27FC236}">
                  <a16:creationId xmlns:a16="http://schemas.microsoft.com/office/drawing/2014/main" id="{2802E9A6-2C77-FC0E-1DBF-616234C186BD}"/>
                </a:ext>
              </a:extLst>
            </p:cNvPr>
            <p:cNvSpPr/>
            <p:nvPr/>
          </p:nvSpPr>
          <p:spPr>
            <a:xfrm rot="16200000" flipV="1">
              <a:off x="5530960" y="3326413"/>
              <a:ext cx="817737" cy="176646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4A9F318-7632-1B75-2324-70C20CE62393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16" y="4628116"/>
              <a:ext cx="1473421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B31288A-4A80-8A63-6161-E0F368B5BF45}"/>
              </a:ext>
            </a:extLst>
          </p:cNvPr>
          <p:cNvGrpSpPr/>
          <p:nvPr/>
        </p:nvGrpSpPr>
        <p:grpSpPr>
          <a:xfrm rot="5400000">
            <a:off x="21653748" y="1991477"/>
            <a:ext cx="2726101" cy="2700791"/>
            <a:chOff x="3406437" y="2078606"/>
            <a:chExt cx="2726101" cy="2700791"/>
          </a:xfrm>
        </p:grpSpPr>
        <p:sp>
          <p:nvSpPr>
            <p:cNvPr id="202" name="Rectangle: Rounded Corners 201">
              <a:extLst>
                <a:ext uri="{FF2B5EF4-FFF2-40B4-BE49-F238E27FC236}">
                  <a16:creationId xmlns:a16="http://schemas.microsoft.com/office/drawing/2014/main" id="{43188762-419F-1143-0774-90AA691EF447}"/>
                </a:ext>
              </a:extLst>
            </p:cNvPr>
            <p:cNvSpPr/>
            <p:nvPr/>
          </p:nvSpPr>
          <p:spPr>
            <a:xfrm>
              <a:off x="3406437" y="2078606"/>
              <a:ext cx="2726101" cy="2700791"/>
            </a:xfrm>
            <a:prstGeom prst="roundRect">
              <a:avLst>
                <a:gd name="adj" fmla="val 8621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BD368D71-9575-BECC-8D68-4EDBBCFD3D0C}"/>
                </a:ext>
              </a:extLst>
            </p:cNvPr>
            <p:cNvSpPr/>
            <p:nvPr/>
          </p:nvSpPr>
          <p:spPr>
            <a:xfrm>
              <a:off x="3941290" y="2178641"/>
              <a:ext cx="457707" cy="564962"/>
            </a:xfrm>
            <a:custGeom>
              <a:avLst/>
              <a:gdLst>
                <a:gd name="connsiteX0" fmla="*/ 694605 w 736938"/>
                <a:gd name="connsiteY0" fmla="*/ 73666 h 666333"/>
                <a:gd name="connsiteX1" fmla="*/ 169672 w 736938"/>
                <a:gd name="connsiteY1" fmla="*/ 39800 h 666333"/>
                <a:gd name="connsiteX2" fmla="*/ 34205 w 736938"/>
                <a:gd name="connsiteY2" fmla="*/ 556266 h 666333"/>
                <a:gd name="connsiteX3" fmla="*/ 736938 w 736938"/>
                <a:gd name="connsiteY3" fmla="*/ 666333 h 666333"/>
                <a:gd name="connsiteX4" fmla="*/ 736938 w 736938"/>
                <a:gd name="connsiteY4" fmla="*/ 666333 h 66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38" h="666333">
                  <a:moveTo>
                    <a:pt x="694605" y="73666"/>
                  </a:moveTo>
                  <a:cubicBezTo>
                    <a:pt x="487172" y="16516"/>
                    <a:pt x="279739" y="-40633"/>
                    <a:pt x="169672" y="39800"/>
                  </a:cubicBezTo>
                  <a:cubicBezTo>
                    <a:pt x="59605" y="120233"/>
                    <a:pt x="-60339" y="451844"/>
                    <a:pt x="34205" y="556266"/>
                  </a:cubicBezTo>
                  <a:cubicBezTo>
                    <a:pt x="128749" y="660688"/>
                    <a:pt x="736938" y="666333"/>
                    <a:pt x="736938" y="666333"/>
                  </a:cubicBezTo>
                  <a:lnTo>
                    <a:pt x="736938" y="666333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AF1B7C4-5D43-F434-DF22-0EF002D831D9}"/>
                </a:ext>
              </a:extLst>
            </p:cNvPr>
            <p:cNvSpPr/>
            <p:nvPr/>
          </p:nvSpPr>
          <p:spPr>
            <a:xfrm>
              <a:off x="4902765" y="2185478"/>
              <a:ext cx="643123" cy="564962"/>
            </a:xfrm>
            <a:custGeom>
              <a:avLst/>
              <a:gdLst>
                <a:gd name="connsiteX0" fmla="*/ 194733 w 1014700"/>
                <a:gd name="connsiteY0" fmla="*/ 30957 h 632090"/>
                <a:gd name="connsiteX1" fmla="*/ 910167 w 1014700"/>
                <a:gd name="connsiteY1" fmla="*/ 47890 h 632090"/>
                <a:gd name="connsiteX2" fmla="*/ 914400 w 1014700"/>
                <a:gd name="connsiteY2" fmla="*/ 483924 h 632090"/>
                <a:gd name="connsiteX3" fmla="*/ 0 w 1014700"/>
                <a:gd name="connsiteY3" fmla="*/ 632090 h 63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700" h="632090">
                  <a:moveTo>
                    <a:pt x="194733" y="30957"/>
                  </a:moveTo>
                  <a:cubicBezTo>
                    <a:pt x="492478" y="1676"/>
                    <a:pt x="790223" y="-27604"/>
                    <a:pt x="910167" y="47890"/>
                  </a:cubicBezTo>
                  <a:cubicBezTo>
                    <a:pt x="1030111" y="123384"/>
                    <a:pt x="1066094" y="386557"/>
                    <a:pt x="914400" y="483924"/>
                  </a:cubicBezTo>
                  <a:cubicBezTo>
                    <a:pt x="762706" y="581291"/>
                    <a:pt x="381353" y="606690"/>
                    <a:pt x="0" y="63209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E4F66E11-6DA2-66EF-33E6-9B78D466ABB3}"/>
                    </a:ext>
                  </a:extLst>
                </p:cNvPr>
                <p:cNvSpPr txBox="1"/>
                <p:nvPr/>
              </p:nvSpPr>
              <p:spPr>
                <a:xfrm rot="16200000">
                  <a:off x="4789388" y="2179058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5" name="TextBox 204">
                  <a:extLst>
                    <a:ext uri="{FF2B5EF4-FFF2-40B4-BE49-F238E27FC236}">
                      <a16:creationId xmlns:a16="http://schemas.microsoft.com/office/drawing/2014/main" id="{E4F66E11-6DA2-66EF-33E6-9B78D466AB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789388" y="2179058"/>
                  <a:ext cx="551184" cy="46166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01ECBDA4-FD93-638D-3720-3BE0919F15EE}"/>
                    </a:ext>
                  </a:extLst>
                </p:cNvPr>
                <p:cNvSpPr txBox="1"/>
                <p:nvPr/>
              </p:nvSpPr>
              <p:spPr>
                <a:xfrm rot="16200000">
                  <a:off x="4241656" y="2875211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06" name="TextBox 205">
                  <a:extLst>
                    <a:ext uri="{FF2B5EF4-FFF2-40B4-BE49-F238E27FC236}">
                      <a16:creationId xmlns:a16="http://schemas.microsoft.com/office/drawing/2014/main" id="{01ECBDA4-FD93-638D-3720-3BE0919F15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241656" y="2875211"/>
                  <a:ext cx="528542" cy="46166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D7534C7A-2371-363C-4783-94938528CABF}"/>
                </a:ext>
              </a:extLst>
            </p:cNvPr>
            <p:cNvGrpSpPr/>
            <p:nvPr/>
          </p:nvGrpSpPr>
          <p:grpSpPr>
            <a:xfrm>
              <a:off x="4392845" y="2621865"/>
              <a:ext cx="509567" cy="257474"/>
              <a:chOff x="5377910" y="3964770"/>
              <a:chExt cx="825067" cy="314187"/>
            </a:xfrm>
          </p:grpSpPr>
          <p:sp>
            <p:nvSpPr>
              <p:cNvPr id="223" name="Freeform: Shape 41">
                <a:extLst>
                  <a:ext uri="{FF2B5EF4-FFF2-40B4-BE49-F238E27FC236}">
                    <a16:creationId xmlns:a16="http://schemas.microsoft.com/office/drawing/2014/main" id="{5C9110A5-381F-7F6B-B458-99E4B1721E4D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4" name="Freeform: Shape 42">
                <a:extLst>
                  <a:ext uri="{FF2B5EF4-FFF2-40B4-BE49-F238E27FC236}">
                    <a16:creationId xmlns:a16="http://schemas.microsoft.com/office/drawing/2014/main" id="{098CEAC8-04C1-02EE-EB8F-F75992B12481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5" name="Freeform: Shape 43">
                <a:extLst>
                  <a:ext uri="{FF2B5EF4-FFF2-40B4-BE49-F238E27FC236}">
                    <a16:creationId xmlns:a16="http://schemas.microsoft.com/office/drawing/2014/main" id="{9F2C8CC2-34A5-E997-FF34-E2B9E0CF80F3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6" name="Freeform: Shape 44">
                <a:extLst>
                  <a:ext uri="{FF2B5EF4-FFF2-40B4-BE49-F238E27FC236}">
                    <a16:creationId xmlns:a16="http://schemas.microsoft.com/office/drawing/2014/main" id="{B79B2B3E-E948-4D77-BE54-6E11E5C6F1C0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0D999A8E-E031-6927-90AE-409C4C1B6F69}"/>
                </a:ext>
              </a:extLst>
            </p:cNvPr>
            <p:cNvGrpSpPr/>
            <p:nvPr/>
          </p:nvGrpSpPr>
          <p:grpSpPr>
            <a:xfrm>
              <a:off x="4356334" y="2132944"/>
              <a:ext cx="742662" cy="146458"/>
              <a:chOff x="2067212" y="2632574"/>
              <a:chExt cx="2728822" cy="600294"/>
            </a:xfrm>
          </p:grpSpPr>
          <p:sp>
            <p:nvSpPr>
              <p:cNvPr id="216" name="Oval 4">
                <a:extLst>
                  <a:ext uri="{FF2B5EF4-FFF2-40B4-BE49-F238E27FC236}">
                    <a16:creationId xmlns:a16="http://schemas.microsoft.com/office/drawing/2014/main" id="{E41FCB1E-1E1C-3E22-B515-1D2F285CB3D7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7" name="Oval 9">
                <a:extLst>
                  <a:ext uri="{FF2B5EF4-FFF2-40B4-BE49-F238E27FC236}">
                    <a16:creationId xmlns:a16="http://schemas.microsoft.com/office/drawing/2014/main" id="{01BEB0A0-A469-9825-27F8-CAF8412B3493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8" name="Oval 9">
                <a:extLst>
                  <a:ext uri="{FF2B5EF4-FFF2-40B4-BE49-F238E27FC236}">
                    <a16:creationId xmlns:a16="http://schemas.microsoft.com/office/drawing/2014/main" id="{3112A522-8F65-4520-608C-DD2C5279EF4E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19" name="Oval 9">
                <a:extLst>
                  <a:ext uri="{FF2B5EF4-FFF2-40B4-BE49-F238E27FC236}">
                    <a16:creationId xmlns:a16="http://schemas.microsoft.com/office/drawing/2014/main" id="{29AE66D3-8FA9-8E2E-3525-22FE9D0507D8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0" name="Oval 9">
                <a:extLst>
                  <a:ext uri="{FF2B5EF4-FFF2-40B4-BE49-F238E27FC236}">
                    <a16:creationId xmlns:a16="http://schemas.microsoft.com/office/drawing/2014/main" id="{AC0CEDDB-FD4D-A81A-37CC-411D87729D23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1" name="Oval 9">
                <a:extLst>
                  <a:ext uri="{FF2B5EF4-FFF2-40B4-BE49-F238E27FC236}">
                    <a16:creationId xmlns:a16="http://schemas.microsoft.com/office/drawing/2014/main" id="{9D048A2C-A6F0-8383-C3F1-6EEA78089CC8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2" name="Oval 4">
                <a:extLst>
                  <a:ext uri="{FF2B5EF4-FFF2-40B4-BE49-F238E27FC236}">
                    <a16:creationId xmlns:a16="http://schemas.microsoft.com/office/drawing/2014/main" id="{F77293FF-74F2-09BD-6E6A-9E0C6ACE306A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0941A9E4-C25F-5A0B-C3C3-809F970DBE76}"/>
                </a:ext>
              </a:extLst>
            </p:cNvPr>
            <p:cNvCxnSpPr>
              <a:cxnSpLocks/>
            </p:cNvCxnSpPr>
            <p:nvPr/>
          </p:nvCxnSpPr>
          <p:spPr>
            <a:xfrm>
              <a:off x="5541238" y="2277548"/>
              <a:ext cx="39459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D173E364-288D-A381-DA51-6C9E5121363E}"/>
                </a:ext>
              </a:extLst>
            </p:cNvPr>
            <p:cNvCxnSpPr>
              <a:cxnSpLocks/>
            </p:cNvCxnSpPr>
            <p:nvPr/>
          </p:nvCxnSpPr>
          <p:spPr>
            <a:xfrm>
              <a:off x="3567860" y="2284115"/>
              <a:ext cx="437100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8DA310DD-952D-4D7A-0348-90267650DF11}"/>
                    </a:ext>
                  </a:extLst>
                </p:cNvPr>
                <p:cNvSpPr txBox="1"/>
                <p:nvPr/>
              </p:nvSpPr>
              <p:spPr>
                <a:xfrm rot="16200000">
                  <a:off x="3553381" y="3362478"/>
                  <a:ext cx="5285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11" name="TextBox 210">
                  <a:extLst>
                    <a:ext uri="{FF2B5EF4-FFF2-40B4-BE49-F238E27FC236}">
                      <a16:creationId xmlns:a16="http://schemas.microsoft.com/office/drawing/2014/main" id="{8DA310DD-952D-4D7A-0348-90267650DF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553381" y="3362478"/>
                  <a:ext cx="528542" cy="338554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E4010C8B-BC8B-2A74-B189-8AEF2F47356D}"/>
                </a:ext>
              </a:extLst>
            </p:cNvPr>
            <p:cNvCxnSpPr>
              <a:cxnSpLocks/>
            </p:cNvCxnSpPr>
            <p:nvPr/>
          </p:nvCxnSpPr>
          <p:spPr>
            <a:xfrm>
              <a:off x="3574652" y="2278228"/>
              <a:ext cx="351" cy="7753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58DEE4D-01EE-F1BC-8D30-D5C72AACF9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3160" y="3839008"/>
              <a:ext cx="10221" cy="805681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14" name="Freeform: Shape 31">
              <a:extLst>
                <a:ext uri="{FF2B5EF4-FFF2-40B4-BE49-F238E27FC236}">
                  <a16:creationId xmlns:a16="http://schemas.microsoft.com/office/drawing/2014/main" id="{352E479B-82E3-1C91-C653-880CA6EB2619}"/>
                </a:ext>
              </a:extLst>
            </p:cNvPr>
            <p:cNvSpPr/>
            <p:nvPr/>
          </p:nvSpPr>
          <p:spPr>
            <a:xfrm rot="16200000" flipV="1">
              <a:off x="3158283" y="3342986"/>
              <a:ext cx="817737" cy="176646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E65F3929-ACB6-DCD5-B08A-ECD898DDEADC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770712" y="3442878"/>
              <a:ext cx="2350362" cy="2011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227" name="Group 226">
            <a:extLst>
              <a:ext uri="{FF2B5EF4-FFF2-40B4-BE49-F238E27FC236}">
                <a16:creationId xmlns:a16="http://schemas.microsoft.com/office/drawing/2014/main" id="{31BBAD9B-A232-0335-D0E6-02F2F999D5D0}"/>
              </a:ext>
            </a:extLst>
          </p:cNvPr>
          <p:cNvGrpSpPr/>
          <p:nvPr/>
        </p:nvGrpSpPr>
        <p:grpSpPr>
          <a:xfrm>
            <a:off x="18723989" y="1978821"/>
            <a:ext cx="2700791" cy="2726102"/>
            <a:chOff x="6156674" y="2078605"/>
            <a:chExt cx="2700791" cy="2726102"/>
          </a:xfrm>
        </p:grpSpPr>
        <p:sp>
          <p:nvSpPr>
            <p:cNvPr id="228" name="Rectangle: Rounded Corners 227">
              <a:extLst>
                <a:ext uri="{FF2B5EF4-FFF2-40B4-BE49-F238E27FC236}">
                  <a16:creationId xmlns:a16="http://schemas.microsoft.com/office/drawing/2014/main" id="{C219AF8B-64A4-EB14-3B58-14FED88CF803}"/>
                </a:ext>
              </a:extLst>
            </p:cNvPr>
            <p:cNvSpPr/>
            <p:nvPr/>
          </p:nvSpPr>
          <p:spPr>
            <a:xfrm rot="5400000">
              <a:off x="6144019" y="2091260"/>
              <a:ext cx="2726102" cy="2700791"/>
            </a:xfrm>
            <a:prstGeom prst="roundRect">
              <a:avLst>
                <a:gd name="adj" fmla="val 8621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919BF8C8-7196-D1DC-8FB7-A7A951E5E639}"/>
                    </a:ext>
                  </a:extLst>
                </p:cNvPr>
                <p:cNvSpPr txBox="1"/>
                <p:nvPr/>
              </p:nvSpPr>
              <p:spPr>
                <a:xfrm>
                  <a:off x="8058456" y="2588554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29" name="TextBox 228">
                  <a:extLst>
                    <a:ext uri="{FF2B5EF4-FFF2-40B4-BE49-F238E27FC236}">
                      <a16:creationId xmlns:a16="http://schemas.microsoft.com/office/drawing/2014/main" id="{919BF8C8-7196-D1DC-8FB7-A7A951E5E6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8456" y="2588554"/>
                  <a:ext cx="551184" cy="461665"/>
                </a:xfrm>
                <a:prstGeom prst="rect">
                  <a:avLst/>
                </a:prstGeom>
                <a:blipFill>
                  <a:blip r:embed="rId19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0896AB14-3E23-73A7-6838-10EEFCB5A126}"/>
                    </a:ext>
                  </a:extLst>
                </p:cNvPr>
                <p:cNvSpPr txBox="1"/>
                <p:nvPr/>
              </p:nvSpPr>
              <p:spPr>
                <a:xfrm>
                  <a:off x="7961900" y="3649915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30" name="TextBox 229">
                  <a:extLst>
                    <a:ext uri="{FF2B5EF4-FFF2-40B4-BE49-F238E27FC236}">
                      <a16:creationId xmlns:a16="http://schemas.microsoft.com/office/drawing/2014/main" id="{0896AB14-3E23-73A7-6838-10EEFCB5A1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1900" y="3649915"/>
                  <a:ext cx="528542" cy="461665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47B1931C-FA73-7D6C-5560-A9FEA36A54D2}"/>
                </a:ext>
              </a:extLst>
            </p:cNvPr>
            <p:cNvCxnSpPr>
              <a:cxnSpLocks/>
              <a:endCxn id="248" idx="0"/>
            </p:cNvCxnSpPr>
            <p:nvPr/>
          </p:nvCxnSpPr>
          <p:spPr>
            <a:xfrm rot="5400000">
              <a:off x="8364631" y="3412062"/>
              <a:ext cx="514105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EF6B114C-2B06-D8D8-FAD4-E8073DF534D8}"/>
                </a:ext>
              </a:extLst>
            </p:cNvPr>
            <p:cNvGrpSpPr/>
            <p:nvPr/>
          </p:nvGrpSpPr>
          <p:grpSpPr>
            <a:xfrm rot="5400000">
              <a:off x="8363772" y="3772062"/>
              <a:ext cx="509567" cy="303672"/>
              <a:chOff x="5377910" y="3964770"/>
              <a:chExt cx="825067" cy="314187"/>
            </a:xfrm>
          </p:grpSpPr>
          <p:sp>
            <p:nvSpPr>
              <p:cNvPr id="248" name="Freeform: Shape 41">
                <a:extLst>
                  <a:ext uri="{FF2B5EF4-FFF2-40B4-BE49-F238E27FC236}">
                    <a16:creationId xmlns:a16="http://schemas.microsoft.com/office/drawing/2014/main" id="{3F6A6B6F-0298-5640-DD76-5FC28BAB4893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9" name="Freeform: Shape 42">
                <a:extLst>
                  <a:ext uri="{FF2B5EF4-FFF2-40B4-BE49-F238E27FC236}">
                    <a16:creationId xmlns:a16="http://schemas.microsoft.com/office/drawing/2014/main" id="{C12B4559-1438-23D8-8867-A2832CDC7AB7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0" name="Freeform: Shape 43">
                <a:extLst>
                  <a:ext uri="{FF2B5EF4-FFF2-40B4-BE49-F238E27FC236}">
                    <a16:creationId xmlns:a16="http://schemas.microsoft.com/office/drawing/2014/main" id="{D5362A9F-3A34-C965-025B-2FA775E0FE5E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" name="Freeform: Shape 44">
                <a:extLst>
                  <a:ext uri="{FF2B5EF4-FFF2-40B4-BE49-F238E27FC236}">
                    <a16:creationId xmlns:a16="http://schemas.microsoft.com/office/drawing/2014/main" id="{A92928BE-D4A7-8BB5-6CE9-ADE9824F7F1F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33" name="Group 232">
              <a:extLst>
                <a:ext uri="{FF2B5EF4-FFF2-40B4-BE49-F238E27FC236}">
                  <a16:creationId xmlns:a16="http://schemas.microsoft.com/office/drawing/2014/main" id="{30D17ADD-D79D-B405-7336-7D21E2011563}"/>
                </a:ext>
              </a:extLst>
            </p:cNvPr>
            <p:cNvGrpSpPr/>
            <p:nvPr/>
          </p:nvGrpSpPr>
          <p:grpSpPr>
            <a:xfrm rot="5400000">
              <a:off x="8258021" y="2691549"/>
              <a:ext cx="742662" cy="172736"/>
              <a:chOff x="2067212" y="2632574"/>
              <a:chExt cx="2728822" cy="600294"/>
            </a:xfrm>
          </p:grpSpPr>
          <p:sp>
            <p:nvSpPr>
              <p:cNvPr id="241" name="Oval 4">
                <a:extLst>
                  <a:ext uri="{FF2B5EF4-FFF2-40B4-BE49-F238E27FC236}">
                    <a16:creationId xmlns:a16="http://schemas.microsoft.com/office/drawing/2014/main" id="{402D041C-1709-F062-6A52-877B0F7FFE3D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2" name="Oval 9">
                <a:extLst>
                  <a:ext uri="{FF2B5EF4-FFF2-40B4-BE49-F238E27FC236}">
                    <a16:creationId xmlns:a16="http://schemas.microsoft.com/office/drawing/2014/main" id="{C5FF41E4-4832-4A12-CED5-760726D9408A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3" name="Oval 9">
                <a:extLst>
                  <a:ext uri="{FF2B5EF4-FFF2-40B4-BE49-F238E27FC236}">
                    <a16:creationId xmlns:a16="http://schemas.microsoft.com/office/drawing/2014/main" id="{4F24CC79-AE0E-DC28-E93E-D788CEA11133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4" name="Oval 9">
                <a:extLst>
                  <a:ext uri="{FF2B5EF4-FFF2-40B4-BE49-F238E27FC236}">
                    <a16:creationId xmlns:a16="http://schemas.microsoft.com/office/drawing/2014/main" id="{88DACAD6-7616-EC26-18A5-850AEC2A1D05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5" name="Oval 9">
                <a:extLst>
                  <a:ext uri="{FF2B5EF4-FFF2-40B4-BE49-F238E27FC236}">
                    <a16:creationId xmlns:a16="http://schemas.microsoft.com/office/drawing/2014/main" id="{1296295C-03EF-F325-958A-5C83B2DA8A77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6" name="Oval 9">
                <a:extLst>
                  <a:ext uri="{FF2B5EF4-FFF2-40B4-BE49-F238E27FC236}">
                    <a16:creationId xmlns:a16="http://schemas.microsoft.com/office/drawing/2014/main" id="{A9CD7199-64E5-DD4F-FCEA-C58866777C72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7" name="Oval 4">
                <a:extLst>
                  <a:ext uri="{FF2B5EF4-FFF2-40B4-BE49-F238E27FC236}">
                    <a16:creationId xmlns:a16="http://schemas.microsoft.com/office/drawing/2014/main" id="{ABC6D39E-BE44-E9CC-715B-805D6C40C981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114C6A06-1BB7-A351-2B2D-E394E4CF4B84}"/>
                    </a:ext>
                  </a:extLst>
                </p:cNvPr>
                <p:cNvSpPr txBox="1"/>
                <p:nvPr/>
              </p:nvSpPr>
              <p:spPr>
                <a:xfrm>
                  <a:off x="7188631" y="2477898"/>
                  <a:ext cx="5285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234" name="TextBox 233">
                  <a:extLst>
                    <a:ext uri="{FF2B5EF4-FFF2-40B4-BE49-F238E27FC236}">
                      <a16:creationId xmlns:a16="http://schemas.microsoft.com/office/drawing/2014/main" id="{114C6A06-1BB7-A351-2B2D-E394E4CF4B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8631" y="2477898"/>
                  <a:ext cx="528542" cy="338554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A5EC69DF-5763-FEEC-D4F4-7FD96447DC3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27308" y="1889682"/>
              <a:ext cx="351" cy="7753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ADA31FE2-3554-4D05-63A7-5EFA9F71B5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75447" y="4668672"/>
              <a:ext cx="1834193" cy="1022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37" name="Freeform: Shape 31">
              <a:extLst>
                <a:ext uri="{FF2B5EF4-FFF2-40B4-BE49-F238E27FC236}">
                  <a16:creationId xmlns:a16="http://schemas.microsoft.com/office/drawing/2014/main" id="{7EF0ECB4-1BF6-E765-3935-43E1963DF4B7}"/>
                </a:ext>
              </a:extLst>
            </p:cNvPr>
            <p:cNvSpPr/>
            <p:nvPr/>
          </p:nvSpPr>
          <p:spPr>
            <a:xfrm flipV="1">
              <a:off x="6997602" y="2221102"/>
              <a:ext cx="817737" cy="176646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4ECC84D0-3F0B-DFF1-F8D5-5A4A7E61EA3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399610" y="4444673"/>
              <a:ext cx="45460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53C2CCC-CBCC-B607-C72E-615D9DE98CC0}"/>
                </a:ext>
              </a:extLst>
            </p:cNvPr>
            <p:cNvCxnSpPr>
              <a:cxnSpLocks/>
            </p:cNvCxnSpPr>
            <p:nvPr/>
          </p:nvCxnSpPr>
          <p:spPr>
            <a:xfrm>
              <a:off x="8613002" y="2277197"/>
              <a:ext cx="0" cy="116689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28D0C22D-7A5B-2EE8-6FD6-ED3F145200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3364" y="2331845"/>
              <a:ext cx="566999" cy="316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07128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7" grpId="0"/>
      <p:bldP spid="148" grpId="0"/>
      <p:bldP spid="1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38119" y="0"/>
            <a:ext cx="3672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Filter Circuit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151D0C95-FDB0-0D66-C852-C5EB4DAA7EBF}"/>
              </a:ext>
            </a:extLst>
          </p:cNvPr>
          <p:cNvSpPr txBox="1"/>
          <p:nvPr/>
        </p:nvSpPr>
        <p:spPr>
          <a:xfrm>
            <a:off x="189057" y="5105601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Band Pass filter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9D42BB4-97B9-779F-12AB-C6C89E07AD68}"/>
              </a:ext>
            </a:extLst>
          </p:cNvPr>
          <p:cNvSpPr txBox="1"/>
          <p:nvPr/>
        </p:nvSpPr>
        <p:spPr>
          <a:xfrm>
            <a:off x="3193777" y="5115851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Band Rejector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E3CBAAE6-6828-6487-C0A8-87804279D5C6}"/>
              </a:ext>
            </a:extLst>
          </p:cNvPr>
          <p:cNvGrpSpPr/>
          <p:nvPr/>
        </p:nvGrpSpPr>
        <p:grpSpPr>
          <a:xfrm>
            <a:off x="112857" y="2078604"/>
            <a:ext cx="2971145" cy="2700791"/>
            <a:chOff x="138257" y="2078604"/>
            <a:chExt cx="2971145" cy="27007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3DD9AD5C-28A1-F27F-7175-1D824917F506}"/>
                </a:ext>
              </a:extLst>
            </p:cNvPr>
            <p:cNvSpPr/>
            <p:nvPr/>
          </p:nvSpPr>
          <p:spPr>
            <a:xfrm>
              <a:off x="138257" y="2078604"/>
              <a:ext cx="2971145" cy="2700791"/>
            </a:xfrm>
            <a:prstGeom prst="roundRect">
              <a:avLst>
                <a:gd name="adj" fmla="val 8621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DBE063C-7DBA-32DD-E548-DA6A924994AF}"/>
                    </a:ext>
                  </a:extLst>
                </p:cNvPr>
                <p:cNvSpPr txBox="1"/>
                <p:nvPr/>
              </p:nvSpPr>
              <p:spPr>
                <a:xfrm>
                  <a:off x="713314" y="2320388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5DBE063C-7DBA-32DD-E548-DA6A924994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314" y="2320388"/>
                  <a:ext cx="551184" cy="461665"/>
                </a:xfrm>
                <a:prstGeom prst="rect">
                  <a:avLst/>
                </a:prstGeom>
                <a:blipFill>
                  <a:blip r:embed="rId2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F67E43A-2C91-901F-8323-8DAF6E888FAA}"/>
                    </a:ext>
                  </a:extLst>
                </p:cNvPr>
                <p:cNvSpPr txBox="1"/>
                <p:nvPr/>
              </p:nvSpPr>
              <p:spPr>
                <a:xfrm>
                  <a:off x="1785996" y="2428265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2F67E43A-2C91-901F-8323-8DAF6E888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996" y="2428265"/>
                  <a:ext cx="528542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47ACBD3-416D-7BB2-9039-6B4989C0C12C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>
              <a:off x="1324529" y="2263585"/>
              <a:ext cx="514105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2342006-6FBB-7481-A148-1689596F6921}"/>
                </a:ext>
              </a:extLst>
            </p:cNvPr>
            <p:cNvGrpSpPr/>
            <p:nvPr/>
          </p:nvGrpSpPr>
          <p:grpSpPr>
            <a:xfrm>
              <a:off x="1838634" y="2114877"/>
              <a:ext cx="509567" cy="303672"/>
              <a:chOff x="5377910" y="3964770"/>
              <a:chExt cx="825067" cy="314187"/>
            </a:xfrm>
          </p:grpSpPr>
          <p:sp>
            <p:nvSpPr>
              <p:cNvPr id="12" name="Freeform: Shape 41">
                <a:extLst>
                  <a:ext uri="{FF2B5EF4-FFF2-40B4-BE49-F238E27FC236}">
                    <a16:creationId xmlns:a16="http://schemas.microsoft.com/office/drawing/2014/main" id="{510382BC-4425-007C-C9DC-97B8A1729288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Freeform: Shape 42">
                <a:extLst>
                  <a:ext uri="{FF2B5EF4-FFF2-40B4-BE49-F238E27FC236}">
                    <a16:creationId xmlns:a16="http://schemas.microsoft.com/office/drawing/2014/main" id="{52D1CC1F-D55C-79F6-6DCD-6CDCDDFB2B4C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4" name="Freeform: Shape 43">
                <a:extLst>
                  <a:ext uri="{FF2B5EF4-FFF2-40B4-BE49-F238E27FC236}">
                    <a16:creationId xmlns:a16="http://schemas.microsoft.com/office/drawing/2014/main" id="{141A3084-EC96-3EA6-2C70-5F362E7E5FAA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: Shape 44">
                <a:extLst>
                  <a:ext uri="{FF2B5EF4-FFF2-40B4-BE49-F238E27FC236}">
                    <a16:creationId xmlns:a16="http://schemas.microsoft.com/office/drawing/2014/main" id="{EFF5C699-C424-9A27-50F1-590A1DFEF0C3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BA99C92-75A0-32F1-B7B5-05962170318F}"/>
                </a:ext>
              </a:extLst>
            </p:cNvPr>
            <p:cNvGrpSpPr/>
            <p:nvPr/>
          </p:nvGrpSpPr>
          <p:grpSpPr>
            <a:xfrm>
              <a:off x="576106" y="2169548"/>
              <a:ext cx="742662" cy="172736"/>
              <a:chOff x="2067212" y="2632574"/>
              <a:chExt cx="2728822" cy="600294"/>
            </a:xfrm>
          </p:grpSpPr>
          <p:sp>
            <p:nvSpPr>
              <p:cNvPr id="17" name="Oval 4">
                <a:extLst>
                  <a:ext uri="{FF2B5EF4-FFF2-40B4-BE49-F238E27FC236}">
                    <a16:creationId xmlns:a16="http://schemas.microsoft.com/office/drawing/2014/main" id="{B2CB4C8A-32A5-6588-861B-E41328434F9F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7" name="Oval 9">
                <a:extLst>
                  <a:ext uri="{FF2B5EF4-FFF2-40B4-BE49-F238E27FC236}">
                    <a16:creationId xmlns:a16="http://schemas.microsoft.com/office/drawing/2014/main" id="{4974F991-52A9-B748-A014-E5A1CA1D105E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Oval 9">
                <a:extLst>
                  <a:ext uri="{FF2B5EF4-FFF2-40B4-BE49-F238E27FC236}">
                    <a16:creationId xmlns:a16="http://schemas.microsoft.com/office/drawing/2014/main" id="{FA73D23D-986E-6EDB-3D32-3784022CF647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0" name="Oval 9">
                <a:extLst>
                  <a:ext uri="{FF2B5EF4-FFF2-40B4-BE49-F238E27FC236}">
                    <a16:creationId xmlns:a16="http://schemas.microsoft.com/office/drawing/2014/main" id="{DD92034C-3822-96E3-2EA4-328B5DAD23F9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3" name="Oval 9">
                <a:extLst>
                  <a:ext uri="{FF2B5EF4-FFF2-40B4-BE49-F238E27FC236}">
                    <a16:creationId xmlns:a16="http://schemas.microsoft.com/office/drawing/2014/main" id="{5990EE90-92F1-3248-9F60-E673E2F56E85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Oval 9">
                <a:extLst>
                  <a:ext uri="{FF2B5EF4-FFF2-40B4-BE49-F238E27FC236}">
                    <a16:creationId xmlns:a16="http://schemas.microsoft.com/office/drawing/2014/main" id="{A8D01BA0-7B7A-D23F-2D30-000EA4DEB91E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5" name="Oval 4">
                <a:extLst>
                  <a:ext uri="{FF2B5EF4-FFF2-40B4-BE49-F238E27FC236}">
                    <a16:creationId xmlns:a16="http://schemas.microsoft.com/office/drawing/2014/main" id="{3C0FD596-0A95-8BCD-F871-8839E5D1DA38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C9E40C5-4455-7BE2-F028-51FAFA28A165}"/>
                    </a:ext>
                  </a:extLst>
                </p:cNvPr>
                <p:cNvSpPr txBox="1"/>
                <p:nvPr/>
              </p:nvSpPr>
              <p:spPr>
                <a:xfrm>
                  <a:off x="2349921" y="3192525"/>
                  <a:ext cx="5285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CC9E40C5-4455-7BE2-F028-51FAFA28A1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9921" y="3192525"/>
                  <a:ext cx="528542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B628E30C-B09A-745B-D5DD-B7BB058CDEE4}"/>
                </a:ext>
              </a:extLst>
            </p:cNvPr>
            <p:cNvCxnSpPr>
              <a:cxnSpLocks/>
            </p:cNvCxnSpPr>
            <p:nvPr/>
          </p:nvCxnSpPr>
          <p:spPr>
            <a:xfrm>
              <a:off x="2836036" y="2261655"/>
              <a:ext cx="351" cy="7753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E32C21-ECBD-E751-AF3D-C6E75CDDC8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4544" y="3822435"/>
              <a:ext cx="10221" cy="805681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9" name="Freeform: Shape 31">
              <a:extLst>
                <a:ext uri="{FF2B5EF4-FFF2-40B4-BE49-F238E27FC236}">
                  <a16:creationId xmlns:a16="http://schemas.microsoft.com/office/drawing/2014/main" id="{86378520-6D97-6B7D-5F33-4AD1502BDE65}"/>
                </a:ext>
              </a:extLst>
            </p:cNvPr>
            <p:cNvSpPr/>
            <p:nvPr/>
          </p:nvSpPr>
          <p:spPr>
            <a:xfrm rot="16200000" flipV="1">
              <a:off x="2419667" y="3326413"/>
              <a:ext cx="817737" cy="176646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AA479BC-41CF-AF77-7448-7954EC26C0EB}"/>
                </a:ext>
              </a:extLst>
            </p:cNvPr>
            <p:cNvCxnSpPr>
              <a:cxnSpLocks/>
            </p:cNvCxnSpPr>
            <p:nvPr/>
          </p:nvCxnSpPr>
          <p:spPr>
            <a:xfrm>
              <a:off x="2386888" y="2258354"/>
              <a:ext cx="45460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1D6A29E9-2507-BE28-4FD0-C4B86C4C7162}"/>
                </a:ext>
              </a:extLst>
            </p:cNvPr>
            <p:cNvCxnSpPr>
              <a:cxnSpLocks/>
            </p:cNvCxnSpPr>
            <p:nvPr/>
          </p:nvCxnSpPr>
          <p:spPr>
            <a:xfrm>
              <a:off x="347808" y="4628116"/>
              <a:ext cx="2476736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5782457-0AFF-8882-27C9-64E650A28583}"/>
                </a:ext>
              </a:extLst>
            </p:cNvPr>
            <p:cNvCxnSpPr>
              <a:cxnSpLocks/>
            </p:cNvCxnSpPr>
            <p:nvPr/>
          </p:nvCxnSpPr>
          <p:spPr>
            <a:xfrm>
              <a:off x="297008" y="2272266"/>
              <a:ext cx="266398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3172E976-6C47-42F1-46E9-31C5F53006ED}"/>
              </a:ext>
            </a:extLst>
          </p:cNvPr>
          <p:cNvGrpSpPr/>
          <p:nvPr/>
        </p:nvGrpSpPr>
        <p:grpSpPr>
          <a:xfrm>
            <a:off x="3239512" y="2078604"/>
            <a:ext cx="2983660" cy="2700791"/>
            <a:chOff x="3290312" y="2078604"/>
            <a:chExt cx="2983660" cy="2700791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649AA747-9D1D-874A-05AA-C23E89F44C56}"/>
                </a:ext>
              </a:extLst>
            </p:cNvPr>
            <p:cNvSpPr/>
            <p:nvPr/>
          </p:nvSpPr>
          <p:spPr>
            <a:xfrm>
              <a:off x="3290312" y="2078604"/>
              <a:ext cx="2983660" cy="2700791"/>
            </a:xfrm>
            <a:prstGeom prst="roundRect">
              <a:avLst>
                <a:gd name="adj" fmla="val 8621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3688217-2126-5610-06E1-07B47C85C12F}"/>
                </a:ext>
              </a:extLst>
            </p:cNvPr>
            <p:cNvSpPr/>
            <p:nvPr/>
          </p:nvSpPr>
          <p:spPr>
            <a:xfrm>
              <a:off x="3941290" y="2178641"/>
              <a:ext cx="457707" cy="564962"/>
            </a:xfrm>
            <a:custGeom>
              <a:avLst/>
              <a:gdLst>
                <a:gd name="connsiteX0" fmla="*/ 694605 w 736938"/>
                <a:gd name="connsiteY0" fmla="*/ 73666 h 666333"/>
                <a:gd name="connsiteX1" fmla="*/ 169672 w 736938"/>
                <a:gd name="connsiteY1" fmla="*/ 39800 h 666333"/>
                <a:gd name="connsiteX2" fmla="*/ 34205 w 736938"/>
                <a:gd name="connsiteY2" fmla="*/ 556266 h 666333"/>
                <a:gd name="connsiteX3" fmla="*/ 736938 w 736938"/>
                <a:gd name="connsiteY3" fmla="*/ 666333 h 666333"/>
                <a:gd name="connsiteX4" fmla="*/ 736938 w 736938"/>
                <a:gd name="connsiteY4" fmla="*/ 666333 h 66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38" h="666333">
                  <a:moveTo>
                    <a:pt x="694605" y="73666"/>
                  </a:moveTo>
                  <a:cubicBezTo>
                    <a:pt x="487172" y="16516"/>
                    <a:pt x="279739" y="-40633"/>
                    <a:pt x="169672" y="39800"/>
                  </a:cubicBezTo>
                  <a:cubicBezTo>
                    <a:pt x="59605" y="120233"/>
                    <a:pt x="-60339" y="451844"/>
                    <a:pt x="34205" y="556266"/>
                  </a:cubicBezTo>
                  <a:cubicBezTo>
                    <a:pt x="128749" y="660688"/>
                    <a:pt x="736938" y="666333"/>
                    <a:pt x="736938" y="666333"/>
                  </a:cubicBezTo>
                  <a:lnTo>
                    <a:pt x="736938" y="666333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08A3838-741C-AE57-5547-6720BC2ABCB1}"/>
                </a:ext>
              </a:extLst>
            </p:cNvPr>
            <p:cNvSpPr/>
            <p:nvPr/>
          </p:nvSpPr>
          <p:spPr>
            <a:xfrm>
              <a:off x="4902765" y="2185478"/>
              <a:ext cx="643123" cy="564962"/>
            </a:xfrm>
            <a:custGeom>
              <a:avLst/>
              <a:gdLst>
                <a:gd name="connsiteX0" fmla="*/ 194733 w 1014700"/>
                <a:gd name="connsiteY0" fmla="*/ 30957 h 632090"/>
                <a:gd name="connsiteX1" fmla="*/ 910167 w 1014700"/>
                <a:gd name="connsiteY1" fmla="*/ 47890 h 632090"/>
                <a:gd name="connsiteX2" fmla="*/ 914400 w 1014700"/>
                <a:gd name="connsiteY2" fmla="*/ 483924 h 632090"/>
                <a:gd name="connsiteX3" fmla="*/ 0 w 1014700"/>
                <a:gd name="connsiteY3" fmla="*/ 632090 h 63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700" h="632090">
                  <a:moveTo>
                    <a:pt x="194733" y="30957"/>
                  </a:moveTo>
                  <a:cubicBezTo>
                    <a:pt x="492478" y="1676"/>
                    <a:pt x="790223" y="-27604"/>
                    <a:pt x="910167" y="47890"/>
                  </a:cubicBezTo>
                  <a:cubicBezTo>
                    <a:pt x="1030111" y="123384"/>
                    <a:pt x="1066094" y="386557"/>
                    <a:pt x="914400" y="483924"/>
                  </a:cubicBezTo>
                  <a:cubicBezTo>
                    <a:pt x="762706" y="581291"/>
                    <a:pt x="381353" y="606690"/>
                    <a:pt x="0" y="63209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7C85A54-8403-D753-538C-3C4DDA4CB7CC}"/>
                    </a:ext>
                  </a:extLst>
                </p:cNvPr>
                <p:cNvSpPr txBox="1"/>
                <p:nvPr/>
              </p:nvSpPr>
              <p:spPr>
                <a:xfrm>
                  <a:off x="4789388" y="2179058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47C85A54-8403-D753-538C-3C4DDA4CB7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9388" y="2179058"/>
                  <a:ext cx="551184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D212AEF-B27F-761D-E400-A134B8ACFA90}"/>
                    </a:ext>
                  </a:extLst>
                </p:cNvPr>
                <p:cNvSpPr txBox="1"/>
                <p:nvPr/>
              </p:nvSpPr>
              <p:spPr>
                <a:xfrm>
                  <a:off x="4241656" y="2875211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ED212AEF-B27F-761D-E400-A134B8ACFA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1656" y="2875211"/>
                  <a:ext cx="528542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C04364A1-08AE-AE84-2C6E-F442692317E9}"/>
                </a:ext>
              </a:extLst>
            </p:cNvPr>
            <p:cNvGrpSpPr/>
            <p:nvPr/>
          </p:nvGrpSpPr>
          <p:grpSpPr>
            <a:xfrm>
              <a:off x="4392845" y="2621865"/>
              <a:ext cx="509567" cy="257474"/>
              <a:chOff x="5377910" y="3964770"/>
              <a:chExt cx="825067" cy="314187"/>
            </a:xfrm>
          </p:grpSpPr>
          <p:sp>
            <p:nvSpPr>
              <p:cNvPr id="51" name="Freeform: Shape 41">
                <a:extLst>
                  <a:ext uri="{FF2B5EF4-FFF2-40B4-BE49-F238E27FC236}">
                    <a16:creationId xmlns:a16="http://schemas.microsoft.com/office/drawing/2014/main" id="{0E174F09-A966-2A37-3DE3-26AEC5318C05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2" name="Freeform: Shape 42">
                <a:extLst>
                  <a:ext uri="{FF2B5EF4-FFF2-40B4-BE49-F238E27FC236}">
                    <a16:creationId xmlns:a16="http://schemas.microsoft.com/office/drawing/2014/main" id="{860325AE-1795-503C-D7F1-E7F614CB1555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3" name="Freeform: Shape 43">
                <a:extLst>
                  <a:ext uri="{FF2B5EF4-FFF2-40B4-BE49-F238E27FC236}">
                    <a16:creationId xmlns:a16="http://schemas.microsoft.com/office/drawing/2014/main" id="{5399F28A-8E16-9113-9B3A-289CAB2E9AC8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54" name="Freeform: Shape 44">
                <a:extLst>
                  <a:ext uri="{FF2B5EF4-FFF2-40B4-BE49-F238E27FC236}">
                    <a16:creationId xmlns:a16="http://schemas.microsoft.com/office/drawing/2014/main" id="{2EA2A2F5-ACB2-71ED-9EAD-BC4ECD008C33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FA09F18-789B-74BD-86A7-492575684AEF}"/>
                </a:ext>
              </a:extLst>
            </p:cNvPr>
            <p:cNvGrpSpPr/>
            <p:nvPr/>
          </p:nvGrpSpPr>
          <p:grpSpPr>
            <a:xfrm>
              <a:off x="4356334" y="2132944"/>
              <a:ext cx="742662" cy="146458"/>
              <a:chOff x="2067212" y="2632574"/>
              <a:chExt cx="2728822" cy="600294"/>
            </a:xfrm>
          </p:grpSpPr>
          <p:sp>
            <p:nvSpPr>
              <p:cNvPr id="56" name="Oval 4">
                <a:extLst>
                  <a:ext uri="{FF2B5EF4-FFF2-40B4-BE49-F238E27FC236}">
                    <a16:creationId xmlns:a16="http://schemas.microsoft.com/office/drawing/2014/main" id="{A67E9A19-220C-EA95-E1A2-7B965AB24458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Oval 9">
                <a:extLst>
                  <a:ext uri="{FF2B5EF4-FFF2-40B4-BE49-F238E27FC236}">
                    <a16:creationId xmlns:a16="http://schemas.microsoft.com/office/drawing/2014/main" id="{22E4F791-088D-9BA0-BF44-563F34EE4F38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8" name="Oval 9">
                <a:extLst>
                  <a:ext uri="{FF2B5EF4-FFF2-40B4-BE49-F238E27FC236}">
                    <a16:creationId xmlns:a16="http://schemas.microsoft.com/office/drawing/2014/main" id="{1198718F-4A06-0C72-39EF-15964AD60D28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Oval 9">
                <a:extLst>
                  <a:ext uri="{FF2B5EF4-FFF2-40B4-BE49-F238E27FC236}">
                    <a16:creationId xmlns:a16="http://schemas.microsoft.com/office/drawing/2014/main" id="{B3E7B569-CD72-DB8D-2229-8CB59BFDDF9F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Oval 9">
                <a:extLst>
                  <a:ext uri="{FF2B5EF4-FFF2-40B4-BE49-F238E27FC236}">
                    <a16:creationId xmlns:a16="http://schemas.microsoft.com/office/drawing/2014/main" id="{867746A3-FED0-72F1-7BD8-BC38B70D7AC9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Oval 9">
                <a:extLst>
                  <a:ext uri="{FF2B5EF4-FFF2-40B4-BE49-F238E27FC236}">
                    <a16:creationId xmlns:a16="http://schemas.microsoft.com/office/drawing/2014/main" id="{50BC4AF4-BD5E-501B-6D79-EF1B1733C3DC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2" name="Oval 4">
                <a:extLst>
                  <a:ext uri="{FF2B5EF4-FFF2-40B4-BE49-F238E27FC236}">
                    <a16:creationId xmlns:a16="http://schemas.microsoft.com/office/drawing/2014/main" id="{1A0D2C0E-6B66-BB52-144F-CDB5FD8E7671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2EE249E-FB4C-049C-3F8B-2D54F4EE6791}"/>
                </a:ext>
              </a:extLst>
            </p:cNvPr>
            <p:cNvCxnSpPr>
              <a:cxnSpLocks/>
            </p:cNvCxnSpPr>
            <p:nvPr/>
          </p:nvCxnSpPr>
          <p:spPr>
            <a:xfrm>
              <a:off x="5541238" y="2277548"/>
              <a:ext cx="39459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79B7C55-35FF-7736-FF62-29945B3785D4}"/>
                </a:ext>
              </a:extLst>
            </p:cNvPr>
            <p:cNvCxnSpPr>
              <a:cxnSpLocks/>
            </p:cNvCxnSpPr>
            <p:nvPr/>
          </p:nvCxnSpPr>
          <p:spPr>
            <a:xfrm>
              <a:off x="3567860" y="2284115"/>
              <a:ext cx="437100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0E657959-4BDD-3BA4-1DB5-2602A811159C}"/>
                    </a:ext>
                  </a:extLst>
                </p:cNvPr>
                <p:cNvSpPr txBox="1"/>
                <p:nvPr/>
              </p:nvSpPr>
              <p:spPr>
                <a:xfrm>
                  <a:off x="5461214" y="3192525"/>
                  <a:ext cx="5285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0E657959-4BDD-3BA4-1DB5-2602A8111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1214" y="3192525"/>
                  <a:ext cx="528542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F5622B1C-CA8F-3624-1C70-25BB5A6CE685}"/>
                </a:ext>
              </a:extLst>
            </p:cNvPr>
            <p:cNvCxnSpPr>
              <a:cxnSpLocks/>
            </p:cNvCxnSpPr>
            <p:nvPr/>
          </p:nvCxnSpPr>
          <p:spPr>
            <a:xfrm>
              <a:off x="5947329" y="2261655"/>
              <a:ext cx="351" cy="7753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A4C2D95F-402D-C80F-97D8-319F0AD340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35837" y="3822435"/>
              <a:ext cx="10221" cy="805681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6" name="Freeform: Shape 31">
              <a:extLst>
                <a:ext uri="{FF2B5EF4-FFF2-40B4-BE49-F238E27FC236}">
                  <a16:creationId xmlns:a16="http://schemas.microsoft.com/office/drawing/2014/main" id="{83CC89EF-DE9E-88CE-1403-B602DE030D29}"/>
                </a:ext>
              </a:extLst>
            </p:cNvPr>
            <p:cNvSpPr/>
            <p:nvPr/>
          </p:nvSpPr>
          <p:spPr>
            <a:xfrm rot="16200000" flipV="1">
              <a:off x="5530960" y="3326413"/>
              <a:ext cx="817737" cy="176646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DABF5E7-B9D2-381E-73BE-9E69BE8A996F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16" y="4628116"/>
              <a:ext cx="1473421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7A1FFDE5-70E4-D7B5-FC42-900BCFD4059B}"/>
              </a:ext>
            </a:extLst>
          </p:cNvPr>
          <p:cNvSpPr txBox="1"/>
          <p:nvPr/>
        </p:nvSpPr>
        <p:spPr>
          <a:xfrm>
            <a:off x="6262799" y="5130911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Band Rejector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32FC9F-7B17-460E-F0FC-16869B59ED95}"/>
              </a:ext>
            </a:extLst>
          </p:cNvPr>
          <p:cNvSpPr txBox="1"/>
          <p:nvPr/>
        </p:nvSpPr>
        <p:spPr>
          <a:xfrm>
            <a:off x="9318319" y="5141161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Band Rejector</a:t>
            </a:r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DB49440-5389-10AC-B915-113F195506BE}"/>
              </a:ext>
            </a:extLst>
          </p:cNvPr>
          <p:cNvGrpSpPr/>
          <p:nvPr/>
        </p:nvGrpSpPr>
        <p:grpSpPr>
          <a:xfrm rot="5400000">
            <a:off x="9289633" y="2091261"/>
            <a:ext cx="2726101" cy="2700791"/>
            <a:chOff x="3406437" y="2078606"/>
            <a:chExt cx="2726101" cy="2700791"/>
          </a:xfrm>
        </p:grpSpPr>
        <p:sp>
          <p:nvSpPr>
            <p:cNvPr id="151" name="Rectangle: Rounded Corners 150">
              <a:extLst>
                <a:ext uri="{FF2B5EF4-FFF2-40B4-BE49-F238E27FC236}">
                  <a16:creationId xmlns:a16="http://schemas.microsoft.com/office/drawing/2014/main" id="{50EB503B-4A51-EA85-07EB-74F7658F1728}"/>
                </a:ext>
              </a:extLst>
            </p:cNvPr>
            <p:cNvSpPr/>
            <p:nvPr/>
          </p:nvSpPr>
          <p:spPr>
            <a:xfrm>
              <a:off x="3406437" y="2078606"/>
              <a:ext cx="2726101" cy="2700791"/>
            </a:xfrm>
            <a:prstGeom prst="roundRect">
              <a:avLst>
                <a:gd name="adj" fmla="val 8621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EF68D14-163F-E63D-253C-7BCC6B935C4B}"/>
                </a:ext>
              </a:extLst>
            </p:cNvPr>
            <p:cNvSpPr/>
            <p:nvPr/>
          </p:nvSpPr>
          <p:spPr>
            <a:xfrm>
              <a:off x="3941290" y="2178641"/>
              <a:ext cx="457707" cy="564962"/>
            </a:xfrm>
            <a:custGeom>
              <a:avLst/>
              <a:gdLst>
                <a:gd name="connsiteX0" fmla="*/ 694605 w 736938"/>
                <a:gd name="connsiteY0" fmla="*/ 73666 h 666333"/>
                <a:gd name="connsiteX1" fmla="*/ 169672 w 736938"/>
                <a:gd name="connsiteY1" fmla="*/ 39800 h 666333"/>
                <a:gd name="connsiteX2" fmla="*/ 34205 w 736938"/>
                <a:gd name="connsiteY2" fmla="*/ 556266 h 666333"/>
                <a:gd name="connsiteX3" fmla="*/ 736938 w 736938"/>
                <a:gd name="connsiteY3" fmla="*/ 666333 h 666333"/>
                <a:gd name="connsiteX4" fmla="*/ 736938 w 736938"/>
                <a:gd name="connsiteY4" fmla="*/ 666333 h 666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38" h="666333">
                  <a:moveTo>
                    <a:pt x="694605" y="73666"/>
                  </a:moveTo>
                  <a:cubicBezTo>
                    <a:pt x="487172" y="16516"/>
                    <a:pt x="279739" y="-40633"/>
                    <a:pt x="169672" y="39800"/>
                  </a:cubicBezTo>
                  <a:cubicBezTo>
                    <a:pt x="59605" y="120233"/>
                    <a:pt x="-60339" y="451844"/>
                    <a:pt x="34205" y="556266"/>
                  </a:cubicBezTo>
                  <a:cubicBezTo>
                    <a:pt x="128749" y="660688"/>
                    <a:pt x="736938" y="666333"/>
                    <a:pt x="736938" y="666333"/>
                  </a:cubicBezTo>
                  <a:lnTo>
                    <a:pt x="736938" y="666333"/>
                  </a:ln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4820FCA-F5AE-01C2-8E19-6579C50988D5}"/>
                </a:ext>
              </a:extLst>
            </p:cNvPr>
            <p:cNvSpPr/>
            <p:nvPr/>
          </p:nvSpPr>
          <p:spPr>
            <a:xfrm>
              <a:off x="4902765" y="2185478"/>
              <a:ext cx="643123" cy="564962"/>
            </a:xfrm>
            <a:custGeom>
              <a:avLst/>
              <a:gdLst>
                <a:gd name="connsiteX0" fmla="*/ 194733 w 1014700"/>
                <a:gd name="connsiteY0" fmla="*/ 30957 h 632090"/>
                <a:gd name="connsiteX1" fmla="*/ 910167 w 1014700"/>
                <a:gd name="connsiteY1" fmla="*/ 47890 h 632090"/>
                <a:gd name="connsiteX2" fmla="*/ 914400 w 1014700"/>
                <a:gd name="connsiteY2" fmla="*/ 483924 h 632090"/>
                <a:gd name="connsiteX3" fmla="*/ 0 w 1014700"/>
                <a:gd name="connsiteY3" fmla="*/ 632090 h 632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14700" h="632090">
                  <a:moveTo>
                    <a:pt x="194733" y="30957"/>
                  </a:moveTo>
                  <a:cubicBezTo>
                    <a:pt x="492478" y="1676"/>
                    <a:pt x="790223" y="-27604"/>
                    <a:pt x="910167" y="47890"/>
                  </a:cubicBezTo>
                  <a:cubicBezTo>
                    <a:pt x="1030111" y="123384"/>
                    <a:pt x="1066094" y="386557"/>
                    <a:pt x="914400" y="483924"/>
                  </a:cubicBezTo>
                  <a:cubicBezTo>
                    <a:pt x="762706" y="581291"/>
                    <a:pt x="381353" y="606690"/>
                    <a:pt x="0" y="632090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EAD88094-5569-1670-848E-E6C1A4D308B8}"/>
                    </a:ext>
                  </a:extLst>
                </p:cNvPr>
                <p:cNvSpPr txBox="1"/>
                <p:nvPr/>
              </p:nvSpPr>
              <p:spPr>
                <a:xfrm rot="16200000">
                  <a:off x="4789388" y="2179058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EAD88094-5569-1670-848E-E6C1A4D308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789388" y="2179058"/>
                  <a:ext cx="551184" cy="461665"/>
                </a:xfrm>
                <a:prstGeom prst="rect">
                  <a:avLst/>
                </a:prstGeom>
                <a:blipFill>
                  <a:blip r:embed="rId8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5FC8B37C-251F-381D-0353-24C5D2234C56}"/>
                    </a:ext>
                  </a:extLst>
                </p:cNvPr>
                <p:cNvSpPr txBox="1"/>
                <p:nvPr/>
              </p:nvSpPr>
              <p:spPr>
                <a:xfrm rot="16200000">
                  <a:off x="4241656" y="2875211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5FC8B37C-251F-381D-0353-24C5D2234C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241656" y="2875211"/>
                  <a:ext cx="528542" cy="46166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FBC0E3B6-EDF4-D960-9340-90BCF1DFD65C}"/>
                </a:ext>
              </a:extLst>
            </p:cNvPr>
            <p:cNvGrpSpPr/>
            <p:nvPr/>
          </p:nvGrpSpPr>
          <p:grpSpPr>
            <a:xfrm>
              <a:off x="4392845" y="2621865"/>
              <a:ext cx="509567" cy="257474"/>
              <a:chOff x="5377910" y="3964770"/>
              <a:chExt cx="825067" cy="314187"/>
            </a:xfrm>
          </p:grpSpPr>
          <p:sp>
            <p:nvSpPr>
              <p:cNvPr id="172" name="Freeform: Shape 41">
                <a:extLst>
                  <a:ext uri="{FF2B5EF4-FFF2-40B4-BE49-F238E27FC236}">
                    <a16:creationId xmlns:a16="http://schemas.microsoft.com/office/drawing/2014/main" id="{045A5AC5-4E27-3FB8-4A16-9E727FBACE6B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3" name="Freeform: Shape 42">
                <a:extLst>
                  <a:ext uri="{FF2B5EF4-FFF2-40B4-BE49-F238E27FC236}">
                    <a16:creationId xmlns:a16="http://schemas.microsoft.com/office/drawing/2014/main" id="{577AA63D-EDEA-E615-9939-155EF14581AC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4" name="Freeform: Shape 43">
                <a:extLst>
                  <a:ext uri="{FF2B5EF4-FFF2-40B4-BE49-F238E27FC236}">
                    <a16:creationId xmlns:a16="http://schemas.microsoft.com/office/drawing/2014/main" id="{3887327D-BE49-55BA-6A0F-CF9947EB49D4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5" name="Freeform: Shape 44">
                <a:extLst>
                  <a:ext uri="{FF2B5EF4-FFF2-40B4-BE49-F238E27FC236}">
                    <a16:creationId xmlns:a16="http://schemas.microsoft.com/office/drawing/2014/main" id="{A6C4D238-D7E8-6815-22B2-6400EAD6FDE5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8ADA461B-6C91-48FA-D195-B147FBF45E93}"/>
                </a:ext>
              </a:extLst>
            </p:cNvPr>
            <p:cNvGrpSpPr/>
            <p:nvPr/>
          </p:nvGrpSpPr>
          <p:grpSpPr>
            <a:xfrm>
              <a:off x="4356334" y="2132944"/>
              <a:ext cx="742662" cy="146458"/>
              <a:chOff x="2067212" y="2632574"/>
              <a:chExt cx="2728822" cy="600294"/>
            </a:xfrm>
          </p:grpSpPr>
          <p:sp>
            <p:nvSpPr>
              <p:cNvPr id="165" name="Oval 4">
                <a:extLst>
                  <a:ext uri="{FF2B5EF4-FFF2-40B4-BE49-F238E27FC236}">
                    <a16:creationId xmlns:a16="http://schemas.microsoft.com/office/drawing/2014/main" id="{8111DB54-CD55-2D44-D5D3-B5B78C16EBD7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6" name="Oval 9">
                <a:extLst>
                  <a:ext uri="{FF2B5EF4-FFF2-40B4-BE49-F238E27FC236}">
                    <a16:creationId xmlns:a16="http://schemas.microsoft.com/office/drawing/2014/main" id="{E25D1563-1E46-849C-6C83-4CE8FF412BCE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7" name="Oval 9">
                <a:extLst>
                  <a:ext uri="{FF2B5EF4-FFF2-40B4-BE49-F238E27FC236}">
                    <a16:creationId xmlns:a16="http://schemas.microsoft.com/office/drawing/2014/main" id="{012A13DA-1C0A-157D-CA3E-A74FA9842D8A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8" name="Oval 9">
                <a:extLst>
                  <a:ext uri="{FF2B5EF4-FFF2-40B4-BE49-F238E27FC236}">
                    <a16:creationId xmlns:a16="http://schemas.microsoft.com/office/drawing/2014/main" id="{7A2D3D5E-4988-125D-D8BC-4D8B20349EE7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9" name="Oval 9">
                <a:extLst>
                  <a:ext uri="{FF2B5EF4-FFF2-40B4-BE49-F238E27FC236}">
                    <a16:creationId xmlns:a16="http://schemas.microsoft.com/office/drawing/2014/main" id="{59C92AD5-88FF-70E0-240A-62DD89115802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0" name="Oval 9">
                <a:extLst>
                  <a:ext uri="{FF2B5EF4-FFF2-40B4-BE49-F238E27FC236}">
                    <a16:creationId xmlns:a16="http://schemas.microsoft.com/office/drawing/2014/main" id="{05995452-8809-A414-E233-2735C07319E6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1" name="Oval 4">
                <a:extLst>
                  <a:ext uri="{FF2B5EF4-FFF2-40B4-BE49-F238E27FC236}">
                    <a16:creationId xmlns:a16="http://schemas.microsoft.com/office/drawing/2014/main" id="{79B2B99E-E79D-01AD-5565-B95CA7C5AB2D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77EF3CE7-9B6A-9D2B-3594-BB4C4206CEB5}"/>
                </a:ext>
              </a:extLst>
            </p:cNvPr>
            <p:cNvCxnSpPr>
              <a:cxnSpLocks/>
            </p:cNvCxnSpPr>
            <p:nvPr/>
          </p:nvCxnSpPr>
          <p:spPr>
            <a:xfrm>
              <a:off x="5541238" y="2277548"/>
              <a:ext cx="39459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BFA4A845-0E96-2B20-FC3A-3DA9C0C1814C}"/>
                </a:ext>
              </a:extLst>
            </p:cNvPr>
            <p:cNvCxnSpPr>
              <a:cxnSpLocks/>
            </p:cNvCxnSpPr>
            <p:nvPr/>
          </p:nvCxnSpPr>
          <p:spPr>
            <a:xfrm>
              <a:off x="3567860" y="2284115"/>
              <a:ext cx="437100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286F64AB-44BA-EBC9-C82F-C4695BE5EAA7}"/>
                    </a:ext>
                  </a:extLst>
                </p:cNvPr>
                <p:cNvSpPr txBox="1"/>
                <p:nvPr/>
              </p:nvSpPr>
              <p:spPr>
                <a:xfrm rot="16200000">
                  <a:off x="3553381" y="3362478"/>
                  <a:ext cx="5285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286F64AB-44BA-EBC9-C82F-C4695BE5EA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3553381" y="3362478"/>
                  <a:ext cx="528542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BDCACC19-5806-D570-DB2F-F442839817D3}"/>
                </a:ext>
              </a:extLst>
            </p:cNvPr>
            <p:cNvCxnSpPr>
              <a:cxnSpLocks/>
            </p:cNvCxnSpPr>
            <p:nvPr/>
          </p:nvCxnSpPr>
          <p:spPr>
            <a:xfrm>
              <a:off x="3574652" y="2278228"/>
              <a:ext cx="351" cy="7753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84F6B496-BDF1-BB18-6678-4B68EA5351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63160" y="3839008"/>
              <a:ext cx="10221" cy="805681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3" name="Freeform: Shape 31">
              <a:extLst>
                <a:ext uri="{FF2B5EF4-FFF2-40B4-BE49-F238E27FC236}">
                  <a16:creationId xmlns:a16="http://schemas.microsoft.com/office/drawing/2014/main" id="{F9E26459-D2CC-35B1-BBB4-E1338D7C5A1A}"/>
                </a:ext>
              </a:extLst>
            </p:cNvPr>
            <p:cNvSpPr/>
            <p:nvPr/>
          </p:nvSpPr>
          <p:spPr>
            <a:xfrm rot="16200000" flipV="1">
              <a:off x="3158283" y="3342986"/>
              <a:ext cx="817737" cy="176646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010ABA89-7237-C7CC-4747-771F9A2D504A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770712" y="3442878"/>
              <a:ext cx="2350362" cy="2011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82" name="Group 181">
            <a:extLst>
              <a:ext uri="{FF2B5EF4-FFF2-40B4-BE49-F238E27FC236}">
                <a16:creationId xmlns:a16="http://schemas.microsoft.com/office/drawing/2014/main" id="{AD1946D0-F43B-BA5D-811F-194118FE0B59}"/>
              </a:ext>
            </a:extLst>
          </p:cNvPr>
          <p:cNvGrpSpPr/>
          <p:nvPr/>
        </p:nvGrpSpPr>
        <p:grpSpPr>
          <a:xfrm>
            <a:off x="6359874" y="2078605"/>
            <a:ext cx="2700791" cy="2726102"/>
            <a:chOff x="6156674" y="2078605"/>
            <a:chExt cx="2700791" cy="2726102"/>
          </a:xfrm>
        </p:grpSpPr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24FB925C-6C26-DEAC-E08C-D6C0FD9D06A7}"/>
                </a:ext>
              </a:extLst>
            </p:cNvPr>
            <p:cNvSpPr/>
            <p:nvPr/>
          </p:nvSpPr>
          <p:spPr>
            <a:xfrm rot="5400000">
              <a:off x="6144019" y="2091260"/>
              <a:ext cx="2726102" cy="2700791"/>
            </a:xfrm>
            <a:prstGeom prst="roundRect">
              <a:avLst>
                <a:gd name="adj" fmla="val 8621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B37AAB1-F1A1-8197-2DFA-938DC5D53625}"/>
                    </a:ext>
                  </a:extLst>
                </p:cNvPr>
                <p:cNvSpPr txBox="1"/>
                <p:nvPr/>
              </p:nvSpPr>
              <p:spPr>
                <a:xfrm>
                  <a:off x="8058456" y="2588554"/>
                  <a:ext cx="551184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chemeClr val="tx1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2" name="TextBox 91">
                  <a:extLst>
                    <a:ext uri="{FF2B5EF4-FFF2-40B4-BE49-F238E27FC236}">
                      <a16:creationId xmlns:a16="http://schemas.microsoft.com/office/drawing/2014/main" id="{1B37AAB1-F1A1-8197-2DFA-938DC5D536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8456" y="2588554"/>
                  <a:ext cx="551184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AF11CE0-4BE9-23F2-B9D5-E894E568DC71}"/>
                    </a:ext>
                  </a:extLst>
                </p:cNvPr>
                <p:cNvSpPr txBox="1"/>
                <p:nvPr/>
              </p:nvSpPr>
              <p:spPr>
                <a:xfrm>
                  <a:off x="7961900" y="3649915"/>
                  <a:ext cx="528542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I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𝐶</m:t>
                        </m:r>
                      </m:oMath>
                    </m:oMathPara>
                  </a14:m>
                  <a:endParaRPr kumimoji="0" lang="en-I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3" name="TextBox 92">
                  <a:extLst>
                    <a:ext uri="{FF2B5EF4-FFF2-40B4-BE49-F238E27FC236}">
                      <a16:creationId xmlns:a16="http://schemas.microsoft.com/office/drawing/2014/main" id="{EAF11CE0-4BE9-23F2-B9D5-E894E568DC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1900" y="3649915"/>
                  <a:ext cx="528542" cy="46166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1BA2AC80-E1DC-EF24-7161-35A496C2EBD8}"/>
                </a:ext>
              </a:extLst>
            </p:cNvPr>
            <p:cNvCxnSpPr>
              <a:cxnSpLocks/>
              <a:endCxn id="111" idx="0"/>
            </p:cNvCxnSpPr>
            <p:nvPr/>
          </p:nvCxnSpPr>
          <p:spPr>
            <a:xfrm rot="5400000">
              <a:off x="8364631" y="3412062"/>
              <a:ext cx="514105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A43DD993-3ED2-6C8F-A097-EEC049CDB4F6}"/>
                </a:ext>
              </a:extLst>
            </p:cNvPr>
            <p:cNvGrpSpPr/>
            <p:nvPr/>
          </p:nvGrpSpPr>
          <p:grpSpPr>
            <a:xfrm rot="5400000">
              <a:off x="8363772" y="3772062"/>
              <a:ext cx="509567" cy="303672"/>
              <a:chOff x="5377910" y="3964770"/>
              <a:chExt cx="825067" cy="314187"/>
            </a:xfrm>
          </p:grpSpPr>
          <p:sp>
            <p:nvSpPr>
              <p:cNvPr id="111" name="Freeform: Shape 41">
                <a:extLst>
                  <a:ext uri="{FF2B5EF4-FFF2-40B4-BE49-F238E27FC236}">
                    <a16:creationId xmlns:a16="http://schemas.microsoft.com/office/drawing/2014/main" id="{5B47D91D-2569-558A-3DFD-EC1783F6239E}"/>
                  </a:ext>
                </a:extLst>
              </p:cNvPr>
              <p:cNvSpPr/>
              <p:nvPr/>
            </p:nvSpPr>
            <p:spPr>
              <a:xfrm>
                <a:off x="5377910" y="4117937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2" name="Freeform: Shape 42">
                <a:extLst>
                  <a:ext uri="{FF2B5EF4-FFF2-40B4-BE49-F238E27FC236}">
                    <a16:creationId xmlns:a16="http://schemas.microsoft.com/office/drawing/2014/main" id="{9CE82B33-3AED-A953-1852-CC3019350D5E}"/>
                  </a:ext>
                </a:extLst>
              </p:cNvPr>
              <p:cNvSpPr/>
              <p:nvPr/>
            </p:nvSpPr>
            <p:spPr>
              <a:xfrm>
                <a:off x="5887410" y="4112038"/>
                <a:ext cx="315567" cy="7862"/>
              </a:xfrm>
              <a:custGeom>
                <a:avLst/>
                <a:gdLst>
                  <a:gd name="connsiteX0" fmla="*/ 0 w 335280"/>
                  <a:gd name="connsiteY0" fmla="*/ 733 h 8353"/>
                  <a:gd name="connsiteX1" fmla="*/ 175260 w 335280"/>
                  <a:gd name="connsiteY1" fmla="*/ 733 h 8353"/>
                  <a:gd name="connsiteX2" fmla="*/ 335280 w 335280"/>
                  <a:gd name="connsiteY2" fmla="*/ 8353 h 83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35280" h="8353">
                    <a:moveTo>
                      <a:pt x="0" y="733"/>
                    </a:moveTo>
                    <a:cubicBezTo>
                      <a:pt x="59690" y="98"/>
                      <a:pt x="119380" y="-537"/>
                      <a:pt x="175260" y="733"/>
                    </a:cubicBezTo>
                    <a:cubicBezTo>
                      <a:pt x="231140" y="2003"/>
                      <a:pt x="283210" y="5178"/>
                      <a:pt x="335280" y="8353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none"/>
                <a:tail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3" name="Freeform: Shape 43">
                <a:extLst>
                  <a:ext uri="{FF2B5EF4-FFF2-40B4-BE49-F238E27FC236}">
                    <a16:creationId xmlns:a16="http://schemas.microsoft.com/office/drawing/2014/main" id="{785A9AB0-7747-D7E9-8926-C6DB3B572849}"/>
                  </a:ext>
                </a:extLst>
              </p:cNvPr>
              <p:cNvSpPr/>
              <p:nvPr/>
            </p:nvSpPr>
            <p:spPr>
              <a:xfrm>
                <a:off x="5887633" y="3964773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4" name="Freeform: Shape 44">
                <a:extLst>
                  <a:ext uri="{FF2B5EF4-FFF2-40B4-BE49-F238E27FC236}">
                    <a16:creationId xmlns:a16="http://schemas.microsoft.com/office/drawing/2014/main" id="{3C7D8F84-02C7-DDFE-107D-F1DC5DDAC6C8}"/>
                  </a:ext>
                </a:extLst>
              </p:cNvPr>
              <p:cNvSpPr/>
              <p:nvPr/>
            </p:nvSpPr>
            <p:spPr>
              <a:xfrm>
                <a:off x="5686085" y="3964770"/>
                <a:ext cx="0" cy="314184"/>
              </a:xfrm>
              <a:custGeom>
                <a:avLst/>
                <a:gdLst>
                  <a:gd name="connsiteX0" fmla="*/ 0 w 3810"/>
                  <a:gd name="connsiteY0" fmla="*/ 0 h 453390"/>
                  <a:gd name="connsiteX1" fmla="*/ 3810 w 3810"/>
                  <a:gd name="connsiteY1" fmla="*/ 453390 h 4533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810" h="453390">
                    <a:moveTo>
                      <a:pt x="0" y="0"/>
                    </a:moveTo>
                    <a:lnTo>
                      <a:pt x="3810" y="453390"/>
                    </a:lnTo>
                  </a:path>
                </a:pathLst>
              </a:custGeom>
              <a:noFill/>
              <a:ln w="19050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49B7D2D2-922B-A7E7-742B-A2FD8BF0CE68}"/>
                </a:ext>
              </a:extLst>
            </p:cNvPr>
            <p:cNvGrpSpPr/>
            <p:nvPr/>
          </p:nvGrpSpPr>
          <p:grpSpPr>
            <a:xfrm rot="5400000">
              <a:off x="8258021" y="2691549"/>
              <a:ext cx="742662" cy="172736"/>
              <a:chOff x="2067212" y="2632574"/>
              <a:chExt cx="2728822" cy="600294"/>
            </a:xfrm>
          </p:grpSpPr>
          <p:sp>
            <p:nvSpPr>
              <p:cNvPr id="104" name="Oval 4">
                <a:extLst>
                  <a:ext uri="{FF2B5EF4-FFF2-40B4-BE49-F238E27FC236}">
                    <a16:creationId xmlns:a16="http://schemas.microsoft.com/office/drawing/2014/main" id="{359D92E4-7C6E-E40A-E774-07E55E17A57A}"/>
                  </a:ext>
                </a:extLst>
              </p:cNvPr>
              <p:cNvSpPr/>
              <p:nvPr/>
            </p:nvSpPr>
            <p:spPr>
              <a:xfrm>
                <a:off x="2067212" y="2634213"/>
                <a:ext cx="766601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21462" h="1049063">
                    <a:moveTo>
                      <a:pt x="0" y="583154"/>
                    </a:moveTo>
                    <a:cubicBezTo>
                      <a:pt x="154069" y="578124"/>
                      <a:pt x="493516" y="634316"/>
                      <a:pt x="504745" y="505636"/>
                    </a:cubicBezTo>
                    <a:cubicBezTo>
                      <a:pt x="534588" y="157179"/>
                      <a:pt x="631910" y="12857"/>
                      <a:pt x="751027" y="418"/>
                    </a:cubicBezTo>
                    <a:cubicBezTo>
                      <a:pt x="870144" y="-12021"/>
                      <a:pt x="1021462" y="254909"/>
                      <a:pt x="1021462" y="573010"/>
                    </a:cubicBezTo>
                    <a:cubicBezTo>
                      <a:pt x="1018605" y="882538"/>
                      <a:pt x="969303" y="1049708"/>
                      <a:pt x="904764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Oval 9">
                <a:extLst>
                  <a:ext uri="{FF2B5EF4-FFF2-40B4-BE49-F238E27FC236}">
                    <a16:creationId xmlns:a16="http://schemas.microsoft.com/office/drawing/2014/main" id="{A659F4A7-E4BC-B9B9-F574-64C6A3CB73F4}"/>
                  </a:ext>
                </a:extLst>
              </p:cNvPr>
              <p:cNvSpPr/>
              <p:nvPr/>
            </p:nvSpPr>
            <p:spPr>
              <a:xfrm>
                <a:off x="2684266" y="2632574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6" name="Oval 9">
                <a:extLst>
                  <a:ext uri="{FF2B5EF4-FFF2-40B4-BE49-F238E27FC236}">
                    <a16:creationId xmlns:a16="http://schemas.microsoft.com/office/drawing/2014/main" id="{9F36BB10-53D0-CA07-9D77-032C80D13448}"/>
                  </a:ext>
                </a:extLst>
              </p:cNvPr>
              <p:cNvSpPr/>
              <p:nvPr/>
            </p:nvSpPr>
            <p:spPr>
              <a:xfrm>
                <a:off x="2958066" y="2634186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7" name="Oval 9">
                <a:extLst>
                  <a:ext uri="{FF2B5EF4-FFF2-40B4-BE49-F238E27FC236}">
                    <a16:creationId xmlns:a16="http://schemas.microsoft.com/office/drawing/2014/main" id="{ABDDFCEA-BD7F-A03A-84CB-D425C642089A}"/>
                  </a:ext>
                </a:extLst>
              </p:cNvPr>
              <p:cNvSpPr/>
              <p:nvPr/>
            </p:nvSpPr>
            <p:spPr>
              <a:xfrm>
                <a:off x="3233327" y="2635623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Oval 9">
                <a:extLst>
                  <a:ext uri="{FF2B5EF4-FFF2-40B4-BE49-F238E27FC236}">
                    <a16:creationId xmlns:a16="http://schemas.microsoft.com/office/drawing/2014/main" id="{EBB4A360-D3A2-5BBF-290A-13EE0FBFA086}"/>
                  </a:ext>
                </a:extLst>
              </p:cNvPr>
              <p:cNvSpPr/>
              <p:nvPr/>
            </p:nvSpPr>
            <p:spPr>
              <a:xfrm>
                <a:off x="3508588" y="2637060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9" name="Oval 9">
                <a:extLst>
                  <a:ext uri="{FF2B5EF4-FFF2-40B4-BE49-F238E27FC236}">
                    <a16:creationId xmlns:a16="http://schemas.microsoft.com/office/drawing/2014/main" id="{1AE81C4A-DFB2-6E66-6D27-E4F8064170CE}"/>
                  </a:ext>
                </a:extLst>
              </p:cNvPr>
              <p:cNvSpPr/>
              <p:nvPr/>
            </p:nvSpPr>
            <p:spPr>
              <a:xfrm>
                <a:off x="3783849" y="2638497"/>
                <a:ext cx="405157" cy="594371"/>
              </a:xfrm>
              <a:custGeom>
                <a:avLst/>
                <a:gdLst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0 w 561178"/>
                  <a:gd name="connsiteY4" fmla="*/ 62431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4" fmla="*/ 91440 w 561178"/>
                  <a:gd name="connsiteY4" fmla="*/ 715751 h 1248622"/>
                  <a:gd name="connsiteX0" fmla="*/ 0 w 561178"/>
                  <a:gd name="connsiteY0" fmla="*/ 624311 h 1248622"/>
                  <a:gd name="connsiteX1" fmla="*/ 280589 w 561178"/>
                  <a:gd name="connsiteY1" fmla="*/ 0 h 1248622"/>
                  <a:gd name="connsiteX2" fmla="*/ 561178 w 561178"/>
                  <a:gd name="connsiteY2" fmla="*/ 624311 h 1248622"/>
                  <a:gd name="connsiteX3" fmla="*/ 280589 w 561178"/>
                  <a:gd name="connsiteY3" fmla="*/ 1248622 h 1248622"/>
                  <a:gd name="connsiteX0" fmla="*/ 0 w 567507"/>
                  <a:gd name="connsiteY0" fmla="*/ 624311 h 1057169"/>
                  <a:gd name="connsiteX1" fmla="*/ 280589 w 567507"/>
                  <a:gd name="connsiteY1" fmla="*/ 0 h 1057169"/>
                  <a:gd name="connsiteX2" fmla="*/ 561178 w 567507"/>
                  <a:gd name="connsiteY2" fmla="*/ 624311 h 1057169"/>
                  <a:gd name="connsiteX3" fmla="*/ 452039 w 567507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57169"/>
                  <a:gd name="connsiteX1" fmla="*/ 280589 w 561178"/>
                  <a:gd name="connsiteY1" fmla="*/ 0 h 1057169"/>
                  <a:gd name="connsiteX2" fmla="*/ 561178 w 561178"/>
                  <a:gd name="connsiteY2" fmla="*/ 624311 h 1057169"/>
                  <a:gd name="connsiteX3" fmla="*/ 452039 w 561178"/>
                  <a:gd name="connsiteY3" fmla="*/ 1057169 h 105716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63469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561178"/>
                  <a:gd name="connsiteY0" fmla="*/ 624311 h 1022879"/>
                  <a:gd name="connsiteX1" fmla="*/ 280589 w 561178"/>
                  <a:gd name="connsiteY1" fmla="*/ 0 h 1022879"/>
                  <a:gd name="connsiteX2" fmla="*/ 561178 w 561178"/>
                  <a:gd name="connsiteY2" fmla="*/ 624311 h 1022879"/>
                  <a:gd name="connsiteX3" fmla="*/ 472042 w 561178"/>
                  <a:gd name="connsiteY3" fmla="*/ 1022879 h 1022879"/>
                  <a:gd name="connsiteX0" fmla="*/ 0 w 461165"/>
                  <a:gd name="connsiteY0" fmla="*/ 1050427 h 1050427"/>
                  <a:gd name="connsiteX1" fmla="*/ 180576 w 461165"/>
                  <a:gd name="connsiteY1" fmla="*/ 8921 h 1050427"/>
                  <a:gd name="connsiteX2" fmla="*/ 461165 w 461165"/>
                  <a:gd name="connsiteY2" fmla="*/ 633232 h 1050427"/>
                  <a:gd name="connsiteX3" fmla="*/ 372029 w 461165"/>
                  <a:gd name="connsiteY3" fmla="*/ 1031800 h 1050427"/>
                  <a:gd name="connsiteX0" fmla="*/ 48298 w 509463"/>
                  <a:gd name="connsiteY0" fmla="*/ 1050427 h 1050427"/>
                  <a:gd name="connsiteX1" fmla="*/ 228874 w 509463"/>
                  <a:gd name="connsiteY1" fmla="*/ 8921 h 1050427"/>
                  <a:gd name="connsiteX2" fmla="*/ 509463 w 509463"/>
                  <a:gd name="connsiteY2" fmla="*/ 633232 h 1050427"/>
                  <a:gd name="connsiteX3" fmla="*/ 420327 w 509463"/>
                  <a:gd name="connsiteY3" fmla="*/ 1031800 h 1050427"/>
                  <a:gd name="connsiteX0" fmla="*/ 74908 w 536073"/>
                  <a:gd name="connsiteY0" fmla="*/ 1041620 h 1041620"/>
                  <a:gd name="connsiteX1" fmla="*/ 6040 w 536073"/>
                  <a:gd name="connsiteY1" fmla="*/ 576804 h 1041620"/>
                  <a:gd name="connsiteX2" fmla="*/ 255484 w 536073"/>
                  <a:gd name="connsiteY2" fmla="*/ 114 h 1041620"/>
                  <a:gd name="connsiteX3" fmla="*/ 536073 w 536073"/>
                  <a:gd name="connsiteY3" fmla="*/ 624425 h 1041620"/>
                  <a:gd name="connsiteX4" fmla="*/ 446937 w 536073"/>
                  <a:gd name="connsiteY4" fmla="*/ 1022993 h 1041620"/>
                  <a:gd name="connsiteX0" fmla="*/ 76998 w 538163"/>
                  <a:gd name="connsiteY0" fmla="*/ 1041620 h 1041620"/>
                  <a:gd name="connsiteX1" fmla="*/ 8130 w 538163"/>
                  <a:gd name="connsiteY1" fmla="*/ 576804 h 1041620"/>
                  <a:gd name="connsiteX2" fmla="*/ 257574 w 538163"/>
                  <a:gd name="connsiteY2" fmla="*/ 114 h 1041620"/>
                  <a:gd name="connsiteX3" fmla="*/ 538163 w 538163"/>
                  <a:gd name="connsiteY3" fmla="*/ 624425 h 1041620"/>
                  <a:gd name="connsiteX4" fmla="*/ 449027 w 538163"/>
                  <a:gd name="connsiteY4" fmla="*/ 1022993 h 1041620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76998 w 538163"/>
                  <a:gd name="connsiteY0" fmla="*/ 1043092 h 1043092"/>
                  <a:gd name="connsiteX1" fmla="*/ 8130 w 538163"/>
                  <a:gd name="connsiteY1" fmla="*/ 578276 h 1043092"/>
                  <a:gd name="connsiteX2" fmla="*/ 257574 w 538163"/>
                  <a:gd name="connsiteY2" fmla="*/ 1586 h 1043092"/>
                  <a:gd name="connsiteX3" fmla="*/ 538163 w 538163"/>
                  <a:gd name="connsiteY3" fmla="*/ 625897 h 1043092"/>
                  <a:gd name="connsiteX4" fmla="*/ 449027 w 538163"/>
                  <a:gd name="connsiteY4" fmla="*/ 1024465 h 1043092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84841 w 546006"/>
                  <a:gd name="connsiteY0" fmla="*/ 1041637 h 1041637"/>
                  <a:gd name="connsiteX1" fmla="*/ 7400 w 546006"/>
                  <a:gd name="connsiteY1" fmla="*/ 576821 h 1041637"/>
                  <a:gd name="connsiteX2" fmla="*/ 265417 w 546006"/>
                  <a:gd name="connsiteY2" fmla="*/ 131 h 1041637"/>
                  <a:gd name="connsiteX3" fmla="*/ 546006 w 546006"/>
                  <a:gd name="connsiteY3" fmla="*/ 624442 h 1041637"/>
                  <a:gd name="connsiteX4" fmla="*/ 456870 w 546006"/>
                  <a:gd name="connsiteY4" fmla="*/ 1023010 h 1041637"/>
                  <a:gd name="connsiteX0" fmla="*/ 77749 w 538914"/>
                  <a:gd name="connsiteY0" fmla="*/ 1041637 h 1041637"/>
                  <a:gd name="connsiteX1" fmla="*/ 308 w 538914"/>
                  <a:gd name="connsiteY1" fmla="*/ 576821 h 1041637"/>
                  <a:gd name="connsiteX2" fmla="*/ 258325 w 538914"/>
                  <a:gd name="connsiteY2" fmla="*/ 131 h 1041637"/>
                  <a:gd name="connsiteX3" fmla="*/ 538914 w 538914"/>
                  <a:gd name="connsiteY3" fmla="*/ 624442 h 1041637"/>
                  <a:gd name="connsiteX4" fmla="*/ 449778 w 538914"/>
                  <a:gd name="connsiteY4" fmla="*/ 1023010 h 1041637"/>
                  <a:gd name="connsiteX0" fmla="*/ 77749 w 538914"/>
                  <a:gd name="connsiteY0" fmla="*/ 1045001 h 1045001"/>
                  <a:gd name="connsiteX1" fmla="*/ 308 w 538914"/>
                  <a:gd name="connsiteY1" fmla="*/ 580185 h 1045001"/>
                  <a:gd name="connsiteX2" fmla="*/ 258325 w 538914"/>
                  <a:gd name="connsiteY2" fmla="*/ 3495 h 1045001"/>
                  <a:gd name="connsiteX3" fmla="*/ 538914 w 538914"/>
                  <a:gd name="connsiteY3" fmla="*/ 627806 h 1045001"/>
                  <a:gd name="connsiteX4" fmla="*/ 449778 w 538914"/>
                  <a:gd name="connsiteY4" fmla="*/ 1026374 h 1045001"/>
                  <a:gd name="connsiteX0" fmla="*/ 77749 w 538914"/>
                  <a:gd name="connsiteY0" fmla="*/ 1041508 h 1041508"/>
                  <a:gd name="connsiteX1" fmla="*/ 308 w 538914"/>
                  <a:gd name="connsiteY1" fmla="*/ 576692 h 1041508"/>
                  <a:gd name="connsiteX2" fmla="*/ 258325 w 538914"/>
                  <a:gd name="connsiteY2" fmla="*/ 2 h 1041508"/>
                  <a:gd name="connsiteX3" fmla="*/ 538914 w 538914"/>
                  <a:gd name="connsiteY3" fmla="*/ 624313 h 1041508"/>
                  <a:gd name="connsiteX4" fmla="*/ 449778 w 538914"/>
                  <a:gd name="connsiteY4" fmla="*/ 1022881 h 1041508"/>
                  <a:gd name="connsiteX0" fmla="*/ 83431 w 538881"/>
                  <a:gd name="connsiteY0" fmla="*/ 1052938 h 1052938"/>
                  <a:gd name="connsiteX1" fmla="*/ 275 w 538881"/>
                  <a:gd name="connsiteY1" fmla="*/ 576692 h 1052938"/>
                  <a:gd name="connsiteX2" fmla="*/ 258292 w 538881"/>
                  <a:gd name="connsiteY2" fmla="*/ 2 h 1052938"/>
                  <a:gd name="connsiteX3" fmla="*/ 538881 w 538881"/>
                  <a:gd name="connsiteY3" fmla="*/ 624313 h 1052938"/>
                  <a:gd name="connsiteX4" fmla="*/ 449745 w 538881"/>
                  <a:gd name="connsiteY4" fmla="*/ 1022881 h 1052938"/>
                  <a:gd name="connsiteX0" fmla="*/ 83670 w 539120"/>
                  <a:gd name="connsiteY0" fmla="*/ 1052938 h 1052938"/>
                  <a:gd name="connsiteX1" fmla="*/ 514 w 539120"/>
                  <a:gd name="connsiteY1" fmla="*/ 576692 h 1052938"/>
                  <a:gd name="connsiteX2" fmla="*/ 258531 w 539120"/>
                  <a:gd name="connsiteY2" fmla="*/ 2 h 1052938"/>
                  <a:gd name="connsiteX3" fmla="*/ 539120 w 539120"/>
                  <a:gd name="connsiteY3" fmla="*/ 624313 h 1052938"/>
                  <a:gd name="connsiteX4" fmla="*/ 449984 w 539120"/>
                  <a:gd name="connsiteY4" fmla="*/ 1022881 h 1052938"/>
                  <a:gd name="connsiteX0" fmla="*/ 83529 w 538979"/>
                  <a:gd name="connsiteY0" fmla="*/ 1052938 h 1053548"/>
                  <a:gd name="connsiteX1" fmla="*/ 373 w 538979"/>
                  <a:gd name="connsiteY1" fmla="*/ 576692 h 1053548"/>
                  <a:gd name="connsiteX2" fmla="*/ 258390 w 538979"/>
                  <a:gd name="connsiteY2" fmla="*/ 2 h 1053548"/>
                  <a:gd name="connsiteX3" fmla="*/ 538979 w 538979"/>
                  <a:gd name="connsiteY3" fmla="*/ 624313 h 1053548"/>
                  <a:gd name="connsiteX4" fmla="*/ 449843 w 538979"/>
                  <a:gd name="connsiteY4" fmla="*/ 1022881 h 105354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2938"/>
                  <a:gd name="connsiteX1" fmla="*/ 373 w 538979"/>
                  <a:gd name="connsiteY1" fmla="*/ 576692 h 1052938"/>
                  <a:gd name="connsiteX2" fmla="*/ 258390 w 538979"/>
                  <a:gd name="connsiteY2" fmla="*/ 2 h 1052938"/>
                  <a:gd name="connsiteX3" fmla="*/ 538979 w 538979"/>
                  <a:gd name="connsiteY3" fmla="*/ 624313 h 1052938"/>
                  <a:gd name="connsiteX4" fmla="*/ 449843 w 538979"/>
                  <a:gd name="connsiteY4" fmla="*/ 1022881 h 1052938"/>
                  <a:gd name="connsiteX0" fmla="*/ 83529 w 538979"/>
                  <a:gd name="connsiteY0" fmla="*/ 1052938 h 1055516"/>
                  <a:gd name="connsiteX1" fmla="*/ 373 w 538979"/>
                  <a:gd name="connsiteY1" fmla="*/ 576692 h 1055516"/>
                  <a:gd name="connsiteX2" fmla="*/ 258390 w 538979"/>
                  <a:gd name="connsiteY2" fmla="*/ 2 h 1055516"/>
                  <a:gd name="connsiteX3" fmla="*/ 538979 w 538979"/>
                  <a:gd name="connsiteY3" fmla="*/ 624313 h 1055516"/>
                  <a:gd name="connsiteX4" fmla="*/ 449843 w 538979"/>
                  <a:gd name="connsiteY4" fmla="*/ 1054914 h 1055516"/>
                  <a:gd name="connsiteX0" fmla="*/ 83529 w 538979"/>
                  <a:gd name="connsiteY0" fmla="*/ 1052938 h 1054951"/>
                  <a:gd name="connsiteX1" fmla="*/ 373 w 538979"/>
                  <a:gd name="connsiteY1" fmla="*/ 576692 h 1054951"/>
                  <a:gd name="connsiteX2" fmla="*/ 258390 w 538979"/>
                  <a:gd name="connsiteY2" fmla="*/ 2 h 1054951"/>
                  <a:gd name="connsiteX3" fmla="*/ 538979 w 538979"/>
                  <a:gd name="connsiteY3" fmla="*/ 624313 h 1054951"/>
                  <a:gd name="connsiteX4" fmla="*/ 449843 w 538979"/>
                  <a:gd name="connsiteY4" fmla="*/ 1054914 h 1054951"/>
                  <a:gd name="connsiteX0" fmla="*/ 83529 w 538979"/>
                  <a:gd name="connsiteY0" fmla="*/ 1052938 h 1054949"/>
                  <a:gd name="connsiteX1" fmla="*/ 373 w 538979"/>
                  <a:gd name="connsiteY1" fmla="*/ 576692 h 1054949"/>
                  <a:gd name="connsiteX2" fmla="*/ 258390 w 538979"/>
                  <a:gd name="connsiteY2" fmla="*/ 2 h 1054949"/>
                  <a:gd name="connsiteX3" fmla="*/ 538979 w 538979"/>
                  <a:gd name="connsiteY3" fmla="*/ 624313 h 1054949"/>
                  <a:gd name="connsiteX4" fmla="*/ 449843 w 538979"/>
                  <a:gd name="connsiteY4" fmla="*/ 1054914 h 1054949"/>
                  <a:gd name="connsiteX0" fmla="*/ 83529 w 541324"/>
                  <a:gd name="connsiteY0" fmla="*/ 1052938 h 1054949"/>
                  <a:gd name="connsiteX1" fmla="*/ 373 w 541324"/>
                  <a:gd name="connsiteY1" fmla="*/ 576692 h 1054949"/>
                  <a:gd name="connsiteX2" fmla="*/ 258390 w 541324"/>
                  <a:gd name="connsiteY2" fmla="*/ 2 h 1054949"/>
                  <a:gd name="connsiteX3" fmla="*/ 538979 w 541324"/>
                  <a:gd name="connsiteY3" fmla="*/ 624313 h 1054949"/>
                  <a:gd name="connsiteX4" fmla="*/ 449843 w 541324"/>
                  <a:gd name="connsiteY4" fmla="*/ 1054914 h 1054949"/>
                  <a:gd name="connsiteX0" fmla="*/ 83529 w 539853"/>
                  <a:gd name="connsiteY0" fmla="*/ 1052938 h 1054949"/>
                  <a:gd name="connsiteX1" fmla="*/ 373 w 539853"/>
                  <a:gd name="connsiteY1" fmla="*/ 576692 h 1054949"/>
                  <a:gd name="connsiteX2" fmla="*/ 258390 w 539853"/>
                  <a:gd name="connsiteY2" fmla="*/ 2 h 1054949"/>
                  <a:gd name="connsiteX3" fmla="*/ 538979 w 539853"/>
                  <a:gd name="connsiteY3" fmla="*/ 624313 h 1054949"/>
                  <a:gd name="connsiteX4" fmla="*/ 449843 w 539853"/>
                  <a:gd name="connsiteY4" fmla="*/ 1054914 h 10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9853" h="1054949">
                    <a:moveTo>
                      <a:pt x="83529" y="1052938"/>
                    </a:moveTo>
                    <a:cubicBezTo>
                      <a:pt x="30617" y="1049287"/>
                      <a:pt x="-4005" y="753133"/>
                      <a:pt x="373" y="576692"/>
                    </a:cubicBezTo>
                    <a:cubicBezTo>
                      <a:pt x="7609" y="348816"/>
                      <a:pt x="71467" y="638"/>
                      <a:pt x="258390" y="2"/>
                    </a:cubicBezTo>
                    <a:cubicBezTo>
                      <a:pt x="445313" y="-634"/>
                      <a:pt x="550628" y="296989"/>
                      <a:pt x="538979" y="624313"/>
                    </a:cubicBezTo>
                    <a:cubicBezTo>
                      <a:pt x="536504" y="906082"/>
                      <a:pt x="487650" y="1057608"/>
                      <a:pt x="449843" y="1054914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0" name="Oval 4">
                <a:extLst>
                  <a:ext uri="{FF2B5EF4-FFF2-40B4-BE49-F238E27FC236}">
                    <a16:creationId xmlns:a16="http://schemas.microsoft.com/office/drawing/2014/main" id="{570713E9-6CE2-A3AE-CEBC-4B895901E229}"/>
                  </a:ext>
                </a:extLst>
              </p:cNvPr>
              <p:cNvSpPr/>
              <p:nvPr/>
            </p:nvSpPr>
            <p:spPr>
              <a:xfrm flipH="1">
                <a:off x="4033361" y="2641697"/>
                <a:ext cx="762673" cy="591056"/>
              </a:xfrm>
              <a:custGeom>
                <a:avLst/>
                <a:gdLst>
                  <a:gd name="connsiteX0" fmla="*/ 0 w 561178"/>
                  <a:gd name="connsiteY0" fmla="*/ 575973 h 1151945"/>
                  <a:gd name="connsiteX1" fmla="*/ 280589 w 561178"/>
                  <a:gd name="connsiteY1" fmla="*/ 0 h 1151945"/>
                  <a:gd name="connsiteX2" fmla="*/ 561178 w 561178"/>
                  <a:gd name="connsiteY2" fmla="*/ 575973 h 1151945"/>
                  <a:gd name="connsiteX3" fmla="*/ 280589 w 561178"/>
                  <a:gd name="connsiteY3" fmla="*/ 1151946 h 1151945"/>
                  <a:gd name="connsiteX4" fmla="*/ 0 w 561178"/>
                  <a:gd name="connsiteY4" fmla="*/ 575973 h 1151945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4" fmla="*/ 91440 w 561178"/>
                  <a:gd name="connsiteY4" fmla="*/ 667413 h 1151946"/>
                  <a:gd name="connsiteX0" fmla="*/ 0 w 561178"/>
                  <a:gd name="connsiteY0" fmla="*/ 575973 h 1151946"/>
                  <a:gd name="connsiteX1" fmla="*/ 280589 w 561178"/>
                  <a:gd name="connsiteY1" fmla="*/ 0 h 1151946"/>
                  <a:gd name="connsiteX2" fmla="*/ 561178 w 561178"/>
                  <a:gd name="connsiteY2" fmla="*/ 575973 h 1151946"/>
                  <a:gd name="connsiteX3" fmla="*/ 280589 w 561178"/>
                  <a:gd name="connsiteY3" fmla="*/ 1151946 h 1151946"/>
                  <a:gd name="connsiteX0" fmla="*/ 0 w 566944"/>
                  <a:gd name="connsiteY0" fmla="*/ 575973 h 1063455"/>
                  <a:gd name="connsiteX1" fmla="*/ 280589 w 566944"/>
                  <a:gd name="connsiteY1" fmla="*/ 0 h 1063455"/>
                  <a:gd name="connsiteX2" fmla="*/ 561178 w 566944"/>
                  <a:gd name="connsiteY2" fmla="*/ 575973 h 1063455"/>
                  <a:gd name="connsiteX3" fmla="*/ 450195 w 566944"/>
                  <a:gd name="connsiteY3" fmla="*/ 1063455 h 1063455"/>
                  <a:gd name="connsiteX0" fmla="*/ 0 w 561178"/>
                  <a:gd name="connsiteY0" fmla="*/ 575973 h 1063455"/>
                  <a:gd name="connsiteX1" fmla="*/ 280589 w 561178"/>
                  <a:gd name="connsiteY1" fmla="*/ 0 h 1063455"/>
                  <a:gd name="connsiteX2" fmla="*/ 561178 w 561178"/>
                  <a:gd name="connsiteY2" fmla="*/ 575973 h 1063455"/>
                  <a:gd name="connsiteX3" fmla="*/ 450195 w 561178"/>
                  <a:gd name="connsiteY3" fmla="*/ 1063455 h 106345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5"/>
                  <a:gd name="connsiteX1" fmla="*/ 280589 w 561178"/>
                  <a:gd name="connsiteY1" fmla="*/ 0 h 1052025"/>
                  <a:gd name="connsiteX2" fmla="*/ 561178 w 561178"/>
                  <a:gd name="connsiteY2" fmla="*/ 575973 h 1052025"/>
                  <a:gd name="connsiteX3" fmla="*/ 444480 w 561178"/>
                  <a:gd name="connsiteY3" fmla="*/ 1052025 h 1052025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0 w 561178"/>
                  <a:gd name="connsiteY0" fmla="*/ 575973 h 1052026"/>
                  <a:gd name="connsiteX1" fmla="*/ 280589 w 561178"/>
                  <a:gd name="connsiteY1" fmla="*/ 0 h 1052026"/>
                  <a:gd name="connsiteX2" fmla="*/ 561178 w 561178"/>
                  <a:gd name="connsiteY2" fmla="*/ 575973 h 1052026"/>
                  <a:gd name="connsiteX3" fmla="*/ 444480 w 561178"/>
                  <a:gd name="connsiteY3" fmla="*/ 1052025 h 1052026"/>
                  <a:gd name="connsiteX0" fmla="*/ 12837 w 574015"/>
                  <a:gd name="connsiteY0" fmla="*/ 576908 h 1052961"/>
                  <a:gd name="connsiteX1" fmla="*/ 23454 w 574015"/>
                  <a:gd name="connsiteY1" fmla="*/ 445290 h 1052961"/>
                  <a:gd name="connsiteX2" fmla="*/ 293426 w 574015"/>
                  <a:gd name="connsiteY2" fmla="*/ 935 h 1052961"/>
                  <a:gd name="connsiteX3" fmla="*/ 574015 w 574015"/>
                  <a:gd name="connsiteY3" fmla="*/ 576908 h 1052961"/>
                  <a:gd name="connsiteX4" fmla="*/ 457317 w 574015"/>
                  <a:gd name="connsiteY4" fmla="*/ 1052960 h 1052961"/>
                  <a:gd name="connsiteX0" fmla="*/ 0 w 953773"/>
                  <a:gd name="connsiteY0" fmla="*/ 576908 h 1052961"/>
                  <a:gd name="connsiteX1" fmla="*/ 403212 w 953773"/>
                  <a:gd name="connsiteY1" fmla="*/ 445290 h 1052961"/>
                  <a:gd name="connsiteX2" fmla="*/ 673184 w 953773"/>
                  <a:gd name="connsiteY2" fmla="*/ 935 h 1052961"/>
                  <a:gd name="connsiteX3" fmla="*/ 953773 w 953773"/>
                  <a:gd name="connsiteY3" fmla="*/ 576908 h 1052961"/>
                  <a:gd name="connsiteX4" fmla="*/ 837075 w 953773"/>
                  <a:gd name="connsiteY4" fmla="*/ 1052960 h 1052961"/>
                  <a:gd name="connsiteX0" fmla="*/ 0 w 953773"/>
                  <a:gd name="connsiteY0" fmla="*/ 576093 h 1052146"/>
                  <a:gd name="connsiteX1" fmla="*/ 413365 w 953773"/>
                  <a:gd name="connsiteY1" fmla="*/ 525624 h 1052146"/>
                  <a:gd name="connsiteX2" fmla="*/ 673184 w 953773"/>
                  <a:gd name="connsiteY2" fmla="*/ 120 h 1052146"/>
                  <a:gd name="connsiteX3" fmla="*/ 953773 w 953773"/>
                  <a:gd name="connsiteY3" fmla="*/ 576093 h 1052146"/>
                  <a:gd name="connsiteX4" fmla="*/ 837075 w 953773"/>
                  <a:gd name="connsiteY4" fmla="*/ 1052145 h 1052146"/>
                  <a:gd name="connsiteX0" fmla="*/ 0 w 953773"/>
                  <a:gd name="connsiteY0" fmla="*/ 576247 h 1052300"/>
                  <a:gd name="connsiteX1" fmla="*/ 413365 w 953773"/>
                  <a:gd name="connsiteY1" fmla="*/ 525778 h 1052300"/>
                  <a:gd name="connsiteX2" fmla="*/ 673184 w 953773"/>
                  <a:gd name="connsiteY2" fmla="*/ 274 h 1052300"/>
                  <a:gd name="connsiteX3" fmla="*/ 953773 w 953773"/>
                  <a:gd name="connsiteY3" fmla="*/ 576247 h 1052300"/>
                  <a:gd name="connsiteX4" fmla="*/ 837075 w 953773"/>
                  <a:gd name="connsiteY4" fmla="*/ 1052299 h 1052300"/>
                  <a:gd name="connsiteX0" fmla="*/ 0 w 953773"/>
                  <a:gd name="connsiteY0" fmla="*/ 575975 h 1052028"/>
                  <a:gd name="connsiteX1" fmla="*/ 413365 w 953773"/>
                  <a:gd name="connsiteY1" fmla="*/ 525506 h 1052028"/>
                  <a:gd name="connsiteX2" fmla="*/ 673184 w 953773"/>
                  <a:gd name="connsiteY2" fmla="*/ 2 h 1052028"/>
                  <a:gd name="connsiteX3" fmla="*/ 953773 w 953773"/>
                  <a:gd name="connsiteY3" fmla="*/ 575975 h 1052028"/>
                  <a:gd name="connsiteX4" fmla="*/ 837075 w 953773"/>
                  <a:gd name="connsiteY4" fmla="*/ 1052027 h 1052028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953773"/>
                  <a:gd name="connsiteY0" fmla="*/ 576113 h 1052166"/>
                  <a:gd name="connsiteX1" fmla="*/ 437056 w 953773"/>
                  <a:gd name="connsiteY1" fmla="*/ 539169 h 1052166"/>
                  <a:gd name="connsiteX2" fmla="*/ 673184 w 953773"/>
                  <a:gd name="connsiteY2" fmla="*/ 140 h 1052166"/>
                  <a:gd name="connsiteX3" fmla="*/ 953773 w 953773"/>
                  <a:gd name="connsiteY3" fmla="*/ 576113 h 1052166"/>
                  <a:gd name="connsiteX4" fmla="*/ 837075 w 953773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114 h 1052166"/>
                  <a:gd name="connsiteX1" fmla="*/ 504745 w 1021462"/>
                  <a:gd name="connsiteY1" fmla="*/ 539169 h 1052166"/>
                  <a:gd name="connsiteX2" fmla="*/ 740873 w 1021462"/>
                  <a:gd name="connsiteY2" fmla="*/ 140 h 1052166"/>
                  <a:gd name="connsiteX3" fmla="*/ 1021462 w 1021462"/>
                  <a:gd name="connsiteY3" fmla="*/ 576113 h 1052166"/>
                  <a:gd name="connsiteX4" fmla="*/ 904764 w 1021462"/>
                  <a:gd name="connsiteY4" fmla="*/ 1052165 h 1052166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76492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40873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6635 h 1052544"/>
                  <a:gd name="connsiteX1" fmla="*/ 504745 w 1021462"/>
                  <a:gd name="connsiteY1" fmla="*/ 509117 h 1052544"/>
                  <a:gd name="connsiteX2" fmla="*/ 763718 w 1021462"/>
                  <a:gd name="connsiteY2" fmla="*/ 518 h 1052544"/>
                  <a:gd name="connsiteX3" fmla="*/ 1021462 w 1021462"/>
                  <a:gd name="connsiteY3" fmla="*/ 576491 h 1052544"/>
                  <a:gd name="connsiteX4" fmla="*/ 904764 w 1021462"/>
                  <a:gd name="connsiteY4" fmla="*/ 1052543 h 1052544"/>
                  <a:gd name="connsiteX0" fmla="*/ 0 w 1021462"/>
                  <a:gd name="connsiteY0" fmla="*/ 583264 h 1049173"/>
                  <a:gd name="connsiteX1" fmla="*/ 504745 w 1021462"/>
                  <a:gd name="connsiteY1" fmla="*/ 505746 h 1049173"/>
                  <a:gd name="connsiteX2" fmla="*/ 751027 w 1021462"/>
                  <a:gd name="connsiteY2" fmla="*/ 528 h 1049173"/>
                  <a:gd name="connsiteX3" fmla="*/ 1021462 w 1021462"/>
                  <a:gd name="connsiteY3" fmla="*/ 573120 h 1049173"/>
                  <a:gd name="connsiteX4" fmla="*/ 904764 w 1021462"/>
                  <a:gd name="connsiteY4" fmla="*/ 1049172 h 1049173"/>
                  <a:gd name="connsiteX0" fmla="*/ 0 w 1021462"/>
                  <a:gd name="connsiteY0" fmla="*/ 583397 h 1049306"/>
                  <a:gd name="connsiteX1" fmla="*/ 504745 w 1021462"/>
                  <a:gd name="connsiteY1" fmla="*/ 505879 h 1049306"/>
                  <a:gd name="connsiteX2" fmla="*/ 751027 w 1021462"/>
                  <a:gd name="connsiteY2" fmla="*/ 661 h 1049306"/>
                  <a:gd name="connsiteX3" fmla="*/ 1021462 w 1021462"/>
                  <a:gd name="connsiteY3" fmla="*/ 573253 h 1049306"/>
                  <a:gd name="connsiteX4" fmla="*/ 904764 w 1021462"/>
                  <a:gd name="connsiteY4" fmla="*/ 1049305 h 1049306"/>
                  <a:gd name="connsiteX0" fmla="*/ 0 w 1021462"/>
                  <a:gd name="connsiteY0" fmla="*/ 583154 h 1049063"/>
                  <a:gd name="connsiteX1" fmla="*/ 504745 w 1021462"/>
                  <a:gd name="connsiteY1" fmla="*/ 505636 h 1049063"/>
                  <a:gd name="connsiteX2" fmla="*/ 751027 w 1021462"/>
                  <a:gd name="connsiteY2" fmla="*/ 418 h 1049063"/>
                  <a:gd name="connsiteX3" fmla="*/ 1021462 w 1021462"/>
                  <a:gd name="connsiteY3" fmla="*/ 573010 h 1049063"/>
                  <a:gd name="connsiteX4" fmla="*/ 904764 w 1021462"/>
                  <a:gd name="connsiteY4" fmla="*/ 1049062 h 1049063"/>
                  <a:gd name="connsiteX0" fmla="*/ 0 w 1016229"/>
                  <a:gd name="connsiteY0" fmla="*/ 556784 h 1049063"/>
                  <a:gd name="connsiteX1" fmla="*/ 499512 w 1016229"/>
                  <a:gd name="connsiteY1" fmla="*/ 505636 h 1049063"/>
                  <a:gd name="connsiteX2" fmla="*/ 745794 w 1016229"/>
                  <a:gd name="connsiteY2" fmla="*/ 418 h 1049063"/>
                  <a:gd name="connsiteX3" fmla="*/ 1016229 w 1016229"/>
                  <a:gd name="connsiteY3" fmla="*/ 573010 h 1049063"/>
                  <a:gd name="connsiteX4" fmla="*/ 899531 w 1016229"/>
                  <a:gd name="connsiteY4" fmla="*/ 1049062 h 1049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6229" h="1049063">
                    <a:moveTo>
                      <a:pt x="0" y="556784"/>
                    </a:moveTo>
                    <a:cubicBezTo>
                      <a:pt x="154069" y="551754"/>
                      <a:pt x="488283" y="634316"/>
                      <a:pt x="499512" y="505636"/>
                    </a:cubicBezTo>
                    <a:cubicBezTo>
                      <a:pt x="529355" y="157179"/>
                      <a:pt x="626677" y="12857"/>
                      <a:pt x="745794" y="418"/>
                    </a:cubicBezTo>
                    <a:cubicBezTo>
                      <a:pt x="864911" y="-12021"/>
                      <a:pt x="1016229" y="254909"/>
                      <a:pt x="1016229" y="573010"/>
                    </a:cubicBezTo>
                    <a:cubicBezTo>
                      <a:pt x="1013372" y="882538"/>
                      <a:pt x="964070" y="1049708"/>
                      <a:pt x="899531" y="1049062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headEnd type="oval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121917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0904D356-F395-8969-9977-3786EFF532C9}"/>
                    </a:ext>
                  </a:extLst>
                </p:cNvPr>
                <p:cNvSpPr txBox="1"/>
                <p:nvPr/>
              </p:nvSpPr>
              <p:spPr>
                <a:xfrm>
                  <a:off x="7188631" y="2477898"/>
                  <a:ext cx="52854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𝑅</m:t>
                        </m:r>
                      </m:oMath>
                    </m:oMathPara>
                  </a14:m>
                  <a:endPara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mc:Choice>
          <mc:Fallback xmlns="">
            <p:sp>
              <p:nvSpPr>
                <p:cNvPr id="97" name="TextBox 96">
                  <a:extLst>
                    <a:ext uri="{FF2B5EF4-FFF2-40B4-BE49-F238E27FC236}">
                      <a16:creationId xmlns:a16="http://schemas.microsoft.com/office/drawing/2014/main" id="{0904D356-F395-8969-9977-3786EFF53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8631" y="2477898"/>
                  <a:ext cx="528542" cy="33855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663B42A-4441-2AA7-3599-313CC50F22F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27308" y="1889682"/>
              <a:ext cx="351" cy="77538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FE1657E3-0530-98C3-082A-89F4AFEA06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75447" y="4668672"/>
              <a:ext cx="1834193" cy="10222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0" name="Freeform: Shape 31">
              <a:extLst>
                <a:ext uri="{FF2B5EF4-FFF2-40B4-BE49-F238E27FC236}">
                  <a16:creationId xmlns:a16="http://schemas.microsoft.com/office/drawing/2014/main" id="{63D14E9D-BCCF-208D-56F2-4F604464AF98}"/>
                </a:ext>
              </a:extLst>
            </p:cNvPr>
            <p:cNvSpPr/>
            <p:nvPr/>
          </p:nvSpPr>
          <p:spPr>
            <a:xfrm flipV="1">
              <a:off x="6997602" y="2221102"/>
              <a:ext cx="817737" cy="176646"/>
            </a:xfrm>
            <a:custGeom>
              <a:avLst/>
              <a:gdLst>
                <a:gd name="connsiteX0" fmla="*/ 0 w 1082040"/>
                <a:gd name="connsiteY0" fmla="*/ 69055 h 199177"/>
                <a:gd name="connsiteX1" fmla="*/ 182880 w 1082040"/>
                <a:gd name="connsiteY1" fmla="*/ 61435 h 199177"/>
                <a:gd name="connsiteX2" fmla="*/ 281940 w 1082040"/>
                <a:gd name="connsiteY2" fmla="*/ 198595 h 199177"/>
                <a:gd name="connsiteX3" fmla="*/ 358140 w 1082040"/>
                <a:gd name="connsiteY3" fmla="*/ 475 h 199177"/>
                <a:gd name="connsiteX4" fmla="*/ 358140 w 1082040"/>
                <a:gd name="connsiteY4" fmla="*/ 475 h 199177"/>
                <a:gd name="connsiteX5" fmla="*/ 502920 w 1082040"/>
                <a:gd name="connsiteY5" fmla="*/ 175735 h 199177"/>
                <a:gd name="connsiteX6" fmla="*/ 586740 w 1082040"/>
                <a:gd name="connsiteY6" fmla="*/ 8095 h 199177"/>
                <a:gd name="connsiteX7" fmla="*/ 739140 w 1082040"/>
                <a:gd name="connsiteY7" fmla="*/ 137635 h 199177"/>
                <a:gd name="connsiteX8" fmla="*/ 807720 w 1082040"/>
                <a:gd name="connsiteY8" fmla="*/ 475 h 199177"/>
                <a:gd name="connsiteX9" fmla="*/ 891540 w 1082040"/>
                <a:gd name="connsiteY9" fmla="*/ 91915 h 199177"/>
                <a:gd name="connsiteX10" fmla="*/ 1082040 w 1082040"/>
                <a:gd name="connsiteY10" fmla="*/ 76675 h 199177"/>
                <a:gd name="connsiteX0" fmla="*/ 0 w 1082040"/>
                <a:gd name="connsiteY0" fmla="*/ 69055 h 199118"/>
                <a:gd name="connsiteX1" fmla="*/ 182880 w 1082040"/>
                <a:gd name="connsiteY1" fmla="*/ 61435 h 199118"/>
                <a:gd name="connsiteX2" fmla="*/ 281940 w 1082040"/>
                <a:gd name="connsiteY2" fmla="*/ 198595 h 199118"/>
                <a:gd name="connsiteX3" fmla="*/ 358140 w 1082040"/>
                <a:gd name="connsiteY3" fmla="*/ 475 h 199118"/>
                <a:gd name="connsiteX4" fmla="*/ 358140 w 1082040"/>
                <a:gd name="connsiteY4" fmla="*/ 475 h 199118"/>
                <a:gd name="connsiteX5" fmla="*/ 502920 w 1082040"/>
                <a:gd name="connsiteY5" fmla="*/ 175735 h 199118"/>
                <a:gd name="connsiteX6" fmla="*/ 586740 w 1082040"/>
                <a:gd name="connsiteY6" fmla="*/ 8095 h 199118"/>
                <a:gd name="connsiteX7" fmla="*/ 739140 w 1082040"/>
                <a:gd name="connsiteY7" fmla="*/ 137635 h 199118"/>
                <a:gd name="connsiteX8" fmla="*/ 807720 w 1082040"/>
                <a:gd name="connsiteY8" fmla="*/ 475 h 199118"/>
                <a:gd name="connsiteX9" fmla="*/ 891540 w 1082040"/>
                <a:gd name="connsiteY9" fmla="*/ 91915 h 199118"/>
                <a:gd name="connsiteX10" fmla="*/ 1082040 w 1082040"/>
                <a:gd name="connsiteY10" fmla="*/ 76675 h 199118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85"/>
                <a:gd name="connsiteX1" fmla="*/ 193040 w 1092200"/>
                <a:gd name="connsiteY1" fmla="*/ 61435 h 199185"/>
                <a:gd name="connsiteX2" fmla="*/ 292100 w 1092200"/>
                <a:gd name="connsiteY2" fmla="*/ 198595 h 199185"/>
                <a:gd name="connsiteX3" fmla="*/ 368300 w 1092200"/>
                <a:gd name="connsiteY3" fmla="*/ 475 h 199185"/>
                <a:gd name="connsiteX4" fmla="*/ 368300 w 1092200"/>
                <a:gd name="connsiteY4" fmla="*/ 475 h 199185"/>
                <a:gd name="connsiteX5" fmla="*/ 513080 w 1092200"/>
                <a:gd name="connsiteY5" fmla="*/ 175735 h 199185"/>
                <a:gd name="connsiteX6" fmla="*/ 596900 w 1092200"/>
                <a:gd name="connsiteY6" fmla="*/ 8095 h 199185"/>
                <a:gd name="connsiteX7" fmla="*/ 749300 w 1092200"/>
                <a:gd name="connsiteY7" fmla="*/ 137635 h 199185"/>
                <a:gd name="connsiteX8" fmla="*/ 817880 w 1092200"/>
                <a:gd name="connsiteY8" fmla="*/ 475 h 199185"/>
                <a:gd name="connsiteX9" fmla="*/ 901700 w 1092200"/>
                <a:gd name="connsiteY9" fmla="*/ 91915 h 199185"/>
                <a:gd name="connsiteX10" fmla="*/ 1092200 w 1092200"/>
                <a:gd name="connsiteY10" fmla="*/ 76675 h 199185"/>
                <a:gd name="connsiteX0" fmla="*/ 0 w 1092200"/>
                <a:gd name="connsiteY0" fmla="*/ 58895 h 199124"/>
                <a:gd name="connsiteX1" fmla="*/ 193040 w 1092200"/>
                <a:gd name="connsiteY1" fmla="*/ 61435 h 199124"/>
                <a:gd name="connsiteX2" fmla="*/ 292100 w 1092200"/>
                <a:gd name="connsiteY2" fmla="*/ 198595 h 199124"/>
                <a:gd name="connsiteX3" fmla="*/ 368300 w 1092200"/>
                <a:gd name="connsiteY3" fmla="*/ 475 h 199124"/>
                <a:gd name="connsiteX4" fmla="*/ 368300 w 1092200"/>
                <a:gd name="connsiteY4" fmla="*/ 475 h 199124"/>
                <a:gd name="connsiteX5" fmla="*/ 513080 w 1092200"/>
                <a:gd name="connsiteY5" fmla="*/ 175735 h 199124"/>
                <a:gd name="connsiteX6" fmla="*/ 596900 w 1092200"/>
                <a:gd name="connsiteY6" fmla="*/ 8095 h 199124"/>
                <a:gd name="connsiteX7" fmla="*/ 749300 w 1092200"/>
                <a:gd name="connsiteY7" fmla="*/ 137635 h 199124"/>
                <a:gd name="connsiteX8" fmla="*/ 817880 w 1092200"/>
                <a:gd name="connsiteY8" fmla="*/ 475 h 199124"/>
                <a:gd name="connsiteX9" fmla="*/ 901700 w 1092200"/>
                <a:gd name="connsiteY9" fmla="*/ 91915 h 199124"/>
                <a:gd name="connsiteX10" fmla="*/ 1092200 w 1092200"/>
                <a:gd name="connsiteY10" fmla="*/ 76675 h 199124"/>
                <a:gd name="connsiteX0" fmla="*/ 0 w 1092200"/>
                <a:gd name="connsiteY0" fmla="*/ 111760 h 251989"/>
                <a:gd name="connsiteX1" fmla="*/ 193040 w 1092200"/>
                <a:gd name="connsiteY1" fmla="*/ 114300 h 251989"/>
                <a:gd name="connsiteX2" fmla="*/ 292100 w 1092200"/>
                <a:gd name="connsiteY2" fmla="*/ 251460 h 251989"/>
                <a:gd name="connsiteX3" fmla="*/ 368300 w 1092200"/>
                <a:gd name="connsiteY3" fmla="*/ 53340 h 251989"/>
                <a:gd name="connsiteX4" fmla="*/ 368300 w 1092200"/>
                <a:gd name="connsiteY4" fmla="*/ 0 h 251989"/>
                <a:gd name="connsiteX5" fmla="*/ 513080 w 1092200"/>
                <a:gd name="connsiteY5" fmla="*/ 228600 h 251989"/>
                <a:gd name="connsiteX6" fmla="*/ 596900 w 1092200"/>
                <a:gd name="connsiteY6" fmla="*/ 60960 h 251989"/>
                <a:gd name="connsiteX7" fmla="*/ 749300 w 1092200"/>
                <a:gd name="connsiteY7" fmla="*/ 190500 h 251989"/>
                <a:gd name="connsiteX8" fmla="*/ 817880 w 1092200"/>
                <a:gd name="connsiteY8" fmla="*/ 53340 h 251989"/>
                <a:gd name="connsiteX9" fmla="*/ 901700 w 1092200"/>
                <a:gd name="connsiteY9" fmla="*/ 144780 h 251989"/>
                <a:gd name="connsiteX10" fmla="*/ 1092200 w 1092200"/>
                <a:gd name="connsiteY10" fmla="*/ 129540 h 251989"/>
                <a:gd name="connsiteX0" fmla="*/ 0 w 1092200"/>
                <a:gd name="connsiteY0" fmla="*/ 111760 h 267068"/>
                <a:gd name="connsiteX1" fmla="*/ 193040 w 1092200"/>
                <a:gd name="connsiteY1" fmla="*/ 114300 h 267068"/>
                <a:gd name="connsiteX2" fmla="*/ 292100 w 1092200"/>
                <a:gd name="connsiteY2" fmla="*/ 251460 h 267068"/>
                <a:gd name="connsiteX3" fmla="*/ 368300 w 1092200"/>
                <a:gd name="connsiteY3" fmla="*/ 53340 h 267068"/>
                <a:gd name="connsiteX4" fmla="*/ 368300 w 1092200"/>
                <a:gd name="connsiteY4" fmla="*/ 0 h 267068"/>
                <a:gd name="connsiteX5" fmla="*/ 513080 w 1092200"/>
                <a:gd name="connsiteY5" fmla="*/ 266700 h 267068"/>
                <a:gd name="connsiteX6" fmla="*/ 596900 w 1092200"/>
                <a:gd name="connsiteY6" fmla="*/ 60960 h 267068"/>
                <a:gd name="connsiteX7" fmla="*/ 749300 w 1092200"/>
                <a:gd name="connsiteY7" fmla="*/ 190500 h 267068"/>
                <a:gd name="connsiteX8" fmla="*/ 817880 w 1092200"/>
                <a:gd name="connsiteY8" fmla="*/ 53340 h 267068"/>
                <a:gd name="connsiteX9" fmla="*/ 901700 w 1092200"/>
                <a:gd name="connsiteY9" fmla="*/ 144780 h 267068"/>
                <a:gd name="connsiteX10" fmla="*/ 1092200 w 1092200"/>
                <a:gd name="connsiteY10" fmla="*/ 129540 h 267068"/>
                <a:gd name="connsiteX0" fmla="*/ 0 w 1092200"/>
                <a:gd name="connsiteY0" fmla="*/ 111780 h 267088"/>
                <a:gd name="connsiteX1" fmla="*/ 193040 w 1092200"/>
                <a:gd name="connsiteY1" fmla="*/ 114320 h 267088"/>
                <a:gd name="connsiteX2" fmla="*/ 292100 w 1092200"/>
                <a:gd name="connsiteY2" fmla="*/ 251480 h 267088"/>
                <a:gd name="connsiteX3" fmla="*/ 368300 w 1092200"/>
                <a:gd name="connsiteY3" fmla="*/ 20 h 267088"/>
                <a:gd name="connsiteX4" fmla="*/ 513080 w 1092200"/>
                <a:gd name="connsiteY4" fmla="*/ 266720 h 267088"/>
                <a:gd name="connsiteX5" fmla="*/ 596900 w 1092200"/>
                <a:gd name="connsiteY5" fmla="*/ 60980 h 267088"/>
                <a:gd name="connsiteX6" fmla="*/ 749300 w 1092200"/>
                <a:gd name="connsiteY6" fmla="*/ 190520 h 267088"/>
                <a:gd name="connsiteX7" fmla="*/ 817880 w 1092200"/>
                <a:gd name="connsiteY7" fmla="*/ 53360 h 267088"/>
                <a:gd name="connsiteX8" fmla="*/ 901700 w 1092200"/>
                <a:gd name="connsiteY8" fmla="*/ 144800 h 267088"/>
                <a:gd name="connsiteX9" fmla="*/ 1092200 w 1092200"/>
                <a:gd name="connsiteY9" fmla="*/ 129560 h 267088"/>
                <a:gd name="connsiteX0" fmla="*/ 0 w 1092200"/>
                <a:gd name="connsiteY0" fmla="*/ 119958 h 274902"/>
                <a:gd name="connsiteX1" fmla="*/ 193040 w 1092200"/>
                <a:gd name="connsiteY1" fmla="*/ 122498 h 274902"/>
                <a:gd name="connsiteX2" fmla="*/ 292100 w 1092200"/>
                <a:gd name="connsiteY2" fmla="*/ 259658 h 274902"/>
                <a:gd name="connsiteX3" fmla="*/ 368300 w 1092200"/>
                <a:gd name="connsiteY3" fmla="*/ 8198 h 274902"/>
                <a:gd name="connsiteX4" fmla="*/ 513080 w 1092200"/>
                <a:gd name="connsiteY4" fmla="*/ 274898 h 274902"/>
                <a:gd name="connsiteX5" fmla="*/ 591820 w 1092200"/>
                <a:gd name="connsiteY5" fmla="*/ 578 h 274902"/>
                <a:gd name="connsiteX6" fmla="*/ 749300 w 1092200"/>
                <a:gd name="connsiteY6" fmla="*/ 198698 h 274902"/>
                <a:gd name="connsiteX7" fmla="*/ 817880 w 1092200"/>
                <a:gd name="connsiteY7" fmla="*/ 61538 h 274902"/>
                <a:gd name="connsiteX8" fmla="*/ 901700 w 1092200"/>
                <a:gd name="connsiteY8" fmla="*/ 152978 h 274902"/>
                <a:gd name="connsiteX9" fmla="*/ 1092200 w 1092200"/>
                <a:gd name="connsiteY9" fmla="*/ 137738 h 274902"/>
                <a:gd name="connsiteX0" fmla="*/ 0 w 1092200"/>
                <a:gd name="connsiteY0" fmla="*/ 119381 h 274325"/>
                <a:gd name="connsiteX1" fmla="*/ 193040 w 1092200"/>
                <a:gd name="connsiteY1" fmla="*/ 121921 h 274325"/>
                <a:gd name="connsiteX2" fmla="*/ 292100 w 1092200"/>
                <a:gd name="connsiteY2" fmla="*/ 259081 h 274325"/>
                <a:gd name="connsiteX3" fmla="*/ 368300 w 1092200"/>
                <a:gd name="connsiteY3" fmla="*/ 7621 h 274325"/>
                <a:gd name="connsiteX4" fmla="*/ 513080 w 1092200"/>
                <a:gd name="connsiteY4" fmla="*/ 274321 h 274325"/>
                <a:gd name="connsiteX5" fmla="*/ 591820 w 1092200"/>
                <a:gd name="connsiteY5" fmla="*/ 1 h 274325"/>
                <a:gd name="connsiteX6" fmla="*/ 734060 w 1092200"/>
                <a:gd name="connsiteY6" fmla="*/ 271781 h 274325"/>
                <a:gd name="connsiteX7" fmla="*/ 817880 w 1092200"/>
                <a:gd name="connsiteY7" fmla="*/ 60961 h 274325"/>
                <a:gd name="connsiteX8" fmla="*/ 901700 w 1092200"/>
                <a:gd name="connsiteY8" fmla="*/ 152401 h 274325"/>
                <a:gd name="connsiteX9" fmla="*/ 1092200 w 1092200"/>
                <a:gd name="connsiteY9" fmla="*/ 13716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609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51318 h 306262"/>
                <a:gd name="connsiteX1" fmla="*/ 193040 w 1087120"/>
                <a:gd name="connsiteY1" fmla="*/ 153858 h 306262"/>
                <a:gd name="connsiteX2" fmla="*/ 292100 w 1087120"/>
                <a:gd name="connsiteY2" fmla="*/ 291018 h 306262"/>
                <a:gd name="connsiteX3" fmla="*/ 368300 w 1087120"/>
                <a:gd name="connsiteY3" fmla="*/ 39558 h 306262"/>
                <a:gd name="connsiteX4" fmla="*/ 513080 w 1087120"/>
                <a:gd name="connsiteY4" fmla="*/ 306258 h 306262"/>
                <a:gd name="connsiteX5" fmla="*/ 591820 w 1087120"/>
                <a:gd name="connsiteY5" fmla="*/ 31938 h 306262"/>
                <a:gd name="connsiteX6" fmla="*/ 734060 w 1087120"/>
                <a:gd name="connsiteY6" fmla="*/ 303718 h 306262"/>
                <a:gd name="connsiteX7" fmla="*/ 821436 w 1087120"/>
                <a:gd name="connsiteY7" fmla="*/ 1458 h 306262"/>
                <a:gd name="connsiteX8" fmla="*/ 901700 w 1087120"/>
                <a:gd name="connsiteY8" fmla="*/ 184338 h 306262"/>
                <a:gd name="connsiteX9" fmla="*/ 1087120 w 1087120"/>
                <a:gd name="connsiteY9" fmla="*/ 179258 h 306262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513080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59182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88184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13160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1 h 274325"/>
                <a:gd name="connsiteX1" fmla="*/ 193040 w 1087120"/>
                <a:gd name="connsiteY1" fmla="*/ 121921 h 274325"/>
                <a:gd name="connsiteX2" fmla="*/ 292100 w 1087120"/>
                <a:gd name="connsiteY2" fmla="*/ 259081 h 274325"/>
                <a:gd name="connsiteX3" fmla="*/ 368300 w 1087120"/>
                <a:gd name="connsiteY3" fmla="*/ 7621 h 274325"/>
                <a:gd name="connsiteX4" fmla="*/ 495298 w 1087120"/>
                <a:gd name="connsiteY4" fmla="*/ 274321 h 274325"/>
                <a:gd name="connsiteX5" fmla="*/ 607825 w 1087120"/>
                <a:gd name="connsiteY5" fmla="*/ 1 h 274325"/>
                <a:gd name="connsiteX6" fmla="*/ 734060 w 1087120"/>
                <a:gd name="connsiteY6" fmla="*/ 271781 h 274325"/>
                <a:gd name="connsiteX7" fmla="*/ 817880 w 1087120"/>
                <a:gd name="connsiteY7" fmla="*/ 10161 h 274325"/>
                <a:gd name="connsiteX8" fmla="*/ 901700 w 1087120"/>
                <a:gd name="connsiteY8" fmla="*/ 152401 h 274325"/>
                <a:gd name="connsiteX9" fmla="*/ 1087120 w 1087120"/>
                <a:gd name="connsiteY9" fmla="*/ 147321 h 274325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68300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326"/>
                <a:gd name="connsiteX1" fmla="*/ 193040 w 1087120"/>
                <a:gd name="connsiteY1" fmla="*/ 121922 h 274326"/>
                <a:gd name="connsiteX2" fmla="*/ 292100 w 1087120"/>
                <a:gd name="connsiteY2" fmla="*/ 259082 h 274326"/>
                <a:gd name="connsiteX3" fmla="*/ 377192 w 1087120"/>
                <a:gd name="connsiteY3" fmla="*/ 7622 h 274326"/>
                <a:gd name="connsiteX4" fmla="*/ 495298 w 1087120"/>
                <a:gd name="connsiteY4" fmla="*/ 274322 h 274326"/>
                <a:gd name="connsiteX5" fmla="*/ 607825 w 1087120"/>
                <a:gd name="connsiteY5" fmla="*/ 2 h 274326"/>
                <a:gd name="connsiteX6" fmla="*/ 719833 w 1087120"/>
                <a:gd name="connsiteY6" fmla="*/ 269242 h 274326"/>
                <a:gd name="connsiteX7" fmla="*/ 817880 w 1087120"/>
                <a:gd name="connsiteY7" fmla="*/ 10162 h 274326"/>
                <a:gd name="connsiteX8" fmla="*/ 901700 w 1087120"/>
                <a:gd name="connsiteY8" fmla="*/ 152402 h 274326"/>
                <a:gd name="connsiteX9" fmla="*/ 1087120 w 1087120"/>
                <a:gd name="connsiteY9" fmla="*/ 147322 h 274326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2 h 274584"/>
                <a:gd name="connsiteX1" fmla="*/ 193040 w 1087120"/>
                <a:gd name="connsiteY1" fmla="*/ 121922 h 274584"/>
                <a:gd name="connsiteX2" fmla="*/ 278146 w 1087120"/>
                <a:gd name="connsiteY2" fmla="*/ 274584 h 274584"/>
                <a:gd name="connsiteX3" fmla="*/ 377192 w 1087120"/>
                <a:gd name="connsiteY3" fmla="*/ 7622 h 274584"/>
                <a:gd name="connsiteX4" fmla="*/ 495298 w 1087120"/>
                <a:gd name="connsiteY4" fmla="*/ 274322 h 274584"/>
                <a:gd name="connsiteX5" fmla="*/ 607825 w 1087120"/>
                <a:gd name="connsiteY5" fmla="*/ 2 h 274584"/>
                <a:gd name="connsiteX6" fmla="*/ 719833 w 1087120"/>
                <a:gd name="connsiteY6" fmla="*/ 269242 h 274584"/>
                <a:gd name="connsiteX7" fmla="*/ 817880 w 1087120"/>
                <a:gd name="connsiteY7" fmla="*/ 10162 h 274584"/>
                <a:gd name="connsiteX8" fmla="*/ 901700 w 1087120"/>
                <a:gd name="connsiteY8" fmla="*/ 152402 h 274584"/>
                <a:gd name="connsiteX9" fmla="*/ 1087120 w 1087120"/>
                <a:gd name="connsiteY9" fmla="*/ 147322 h 274584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52400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4732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  <a:gd name="connsiteX0" fmla="*/ 0 w 1087120"/>
                <a:gd name="connsiteY0" fmla="*/ 119380 h 274582"/>
                <a:gd name="connsiteX1" fmla="*/ 193040 w 1087120"/>
                <a:gd name="connsiteY1" fmla="*/ 121920 h 274582"/>
                <a:gd name="connsiteX2" fmla="*/ 278146 w 1087120"/>
                <a:gd name="connsiteY2" fmla="*/ 274582 h 274582"/>
                <a:gd name="connsiteX3" fmla="*/ 377192 w 1087120"/>
                <a:gd name="connsiteY3" fmla="*/ 7620 h 274582"/>
                <a:gd name="connsiteX4" fmla="*/ 495298 w 1087120"/>
                <a:gd name="connsiteY4" fmla="*/ 274320 h 274582"/>
                <a:gd name="connsiteX5" fmla="*/ 607825 w 1087120"/>
                <a:gd name="connsiteY5" fmla="*/ 0 h 274582"/>
                <a:gd name="connsiteX6" fmla="*/ 719833 w 1087120"/>
                <a:gd name="connsiteY6" fmla="*/ 269240 h 274582"/>
                <a:gd name="connsiteX7" fmla="*/ 817880 w 1087120"/>
                <a:gd name="connsiteY7" fmla="*/ 10160 h 274582"/>
                <a:gd name="connsiteX8" fmla="*/ 901700 w 1087120"/>
                <a:gd name="connsiteY8" fmla="*/ 165687 h 274582"/>
                <a:gd name="connsiteX9" fmla="*/ 1087120 w 1087120"/>
                <a:gd name="connsiteY9" fmla="*/ 167250 h 274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87120" h="274582">
                  <a:moveTo>
                    <a:pt x="0" y="119380"/>
                  </a:moveTo>
                  <a:cubicBezTo>
                    <a:pt x="83185" y="120015"/>
                    <a:pt x="146682" y="96053"/>
                    <a:pt x="193040" y="121920"/>
                  </a:cubicBezTo>
                  <a:cubicBezTo>
                    <a:pt x="239398" y="147787"/>
                    <a:pt x="240896" y="205787"/>
                    <a:pt x="278146" y="274582"/>
                  </a:cubicBezTo>
                  <a:cubicBezTo>
                    <a:pt x="311871" y="186748"/>
                    <a:pt x="337899" y="80744"/>
                    <a:pt x="377192" y="7620"/>
                  </a:cubicBezTo>
                  <a:cubicBezTo>
                    <a:pt x="399430" y="27507"/>
                    <a:pt x="453758" y="224656"/>
                    <a:pt x="495298" y="274320"/>
                  </a:cubicBezTo>
                  <a:cubicBezTo>
                    <a:pt x="533737" y="202185"/>
                    <a:pt x="570403" y="60639"/>
                    <a:pt x="607825" y="0"/>
                  </a:cubicBezTo>
                  <a:cubicBezTo>
                    <a:pt x="642146" y="56730"/>
                    <a:pt x="677072" y="198897"/>
                    <a:pt x="719833" y="269240"/>
                  </a:cubicBezTo>
                  <a:cubicBezTo>
                    <a:pt x="757943" y="191210"/>
                    <a:pt x="789120" y="80567"/>
                    <a:pt x="817880" y="10160"/>
                  </a:cubicBezTo>
                  <a:cubicBezTo>
                    <a:pt x="851292" y="70410"/>
                    <a:pt x="855980" y="152987"/>
                    <a:pt x="901700" y="165687"/>
                  </a:cubicBezTo>
                  <a:cubicBezTo>
                    <a:pt x="967740" y="165687"/>
                    <a:pt x="994574" y="172362"/>
                    <a:pt x="1087120" y="167250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C08433F-3B97-07E4-4CD2-15BA1658F43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399610" y="4444673"/>
              <a:ext cx="454609" cy="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5E877AA6-7D10-FB36-CC93-32133642223D}"/>
                </a:ext>
              </a:extLst>
            </p:cNvPr>
            <p:cNvCxnSpPr>
              <a:cxnSpLocks/>
            </p:cNvCxnSpPr>
            <p:nvPr/>
          </p:nvCxnSpPr>
          <p:spPr>
            <a:xfrm>
              <a:off x="8613002" y="2277197"/>
              <a:ext cx="0" cy="116689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F3CA21E-5813-A351-6FC3-8651B985C4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63364" y="2331845"/>
              <a:ext cx="566999" cy="3160"/>
            </a:xfrm>
            <a:prstGeom prst="line">
              <a:avLst/>
            </a:prstGeom>
            <a:noFill/>
            <a:ln w="19050" cap="rnd">
              <a:solidFill>
                <a:srgbClr val="7388A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3A49A78F-E21B-60C5-F5AF-55E0F1CEBA4C}"/>
              </a:ext>
            </a:extLst>
          </p:cNvPr>
          <p:cNvSpPr/>
          <p:nvPr/>
        </p:nvSpPr>
        <p:spPr>
          <a:xfrm>
            <a:off x="-12248728" y="2013579"/>
            <a:ext cx="2759003" cy="2700791"/>
          </a:xfrm>
          <a:prstGeom prst="roundRect">
            <a:avLst>
              <a:gd name="adj" fmla="val 86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AB05A934-6F8B-7197-6418-72C8C359981A}"/>
                  </a:ext>
                </a:extLst>
              </p:cNvPr>
              <p:cNvSpPr txBox="1"/>
              <p:nvPr/>
            </p:nvSpPr>
            <p:spPr>
              <a:xfrm>
                <a:off x="-10161924" y="3072990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4" name="TextBox 183">
                <a:extLst>
                  <a:ext uri="{FF2B5EF4-FFF2-40B4-BE49-F238E27FC236}">
                    <a16:creationId xmlns:a16="http://schemas.microsoft.com/office/drawing/2014/main" id="{AB05A934-6F8B-7197-6418-72C8C3599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161924" y="3072990"/>
                <a:ext cx="551184" cy="461665"/>
              </a:xfrm>
              <a:prstGeom prst="rect">
                <a:avLst/>
              </a:prstGeom>
              <a:blipFill>
                <a:blip r:embed="rId1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08A215A-6C18-A03C-1C66-39DA2B11AD4B}"/>
                  </a:ext>
                </a:extLst>
              </p:cNvPr>
              <p:cNvSpPr txBox="1"/>
              <p:nvPr/>
            </p:nvSpPr>
            <p:spPr>
              <a:xfrm>
                <a:off x="-11425649" y="2367180"/>
                <a:ext cx="5285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85" name="TextBox 184">
                <a:extLst>
                  <a:ext uri="{FF2B5EF4-FFF2-40B4-BE49-F238E27FC236}">
                    <a16:creationId xmlns:a16="http://schemas.microsoft.com/office/drawing/2014/main" id="{908A215A-6C18-A03C-1C66-39DA2B11AD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425649" y="2367180"/>
                <a:ext cx="528542" cy="338554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1FD02760-1A01-4886-4EC7-940ABFF8E060}"/>
              </a:ext>
            </a:extLst>
          </p:cNvPr>
          <p:cNvGrpSpPr/>
          <p:nvPr/>
        </p:nvGrpSpPr>
        <p:grpSpPr>
          <a:xfrm rot="5400000">
            <a:off x="-10641081" y="3271422"/>
            <a:ext cx="742662" cy="172736"/>
            <a:chOff x="2067212" y="2632574"/>
            <a:chExt cx="2728822" cy="600294"/>
          </a:xfrm>
        </p:grpSpPr>
        <p:sp>
          <p:nvSpPr>
            <p:cNvPr id="187" name="Oval 4">
              <a:extLst>
                <a:ext uri="{FF2B5EF4-FFF2-40B4-BE49-F238E27FC236}">
                  <a16:creationId xmlns:a16="http://schemas.microsoft.com/office/drawing/2014/main" id="{072C5C54-FCB6-11ED-44E6-D2CE6AA86A2F}"/>
                </a:ext>
              </a:extLst>
            </p:cNvPr>
            <p:cNvSpPr/>
            <p:nvPr/>
          </p:nvSpPr>
          <p:spPr>
            <a:xfrm>
              <a:off x="2067212" y="2634213"/>
              <a:ext cx="766601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462" h="1049063">
                  <a:moveTo>
                    <a:pt x="0" y="583154"/>
                  </a:moveTo>
                  <a:cubicBezTo>
                    <a:pt x="154069" y="578124"/>
                    <a:pt x="493516" y="634316"/>
                    <a:pt x="504745" y="505636"/>
                  </a:cubicBezTo>
                  <a:cubicBezTo>
                    <a:pt x="534588" y="157179"/>
                    <a:pt x="631910" y="12857"/>
                    <a:pt x="751027" y="418"/>
                  </a:cubicBezTo>
                  <a:cubicBezTo>
                    <a:pt x="870144" y="-12021"/>
                    <a:pt x="1021462" y="254909"/>
                    <a:pt x="1021462" y="573010"/>
                  </a:cubicBezTo>
                  <a:cubicBezTo>
                    <a:pt x="1018605" y="882538"/>
                    <a:pt x="969303" y="1049708"/>
                    <a:pt x="904764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8" name="Oval 9">
              <a:extLst>
                <a:ext uri="{FF2B5EF4-FFF2-40B4-BE49-F238E27FC236}">
                  <a16:creationId xmlns:a16="http://schemas.microsoft.com/office/drawing/2014/main" id="{DC0BCE93-148F-76A0-78D8-64808F885D13}"/>
                </a:ext>
              </a:extLst>
            </p:cNvPr>
            <p:cNvSpPr/>
            <p:nvPr/>
          </p:nvSpPr>
          <p:spPr>
            <a:xfrm>
              <a:off x="2684266" y="2632574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9" name="Oval 9">
              <a:extLst>
                <a:ext uri="{FF2B5EF4-FFF2-40B4-BE49-F238E27FC236}">
                  <a16:creationId xmlns:a16="http://schemas.microsoft.com/office/drawing/2014/main" id="{B6966C61-256E-BB3C-97D8-3877EA7F8DB5}"/>
                </a:ext>
              </a:extLst>
            </p:cNvPr>
            <p:cNvSpPr/>
            <p:nvPr/>
          </p:nvSpPr>
          <p:spPr>
            <a:xfrm>
              <a:off x="2958066" y="2634186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0" name="Oval 9">
              <a:extLst>
                <a:ext uri="{FF2B5EF4-FFF2-40B4-BE49-F238E27FC236}">
                  <a16:creationId xmlns:a16="http://schemas.microsoft.com/office/drawing/2014/main" id="{2B881CE4-F542-4DD6-1B43-146C41335A51}"/>
                </a:ext>
              </a:extLst>
            </p:cNvPr>
            <p:cNvSpPr/>
            <p:nvPr/>
          </p:nvSpPr>
          <p:spPr>
            <a:xfrm>
              <a:off x="3233327" y="2635623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1" name="Oval 9">
              <a:extLst>
                <a:ext uri="{FF2B5EF4-FFF2-40B4-BE49-F238E27FC236}">
                  <a16:creationId xmlns:a16="http://schemas.microsoft.com/office/drawing/2014/main" id="{DA0EADBA-79C9-19C5-8624-5D45321CC81F}"/>
                </a:ext>
              </a:extLst>
            </p:cNvPr>
            <p:cNvSpPr/>
            <p:nvPr/>
          </p:nvSpPr>
          <p:spPr>
            <a:xfrm>
              <a:off x="3508588" y="2637060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2" name="Oval 9">
              <a:extLst>
                <a:ext uri="{FF2B5EF4-FFF2-40B4-BE49-F238E27FC236}">
                  <a16:creationId xmlns:a16="http://schemas.microsoft.com/office/drawing/2014/main" id="{F138418B-846E-B99C-43F3-90773EAC4A71}"/>
                </a:ext>
              </a:extLst>
            </p:cNvPr>
            <p:cNvSpPr/>
            <p:nvPr/>
          </p:nvSpPr>
          <p:spPr>
            <a:xfrm>
              <a:off x="3783849" y="2638497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3" name="Oval 4">
              <a:extLst>
                <a:ext uri="{FF2B5EF4-FFF2-40B4-BE49-F238E27FC236}">
                  <a16:creationId xmlns:a16="http://schemas.microsoft.com/office/drawing/2014/main" id="{15A2556E-FC08-EAB9-D141-053C5D0DE5B2}"/>
                </a:ext>
              </a:extLst>
            </p:cNvPr>
            <p:cNvSpPr/>
            <p:nvPr/>
          </p:nvSpPr>
          <p:spPr>
            <a:xfrm flipH="1">
              <a:off x="4033361" y="2641697"/>
              <a:ext cx="762673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  <a:gd name="connsiteX0" fmla="*/ 0 w 1016229"/>
                <a:gd name="connsiteY0" fmla="*/ 556784 h 1049063"/>
                <a:gd name="connsiteX1" fmla="*/ 499512 w 1016229"/>
                <a:gd name="connsiteY1" fmla="*/ 505636 h 1049063"/>
                <a:gd name="connsiteX2" fmla="*/ 745794 w 1016229"/>
                <a:gd name="connsiteY2" fmla="*/ 418 h 1049063"/>
                <a:gd name="connsiteX3" fmla="*/ 1016229 w 1016229"/>
                <a:gd name="connsiteY3" fmla="*/ 573010 h 1049063"/>
                <a:gd name="connsiteX4" fmla="*/ 899531 w 1016229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229" h="1049063">
                  <a:moveTo>
                    <a:pt x="0" y="556784"/>
                  </a:moveTo>
                  <a:cubicBezTo>
                    <a:pt x="154069" y="551754"/>
                    <a:pt x="488283" y="634316"/>
                    <a:pt x="499512" y="505636"/>
                  </a:cubicBezTo>
                  <a:cubicBezTo>
                    <a:pt x="529355" y="157179"/>
                    <a:pt x="626677" y="12857"/>
                    <a:pt x="745794" y="418"/>
                  </a:cubicBezTo>
                  <a:cubicBezTo>
                    <a:pt x="864911" y="-12021"/>
                    <a:pt x="1016229" y="254909"/>
                    <a:pt x="1016229" y="573010"/>
                  </a:cubicBezTo>
                  <a:cubicBezTo>
                    <a:pt x="1013372" y="882538"/>
                    <a:pt x="964070" y="1049708"/>
                    <a:pt x="899531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D330FE6-9E9F-3E64-8483-16A3E509B34B}"/>
              </a:ext>
            </a:extLst>
          </p:cNvPr>
          <p:cNvCxnSpPr>
            <a:cxnSpLocks/>
          </p:cNvCxnSpPr>
          <p:nvPr/>
        </p:nvCxnSpPr>
        <p:spPr>
          <a:xfrm>
            <a:off x="-10269776" y="2196630"/>
            <a:ext cx="351" cy="7753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5B59BFFB-B8E2-23AE-6AD7-6E7784CE1AB6}"/>
              </a:ext>
            </a:extLst>
          </p:cNvPr>
          <p:cNvCxnSpPr>
            <a:cxnSpLocks/>
          </p:cNvCxnSpPr>
          <p:nvPr/>
        </p:nvCxnSpPr>
        <p:spPr>
          <a:xfrm flipH="1">
            <a:off x="-10281268" y="3757410"/>
            <a:ext cx="10221" cy="805681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6" name="Freeform: Shape 31">
            <a:extLst>
              <a:ext uri="{FF2B5EF4-FFF2-40B4-BE49-F238E27FC236}">
                <a16:creationId xmlns:a16="http://schemas.microsoft.com/office/drawing/2014/main" id="{2ED5655F-175C-5B18-BFFA-46E63C3F8F81}"/>
              </a:ext>
            </a:extLst>
          </p:cNvPr>
          <p:cNvSpPr/>
          <p:nvPr/>
        </p:nvSpPr>
        <p:spPr>
          <a:xfrm rot="10800000" flipV="1">
            <a:off x="-11527384" y="2119714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2746DCE6-C18C-D733-9A87-57D5606DE93D}"/>
              </a:ext>
            </a:extLst>
          </p:cNvPr>
          <p:cNvCxnSpPr>
            <a:cxnSpLocks/>
          </p:cNvCxnSpPr>
          <p:nvPr/>
        </p:nvCxnSpPr>
        <p:spPr>
          <a:xfrm>
            <a:off x="-10718924" y="2193329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442DE03-0163-F405-A043-4F08F665BE21}"/>
              </a:ext>
            </a:extLst>
          </p:cNvPr>
          <p:cNvCxnSpPr>
            <a:cxnSpLocks/>
          </p:cNvCxnSpPr>
          <p:nvPr/>
        </p:nvCxnSpPr>
        <p:spPr>
          <a:xfrm>
            <a:off x="-11981993" y="2217661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0A5C2F7B-61D4-DE55-3679-5AA3872281F2}"/>
              </a:ext>
            </a:extLst>
          </p:cNvPr>
          <p:cNvCxnSpPr>
            <a:cxnSpLocks/>
          </p:cNvCxnSpPr>
          <p:nvPr/>
        </p:nvCxnSpPr>
        <p:spPr>
          <a:xfrm>
            <a:off x="-11754689" y="4563091"/>
            <a:ext cx="147342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0" name="Rectangle: Rounded Corners 199">
            <a:extLst>
              <a:ext uri="{FF2B5EF4-FFF2-40B4-BE49-F238E27FC236}">
                <a16:creationId xmlns:a16="http://schemas.microsoft.com/office/drawing/2014/main" id="{F3494E64-6F04-69A8-3EA8-34CC09D398AD}"/>
              </a:ext>
            </a:extLst>
          </p:cNvPr>
          <p:cNvSpPr/>
          <p:nvPr/>
        </p:nvSpPr>
        <p:spPr>
          <a:xfrm>
            <a:off x="-9109986" y="2013579"/>
            <a:ext cx="2749060" cy="2700791"/>
          </a:xfrm>
          <a:prstGeom prst="roundRect">
            <a:avLst>
              <a:gd name="adj" fmla="val 86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E72DC16-AFFA-C3F3-CED8-3B5AB2A5BA02}"/>
                  </a:ext>
                </a:extLst>
              </p:cNvPr>
              <p:cNvSpPr txBox="1"/>
              <p:nvPr/>
            </p:nvSpPr>
            <p:spPr>
              <a:xfrm>
                <a:off x="-7016192" y="3072990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6E72DC16-AFFA-C3F3-CED8-3B5AB2A5BA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016192" y="3072990"/>
                <a:ext cx="551184" cy="461665"/>
              </a:xfrm>
              <a:prstGeom prst="rect">
                <a:avLst/>
              </a:prstGeom>
              <a:blipFill>
                <a:blip r:embed="rId16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8373DA10-C6CC-669E-B8DF-79FC1F1A4209}"/>
                  </a:ext>
                </a:extLst>
              </p:cNvPr>
              <p:cNvSpPr txBox="1"/>
              <p:nvPr/>
            </p:nvSpPr>
            <p:spPr>
              <a:xfrm>
                <a:off x="-8279917" y="2367180"/>
                <a:ext cx="5285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02" name="TextBox 201">
                <a:extLst>
                  <a:ext uri="{FF2B5EF4-FFF2-40B4-BE49-F238E27FC236}">
                    <a16:creationId xmlns:a16="http://schemas.microsoft.com/office/drawing/2014/main" id="{8373DA10-C6CC-669E-B8DF-79FC1F1A4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79917" y="2367180"/>
                <a:ext cx="528542" cy="3385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EE1B66BC-3E68-849E-22AF-9E686E0EB5C8}"/>
              </a:ext>
            </a:extLst>
          </p:cNvPr>
          <p:cNvGrpSpPr/>
          <p:nvPr/>
        </p:nvGrpSpPr>
        <p:grpSpPr>
          <a:xfrm rot="16200000">
            <a:off x="-7380098" y="3100837"/>
            <a:ext cx="509567" cy="303672"/>
            <a:chOff x="5377910" y="3964770"/>
            <a:chExt cx="825067" cy="314187"/>
          </a:xfrm>
        </p:grpSpPr>
        <p:sp>
          <p:nvSpPr>
            <p:cNvPr id="204" name="Freeform: Shape 41">
              <a:extLst>
                <a:ext uri="{FF2B5EF4-FFF2-40B4-BE49-F238E27FC236}">
                  <a16:creationId xmlns:a16="http://schemas.microsoft.com/office/drawing/2014/main" id="{69BD1952-6CC3-7309-65C2-D9F6D379E2C6}"/>
                </a:ext>
              </a:extLst>
            </p:cNvPr>
            <p:cNvSpPr/>
            <p:nvPr/>
          </p:nvSpPr>
          <p:spPr>
            <a:xfrm>
              <a:off x="5377910" y="4117937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5" name="Freeform: Shape 42">
              <a:extLst>
                <a:ext uri="{FF2B5EF4-FFF2-40B4-BE49-F238E27FC236}">
                  <a16:creationId xmlns:a16="http://schemas.microsoft.com/office/drawing/2014/main" id="{CB30BDDD-26B3-7DE3-8C81-A0ECA14683F0}"/>
                </a:ext>
              </a:extLst>
            </p:cNvPr>
            <p:cNvSpPr/>
            <p:nvPr/>
          </p:nvSpPr>
          <p:spPr>
            <a:xfrm>
              <a:off x="5887410" y="4112038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6" name="Freeform: Shape 43">
              <a:extLst>
                <a:ext uri="{FF2B5EF4-FFF2-40B4-BE49-F238E27FC236}">
                  <a16:creationId xmlns:a16="http://schemas.microsoft.com/office/drawing/2014/main" id="{8FDE52E4-02BB-6C4A-76D6-6E324097C899}"/>
                </a:ext>
              </a:extLst>
            </p:cNvPr>
            <p:cNvSpPr/>
            <p:nvPr/>
          </p:nvSpPr>
          <p:spPr>
            <a:xfrm>
              <a:off x="5887633" y="3964773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7" name="Freeform: Shape 44">
              <a:extLst>
                <a:ext uri="{FF2B5EF4-FFF2-40B4-BE49-F238E27FC236}">
                  <a16:creationId xmlns:a16="http://schemas.microsoft.com/office/drawing/2014/main" id="{BF5D036D-3DD6-6ED6-EA78-BE4AEB75F86A}"/>
                </a:ext>
              </a:extLst>
            </p:cNvPr>
            <p:cNvSpPr/>
            <p:nvPr/>
          </p:nvSpPr>
          <p:spPr>
            <a:xfrm>
              <a:off x="5686085" y="3964770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DD13475-4CF3-D4F1-C49F-C8607B8C574E}"/>
              </a:ext>
            </a:extLst>
          </p:cNvPr>
          <p:cNvCxnSpPr>
            <a:cxnSpLocks/>
          </p:cNvCxnSpPr>
          <p:nvPr/>
        </p:nvCxnSpPr>
        <p:spPr>
          <a:xfrm>
            <a:off x="-7124044" y="2196630"/>
            <a:ext cx="351" cy="7753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6B7385C5-AFC7-3AF9-D5EE-DE15A32A3897}"/>
              </a:ext>
            </a:extLst>
          </p:cNvPr>
          <p:cNvCxnSpPr>
            <a:cxnSpLocks/>
          </p:cNvCxnSpPr>
          <p:nvPr/>
        </p:nvCxnSpPr>
        <p:spPr>
          <a:xfrm flipH="1">
            <a:off x="-7135536" y="3534655"/>
            <a:ext cx="13047" cy="1028436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0" name="Freeform: Shape 31">
            <a:extLst>
              <a:ext uri="{FF2B5EF4-FFF2-40B4-BE49-F238E27FC236}">
                <a16:creationId xmlns:a16="http://schemas.microsoft.com/office/drawing/2014/main" id="{7B79D4B1-5952-31ED-D7B8-F2B8DE52945E}"/>
              </a:ext>
            </a:extLst>
          </p:cNvPr>
          <p:cNvSpPr/>
          <p:nvPr/>
        </p:nvSpPr>
        <p:spPr>
          <a:xfrm rot="10800000" flipV="1">
            <a:off x="-8381652" y="2119714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EC33A7F-FC00-DC60-8860-75C1A53E95BC}"/>
              </a:ext>
            </a:extLst>
          </p:cNvPr>
          <p:cNvCxnSpPr>
            <a:cxnSpLocks/>
          </p:cNvCxnSpPr>
          <p:nvPr/>
        </p:nvCxnSpPr>
        <p:spPr>
          <a:xfrm>
            <a:off x="-7573192" y="2193329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2" name="Straight Connector 211">
            <a:extLst>
              <a:ext uri="{FF2B5EF4-FFF2-40B4-BE49-F238E27FC236}">
                <a16:creationId xmlns:a16="http://schemas.microsoft.com/office/drawing/2014/main" id="{1C21814F-3DD9-D1E8-D84C-6D89C9CF2123}"/>
              </a:ext>
            </a:extLst>
          </p:cNvPr>
          <p:cNvCxnSpPr>
            <a:cxnSpLocks/>
          </p:cNvCxnSpPr>
          <p:nvPr/>
        </p:nvCxnSpPr>
        <p:spPr>
          <a:xfrm>
            <a:off x="-8836261" y="2217661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13" name="Straight Connector 212">
            <a:extLst>
              <a:ext uri="{FF2B5EF4-FFF2-40B4-BE49-F238E27FC236}">
                <a16:creationId xmlns:a16="http://schemas.microsoft.com/office/drawing/2014/main" id="{EB0ED864-E6A6-6D0F-2B06-28919992F556}"/>
              </a:ext>
            </a:extLst>
          </p:cNvPr>
          <p:cNvCxnSpPr>
            <a:cxnSpLocks/>
          </p:cNvCxnSpPr>
          <p:nvPr/>
        </p:nvCxnSpPr>
        <p:spPr>
          <a:xfrm>
            <a:off x="-8608957" y="4563091"/>
            <a:ext cx="147342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14" name="Rectangle: Rounded Corners 213">
            <a:extLst>
              <a:ext uri="{FF2B5EF4-FFF2-40B4-BE49-F238E27FC236}">
                <a16:creationId xmlns:a16="http://schemas.microsoft.com/office/drawing/2014/main" id="{9DB476DE-B133-BA41-A5DA-992525A02BB5}"/>
              </a:ext>
            </a:extLst>
          </p:cNvPr>
          <p:cNvSpPr/>
          <p:nvPr/>
        </p:nvSpPr>
        <p:spPr>
          <a:xfrm>
            <a:off x="-5997255" y="2014180"/>
            <a:ext cx="2695909" cy="2700791"/>
          </a:xfrm>
          <a:prstGeom prst="roundRect">
            <a:avLst>
              <a:gd name="adj" fmla="val 86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55CBAE6-E680-564B-B3ED-79B631538407}"/>
                  </a:ext>
                </a:extLst>
              </p:cNvPr>
              <p:cNvSpPr txBox="1"/>
              <p:nvPr/>
            </p:nvSpPr>
            <p:spPr>
              <a:xfrm>
                <a:off x="-4753634" y="2313052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5" name="TextBox 214">
                <a:extLst>
                  <a:ext uri="{FF2B5EF4-FFF2-40B4-BE49-F238E27FC236}">
                    <a16:creationId xmlns:a16="http://schemas.microsoft.com/office/drawing/2014/main" id="{155CBAE6-E680-564B-B3ED-79B631538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53634" y="2313052"/>
                <a:ext cx="551184" cy="461665"/>
              </a:xfrm>
              <a:prstGeom prst="rect">
                <a:avLst/>
              </a:prstGeom>
              <a:blipFill>
                <a:blip r:embed="rId18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A0C538F9-34FA-F839-343E-9D35F80A3D66}"/>
                  </a:ext>
                </a:extLst>
              </p:cNvPr>
              <p:cNvSpPr txBox="1"/>
              <p:nvPr/>
            </p:nvSpPr>
            <p:spPr>
              <a:xfrm>
                <a:off x="-4164903" y="3128101"/>
                <a:ext cx="5285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16" name="TextBox 215">
                <a:extLst>
                  <a:ext uri="{FF2B5EF4-FFF2-40B4-BE49-F238E27FC236}">
                    <a16:creationId xmlns:a16="http://schemas.microsoft.com/office/drawing/2014/main" id="{A0C538F9-34FA-F839-343E-9D35F80A3D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164903" y="3128101"/>
                <a:ext cx="528542" cy="46166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1AC3FE3-B51C-3D1C-1094-6F0B0B7EBB42}"/>
              </a:ext>
            </a:extLst>
          </p:cNvPr>
          <p:cNvGrpSpPr/>
          <p:nvPr/>
        </p:nvGrpSpPr>
        <p:grpSpPr>
          <a:xfrm>
            <a:off x="-4905671" y="2124225"/>
            <a:ext cx="742662" cy="172736"/>
            <a:chOff x="2067212" y="2632574"/>
            <a:chExt cx="2728822" cy="600294"/>
          </a:xfrm>
        </p:grpSpPr>
        <p:sp>
          <p:nvSpPr>
            <p:cNvPr id="218" name="Oval 4">
              <a:extLst>
                <a:ext uri="{FF2B5EF4-FFF2-40B4-BE49-F238E27FC236}">
                  <a16:creationId xmlns:a16="http://schemas.microsoft.com/office/drawing/2014/main" id="{A05E9CA6-A10F-A64E-9B50-015D98BFED52}"/>
                </a:ext>
              </a:extLst>
            </p:cNvPr>
            <p:cNvSpPr/>
            <p:nvPr/>
          </p:nvSpPr>
          <p:spPr>
            <a:xfrm>
              <a:off x="2067212" y="2634213"/>
              <a:ext cx="766601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462" h="1049063">
                  <a:moveTo>
                    <a:pt x="0" y="583154"/>
                  </a:moveTo>
                  <a:cubicBezTo>
                    <a:pt x="154069" y="578124"/>
                    <a:pt x="493516" y="634316"/>
                    <a:pt x="504745" y="505636"/>
                  </a:cubicBezTo>
                  <a:cubicBezTo>
                    <a:pt x="534588" y="157179"/>
                    <a:pt x="631910" y="12857"/>
                    <a:pt x="751027" y="418"/>
                  </a:cubicBezTo>
                  <a:cubicBezTo>
                    <a:pt x="870144" y="-12021"/>
                    <a:pt x="1021462" y="254909"/>
                    <a:pt x="1021462" y="573010"/>
                  </a:cubicBezTo>
                  <a:cubicBezTo>
                    <a:pt x="1018605" y="882538"/>
                    <a:pt x="969303" y="1049708"/>
                    <a:pt x="904764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9" name="Oval 9">
              <a:extLst>
                <a:ext uri="{FF2B5EF4-FFF2-40B4-BE49-F238E27FC236}">
                  <a16:creationId xmlns:a16="http://schemas.microsoft.com/office/drawing/2014/main" id="{1B1EF780-DDB1-A86D-1DD7-F89BDA27FAB6}"/>
                </a:ext>
              </a:extLst>
            </p:cNvPr>
            <p:cNvSpPr/>
            <p:nvPr/>
          </p:nvSpPr>
          <p:spPr>
            <a:xfrm>
              <a:off x="2684266" y="2632574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0" name="Oval 9">
              <a:extLst>
                <a:ext uri="{FF2B5EF4-FFF2-40B4-BE49-F238E27FC236}">
                  <a16:creationId xmlns:a16="http://schemas.microsoft.com/office/drawing/2014/main" id="{30E774FF-D098-99E0-22A2-30A8E3110218}"/>
                </a:ext>
              </a:extLst>
            </p:cNvPr>
            <p:cNvSpPr/>
            <p:nvPr/>
          </p:nvSpPr>
          <p:spPr>
            <a:xfrm>
              <a:off x="2958066" y="2634186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1" name="Oval 9">
              <a:extLst>
                <a:ext uri="{FF2B5EF4-FFF2-40B4-BE49-F238E27FC236}">
                  <a16:creationId xmlns:a16="http://schemas.microsoft.com/office/drawing/2014/main" id="{27F212C5-02A5-56EB-DBA7-9C987B14D49C}"/>
                </a:ext>
              </a:extLst>
            </p:cNvPr>
            <p:cNvSpPr/>
            <p:nvPr/>
          </p:nvSpPr>
          <p:spPr>
            <a:xfrm>
              <a:off x="3233327" y="2635623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2" name="Oval 9">
              <a:extLst>
                <a:ext uri="{FF2B5EF4-FFF2-40B4-BE49-F238E27FC236}">
                  <a16:creationId xmlns:a16="http://schemas.microsoft.com/office/drawing/2014/main" id="{052A9C88-B076-86DD-B98C-BDC6D99C4F24}"/>
                </a:ext>
              </a:extLst>
            </p:cNvPr>
            <p:cNvSpPr/>
            <p:nvPr/>
          </p:nvSpPr>
          <p:spPr>
            <a:xfrm>
              <a:off x="3508588" y="2637060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3" name="Oval 9">
              <a:extLst>
                <a:ext uri="{FF2B5EF4-FFF2-40B4-BE49-F238E27FC236}">
                  <a16:creationId xmlns:a16="http://schemas.microsoft.com/office/drawing/2014/main" id="{721E1AC9-C851-1DFA-00FE-4833E91131A4}"/>
                </a:ext>
              </a:extLst>
            </p:cNvPr>
            <p:cNvSpPr/>
            <p:nvPr/>
          </p:nvSpPr>
          <p:spPr>
            <a:xfrm>
              <a:off x="3783849" y="2638497"/>
              <a:ext cx="405157" cy="594371"/>
            </a:xfrm>
            <a:custGeom>
              <a:avLst/>
              <a:gdLst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0 w 561178"/>
                <a:gd name="connsiteY4" fmla="*/ 62431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4" fmla="*/ 91440 w 561178"/>
                <a:gd name="connsiteY4" fmla="*/ 715751 h 1248622"/>
                <a:gd name="connsiteX0" fmla="*/ 0 w 561178"/>
                <a:gd name="connsiteY0" fmla="*/ 624311 h 1248622"/>
                <a:gd name="connsiteX1" fmla="*/ 280589 w 561178"/>
                <a:gd name="connsiteY1" fmla="*/ 0 h 1248622"/>
                <a:gd name="connsiteX2" fmla="*/ 561178 w 561178"/>
                <a:gd name="connsiteY2" fmla="*/ 624311 h 1248622"/>
                <a:gd name="connsiteX3" fmla="*/ 280589 w 561178"/>
                <a:gd name="connsiteY3" fmla="*/ 1248622 h 1248622"/>
                <a:gd name="connsiteX0" fmla="*/ 0 w 567507"/>
                <a:gd name="connsiteY0" fmla="*/ 624311 h 1057169"/>
                <a:gd name="connsiteX1" fmla="*/ 280589 w 567507"/>
                <a:gd name="connsiteY1" fmla="*/ 0 h 1057169"/>
                <a:gd name="connsiteX2" fmla="*/ 561178 w 567507"/>
                <a:gd name="connsiteY2" fmla="*/ 624311 h 1057169"/>
                <a:gd name="connsiteX3" fmla="*/ 452039 w 567507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57169"/>
                <a:gd name="connsiteX1" fmla="*/ 280589 w 561178"/>
                <a:gd name="connsiteY1" fmla="*/ 0 h 1057169"/>
                <a:gd name="connsiteX2" fmla="*/ 561178 w 561178"/>
                <a:gd name="connsiteY2" fmla="*/ 624311 h 1057169"/>
                <a:gd name="connsiteX3" fmla="*/ 452039 w 561178"/>
                <a:gd name="connsiteY3" fmla="*/ 1057169 h 105716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63469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561178"/>
                <a:gd name="connsiteY0" fmla="*/ 624311 h 1022879"/>
                <a:gd name="connsiteX1" fmla="*/ 280589 w 561178"/>
                <a:gd name="connsiteY1" fmla="*/ 0 h 1022879"/>
                <a:gd name="connsiteX2" fmla="*/ 561178 w 561178"/>
                <a:gd name="connsiteY2" fmla="*/ 624311 h 1022879"/>
                <a:gd name="connsiteX3" fmla="*/ 472042 w 561178"/>
                <a:gd name="connsiteY3" fmla="*/ 1022879 h 1022879"/>
                <a:gd name="connsiteX0" fmla="*/ 0 w 461165"/>
                <a:gd name="connsiteY0" fmla="*/ 1050427 h 1050427"/>
                <a:gd name="connsiteX1" fmla="*/ 180576 w 461165"/>
                <a:gd name="connsiteY1" fmla="*/ 8921 h 1050427"/>
                <a:gd name="connsiteX2" fmla="*/ 461165 w 461165"/>
                <a:gd name="connsiteY2" fmla="*/ 633232 h 1050427"/>
                <a:gd name="connsiteX3" fmla="*/ 372029 w 461165"/>
                <a:gd name="connsiteY3" fmla="*/ 1031800 h 1050427"/>
                <a:gd name="connsiteX0" fmla="*/ 48298 w 509463"/>
                <a:gd name="connsiteY0" fmla="*/ 1050427 h 1050427"/>
                <a:gd name="connsiteX1" fmla="*/ 228874 w 509463"/>
                <a:gd name="connsiteY1" fmla="*/ 8921 h 1050427"/>
                <a:gd name="connsiteX2" fmla="*/ 509463 w 509463"/>
                <a:gd name="connsiteY2" fmla="*/ 633232 h 1050427"/>
                <a:gd name="connsiteX3" fmla="*/ 420327 w 509463"/>
                <a:gd name="connsiteY3" fmla="*/ 1031800 h 1050427"/>
                <a:gd name="connsiteX0" fmla="*/ 74908 w 536073"/>
                <a:gd name="connsiteY0" fmla="*/ 1041620 h 1041620"/>
                <a:gd name="connsiteX1" fmla="*/ 6040 w 536073"/>
                <a:gd name="connsiteY1" fmla="*/ 576804 h 1041620"/>
                <a:gd name="connsiteX2" fmla="*/ 255484 w 536073"/>
                <a:gd name="connsiteY2" fmla="*/ 114 h 1041620"/>
                <a:gd name="connsiteX3" fmla="*/ 536073 w 536073"/>
                <a:gd name="connsiteY3" fmla="*/ 624425 h 1041620"/>
                <a:gd name="connsiteX4" fmla="*/ 446937 w 536073"/>
                <a:gd name="connsiteY4" fmla="*/ 1022993 h 1041620"/>
                <a:gd name="connsiteX0" fmla="*/ 76998 w 538163"/>
                <a:gd name="connsiteY0" fmla="*/ 1041620 h 1041620"/>
                <a:gd name="connsiteX1" fmla="*/ 8130 w 538163"/>
                <a:gd name="connsiteY1" fmla="*/ 576804 h 1041620"/>
                <a:gd name="connsiteX2" fmla="*/ 257574 w 538163"/>
                <a:gd name="connsiteY2" fmla="*/ 114 h 1041620"/>
                <a:gd name="connsiteX3" fmla="*/ 538163 w 538163"/>
                <a:gd name="connsiteY3" fmla="*/ 624425 h 1041620"/>
                <a:gd name="connsiteX4" fmla="*/ 449027 w 538163"/>
                <a:gd name="connsiteY4" fmla="*/ 1022993 h 1041620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76998 w 538163"/>
                <a:gd name="connsiteY0" fmla="*/ 1043092 h 1043092"/>
                <a:gd name="connsiteX1" fmla="*/ 8130 w 538163"/>
                <a:gd name="connsiteY1" fmla="*/ 578276 h 1043092"/>
                <a:gd name="connsiteX2" fmla="*/ 257574 w 538163"/>
                <a:gd name="connsiteY2" fmla="*/ 1586 h 1043092"/>
                <a:gd name="connsiteX3" fmla="*/ 538163 w 538163"/>
                <a:gd name="connsiteY3" fmla="*/ 625897 h 1043092"/>
                <a:gd name="connsiteX4" fmla="*/ 449027 w 538163"/>
                <a:gd name="connsiteY4" fmla="*/ 1024465 h 1043092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84841 w 546006"/>
                <a:gd name="connsiteY0" fmla="*/ 1041637 h 1041637"/>
                <a:gd name="connsiteX1" fmla="*/ 7400 w 546006"/>
                <a:gd name="connsiteY1" fmla="*/ 576821 h 1041637"/>
                <a:gd name="connsiteX2" fmla="*/ 265417 w 546006"/>
                <a:gd name="connsiteY2" fmla="*/ 131 h 1041637"/>
                <a:gd name="connsiteX3" fmla="*/ 546006 w 546006"/>
                <a:gd name="connsiteY3" fmla="*/ 624442 h 1041637"/>
                <a:gd name="connsiteX4" fmla="*/ 456870 w 546006"/>
                <a:gd name="connsiteY4" fmla="*/ 1023010 h 1041637"/>
                <a:gd name="connsiteX0" fmla="*/ 77749 w 538914"/>
                <a:gd name="connsiteY0" fmla="*/ 1041637 h 1041637"/>
                <a:gd name="connsiteX1" fmla="*/ 308 w 538914"/>
                <a:gd name="connsiteY1" fmla="*/ 576821 h 1041637"/>
                <a:gd name="connsiteX2" fmla="*/ 258325 w 538914"/>
                <a:gd name="connsiteY2" fmla="*/ 131 h 1041637"/>
                <a:gd name="connsiteX3" fmla="*/ 538914 w 538914"/>
                <a:gd name="connsiteY3" fmla="*/ 624442 h 1041637"/>
                <a:gd name="connsiteX4" fmla="*/ 449778 w 538914"/>
                <a:gd name="connsiteY4" fmla="*/ 1023010 h 1041637"/>
                <a:gd name="connsiteX0" fmla="*/ 77749 w 538914"/>
                <a:gd name="connsiteY0" fmla="*/ 1045001 h 1045001"/>
                <a:gd name="connsiteX1" fmla="*/ 308 w 538914"/>
                <a:gd name="connsiteY1" fmla="*/ 580185 h 1045001"/>
                <a:gd name="connsiteX2" fmla="*/ 258325 w 538914"/>
                <a:gd name="connsiteY2" fmla="*/ 3495 h 1045001"/>
                <a:gd name="connsiteX3" fmla="*/ 538914 w 538914"/>
                <a:gd name="connsiteY3" fmla="*/ 627806 h 1045001"/>
                <a:gd name="connsiteX4" fmla="*/ 449778 w 538914"/>
                <a:gd name="connsiteY4" fmla="*/ 1026374 h 1045001"/>
                <a:gd name="connsiteX0" fmla="*/ 77749 w 538914"/>
                <a:gd name="connsiteY0" fmla="*/ 1041508 h 1041508"/>
                <a:gd name="connsiteX1" fmla="*/ 308 w 538914"/>
                <a:gd name="connsiteY1" fmla="*/ 576692 h 1041508"/>
                <a:gd name="connsiteX2" fmla="*/ 258325 w 538914"/>
                <a:gd name="connsiteY2" fmla="*/ 2 h 1041508"/>
                <a:gd name="connsiteX3" fmla="*/ 538914 w 538914"/>
                <a:gd name="connsiteY3" fmla="*/ 624313 h 1041508"/>
                <a:gd name="connsiteX4" fmla="*/ 449778 w 538914"/>
                <a:gd name="connsiteY4" fmla="*/ 1022881 h 1041508"/>
                <a:gd name="connsiteX0" fmla="*/ 83431 w 538881"/>
                <a:gd name="connsiteY0" fmla="*/ 1052938 h 1052938"/>
                <a:gd name="connsiteX1" fmla="*/ 275 w 538881"/>
                <a:gd name="connsiteY1" fmla="*/ 576692 h 1052938"/>
                <a:gd name="connsiteX2" fmla="*/ 258292 w 538881"/>
                <a:gd name="connsiteY2" fmla="*/ 2 h 1052938"/>
                <a:gd name="connsiteX3" fmla="*/ 538881 w 538881"/>
                <a:gd name="connsiteY3" fmla="*/ 624313 h 1052938"/>
                <a:gd name="connsiteX4" fmla="*/ 449745 w 538881"/>
                <a:gd name="connsiteY4" fmla="*/ 1022881 h 1052938"/>
                <a:gd name="connsiteX0" fmla="*/ 83670 w 539120"/>
                <a:gd name="connsiteY0" fmla="*/ 1052938 h 1052938"/>
                <a:gd name="connsiteX1" fmla="*/ 514 w 539120"/>
                <a:gd name="connsiteY1" fmla="*/ 576692 h 1052938"/>
                <a:gd name="connsiteX2" fmla="*/ 258531 w 539120"/>
                <a:gd name="connsiteY2" fmla="*/ 2 h 1052938"/>
                <a:gd name="connsiteX3" fmla="*/ 539120 w 539120"/>
                <a:gd name="connsiteY3" fmla="*/ 624313 h 1052938"/>
                <a:gd name="connsiteX4" fmla="*/ 449984 w 539120"/>
                <a:gd name="connsiteY4" fmla="*/ 1022881 h 1052938"/>
                <a:gd name="connsiteX0" fmla="*/ 83529 w 538979"/>
                <a:gd name="connsiteY0" fmla="*/ 1052938 h 1053548"/>
                <a:gd name="connsiteX1" fmla="*/ 373 w 538979"/>
                <a:gd name="connsiteY1" fmla="*/ 576692 h 1053548"/>
                <a:gd name="connsiteX2" fmla="*/ 258390 w 538979"/>
                <a:gd name="connsiteY2" fmla="*/ 2 h 1053548"/>
                <a:gd name="connsiteX3" fmla="*/ 538979 w 538979"/>
                <a:gd name="connsiteY3" fmla="*/ 624313 h 1053548"/>
                <a:gd name="connsiteX4" fmla="*/ 449843 w 538979"/>
                <a:gd name="connsiteY4" fmla="*/ 1022881 h 105354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2938"/>
                <a:gd name="connsiteX1" fmla="*/ 373 w 538979"/>
                <a:gd name="connsiteY1" fmla="*/ 576692 h 1052938"/>
                <a:gd name="connsiteX2" fmla="*/ 258390 w 538979"/>
                <a:gd name="connsiteY2" fmla="*/ 2 h 1052938"/>
                <a:gd name="connsiteX3" fmla="*/ 538979 w 538979"/>
                <a:gd name="connsiteY3" fmla="*/ 624313 h 1052938"/>
                <a:gd name="connsiteX4" fmla="*/ 449843 w 538979"/>
                <a:gd name="connsiteY4" fmla="*/ 1022881 h 1052938"/>
                <a:gd name="connsiteX0" fmla="*/ 83529 w 538979"/>
                <a:gd name="connsiteY0" fmla="*/ 1052938 h 1055516"/>
                <a:gd name="connsiteX1" fmla="*/ 373 w 538979"/>
                <a:gd name="connsiteY1" fmla="*/ 576692 h 1055516"/>
                <a:gd name="connsiteX2" fmla="*/ 258390 w 538979"/>
                <a:gd name="connsiteY2" fmla="*/ 2 h 1055516"/>
                <a:gd name="connsiteX3" fmla="*/ 538979 w 538979"/>
                <a:gd name="connsiteY3" fmla="*/ 624313 h 1055516"/>
                <a:gd name="connsiteX4" fmla="*/ 449843 w 538979"/>
                <a:gd name="connsiteY4" fmla="*/ 1054914 h 1055516"/>
                <a:gd name="connsiteX0" fmla="*/ 83529 w 538979"/>
                <a:gd name="connsiteY0" fmla="*/ 1052938 h 1054951"/>
                <a:gd name="connsiteX1" fmla="*/ 373 w 538979"/>
                <a:gd name="connsiteY1" fmla="*/ 576692 h 1054951"/>
                <a:gd name="connsiteX2" fmla="*/ 258390 w 538979"/>
                <a:gd name="connsiteY2" fmla="*/ 2 h 1054951"/>
                <a:gd name="connsiteX3" fmla="*/ 538979 w 538979"/>
                <a:gd name="connsiteY3" fmla="*/ 624313 h 1054951"/>
                <a:gd name="connsiteX4" fmla="*/ 449843 w 538979"/>
                <a:gd name="connsiteY4" fmla="*/ 1054914 h 1054951"/>
                <a:gd name="connsiteX0" fmla="*/ 83529 w 538979"/>
                <a:gd name="connsiteY0" fmla="*/ 1052938 h 1054949"/>
                <a:gd name="connsiteX1" fmla="*/ 373 w 538979"/>
                <a:gd name="connsiteY1" fmla="*/ 576692 h 1054949"/>
                <a:gd name="connsiteX2" fmla="*/ 258390 w 538979"/>
                <a:gd name="connsiteY2" fmla="*/ 2 h 1054949"/>
                <a:gd name="connsiteX3" fmla="*/ 538979 w 538979"/>
                <a:gd name="connsiteY3" fmla="*/ 624313 h 1054949"/>
                <a:gd name="connsiteX4" fmla="*/ 449843 w 538979"/>
                <a:gd name="connsiteY4" fmla="*/ 1054914 h 1054949"/>
                <a:gd name="connsiteX0" fmla="*/ 83529 w 541324"/>
                <a:gd name="connsiteY0" fmla="*/ 1052938 h 1054949"/>
                <a:gd name="connsiteX1" fmla="*/ 373 w 541324"/>
                <a:gd name="connsiteY1" fmla="*/ 576692 h 1054949"/>
                <a:gd name="connsiteX2" fmla="*/ 258390 w 541324"/>
                <a:gd name="connsiteY2" fmla="*/ 2 h 1054949"/>
                <a:gd name="connsiteX3" fmla="*/ 538979 w 541324"/>
                <a:gd name="connsiteY3" fmla="*/ 624313 h 1054949"/>
                <a:gd name="connsiteX4" fmla="*/ 449843 w 541324"/>
                <a:gd name="connsiteY4" fmla="*/ 1054914 h 1054949"/>
                <a:gd name="connsiteX0" fmla="*/ 83529 w 539853"/>
                <a:gd name="connsiteY0" fmla="*/ 1052938 h 1054949"/>
                <a:gd name="connsiteX1" fmla="*/ 373 w 539853"/>
                <a:gd name="connsiteY1" fmla="*/ 576692 h 1054949"/>
                <a:gd name="connsiteX2" fmla="*/ 258390 w 539853"/>
                <a:gd name="connsiteY2" fmla="*/ 2 h 1054949"/>
                <a:gd name="connsiteX3" fmla="*/ 538979 w 539853"/>
                <a:gd name="connsiteY3" fmla="*/ 624313 h 1054949"/>
                <a:gd name="connsiteX4" fmla="*/ 449843 w 539853"/>
                <a:gd name="connsiteY4" fmla="*/ 1054914 h 1054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853" h="1054949">
                  <a:moveTo>
                    <a:pt x="83529" y="1052938"/>
                  </a:moveTo>
                  <a:cubicBezTo>
                    <a:pt x="30617" y="1049287"/>
                    <a:pt x="-4005" y="753133"/>
                    <a:pt x="373" y="576692"/>
                  </a:cubicBezTo>
                  <a:cubicBezTo>
                    <a:pt x="7609" y="348816"/>
                    <a:pt x="71467" y="638"/>
                    <a:pt x="258390" y="2"/>
                  </a:cubicBezTo>
                  <a:cubicBezTo>
                    <a:pt x="445313" y="-634"/>
                    <a:pt x="550628" y="296989"/>
                    <a:pt x="538979" y="624313"/>
                  </a:cubicBezTo>
                  <a:cubicBezTo>
                    <a:pt x="536504" y="906082"/>
                    <a:pt x="487650" y="1057608"/>
                    <a:pt x="449843" y="1054914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4" name="Oval 4">
              <a:extLst>
                <a:ext uri="{FF2B5EF4-FFF2-40B4-BE49-F238E27FC236}">
                  <a16:creationId xmlns:a16="http://schemas.microsoft.com/office/drawing/2014/main" id="{5F95E8F7-24E0-9A60-BBF2-1B8780EFA812}"/>
                </a:ext>
              </a:extLst>
            </p:cNvPr>
            <p:cNvSpPr/>
            <p:nvPr/>
          </p:nvSpPr>
          <p:spPr>
            <a:xfrm flipH="1">
              <a:off x="4033361" y="2641697"/>
              <a:ext cx="762673" cy="591056"/>
            </a:xfrm>
            <a:custGeom>
              <a:avLst/>
              <a:gdLst>
                <a:gd name="connsiteX0" fmla="*/ 0 w 561178"/>
                <a:gd name="connsiteY0" fmla="*/ 575973 h 1151945"/>
                <a:gd name="connsiteX1" fmla="*/ 280589 w 561178"/>
                <a:gd name="connsiteY1" fmla="*/ 0 h 1151945"/>
                <a:gd name="connsiteX2" fmla="*/ 561178 w 561178"/>
                <a:gd name="connsiteY2" fmla="*/ 575973 h 1151945"/>
                <a:gd name="connsiteX3" fmla="*/ 280589 w 561178"/>
                <a:gd name="connsiteY3" fmla="*/ 1151946 h 1151945"/>
                <a:gd name="connsiteX4" fmla="*/ 0 w 561178"/>
                <a:gd name="connsiteY4" fmla="*/ 575973 h 1151945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4" fmla="*/ 91440 w 561178"/>
                <a:gd name="connsiteY4" fmla="*/ 667413 h 1151946"/>
                <a:gd name="connsiteX0" fmla="*/ 0 w 561178"/>
                <a:gd name="connsiteY0" fmla="*/ 575973 h 1151946"/>
                <a:gd name="connsiteX1" fmla="*/ 280589 w 561178"/>
                <a:gd name="connsiteY1" fmla="*/ 0 h 1151946"/>
                <a:gd name="connsiteX2" fmla="*/ 561178 w 561178"/>
                <a:gd name="connsiteY2" fmla="*/ 575973 h 1151946"/>
                <a:gd name="connsiteX3" fmla="*/ 280589 w 561178"/>
                <a:gd name="connsiteY3" fmla="*/ 1151946 h 1151946"/>
                <a:gd name="connsiteX0" fmla="*/ 0 w 566944"/>
                <a:gd name="connsiteY0" fmla="*/ 575973 h 1063455"/>
                <a:gd name="connsiteX1" fmla="*/ 280589 w 566944"/>
                <a:gd name="connsiteY1" fmla="*/ 0 h 1063455"/>
                <a:gd name="connsiteX2" fmla="*/ 561178 w 566944"/>
                <a:gd name="connsiteY2" fmla="*/ 575973 h 1063455"/>
                <a:gd name="connsiteX3" fmla="*/ 450195 w 566944"/>
                <a:gd name="connsiteY3" fmla="*/ 1063455 h 1063455"/>
                <a:gd name="connsiteX0" fmla="*/ 0 w 561178"/>
                <a:gd name="connsiteY0" fmla="*/ 575973 h 1063455"/>
                <a:gd name="connsiteX1" fmla="*/ 280589 w 561178"/>
                <a:gd name="connsiteY1" fmla="*/ 0 h 1063455"/>
                <a:gd name="connsiteX2" fmla="*/ 561178 w 561178"/>
                <a:gd name="connsiteY2" fmla="*/ 575973 h 1063455"/>
                <a:gd name="connsiteX3" fmla="*/ 450195 w 561178"/>
                <a:gd name="connsiteY3" fmla="*/ 1063455 h 106345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5"/>
                <a:gd name="connsiteX1" fmla="*/ 280589 w 561178"/>
                <a:gd name="connsiteY1" fmla="*/ 0 h 1052025"/>
                <a:gd name="connsiteX2" fmla="*/ 561178 w 561178"/>
                <a:gd name="connsiteY2" fmla="*/ 575973 h 1052025"/>
                <a:gd name="connsiteX3" fmla="*/ 444480 w 561178"/>
                <a:gd name="connsiteY3" fmla="*/ 1052025 h 1052025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0 w 561178"/>
                <a:gd name="connsiteY0" fmla="*/ 575973 h 1052026"/>
                <a:gd name="connsiteX1" fmla="*/ 280589 w 561178"/>
                <a:gd name="connsiteY1" fmla="*/ 0 h 1052026"/>
                <a:gd name="connsiteX2" fmla="*/ 561178 w 561178"/>
                <a:gd name="connsiteY2" fmla="*/ 575973 h 1052026"/>
                <a:gd name="connsiteX3" fmla="*/ 444480 w 561178"/>
                <a:gd name="connsiteY3" fmla="*/ 1052025 h 1052026"/>
                <a:gd name="connsiteX0" fmla="*/ 12837 w 574015"/>
                <a:gd name="connsiteY0" fmla="*/ 576908 h 1052961"/>
                <a:gd name="connsiteX1" fmla="*/ 23454 w 574015"/>
                <a:gd name="connsiteY1" fmla="*/ 445290 h 1052961"/>
                <a:gd name="connsiteX2" fmla="*/ 293426 w 574015"/>
                <a:gd name="connsiteY2" fmla="*/ 935 h 1052961"/>
                <a:gd name="connsiteX3" fmla="*/ 574015 w 574015"/>
                <a:gd name="connsiteY3" fmla="*/ 576908 h 1052961"/>
                <a:gd name="connsiteX4" fmla="*/ 457317 w 574015"/>
                <a:gd name="connsiteY4" fmla="*/ 1052960 h 1052961"/>
                <a:gd name="connsiteX0" fmla="*/ 0 w 953773"/>
                <a:gd name="connsiteY0" fmla="*/ 576908 h 1052961"/>
                <a:gd name="connsiteX1" fmla="*/ 403212 w 953773"/>
                <a:gd name="connsiteY1" fmla="*/ 445290 h 1052961"/>
                <a:gd name="connsiteX2" fmla="*/ 673184 w 953773"/>
                <a:gd name="connsiteY2" fmla="*/ 935 h 1052961"/>
                <a:gd name="connsiteX3" fmla="*/ 953773 w 953773"/>
                <a:gd name="connsiteY3" fmla="*/ 576908 h 1052961"/>
                <a:gd name="connsiteX4" fmla="*/ 837075 w 953773"/>
                <a:gd name="connsiteY4" fmla="*/ 1052960 h 1052961"/>
                <a:gd name="connsiteX0" fmla="*/ 0 w 953773"/>
                <a:gd name="connsiteY0" fmla="*/ 576093 h 1052146"/>
                <a:gd name="connsiteX1" fmla="*/ 413365 w 953773"/>
                <a:gd name="connsiteY1" fmla="*/ 525624 h 1052146"/>
                <a:gd name="connsiteX2" fmla="*/ 673184 w 953773"/>
                <a:gd name="connsiteY2" fmla="*/ 120 h 1052146"/>
                <a:gd name="connsiteX3" fmla="*/ 953773 w 953773"/>
                <a:gd name="connsiteY3" fmla="*/ 576093 h 1052146"/>
                <a:gd name="connsiteX4" fmla="*/ 837075 w 953773"/>
                <a:gd name="connsiteY4" fmla="*/ 1052145 h 1052146"/>
                <a:gd name="connsiteX0" fmla="*/ 0 w 953773"/>
                <a:gd name="connsiteY0" fmla="*/ 576247 h 1052300"/>
                <a:gd name="connsiteX1" fmla="*/ 413365 w 953773"/>
                <a:gd name="connsiteY1" fmla="*/ 525778 h 1052300"/>
                <a:gd name="connsiteX2" fmla="*/ 673184 w 953773"/>
                <a:gd name="connsiteY2" fmla="*/ 274 h 1052300"/>
                <a:gd name="connsiteX3" fmla="*/ 953773 w 953773"/>
                <a:gd name="connsiteY3" fmla="*/ 576247 h 1052300"/>
                <a:gd name="connsiteX4" fmla="*/ 837075 w 953773"/>
                <a:gd name="connsiteY4" fmla="*/ 1052299 h 1052300"/>
                <a:gd name="connsiteX0" fmla="*/ 0 w 953773"/>
                <a:gd name="connsiteY0" fmla="*/ 575975 h 1052028"/>
                <a:gd name="connsiteX1" fmla="*/ 413365 w 953773"/>
                <a:gd name="connsiteY1" fmla="*/ 525506 h 1052028"/>
                <a:gd name="connsiteX2" fmla="*/ 673184 w 953773"/>
                <a:gd name="connsiteY2" fmla="*/ 2 h 1052028"/>
                <a:gd name="connsiteX3" fmla="*/ 953773 w 953773"/>
                <a:gd name="connsiteY3" fmla="*/ 575975 h 1052028"/>
                <a:gd name="connsiteX4" fmla="*/ 837075 w 953773"/>
                <a:gd name="connsiteY4" fmla="*/ 1052027 h 1052028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953773"/>
                <a:gd name="connsiteY0" fmla="*/ 576113 h 1052166"/>
                <a:gd name="connsiteX1" fmla="*/ 437056 w 953773"/>
                <a:gd name="connsiteY1" fmla="*/ 539169 h 1052166"/>
                <a:gd name="connsiteX2" fmla="*/ 673184 w 953773"/>
                <a:gd name="connsiteY2" fmla="*/ 140 h 1052166"/>
                <a:gd name="connsiteX3" fmla="*/ 953773 w 953773"/>
                <a:gd name="connsiteY3" fmla="*/ 576113 h 1052166"/>
                <a:gd name="connsiteX4" fmla="*/ 837075 w 953773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114 h 1052166"/>
                <a:gd name="connsiteX1" fmla="*/ 504745 w 1021462"/>
                <a:gd name="connsiteY1" fmla="*/ 539169 h 1052166"/>
                <a:gd name="connsiteX2" fmla="*/ 740873 w 1021462"/>
                <a:gd name="connsiteY2" fmla="*/ 140 h 1052166"/>
                <a:gd name="connsiteX3" fmla="*/ 1021462 w 1021462"/>
                <a:gd name="connsiteY3" fmla="*/ 576113 h 1052166"/>
                <a:gd name="connsiteX4" fmla="*/ 904764 w 1021462"/>
                <a:gd name="connsiteY4" fmla="*/ 1052165 h 1052166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76492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40873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6635 h 1052544"/>
                <a:gd name="connsiteX1" fmla="*/ 504745 w 1021462"/>
                <a:gd name="connsiteY1" fmla="*/ 509117 h 1052544"/>
                <a:gd name="connsiteX2" fmla="*/ 763718 w 1021462"/>
                <a:gd name="connsiteY2" fmla="*/ 518 h 1052544"/>
                <a:gd name="connsiteX3" fmla="*/ 1021462 w 1021462"/>
                <a:gd name="connsiteY3" fmla="*/ 576491 h 1052544"/>
                <a:gd name="connsiteX4" fmla="*/ 904764 w 1021462"/>
                <a:gd name="connsiteY4" fmla="*/ 1052543 h 1052544"/>
                <a:gd name="connsiteX0" fmla="*/ 0 w 1021462"/>
                <a:gd name="connsiteY0" fmla="*/ 583264 h 1049173"/>
                <a:gd name="connsiteX1" fmla="*/ 504745 w 1021462"/>
                <a:gd name="connsiteY1" fmla="*/ 505746 h 1049173"/>
                <a:gd name="connsiteX2" fmla="*/ 751027 w 1021462"/>
                <a:gd name="connsiteY2" fmla="*/ 528 h 1049173"/>
                <a:gd name="connsiteX3" fmla="*/ 1021462 w 1021462"/>
                <a:gd name="connsiteY3" fmla="*/ 573120 h 1049173"/>
                <a:gd name="connsiteX4" fmla="*/ 904764 w 1021462"/>
                <a:gd name="connsiteY4" fmla="*/ 1049172 h 1049173"/>
                <a:gd name="connsiteX0" fmla="*/ 0 w 1021462"/>
                <a:gd name="connsiteY0" fmla="*/ 583397 h 1049306"/>
                <a:gd name="connsiteX1" fmla="*/ 504745 w 1021462"/>
                <a:gd name="connsiteY1" fmla="*/ 505879 h 1049306"/>
                <a:gd name="connsiteX2" fmla="*/ 751027 w 1021462"/>
                <a:gd name="connsiteY2" fmla="*/ 661 h 1049306"/>
                <a:gd name="connsiteX3" fmla="*/ 1021462 w 1021462"/>
                <a:gd name="connsiteY3" fmla="*/ 573253 h 1049306"/>
                <a:gd name="connsiteX4" fmla="*/ 904764 w 1021462"/>
                <a:gd name="connsiteY4" fmla="*/ 1049305 h 1049306"/>
                <a:gd name="connsiteX0" fmla="*/ 0 w 1021462"/>
                <a:gd name="connsiteY0" fmla="*/ 583154 h 1049063"/>
                <a:gd name="connsiteX1" fmla="*/ 504745 w 1021462"/>
                <a:gd name="connsiteY1" fmla="*/ 505636 h 1049063"/>
                <a:gd name="connsiteX2" fmla="*/ 751027 w 1021462"/>
                <a:gd name="connsiteY2" fmla="*/ 418 h 1049063"/>
                <a:gd name="connsiteX3" fmla="*/ 1021462 w 1021462"/>
                <a:gd name="connsiteY3" fmla="*/ 573010 h 1049063"/>
                <a:gd name="connsiteX4" fmla="*/ 904764 w 1021462"/>
                <a:gd name="connsiteY4" fmla="*/ 1049062 h 1049063"/>
                <a:gd name="connsiteX0" fmla="*/ 0 w 1016229"/>
                <a:gd name="connsiteY0" fmla="*/ 556784 h 1049063"/>
                <a:gd name="connsiteX1" fmla="*/ 499512 w 1016229"/>
                <a:gd name="connsiteY1" fmla="*/ 505636 h 1049063"/>
                <a:gd name="connsiteX2" fmla="*/ 745794 w 1016229"/>
                <a:gd name="connsiteY2" fmla="*/ 418 h 1049063"/>
                <a:gd name="connsiteX3" fmla="*/ 1016229 w 1016229"/>
                <a:gd name="connsiteY3" fmla="*/ 573010 h 1049063"/>
                <a:gd name="connsiteX4" fmla="*/ 899531 w 1016229"/>
                <a:gd name="connsiteY4" fmla="*/ 1049062 h 104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16229" h="1049063">
                  <a:moveTo>
                    <a:pt x="0" y="556784"/>
                  </a:moveTo>
                  <a:cubicBezTo>
                    <a:pt x="154069" y="551754"/>
                    <a:pt x="488283" y="634316"/>
                    <a:pt x="499512" y="505636"/>
                  </a:cubicBezTo>
                  <a:cubicBezTo>
                    <a:pt x="529355" y="157179"/>
                    <a:pt x="626677" y="12857"/>
                    <a:pt x="745794" y="418"/>
                  </a:cubicBezTo>
                  <a:cubicBezTo>
                    <a:pt x="864911" y="-12021"/>
                    <a:pt x="1016229" y="254909"/>
                    <a:pt x="1016229" y="573010"/>
                  </a:cubicBezTo>
                  <a:cubicBezTo>
                    <a:pt x="1013372" y="882538"/>
                    <a:pt x="964070" y="1049708"/>
                    <a:pt x="899531" y="1049062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225" name="Straight Connector 224">
            <a:extLst>
              <a:ext uri="{FF2B5EF4-FFF2-40B4-BE49-F238E27FC236}">
                <a16:creationId xmlns:a16="http://schemas.microsoft.com/office/drawing/2014/main" id="{89FB2D84-7AAA-DAE4-E6B3-5B4B866961CA}"/>
              </a:ext>
            </a:extLst>
          </p:cNvPr>
          <p:cNvCxnSpPr>
            <a:cxnSpLocks/>
          </p:cNvCxnSpPr>
          <p:nvPr/>
        </p:nvCxnSpPr>
        <p:spPr>
          <a:xfrm>
            <a:off x="-3678788" y="2197231"/>
            <a:ext cx="351" cy="7753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43A82E29-C39A-1EAC-2DC4-EC5DF6A26AF6}"/>
              </a:ext>
            </a:extLst>
          </p:cNvPr>
          <p:cNvCxnSpPr>
            <a:cxnSpLocks/>
          </p:cNvCxnSpPr>
          <p:nvPr/>
        </p:nvCxnSpPr>
        <p:spPr>
          <a:xfrm flipH="1">
            <a:off x="-3690280" y="3758011"/>
            <a:ext cx="10221" cy="805681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7" name="Freeform: Shape 31">
            <a:extLst>
              <a:ext uri="{FF2B5EF4-FFF2-40B4-BE49-F238E27FC236}">
                <a16:creationId xmlns:a16="http://schemas.microsoft.com/office/drawing/2014/main" id="{85D2919D-AC1C-CB7C-0D02-D1FC25B23927}"/>
              </a:ext>
            </a:extLst>
          </p:cNvPr>
          <p:cNvSpPr/>
          <p:nvPr/>
        </p:nvSpPr>
        <p:spPr>
          <a:xfrm rot="16200000" flipV="1">
            <a:off x="-4095157" y="3261989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7C88E998-A420-4F80-6C88-25F8E2737C90}"/>
              </a:ext>
            </a:extLst>
          </p:cNvPr>
          <p:cNvCxnSpPr>
            <a:cxnSpLocks/>
          </p:cNvCxnSpPr>
          <p:nvPr/>
        </p:nvCxnSpPr>
        <p:spPr>
          <a:xfrm>
            <a:off x="-4127936" y="2193930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Straight Connector 228">
            <a:extLst>
              <a:ext uri="{FF2B5EF4-FFF2-40B4-BE49-F238E27FC236}">
                <a16:creationId xmlns:a16="http://schemas.microsoft.com/office/drawing/2014/main" id="{C18D919D-373F-D8A9-E3E7-3B37DEB77AF3}"/>
              </a:ext>
            </a:extLst>
          </p:cNvPr>
          <p:cNvCxnSpPr>
            <a:cxnSpLocks/>
          </p:cNvCxnSpPr>
          <p:nvPr/>
        </p:nvCxnSpPr>
        <p:spPr>
          <a:xfrm>
            <a:off x="-5391005" y="2218262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0" name="Straight Connector 229">
            <a:extLst>
              <a:ext uri="{FF2B5EF4-FFF2-40B4-BE49-F238E27FC236}">
                <a16:creationId xmlns:a16="http://schemas.microsoft.com/office/drawing/2014/main" id="{905F1540-7019-D141-2F9F-9210E64C7154}"/>
              </a:ext>
            </a:extLst>
          </p:cNvPr>
          <p:cNvCxnSpPr>
            <a:cxnSpLocks/>
          </p:cNvCxnSpPr>
          <p:nvPr/>
        </p:nvCxnSpPr>
        <p:spPr>
          <a:xfrm>
            <a:off x="-5163701" y="4563692"/>
            <a:ext cx="147342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681C78AD-06E5-177E-AFFA-A3456692EF77}"/>
              </a:ext>
            </a:extLst>
          </p:cNvPr>
          <p:cNvSpPr/>
          <p:nvPr/>
        </p:nvSpPr>
        <p:spPr>
          <a:xfrm>
            <a:off x="-2988524" y="1999419"/>
            <a:ext cx="2452864" cy="2700791"/>
          </a:xfrm>
          <a:prstGeom prst="roundRect">
            <a:avLst>
              <a:gd name="adj" fmla="val 86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23B30B20-C0BE-BCEB-CB83-6230E6150C49}"/>
                  </a:ext>
                </a:extLst>
              </p:cNvPr>
              <p:cNvSpPr txBox="1"/>
              <p:nvPr/>
            </p:nvSpPr>
            <p:spPr>
              <a:xfrm>
                <a:off x="-1990891" y="2298291"/>
                <a:ext cx="55118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𝑋</m:t>
                          </m:r>
                        </m:e>
                        <m:sub>
                          <m:r>
                            <a:rPr kumimoji="0" lang="en-I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kumimoji="0" lang="en-IN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2" name="TextBox 231">
                <a:extLst>
                  <a:ext uri="{FF2B5EF4-FFF2-40B4-BE49-F238E27FC236}">
                    <a16:creationId xmlns:a16="http://schemas.microsoft.com/office/drawing/2014/main" id="{23B30B20-C0BE-BCEB-CB83-6230E6150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90891" y="2298291"/>
                <a:ext cx="551184" cy="46166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B7C7244-8F4E-5F66-8F3E-CF9E532EB6DB}"/>
                  </a:ext>
                </a:extLst>
              </p:cNvPr>
              <p:cNvSpPr txBox="1"/>
              <p:nvPr/>
            </p:nvSpPr>
            <p:spPr>
              <a:xfrm>
                <a:off x="-1402160" y="3113340"/>
                <a:ext cx="5285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𝑅</m:t>
                      </m:r>
                    </m:oMath>
                  </m:oMathPara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9B7C7244-8F4E-5F66-8F3E-CF9E532EB6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02160" y="3113340"/>
                <a:ext cx="528542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EA74472D-83E3-FCE8-0C84-68B21EC0D041}"/>
              </a:ext>
            </a:extLst>
          </p:cNvPr>
          <p:cNvCxnSpPr>
            <a:cxnSpLocks/>
          </p:cNvCxnSpPr>
          <p:nvPr/>
        </p:nvCxnSpPr>
        <p:spPr>
          <a:xfrm>
            <a:off x="-916045" y="2182470"/>
            <a:ext cx="351" cy="775382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E6F26054-5291-FC18-912F-DBED4E0416F1}"/>
              </a:ext>
            </a:extLst>
          </p:cNvPr>
          <p:cNvCxnSpPr>
            <a:cxnSpLocks/>
          </p:cNvCxnSpPr>
          <p:nvPr/>
        </p:nvCxnSpPr>
        <p:spPr>
          <a:xfrm flipH="1">
            <a:off x="-927537" y="3743250"/>
            <a:ext cx="10221" cy="805681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6" name="Freeform: Shape 31">
            <a:extLst>
              <a:ext uri="{FF2B5EF4-FFF2-40B4-BE49-F238E27FC236}">
                <a16:creationId xmlns:a16="http://schemas.microsoft.com/office/drawing/2014/main" id="{3DCF9194-FA51-60B0-4EFF-FC0B2E16E91E}"/>
              </a:ext>
            </a:extLst>
          </p:cNvPr>
          <p:cNvSpPr/>
          <p:nvPr/>
        </p:nvSpPr>
        <p:spPr>
          <a:xfrm rot="16200000" flipV="1">
            <a:off x="-1332414" y="3247228"/>
            <a:ext cx="817737" cy="176646"/>
          </a:xfrm>
          <a:custGeom>
            <a:avLst/>
            <a:gdLst>
              <a:gd name="connsiteX0" fmla="*/ 0 w 1082040"/>
              <a:gd name="connsiteY0" fmla="*/ 69055 h 199177"/>
              <a:gd name="connsiteX1" fmla="*/ 182880 w 1082040"/>
              <a:gd name="connsiteY1" fmla="*/ 61435 h 199177"/>
              <a:gd name="connsiteX2" fmla="*/ 281940 w 1082040"/>
              <a:gd name="connsiteY2" fmla="*/ 198595 h 199177"/>
              <a:gd name="connsiteX3" fmla="*/ 358140 w 1082040"/>
              <a:gd name="connsiteY3" fmla="*/ 475 h 199177"/>
              <a:gd name="connsiteX4" fmla="*/ 358140 w 1082040"/>
              <a:gd name="connsiteY4" fmla="*/ 475 h 199177"/>
              <a:gd name="connsiteX5" fmla="*/ 502920 w 1082040"/>
              <a:gd name="connsiteY5" fmla="*/ 175735 h 199177"/>
              <a:gd name="connsiteX6" fmla="*/ 586740 w 1082040"/>
              <a:gd name="connsiteY6" fmla="*/ 8095 h 199177"/>
              <a:gd name="connsiteX7" fmla="*/ 739140 w 1082040"/>
              <a:gd name="connsiteY7" fmla="*/ 137635 h 199177"/>
              <a:gd name="connsiteX8" fmla="*/ 807720 w 1082040"/>
              <a:gd name="connsiteY8" fmla="*/ 475 h 199177"/>
              <a:gd name="connsiteX9" fmla="*/ 891540 w 1082040"/>
              <a:gd name="connsiteY9" fmla="*/ 91915 h 199177"/>
              <a:gd name="connsiteX10" fmla="*/ 1082040 w 1082040"/>
              <a:gd name="connsiteY10" fmla="*/ 76675 h 199177"/>
              <a:gd name="connsiteX0" fmla="*/ 0 w 1082040"/>
              <a:gd name="connsiteY0" fmla="*/ 69055 h 199118"/>
              <a:gd name="connsiteX1" fmla="*/ 182880 w 1082040"/>
              <a:gd name="connsiteY1" fmla="*/ 61435 h 199118"/>
              <a:gd name="connsiteX2" fmla="*/ 281940 w 1082040"/>
              <a:gd name="connsiteY2" fmla="*/ 198595 h 199118"/>
              <a:gd name="connsiteX3" fmla="*/ 358140 w 1082040"/>
              <a:gd name="connsiteY3" fmla="*/ 475 h 199118"/>
              <a:gd name="connsiteX4" fmla="*/ 358140 w 1082040"/>
              <a:gd name="connsiteY4" fmla="*/ 475 h 199118"/>
              <a:gd name="connsiteX5" fmla="*/ 502920 w 1082040"/>
              <a:gd name="connsiteY5" fmla="*/ 175735 h 199118"/>
              <a:gd name="connsiteX6" fmla="*/ 586740 w 1082040"/>
              <a:gd name="connsiteY6" fmla="*/ 8095 h 199118"/>
              <a:gd name="connsiteX7" fmla="*/ 739140 w 1082040"/>
              <a:gd name="connsiteY7" fmla="*/ 137635 h 199118"/>
              <a:gd name="connsiteX8" fmla="*/ 807720 w 1082040"/>
              <a:gd name="connsiteY8" fmla="*/ 475 h 199118"/>
              <a:gd name="connsiteX9" fmla="*/ 891540 w 1082040"/>
              <a:gd name="connsiteY9" fmla="*/ 91915 h 199118"/>
              <a:gd name="connsiteX10" fmla="*/ 1082040 w 1082040"/>
              <a:gd name="connsiteY10" fmla="*/ 76675 h 199118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85"/>
              <a:gd name="connsiteX1" fmla="*/ 193040 w 1092200"/>
              <a:gd name="connsiteY1" fmla="*/ 61435 h 199185"/>
              <a:gd name="connsiteX2" fmla="*/ 292100 w 1092200"/>
              <a:gd name="connsiteY2" fmla="*/ 198595 h 199185"/>
              <a:gd name="connsiteX3" fmla="*/ 368300 w 1092200"/>
              <a:gd name="connsiteY3" fmla="*/ 475 h 199185"/>
              <a:gd name="connsiteX4" fmla="*/ 368300 w 1092200"/>
              <a:gd name="connsiteY4" fmla="*/ 475 h 199185"/>
              <a:gd name="connsiteX5" fmla="*/ 513080 w 1092200"/>
              <a:gd name="connsiteY5" fmla="*/ 175735 h 199185"/>
              <a:gd name="connsiteX6" fmla="*/ 596900 w 1092200"/>
              <a:gd name="connsiteY6" fmla="*/ 8095 h 199185"/>
              <a:gd name="connsiteX7" fmla="*/ 749300 w 1092200"/>
              <a:gd name="connsiteY7" fmla="*/ 137635 h 199185"/>
              <a:gd name="connsiteX8" fmla="*/ 817880 w 1092200"/>
              <a:gd name="connsiteY8" fmla="*/ 475 h 199185"/>
              <a:gd name="connsiteX9" fmla="*/ 901700 w 1092200"/>
              <a:gd name="connsiteY9" fmla="*/ 91915 h 199185"/>
              <a:gd name="connsiteX10" fmla="*/ 1092200 w 1092200"/>
              <a:gd name="connsiteY10" fmla="*/ 76675 h 199185"/>
              <a:gd name="connsiteX0" fmla="*/ 0 w 1092200"/>
              <a:gd name="connsiteY0" fmla="*/ 58895 h 199124"/>
              <a:gd name="connsiteX1" fmla="*/ 193040 w 1092200"/>
              <a:gd name="connsiteY1" fmla="*/ 61435 h 199124"/>
              <a:gd name="connsiteX2" fmla="*/ 292100 w 1092200"/>
              <a:gd name="connsiteY2" fmla="*/ 198595 h 199124"/>
              <a:gd name="connsiteX3" fmla="*/ 368300 w 1092200"/>
              <a:gd name="connsiteY3" fmla="*/ 475 h 199124"/>
              <a:gd name="connsiteX4" fmla="*/ 368300 w 1092200"/>
              <a:gd name="connsiteY4" fmla="*/ 475 h 199124"/>
              <a:gd name="connsiteX5" fmla="*/ 513080 w 1092200"/>
              <a:gd name="connsiteY5" fmla="*/ 175735 h 199124"/>
              <a:gd name="connsiteX6" fmla="*/ 596900 w 1092200"/>
              <a:gd name="connsiteY6" fmla="*/ 8095 h 199124"/>
              <a:gd name="connsiteX7" fmla="*/ 749300 w 1092200"/>
              <a:gd name="connsiteY7" fmla="*/ 137635 h 199124"/>
              <a:gd name="connsiteX8" fmla="*/ 817880 w 1092200"/>
              <a:gd name="connsiteY8" fmla="*/ 475 h 199124"/>
              <a:gd name="connsiteX9" fmla="*/ 901700 w 1092200"/>
              <a:gd name="connsiteY9" fmla="*/ 91915 h 199124"/>
              <a:gd name="connsiteX10" fmla="*/ 1092200 w 1092200"/>
              <a:gd name="connsiteY10" fmla="*/ 76675 h 199124"/>
              <a:gd name="connsiteX0" fmla="*/ 0 w 1092200"/>
              <a:gd name="connsiteY0" fmla="*/ 111760 h 251989"/>
              <a:gd name="connsiteX1" fmla="*/ 193040 w 1092200"/>
              <a:gd name="connsiteY1" fmla="*/ 114300 h 251989"/>
              <a:gd name="connsiteX2" fmla="*/ 292100 w 1092200"/>
              <a:gd name="connsiteY2" fmla="*/ 251460 h 251989"/>
              <a:gd name="connsiteX3" fmla="*/ 368300 w 1092200"/>
              <a:gd name="connsiteY3" fmla="*/ 53340 h 251989"/>
              <a:gd name="connsiteX4" fmla="*/ 368300 w 1092200"/>
              <a:gd name="connsiteY4" fmla="*/ 0 h 251989"/>
              <a:gd name="connsiteX5" fmla="*/ 513080 w 1092200"/>
              <a:gd name="connsiteY5" fmla="*/ 228600 h 251989"/>
              <a:gd name="connsiteX6" fmla="*/ 596900 w 1092200"/>
              <a:gd name="connsiteY6" fmla="*/ 60960 h 251989"/>
              <a:gd name="connsiteX7" fmla="*/ 749300 w 1092200"/>
              <a:gd name="connsiteY7" fmla="*/ 190500 h 251989"/>
              <a:gd name="connsiteX8" fmla="*/ 817880 w 1092200"/>
              <a:gd name="connsiteY8" fmla="*/ 53340 h 251989"/>
              <a:gd name="connsiteX9" fmla="*/ 901700 w 1092200"/>
              <a:gd name="connsiteY9" fmla="*/ 144780 h 251989"/>
              <a:gd name="connsiteX10" fmla="*/ 1092200 w 1092200"/>
              <a:gd name="connsiteY10" fmla="*/ 129540 h 251989"/>
              <a:gd name="connsiteX0" fmla="*/ 0 w 1092200"/>
              <a:gd name="connsiteY0" fmla="*/ 111760 h 267068"/>
              <a:gd name="connsiteX1" fmla="*/ 193040 w 1092200"/>
              <a:gd name="connsiteY1" fmla="*/ 114300 h 267068"/>
              <a:gd name="connsiteX2" fmla="*/ 292100 w 1092200"/>
              <a:gd name="connsiteY2" fmla="*/ 251460 h 267068"/>
              <a:gd name="connsiteX3" fmla="*/ 368300 w 1092200"/>
              <a:gd name="connsiteY3" fmla="*/ 53340 h 267068"/>
              <a:gd name="connsiteX4" fmla="*/ 368300 w 1092200"/>
              <a:gd name="connsiteY4" fmla="*/ 0 h 267068"/>
              <a:gd name="connsiteX5" fmla="*/ 513080 w 1092200"/>
              <a:gd name="connsiteY5" fmla="*/ 266700 h 267068"/>
              <a:gd name="connsiteX6" fmla="*/ 596900 w 1092200"/>
              <a:gd name="connsiteY6" fmla="*/ 60960 h 267068"/>
              <a:gd name="connsiteX7" fmla="*/ 749300 w 1092200"/>
              <a:gd name="connsiteY7" fmla="*/ 190500 h 267068"/>
              <a:gd name="connsiteX8" fmla="*/ 817880 w 1092200"/>
              <a:gd name="connsiteY8" fmla="*/ 53340 h 267068"/>
              <a:gd name="connsiteX9" fmla="*/ 901700 w 1092200"/>
              <a:gd name="connsiteY9" fmla="*/ 144780 h 267068"/>
              <a:gd name="connsiteX10" fmla="*/ 1092200 w 1092200"/>
              <a:gd name="connsiteY10" fmla="*/ 129540 h 267068"/>
              <a:gd name="connsiteX0" fmla="*/ 0 w 1092200"/>
              <a:gd name="connsiteY0" fmla="*/ 111780 h 267088"/>
              <a:gd name="connsiteX1" fmla="*/ 193040 w 1092200"/>
              <a:gd name="connsiteY1" fmla="*/ 114320 h 267088"/>
              <a:gd name="connsiteX2" fmla="*/ 292100 w 1092200"/>
              <a:gd name="connsiteY2" fmla="*/ 251480 h 267088"/>
              <a:gd name="connsiteX3" fmla="*/ 368300 w 1092200"/>
              <a:gd name="connsiteY3" fmla="*/ 20 h 267088"/>
              <a:gd name="connsiteX4" fmla="*/ 513080 w 1092200"/>
              <a:gd name="connsiteY4" fmla="*/ 266720 h 267088"/>
              <a:gd name="connsiteX5" fmla="*/ 596900 w 1092200"/>
              <a:gd name="connsiteY5" fmla="*/ 60980 h 267088"/>
              <a:gd name="connsiteX6" fmla="*/ 749300 w 1092200"/>
              <a:gd name="connsiteY6" fmla="*/ 190520 h 267088"/>
              <a:gd name="connsiteX7" fmla="*/ 817880 w 1092200"/>
              <a:gd name="connsiteY7" fmla="*/ 53360 h 267088"/>
              <a:gd name="connsiteX8" fmla="*/ 901700 w 1092200"/>
              <a:gd name="connsiteY8" fmla="*/ 144800 h 267088"/>
              <a:gd name="connsiteX9" fmla="*/ 1092200 w 1092200"/>
              <a:gd name="connsiteY9" fmla="*/ 129560 h 267088"/>
              <a:gd name="connsiteX0" fmla="*/ 0 w 1092200"/>
              <a:gd name="connsiteY0" fmla="*/ 119958 h 274902"/>
              <a:gd name="connsiteX1" fmla="*/ 193040 w 1092200"/>
              <a:gd name="connsiteY1" fmla="*/ 122498 h 274902"/>
              <a:gd name="connsiteX2" fmla="*/ 292100 w 1092200"/>
              <a:gd name="connsiteY2" fmla="*/ 259658 h 274902"/>
              <a:gd name="connsiteX3" fmla="*/ 368300 w 1092200"/>
              <a:gd name="connsiteY3" fmla="*/ 8198 h 274902"/>
              <a:gd name="connsiteX4" fmla="*/ 513080 w 1092200"/>
              <a:gd name="connsiteY4" fmla="*/ 274898 h 274902"/>
              <a:gd name="connsiteX5" fmla="*/ 591820 w 1092200"/>
              <a:gd name="connsiteY5" fmla="*/ 578 h 274902"/>
              <a:gd name="connsiteX6" fmla="*/ 749300 w 1092200"/>
              <a:gd name="connsiteY6" fmla="*/ 198698 h 274902"/>
              <a:gd name="connsiteX7" fmla="*/ 817880 w 1092200"/>
              <a:gd name="connsiteY7" fmla="*/ 61538 h 274902"/>
              <a:gd name="connsiteX8" fmla="*/ 901700 w 1092200"/>
              <a:gd name="connsiteY8" fmla="*/ 152978 h 274902"/>
              <a:gd name="connsiteX9" fmla="*/ 1092200 w 1092200"/>
              <a:gd name="connsiteY9" fmla="*/ 137738 h 274902"/>
              <a:gd name="connsiteX0" fmla="*/ 0 w 1092200"/>
              <a:gd name="connsiteY0" fmla="*/ 119381 h 274325"/>
              <a:gd name="connsiteX1" fmla="*/ 193040 w 1092200"/>
              <a:gd name="connsiteY1" fmla="*/ 121921 h 274325"/>
              <a:gd name="connsiteX2" fmla="*/ 292100 w 1092200"/>
              <a:gd name="connsiteY2" fmla="*/ 259081 h 274325"/>
              <a:gd name="connsiteX3" fmla="*/ 368300 w 1092200"/>
              <a:gd name="connsiteY3" fmla="*/ 7621 h 274325"/>
              <a:gd name="connsiteX4" fmla="*/ 513080 w 1092200"/>
              <a:gd name="connsiteY4" fmla="*/ 274321 h 274325"/>
              <a:gd name="connsiteX5" fmla="*/ 591820 w 1092200"/>
              <a:gd name="connsiteY5" fmla="*/ 1 h 274325"/>
              <a:gd name="connsiteX6" fmla="*/ 734060 w 1092200"/>
              <a:gd name="connsiteY6" fmla="*/ 271781 h 274325"/>
              <a:gd name="connsiteX7" fmla="*/ 817880 w 1092200"/>
              <a:gd name="connsiteY7" fmla="*/ 60961 h 274325"/>
              <a:gd name="connsiteX8" fmla="*/ 901700 w 1092200"/>
              <a:gd name="connsiteY8" fmla="*/ 152401 h 274325"/>
              <a:gd name="connsiteX9" fmla="*/ 1092200 w 1092200"/>
              <a:gd name="connsiteY9" fmla="*/ 13716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609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51318 h 306262"/>
              <a:gd name="connsiteX1" fmla="*/ 193040 w 1087120"/>
              <a:gd name="connsiteY1" fmla="*/ 153858 h 306262"/>
              <a:gd name="connsiteX2" fmla="*/ 292100 w 1087120"/>
              <a:gd name="connsiteY2" fmla="*/ 291018 h 306262"/>
              <a:gd name="connsiteX3" fmla="*/ 368300 w 1087120"/>
              <a:gd name="connsiteY3" fmla="*/ 39558 h 306262"/>
              <a:gd name="connsiteX4" fmla="*/ 513080 w 1087120"/>
              <a:gd name="connsiteY4" fmla="*/ 306258 h 306262"/>
              <a:gd name="connsiteX5" fmla="*/ 591820 w 1087120"/>
              <a:gd name="connsiteY5" fmla="*/ 31938 h 306262"/>
              <a:gd name="connsiteX6" fmla="*/ 734060 w 1087120"/>
              <a:gd name="connsiteY6" fmla="*/ 303718 h 306262"/>
              <a:gd name="connsiteX7" fmla="*/ 821436 w 1087120"/>
              <a:gd name="connsiteY7" fmla="*/ 1458 h 306262"/>
              <a:gd name="connsiteX8" fmla="*/ 901700 w 1087120"/>
              <a:gd name="connsiteY8" fmla="*/ 184338 h 306262"/>
              <a:gd name="connsiteX9" fmla="*/ 1087120 w 1087120"/>
              <a:gd name="connsiteY9" fmla="*/ 179258 h 306262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513080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59182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88184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13160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1 h 274325"/>
              <a:gd name="connsiteX1" fmla="*/ 193040 w 1087120"/>
              <a:gd name="connsiteY1" fmla="*/ 121921 h 274325"/>
              <a:gd name="connsiteX2" fmla="*/ 292100 w 1087120"/>
              <a:gd name="connsiteY2" fmla="*/ 259081 h 274325"/>
              <a:gd name="connsiteX3" fmla="*/ 368300 w 1087120"/>
              <a:gd name="connsiteY3" fmla="*/ 7621 h 274325"/>
              <a:gd name="connsiteX4" fmla="*/ 495298 w 1087120"/>
              <a:gd name="connsiteY4" fmla="*/ 274321 h 274325"/>
              <a:gd name="connsiteX5" fmla="*/ 607825 w 1087120"/>
              <a:gd name="connsiteY5" fmla="*/ 1 h 274325"/>
              <a:gd name="connsiteX6" fmla="*/ 734060 w 1087120"/>
              <a:gd name="connsiteY6" fmla="*/ 271781 h 274325"/>
              <a:gd name="connsiteX7" fmla="*/ 817880 w 1087120"/>
              <a:gd name="connsiteY7" fmla="*/ 10161 h 274325"/>
              <a:gd name="connsiteX8" fmla="*/ 901700 w 1087120"/>
              <a:gd name="connsiteY8" fmla="*/ 152401 h 274325"/>
              <a:gd name="connsiteX9" fmla="*/ 1087120 w 1087120"/>
              <a:gd name="connsiteY9" fmla="*/ 147321 h 274325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68300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326"/>
              <a:gd name="connsiteX1" fmla="*/ 193040 w 1087120"/>
              <a:gd name="connsiteY1" fmla="*/ 121922 h 274326"/>
              <a:gd name="connsiteX2" fmla="*/ 292100 w 1087120"/>
              <a:gd name="connsiteY2" fmla="*/ 259082 h 274326"/>
              <a:gd name="connsiteX3" fmla="*/ 377192 w 1087120"/>
              <a:gd name="connsiteY3" fmla="*/ 7622 h 274326"/>
              <a:gd name="connsiteX4" fmla="*/ 495298 w 1087120"/>
              <a:gd name="connsiteY4" fmla="*/ 274322 h 274326"/>
              <a:gd name="connsiteX5" fmla="*/ 607825 w 1087120"/>
              <a:gd name="connsiteY5" fmla="*/ 2 h 274326"/>
              <a:gd name="connsiteX6" fmla="*/ 719833 w 1087120"/>
              <a:gd name="connsiteY6" fmla="*/ 269242 h 274326"/>
              <a:gd name="connsiteX7" fmla="*/ 817880 w 1087120"/>
              <a:gd name="connsiteY7" fmla="*/ 10162 h 274326"/>
              <a:gd name="connsiteX8" fmla="*/ 901700 w 1087120"/>
              <a:gd name="connsiteY8" fmla="*/ 152402 h 274326"/>
              <a:gd name="connsiteX9" fmla="*/ 1087120 w 1087120"/>
              <a:gd name="connsiteY9" fmla="*/ 147322 h 274326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2 h 274584"/>
              <a:gd name="connsiteX1" fmla="*/ 193040 w 1087120"/>
              <a:gd name="connsiteY1" fmla="*/ 121922 h 274584"/>
              <a:gd name="connsiteX2" fmla="*/ 278146 w 1087120"/>
              <a:gd name="connsiteY2" fmla="*/ 274584 h 274584"/>
              <a:gd name="connsiteX3" fmla="*/ 377192 w 1087120"/>
              <a:gd name="connsiteY3" fmla="*/ 7622 h 274584"/>
              <a:gd name="connsiteX4" fmla="*/ 495298 w 1087120"/>
              <a:gd name="connsiteY4" fmla="*/ 274322 h 274584"/>
              <a:gd name="connsiteX5" fmla="*/ 607825 w 1087120"/>
              <a:gd name="connsiteY5" fmla="*/ 2 h 274584"/>
              <a:gd name="connsiteX6" fmla="*/ 719833 w 1087120"/>
              <a:gd name="connsiteY6" fmla="*/ 269242 h 274584"/>
              <a:gd name="connsiteX7" fmla="*/ 817880 w 1087120"/>
              <a:gd name="connsiteY7" fmla="*/ 10162 h 274584"/>
              <a:gd name="connsiteX8" fmla="*/ 901700 w 1087120"/>
              <a:gd name="connsiteY8" fmla="*/ 152402 h 274584"/>
              <a:gd name="connsiteX9" fmla="*/ 1087120 w 1087120"/>
              <a:gd name="connsiteY9" fmla="*/ 147322 h 274584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52400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4732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  <a:gd name="connsiteX0" fmla="*/ 0 w 1087120"/>
              <a:gd name="connsiteY0" fmla="*/ 119380 h 274582"/>
              <a:gd name="connsiteX1" fmla="*/ 193040 w 1087120"/>
              <a:gd name="connsiteY1" fmla="*/ 121920 h 274582"/>
              <a:gd name="connsiteX2" fmla="*/ 278146 w 1087120"/>
              <a:gd name="connsiteY2" fmla="*/ 274582 h 274582"/>
              <a:gd name="connsiteX3" fmla="*/ 377192 w 1087120"/>
              <a:gd name="connsiteY3" fmla="*/ 7620 h 274582"/>
              <a:gd name="connsiteX4" fmla="*/ 495298 w 1087120"/>
              <a:gd name="connsiteY4" fmla="*/ 274320 h 274582"/>
              <a:gd name="connsiteX5" fmla="*/ 607825 w 1087120"/>
              <a:gd name="connsiteY5" fmla="*/ 0 h 274582"/>
              <a:gd name="connsiteX6" fmla="*/ 719833 w 1087120"/>
              <a:gd name="connsiteY6" fmla="*/ 269240 h 274582"/>
              <a:gd name="connsiteX7" fmla="*/ 817880 w 1087120"/>
              <a:gd name="connsiteY7" fmla="*/ 10160 h 274582"/>
              <a:gd name="connsiteX8" fmla="*/ 901700 w 1087120"/>
              <a:gd name="connsiteY8" fmla="*/ 165687 h 274582"/>
              <a:gd name="connsiteX9" fmla="*/ 1087120 w 1087120"/>
              <a:gd name="connsiteY9" fmla="*/ 167250 h 27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7120" h="274582">
                <a:moveTo>
                  <a:pt x="0" y="119380"/>
                </a:moveTo>
                <a:cubicBezTo>
                  <a:pt x="83185" y="120015"/>
                  <a:pt x="146682" y="96053"/>
                  <a:pt x="193040" y="121920"/>
                </a:cubicBezTo>
                <a:cubicBezTo>
                  <a:pt x="239398" y="147787"/>
                  <a:pt x="240896" y="205787"/>
                  <a:pt x="278146" y="274582"/>
                </a:cubicBezTo>
                <a:cubicBezTo>
                  <a:pt x="311871" y="186748"/>
                  <a:pt x="337899" y="80744"/>
                  <a:pt x="377192" y="7620"/>
                </a:cubicBezTo>
                <a:cubicBezTo>
                  <a:pt x="399430" y="27507"/>
                  <a:pt x="453758" y="224656"/>
                  <a:pt x="495298" y="274320"/>
                </a:cubicBezTo>
                <a:cubicBezTo>
                  <a:pt x="533737" y="202185"/>
                  <a:pt x="570403" y="60639"/>
                  <a:pt x="607825" y="0"/>
                </a:cubicBezTo>
                <a:cubicBezTo>
                  <a:pt x="642146" y="56730"/>
                  <a:pt x="677072" y="198897"/>
                  <a:pt x="719833" y="269240"/>
                </a:cubicBezTo>
                <a:cubicBezTo>
                  <a:pt x="757943" y="191210"/>
                  <a:pt x="789120" y="80567"/>
                  <a:pt x="817880" y="10160"/>
                </a:cubicBezTo>
                <a:cubicBezTo>
                  <a:pt x="851292" y="70410"/>
                  <a:pt x="855980" y="152987"/>
                  <a:pt x="901700" y="165687"/>
                </a:cubicBezTo>
                <a:cubicBezTo>
                  <a:pt x="967740" y="165687"/>
                  <a:pt x="994574" y="172362"/>
                  <a:pt x="1087120" y="167250"/>
                </a:cubicBezTo>
              </a:path>
            </a:pathLst>
          </a:custGeom>
          <a:noFill/>
          <a:ln w="19050">
            <a:solidFill>
              <a:schemeClr val="tx1"/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61B5D0DF-A768-11BD-4D39-BC159DA4EF73}"/>
              </a:ext>
            </a:extLst>
          </p:cNvPr>
          <p:cNvCxnSpPr>
            <a:cxnSpLocks/>
          </p:cNvCxnSpPr>
          <p:nvPr/>
        </p:nvCxnSpPr>
        <p:spPr>
          <a:xfrm>
            <a:off x="-1365193" y="2179169"/>
            <a:ext cx="454609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0C83EA6C-0E2E-7919-ED0C-38F08A9113F0}"/>
              </a:ext>
            </a:extLst>
          </p:cNvPr>
          <p:cNvCxnSpPr>
            <a:cxnSpLocks/>
          </p:cNvCxnSpPr>
          <p:nvPr/>
        </p:nvCxnSpPr>
        <p:spPr>
          <a:xfrm>
            <a:off x="-2628262" y="2203501"/>
            <a:ext cx="66410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9" name="Straight Connector 238">
            <a:extLst>
              <a:ext uri="{FF2B5EF4-FFF2-40B4-BE49-F238E27FC236}">
                <a16:creationId xmlns:a16="http://schemas.microsoft.com/office/drawing/2014/main" id="{CF1592BB-31FC-A683-4DB1-CE70461BE2ED}"/>
              </a:ext>
            </a:extLst>
          </p:cNvPr>
          <p:cNvCxnSpPr>
            <a:cxnSpLocks/>
          </p:cNvCxnSpPr>
          <p:nvPr/>
        </p:nvCxnSpPr>
        <p:spPr>
          <a:xfrm>
            <a:off x="-2400958" y="4548931"/>
            <a:ext cx="1473421" cy="0"/>
          </a:xfrm>
          <a:prstGeom prst="line">
            <a:avLst/>
          </a:prstGeom>
          <a:noFill/>
          <a:ln w="19050" cap="rnd">
            <a:solidFill>
              <a:srgbClr val="7388A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40" name="Group 239">
            <a:extLst>
              <a:ext uri="{FF2B5EF4-FFF2-40B4-BE49-F238E27FC236}">
                <a16:creationId xmlns:a16="http://schemas.microsoft.com/office/drawing/2014/main" id="{7DD17FE7-600F-B0EA-C578-BBBF031E82C9}"/>
              </a:ext>
            </a:extLst>
          </p:cNvPr>
          <p:cNvGrpSpPr/>
          <p:nvPr/>
        </p:nvGrpSpPr>
        <p:grpSpPr>
          <a:xfrm>
            <a:off x="-1909029" y="2045930"/>
            <a:ext cx="509567" cy="303672"/>
            <a:chOff x="5377910" y="3964770"/>
            <a:chExt cx="825067" cy="314187"/>
          </a:xfrm>
        </p:grpSpPr>
        <p:sp>
          <p:nvSpPr>
            <p:cNvPr id="241" name="Freeform: Shape 41">
              <a:extLst>
                <a:ext uri="{FF2B5EF4-FFF2-40B4-BE49-F238E27FC236}">
                  <a16:creationId xmlns:a16="http://schemas.microsoft.com/office/drawing/2014/main" id="{8F03945F-C431-38C3-1D94-2BCAABFE7794}"/>
                </a:ext>
              </a:extLst>
            </p:cNvPr>
            <p:cNvSpPr/>
            <p:nvPr/>
          </p:nvSpPr>
          <p:spPr>
            <a:xfrm>
              <a:off x="5377910" y="4117937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2" name="Freeform: Shape 42">
              <a:extLst>
                <a:ext uri="{FF2B5EF4-FFF2-40B4-BE49-F238E27FC236}">
                  <a16:creationId xmlns:a16="http://schemas.microsoft.com/office/drawing/2014/main" id="{5B5BBC69-295A-2399-9571-3901D5C32DAD}"/>
                </a:ext>
              </a:extLst>
            </p:cNvPr>
            <p:cNvSpPr/>
            <p:nvPr/>
          </p:nvSpPr>
          <p:spPr>
            <a:xfrm>
              <a:off x="5887410" y="4112038"/>
              <a:ext cx="315567" cy="7862"/>
            </a:xfrm>
            <a:custGeom>
              <a:avLst/>
              <a:gdLst>
                <a:gd name="connsiteX0" fmla="*/ 0 w 335280"/>
                <a:gd name="connsiteY0" fmla="*/ 733 h 8353"/>
                <a:gd name="connsiteX1" fmla="*/ 175260 w 335280"/>
                <a:gd name="connsiteY1" fmla="*/ 733 h 8353"/>
                <a:gd name="connsiteX2" fmla="*/ 335280 w 335280"/>
                <a:gd name="connsiteY2" fmla="*/ 8353 h 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5280" h="8353">
                  <a:moveTo>
                    <a:pt x="0" y="733"/>
                  </a:moveTo>
                  <a:cubicBezTo>
                    <a:pt x="59690" y="98"/>
                    <a:pt x="119380" y="-537"/>
                    <a:pt x="175260" y="733"/>
                  </a:cubicBezTo>
                  <a:cubicBezTo>
                    <a:pt x="231140" y="2003"/>
                    <a:pt x="283210" y="5178"/>
                    <a:pt x="335280" y="8353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headEnd type="none"/>
              <a:tailEnd type="oval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3" name="Freeform: Shape 43">
              <a:extLst>
                <a:ext uri="{FF2B5EF4-FFF2-40B4-BE49-F238E27FC236}">
                  <a16:creationId xmlns:a16="http://schemas.microsoft.com/office/drawing/2014/main" id="{F334BFBC-90FC-2777-A788-20B13D843809}"/>
                </a:ext>
              </a:extLst>
            </p:cNvPr>
            <p:cNvSpPr/>
            <p:nvPr/>
          </p:nvSpPr>
          <p:spPr>
            <a:xfrm>
              <a:off x="5887633" y="3964773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4" name="Freeform: Shape 44">
              <a:extLst>
                <a:ext uri="{FF2B5EF4-FFF2-40B4-BE49-F238E27FC236}">
                  <a16:creationId xmlns:a16="http://schemas.microsoft.com/office/drawing/2014/main" id="{5FA9DA12-7B0C-A56C-1FB7-08520D8FD5EA}"/>
                </a:ext>
              </a:extLst>
            </p:cNvPr>
            <p:cNvSpPr/>
            <p:nvPr/>
          </p:nvSpPr>
          <p:spPr>
            <a:xfrm>
              <a:off x="5686085" y="3964770"/>
              <a:ext cx="0" cy="314184"/>
            </a:xfrm>
            <a:custGeom>
              <a:avLst/>
              <a:gdLst>
                <a:gd name="connsiteX0" fmla="*/ 0 w 3810"/>
                <a:gd name="connsiteY0" fmla="*/ 0 h 453390"/>
                <a:gd name="connsiteX1" fmla="*/ 3810 w 3810"/>
                <a:gd name="connsiteY1" fmla="*/ 453390 h 4533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810" h="453390">
                  <a:moveTo>
                    <a:pt x="0" y="0"/>
                  </a:moveTo>
                  <a:lnTo>
                    <a:pt x="3810" y="453390"/>
                  </a:lnTo>
                </a:path>
              </a:pathLst>
            </a:custGeom>
            <a:noFill/>
            <a:ln w="19050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2A937957-7D5A-6535-11E5-B0A9BDF6098D}"/>
              </a:ext>
            </a:extLst>
          </p:cNvPr>
          <p:cNvSpPr txBox="1"/>
          <p:nvPr/>
        </p:nvSpPr>
        <p:spPr>
          <a:xfrm>
            <a:off x="-12203606" y="5115560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High Pass filter</a:t>
            </a: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id="{A86444FB-B770-17AD-31D1-8F9E60797746}"/>
              </a:ext>
            </a:extLst>
          </p:cNvPr>
          <p:cNvSpPr txBox="1"/>
          <p:nvPr/>
        </p:nvSpPr>
        <p:spPr>
          <a:xfrm>
            <a:off x="-2904325" y="5101047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High Pass filter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AEE45CBB-FE3E-51E5-86EC-D478BF2BD470}"/>
              </a:ext>
            </a:extLst>
          </p:cNvPr>
          <p:cNvSpPr txBox="1"/>
          <p:nvPr/>
        </p:nvSpPr>
        <p:spPr>
          <a:xfrm>
            <a:off x="-9109986" y="5125810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Low Pass filter</a:t>
            </a: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74DE10EA-956A-2A87-BF90-E3FA877DC89B}"/>
              </a:ext>
            </a:extLst>
          </p:cNvPr>
          <p:cNvSpPr txBox="1"/>
          <p:nvPr/>
        </p:nvSpPr>
        <p:spPr>
          <a:xfrm>
            <a:off x="-5882664" y="5115559"/>
            <a:ext cx="2371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Low Pass filter</a:t>
            </a:r>
          </a:p>
        </p:txBody>
      </p:sp>
    </p:spTree>
    <p:extLst>
      <p:ext uri="{BB962C8B-B14F-4D97-AF65-F5344CB8AC3E}">
        <p14:creationId xmlns:p14="http://schemas.microsoft.com/office/powerpoint/2010/main" val="11426818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148" grpId="0"/>
      <p:bldP spid="88" grpId="0"/>
      <p:bldP spid="8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C50C87-CF73-5314-DF17-4C1F54DB3580}"/>
              </a:ext>
            </a:extLst>
          </p:cNvPr>
          <p:cNvSpPr/>
          <p:nvPr/>
        </p:nvSpPr>
        <p:spPr>
          <a:xfrm>
            <a:off x="2191962" y="2967335"/>
            <a:ext cx="78081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Can also add pi and T filter</a:t>
            </a:r>
          </a:p>
        </p:txBody>
      </p:sp>
    </p:spTree>
    <p:extLst>
      <p:ext uri="{BB962C8B-B14F-4D97-AF65-F5344CB8AC3E}">
        <p14:creationId xmlns:p14="http://schemas.microsoft.com/office/powerpoint/2010/main" val="3327523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673592" y="1120676"/>
            <a:ext cx="63710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rgbClr val="FFFFFF"/>
                </a:solidFill>
                <a:latin typeface="Calibri" panose="020F0502020204030204" pitchFamily="34" charset="0"/>
              </a:rPr>
              <a:t>What is practical meaning of </a:t>
            </a:r>
            <a:endParaRPr lang="en-GB" sz="2800" dirty="0">
              <a:solidFill>
                <a:srgbClr val="FFFFFF"/>
              </a:solidFill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RMS value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Virtual value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Dc value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Average value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Form factor </a:t>
            </a:r>
            <a:r>
              <a:rPr lang="en-GB" sz="2800" dirty="0">
                <a:solidFill>
                  <a:srgbClr val="FFFFFF"/>
                </a:solidFill>
                <a:latin typeface="Cambria Math" panose="02040503050406030204" pitchFamily="18" charset="0"/>
              </a:rPr>
              <a:t>RMS/AVG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Peak factor or crust factor </a:t>
            </a:r>
            <a:r>
              <a:rPr lang="en-GB" sz="2800" dirty="0">
                <a:solidFill>
                  <a:srgbClr val="FFFFFF"/>
                </a:solidFill>
                <a:latin typeface="Cambria Math" panose="02040503050406030204" pitchFamily="18" charset="0"/>
              </a:rPr>
              <a:t>PEAK/AVG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  <a:p>
            <a:pPr lvl="1" fontAlgn="base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rgbClr val="FFFFFF"/>
                </a:solidFill>
                <a:latin typeface="Calibri" panose="020F0502020204030204" pitchFamily="34" charset="0"/>
              </a:rPr>
              <a:t>Ripple factor</a:t>
            </a:r>
            <a:endParaRPr lang="en-GB" sz="2800" dirty="0">
              <a:solidFill>
                <a:srgbClr val="FFFFFF"/>
              </a:solidFill>
              <a:latin typeface="Noto Sans Symbol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-29142" y="0"/>
            <a:ext cx="36162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Some terms</a:t>
            </a:r>
          </a:p>
        </p:txBody>
      </p:sp>
    </p:spTree>
    <p:extLst>
      <p:ext uri="{BB962C8B-B14F-4D97-AF65-F5344CB8AC3E}">
        <p14:creationId xmlns:p14="http://schemas.microsoft.com/office/powerpoint/2010/main" val="232837140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18F16D9-EB65-4F11-9CD9-58377B437CF8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0</TotalTime>
  <Words>167</Words>
  <Application>Microsoft Office PowerPoint</Application>
  <PresentationFormat>Widescreen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Cambria Math</vt:lpstr>
      <vt:lpstr>Noto Sans Symbols</vt:lpstr>
      <vt:lpstr>Custom Design</vt:lpstr>
      <vt:lpstr>1_Custom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2021-05-20T11:59:18Z</dcterms:created>
  <dcterms:modified xsi:type="dcterms:W3CDTF">2024-02-18T11:19:50Z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