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bookmarkIdSeed="2">
  <p:sldMasterIdLst>
    <p:sldMasterId id="2147483796" r:id="rId4"/>
  </p:sldMasterIdLst>
  <p:notesMasterIdLst>
    <p:notesMasterId r:id="rId48"/>
  </p:notesMasterIdLst>
  <p:handoutMasterIdLst>
    <p:handoutMasterId r:id="rId49"/>
  </p:handoutMasterIdLst>
  <p:sldIdLst>
    <p:sldId id="1726" r:id="rId5"/>
    <p:sldId id="1683" r:id="rId6"/>
    <p:sldId id="1727" r:id="rId7"/>
    <p:sldId id="1704" r:id="rId8"/>
    <p:sldId id="1744" r:id="rId9"/>
    <p:sldId id="1743" r:id="rId10"/>
    <p:sldId id="1712" r:id="rId11"/>
    <p:sldId id="1728" r:id="rId12"/>
    <p:sldId id="1262" r:id="rId13"/>
    <p:sldId id="1279" r:id="rId14"/>
    <p:sldId id="1730" r:id="rId15"/>
    <p:sldId id="1731" r:id="rId16"/>
    <p:sldId id="1719" r:id="rId17"/>
    <p:sldId id="1732" r:id="rId18"/>
    <p:sldId id="1706" r:id="rId19"/>
    <p:sldId id="1705" r:id="rId20"/>
    <p:sldId id="1729" r:id="rId21"/>
    <p:sldId id="459" r:id="rId22"/>
    <p:sldId id="1697" r:id="rId23"/>
    <p:sldId id="1698" r:id="rId24"/>
    <p:sldId id="1699" r:id="rId25"/>
    <p:sldId id="1733" r:id="rId26"/>
    <p:sldId id="1715" r:id="rId27"/>
    <p:sldId id="1735" r:id="rId28"/>
    <p:sldId id="1734" r:id="rId29"/>
    <p:sldId id="1738" r:id="rId30"/>
    <p:sldId id="1739" r:id="rId31"/>
    <p:sldId id="1736" r:id="rId32"/>
    <p:sldId id="1687" r:id="rId33"/>
    <p:sldId id="1740" r:id="rId34"/>
    <p:sldId id="1741" r:id="rId35"/>
    <p:sldId id="1257" r:id="rId36"/>
    <p:sldId id="1259" r:id="rId37"/>
    <p:sldId id="1749" r:id="rId38"/>
    <p:sldId id="1750" r:id="rId39"/>
    <p:sldId id="1751" r:id="rId40"/>
    <p:sldId id="1754" r:id="rId41"/>
    <p:sldId id="1753" r:id="rId42"/>
    <p:sldId id="1755" r:id="rId43"/>
    <p:sldId id="1746" r:id="rId44"/>
    <p:sldId id="1745" r:id="rId45"/>
    <p:sldId id="1747" r:id="rId46"/>
    <p:sldId id="1748" r:id="rId47"/>
  </p:sldIdLst>
  <p:sldSz cx="12192000" cy="6858000"/>
  <p:notesSz cx="7102475" cy="1023302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Nuclei" id="{BCD2F0CA-40CC-4533-B914-94963AA70D53}">
          <p14:sldIdLst>
            <p14:sldId id="1726"/>
            <p14:sldId id="1683"/>
            <p14:sldId id="1727"/>
            <p14:sldId id="1704"/>
            <p14:sldId id="1744"/>
            <p14:sldId id="1743"/>
            <p14:sldId id="1712"/>
            <p14:sldId id="1728"/>
            <p14:sldId id="1262"/>
            <p14:sldId id="1279"/>
            <p14:sldId id="1730"/>
            <p14:sldId id="1731"/>
            <p14:sldId id="1719"/>
            <p14:sldId id="1732"/>
            <p14:sldId id="1706"/>
            <p14:sldId id="1705"/>
            <p14:sldId id="1729"/>
            <p14:sldId id="459"/>
            <p14:sldId id="1697"/>
            <p14:sldId id="1698"/>
            <p14:sldId id="1699"/>
            <p14:sldId id="1733"/>
            <p14:sldId id="1715"/>
            <p14:sldId id="1735"/>
            <p14:sldId id="1734"/>
            <p14:sldId id="1738"/>
            <p14:sldId id="1739"/>
            <p14:sldId id="1736"/>
            <p14:sldId id="1687"/>
            <p14:sldId id="1740"/>
            <p14:sldId id="1741"/>
            <p14:sldId id="1257"/>
            <p14:sldId id="1259"/>
            <p14:sldId id="1749"/>
            <p14:sldId id="1750"/>
            <p14:sldId id="1751"/>
            <p14:sldId id="1754"/>
            <p14:sldId id="1753"/>
            <p14:sldId id="1755"/>
            <p14:sldId id="1746"/>
            <p14:sldId id="1745"/>
            <p14:sldId id="1747"/>
            <p14:sldId id="1748"/>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3223" userDrawn="1">
          <p15:clr>
            <a:srgbClr val="A4A3A4"/>
          </p15:clr>
        </p15:guide>
        <p15:guide id="2" pos="2237"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6262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204" autoAdjust="0"/>
    <p:restoredTop sz="94249" autoAdjust="0"/>
  </p:normalViewPr>
  <p:slideViewPr>
    <p:cSldViewPr snapToGrid="0" showGuides="1">
      <p:cViewPr varScale="1">
        <p:scale>
          <a:sx n="82" d="100"/>
          <a:sy n="82" d="100"/>
        </p:scale>
        <p:origin x="710" y="77"/>
      </p:cViewPr>
      <p:guideLst>
        <p:guide orient="horz" pos="2160"/>
        <p:guide pos="3840"/>
      </p:guideLst>
    </p:cSldViewPr>
  </p:slideViewPr>
  <p:notesTextViewPr>
    <p:cViewPr>
      <p:scale>
        <a:sx n="3" d="2"/>
        <a:sy n="3" d="2"/>
      </p:scale>
      <p:origin x="0" y="0"/>
    </p:cViewPr>
  </p:notesTextViewPr>
  <p:sorterViewPr>
    <p:cViewPr>
      <p:scale>
        <a:sx n="100" d="100"/>
        <a:sy n="100" d="100"/>
      </p:scale>
      <p:origin x="0" y="0"/>
    </p:cViewPr>
  </p:sorterViewPr>
  <p:notesViewPr>
    <p:cSldViewPr snapToGrid="0" showGuides="1">
      <p:cViewPr varScale="1">
        <p:scale>
          <a:sx n="59" d="100"/>
          <a:sy n="59" d="100"/>
        </p:scale>
        <p:origin x="3254" y="67"/>
      </p:cViewPr>
      <p:guideLst>
        <p:guide orient="horz" pos="3223"/>
        <p:guide pos="2237"/>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commentAuthors" Target="commentAuthor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169671B-947A-44A3-A764-A91E66D4692D}"/>
              </a:ext>
            </a:extLst>
          </p:cNvPr>
          <p:cNvSpPr>
            <a:spLocks noGrp="1"/>
          </p:cNvSpPr>
          <p:nvPr>
            <p:ph type="hdr" sz="quarter"/>
          </p:nvPr>
        </p:nvSpPr>
        <p:spPr>
          <a:xfrm>
            <a:off x="0" y="0"/>
            <a:ext cx="3077739" cy="513428"/>
          </a:xfrm>
          <a:prstGeom prst="rect">
            <a:avLst/>
          </a:prstGeom>
        </p:spPr>
        <p:txBody>
          <a:bodyPr vert="horz" lIns="99031" tIns="49513" rIns="99031" bIns="49513" rtlCol="0"/>
          <a:lstStyle>
            <a:lvl1pPr algn="l">
              <a:defRPr sz="1300"/>
            </a:lvl1pPr>
          </a:lstStyle>
          <a:p>
            <a:endParaRPr lang="en-US" dirty="0"/>
          </a:p>
        </p:txBody>
      </p:sp>
      <p:sp>
        <p:nvSpPr>
          <p:cNvPr id="3" name="Date Placeholder 2">
            <a:extLst>
              <a:ext uri="{FF2B5EF4-FFF2-40B4-BE49-F238E27FC236}">
                <a16:creationId xmlns:a16="http://schemas.microsoft.com/office/drawing/2014/main" id="{2B4B23CC-4610-41C4-A0CF-67A30700C473}"/>
              </a:ext>
            </a:extLst>
          </p:cNvPr>
          <p:cNvSpPr>
            <a:spLocks noGrp="1"/>
          </p:cNvSpPr>
          <p:nvPr>
            <p:ph type="dt" sz="quarter" idx="1"/>
          </p:nvPr>
        </p:nvSpPr>
        <p:spPr>
          <a:xfrm>
            <a:off x="4023096" y="0"/>
            <a:ext cx="3077739" cy="513428"/>
          </a:xfrm>
          <a:prstGeom prst="rect">
            <a:avLst/>
          </a:prstGeom>
        </p:spPr>
        <p:txBody>
          <a:bodyPr vert="horz" lIns="99031" tIns="49513" rIns="99031" bIns="49513" rtlCol="0"/>
          <a:lstStyle>
            <a:lvl1pPr algn="r">
              <a:defRPr sz="1300"/>
            </a:lvl1pPr>
          </a:lstStyle>
          <a:p>
            <a:fld id="{C07299BE-0F96-4D8C-8AC3-AFAE1A841C66}" type="datetimeFigureOut">
              <a:rPr lang="en-US" smtClean="0"/>
              <a:t>11/6/2025</a:t>
            </a:fld>
            <a:endParaRPr lang="en-US" dirty="0"/>
          </a:p>
        </p:txBody>
      </p:sp>
      <p:sp>
        <p:nvSpPr>
          <p:cNvPr id="4" name="Footer Placeholder 3">
            <a:extLst>
              <a:ext uri="{FF2B5EF4-FFF2-40B4-BE49-F238E27FC236}">
                <a16:creationId xmlns:a16="http://schemas.microsoft.com/office/drawing/2014/main" id="{1F94FC55-2324-40BC-8420-15EC835D9577}"/>
              </a:ext>
            </a:extLst>
          </p:cNvPr>
          <p:cNvSpPr>
            <a:spLocks noGrp="1"/>
          </p:cNvSpPr>
          <p:nvPr>
            <p:ph type="ftr" sz="quarter" idx="2"/>
          </p:nvPr>
        </p:nvSpPr>
        <p:spPr>
          <a:xfrm>
            <a:off x="0" y="9719602"/>
            <a:ext cx="3077739" cy="513427"/>
          </a:xfrm>
          <a:prstGeom prst="rect">
            <a:avLst/>
          </a:prstGeom>
        </p:spPr>
        <p:txBody>
          <a:bodyPr vert="horz" lIns="99031" tIns="49513" rIns="99031" bIns="49513" rtlCol="0" anchor="b"/>
          <a:lstStyle>
            <a:lvl1pPr algn="l">
              <a:defRPr sz="1300"/>
            </a:lvl1pPr>
          </a:lstStyle>
          <a:p>
            <a:endParaRPr lang="en-US" dirty="0"/>
          </a:p>
        </p:txBody>
      </p:sp>
      <p:sp>
        <p:nvSpPr>
          <p:cNvPr id="5" name="Slide Number Placeholder 4">
            <a:extLst>
              <a:ext uri="{FF2B5EF4-FFF2-40B4-BE49-F238E27FC236}">
                <a16:creationId xmlns:a16="http://schemas.microsoft.com/office/drawing/2014/main" id="{663EC604-E5A5-4A58-AC5A-211F83D37CA4}"/>
              </a:ext>
            </a:extLst>
          </p:cNvPr>
          <p:cNvSpPr>
            <a:spLocks noGrp="1"/>
          </p:cNvSpPr>
          <p:nvPr>
            <p:ph type="sldNum" sz="quarter" idx="3"/>
          </p:nvPr>
        </p:nvSpPr>
        <p:spPr>
          <a:xfrm>
            <a:off x="4023096" y="9719602"/>
            <a:ext cx="3077739" cy="513427"/>
          </a:xfrm>
          <a:prstGeom prst="rect">
            <a:avLst/>
          </a:prstGeom>
        </p:spPr>
        <p:txBody>
          <a:bodyPr vert="horz" lIns="99031" tIns="49513" rIns="99031" bIns="49513" rtlCol="0" anchor="b"/>
          <a:lstStyle>
            <a:lvl1pPr algn="r">
              <a:defRPr sz="1300"/>
            </a:lvl1pPr>
          </a:lstStyle>
          <a:p>
            <a:fld id="{9E3B048B-0EBA-466F-928F-37073F3BFB70}" type="slidenum">
              <a:rPr lang="en-US" smtClean="0"/>
              <a:t>‹#›</a:t>
            </a:fld>
            <a:endParaRPr lang="en-US" dirty="0"/>
          </a:p>
        </p:txBody>
      </p:sp>
    </p:spTree>
    <p:extLst>
      <p:ext uri="{BB962C8B-B14F-4D97-AF65-F5344CB8AC3E}">
        <p14:creationId xmlns:p14="http://schemas.microsoft.com/office/powerpoint/2010/main" val="40655076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513428"/>
          </a:xfrm>
          <a:prstGeom prst="rect">
            <a:avLst/>
          </a:prstGeom>
        </p:spPr>
        <p:txBody>
          <a:bodyPr vert="horz" lIns="99031" tIns="49513" rIns="99031" bIns="49513" rtlCol="0"/>
          <a:lstStyle>
            <a:lvl1pPr algn="l">
              <a:defRPr sz="1300"/>
            </a:lvl1pPr>
          </a:lstStyle>
          <a:p>
            <a:endParaRPr lang="en-US" noProof="0" dirty="0"/>
          </a:p>
        </p:txBody>
      </p:sp>
      <p:sp>
        <p:nvSpPr>
          <p:cNvPr id="3" name="Date Placeholder 2"/>
          <p:cNvSpPr>
            <a:spLocks noGrp="1"/>
          </p:cNvSpPr>
          <p:nvPr>
            <p:ph type="dt" idx="1"/>
          </p:nvPr>
        </p:nvSpPr>
        <p:spPr>
          <a:xfrm>
            <a:off x="4023096" y="0"/>
            <a:ext cx="3077739" cy="513428"/>
          </a:xfrm>
          <a:prstGeom prst="rect">
            <a:avLst/>
          </a:prstGeom>
        </p:spPr>
        <p:txBody>
          <a:bodyPr vert="horz" lIns="99031" tIns="49513" rIns="99031" bIns="49513" rtlCol="0"/>
          <a:lstStyle>
            <a:lvl1pPr algn="r">
              <a:defRPr sz="1300"/>
            </a:lvl1pPr>
          </a:lstStyle>
          <a:p>
            <a:fld id="{454692AC-01A2-4EFF-966B-504F28E82D7A}" type="datetimeFigureOut">
              <a:rPr lang="en-US" noProof="0" smtClean="0"/>
              <a:t>11/6/2025</a:t>
            </a:fld>
            <a:endParaRPr lang="en-US" noProof="0" dirty="0"/>
          </a:p>
        </p:txBody>
      </p:sp>
      <p:sp>
        <p:nvSpPr>
          <p:cNvPr id="4" name="Slide Image Placeholder 3"/>
          <p:cNvSpPr>
            <a:spLocks noGrp="1" noRot="1" noChangeAspect="1"/>
          </p:cNvSpPr>
          <p:nvPr>
            <p:ph type="sldImg" idx="2"/>
          </p:nvPr>
        </p:nvSpPr>
        <p:spPr>
          <a:xfrm>
            <a:off x="482600" y="1279525"/>
            <a:ext cx="6137275" cy="3452813"/>
          </a:xfrm>
          <a:prstGeom prst="rect">
            <a:avLst/>
          </a:prstGeom>
          <a:noFill/>
          <a:ln w="12700">
            <a:solidFill>
              <a:prstClr val="black"/>
            </a:solidFill>
          </a:ln>
        </p:spPr>
        <p:txBody>
          <a:bodyPr vert="horz" lIns="99031" tIns="49513" rIns="99031" bIns="49513" rtlCol="0" anchor="ctr"/>
          <a:lstStyle/>
          <a:p>
            <a:endParaRPr lang="en-US" noProof="0" dirty="0"/>
          </a:p>
        </p:txBody>
      </p:sp>
      <p:sp>
        <p:nvSpPr>
          <p:cNvPr id="5" name="Notes Placeholder 4"/>
          <p:cNvSpPr>
            <a:spLocks noGrp="1"/>
          </p:cNvSpPr>
          <p:nvPr>
            <p:ph type="body" sz="quarter" idx="3"/>
          </p:nvPr>
        </p:nvSpPr>
        <p:spPr>
          <a:xfrm>
            <a:off x="710248" y="4924643"/>
            <a:ext cx="5681980" cy="4029254"/>
          </a:xfrm>
          <a:prstGeom prst="rect">
            <a:avLst/>
          </a:prstGeom>
        </p:spPr>
        <p:txBody>
          <a:bodyPr vert="horz" lIns="99031" tIns="49513" rIns="99031" bIns="49513"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9719602"/>
            <a:ext cx="3077739" cy="513427"/>
          </a:xfrm>
          <a:prstGeom prst="rect">
            <a:avLst/>
          </a:prstGeom>
        </p:spPr>
        <p:txBody>
          <a:bodyPr vert="horz" lIns="99031" tIns="49513" rIns="99031" bIns="49513" rtlCol="0" anchor="b"/>
          <a:lstStyle>
            <a:lvl1pPr algn="l">
              <a:defRPr sz="1300"/>
            </a:lvl1pPr>
          </a:lstStyle>
          <a:p>
            <a:endParaRPr lang="en-US" noProof="0" dirty="0"/>
          </a:p>
        </p:txBody>
      </p:sp>
      <p:sp>
        <p:nvSpPr>
          <p:cNvPr id="7" name="Slide Number Placeholder 6"/>
          <p:cNvSpPr>
            <a:spLocks noGrp="1"/>
          </p:cNvSpPr>
          <p:nvPr>
            <p:ph type="sldNum" sz="quarter" idx="5"/>
          </p:nvPr>
        </p:nvSpPr>
        <p:spPr>
          <a:xfrm>
            <a:off x="4023096" y="9719602"/>
            <a:ext cx="3077739" cy="513427"/>
          </a:xfrm>
          <a:prstGeom prst="rect">
            <a:avLst/>
          </a:prstGeom>
        </p:spPr>
        <p:txBody>
          <a:bodyPr vert="horz" lIns="99031" tIns="49513" rIns="99031" bIns="49513" rtlCol="0" anchor="b"/>
          <a:lstStyle>
            <a:lvl1pPr algn="r">
              <a:defRPr sz="1300"/>
            </a:lvl1pPr>
          </a:lstStyle>
          <a:p>
            <a:fld id="{4AED498D-6977-40EC-8E5E-7EB644D5E759}" type="slidenum">
              <a:rPr lang="en-US" noProof="0" smtClean="0"/>
              <a:t>‹#›</a:t>
            </a:fld>
            <a:endParaRPr lang="en-US" noProof="0" dirty="0"/>
          </a:p>
        </p:txBody>
      </p:sp>
    </p:spTree>
    <p:extLst>
      <p:ext uri="{BB962C8B-B14F-4D97-AF65-F5344CB8AC3E}">
        <p14:creationId xmlns:p14="http://schemas.microsoft.com/office/powerpoint/2010/main" val="13522643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ED498D-6977-40EC-8E5E-7EB644D5E759}" type="slidenum">
              <a:rPr lang="en-US" smtClean="0"/>
              <a:t>9</a:t>
            </a:fld>
            <a:endParaRPr lang="en-US" dirty="0"/>
          </a:p>
        </p:txBody>
      </p:sp>
    </p:spTree>
    <p:extLst>
      <p:ext uri="{BB962C8B-B14F-4D97-AF65-F5344CB8AC3E}">
        <p14:creationId xmlns:p14="http://schemas.microsoft.com/office/powerpoint/2010/main" val="4449420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ED498D-6977-40EC-8E5E-7EB644D5E759}" type="slidenum">
              <a:rPr lang="en-US" smtClean="0"/>
              <a:t>10</a:t>
            </a:fld>
            <a:endParaRPr lang="en-US" dirty="0"/>
          </a:p>
        </p:txBody>
      </p:sp>
    </p:spTree>
    <p:extLst>
      <p:ext uri="{BB962C8B-B14F-4D97-AF65-F5344CB8AC3E}">
        <p14:creationId xmlns:p14="http://schemas.microsoft.com/office/powerpoint/2010/main" val="41629011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FF2542-E49F-E2B1-14A4-E9E95DBC77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C6E506-C100-0E4D-96F3-E49542FD5C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5F1652-2201-26B2-D5C3-F2864CAA312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90E5B5D-4626-A1BF-92D2-3B7B6BEA4CD8}"/>
              </a:ext>
            </a:extLst>
          </p:cNvPr>
          <p:cNvSpPr>
            <a:spLocks noGrp="1"/>
          </p:cNvSpPr>
          <p:nvPr>
            <p:ph type="sldNum" sz="quarter" idx="5"/>
          </p:nvPr>
        </p:nvSpPr>
        <p:spPr/>
        <p:txBody>
          <a:bodyPr/>
          <a:lstStyle/>
          <a:p>
            <a:fld id="{4AED498D-6977-40EC-8E5E-7EB644D5E759}" type="slidenum">
              <a:rPr lang="en-US" smtClean="0"/>
              <a:t>12</a:t>
            </a:fld>
            <a:endParaRPr lang="en-US" dirty="0"/>
          </a:p>
        </p:txBody>
      </p:sp>
    </p:spTree>
    <p:extLst>
      <p:ext uri="{BB962C8B-B14F-4D97-AF65-F5344CB8AC3E}">
        <p14:creationId xmlns:p14="http://schemas.microsoft.com/office/powerpoint/2010/main" val="20688235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33DF1F-77C3-732C-EEB8-9B68282BD4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173FD3-9B66-E10A-6F1B-A8D9D210ED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35CB6E-D7B6-B9AF-B2F0-30A9832758A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391ED65-40B2-F3C7-C468-AE521E716798}"/>
              </a:ext>
            </a:extLst>
          </p:cNvPr>
          <p:cNvSpPr>
            <a:spLocks noGrp="1"/>
          </p:cNvSpPr>
          <p:nvPr>
            <p:ph type="sldNum" sz="quarter" idx="5"/>
          </p:nvPr>
        </p:nvSpPr>
        <p:spPr/>
        <p:txBody>
          <a:bodyPr/>
          <a:lstStyle/>
          <a:p>
            <a:fld id="{4AED498D-6977-40EC-8E5E-7EB644D5E759}" type="slidenum">
              <a:rPr lang="en-US" smtClean="0"/>
              <a:t>13</a:t>
            </a:fld>
            <a:endParaRPr lang="en-US" dirty="0"/>
          </a:p>
        </p:txBody>
      </p:sp>
    </p:spTree>
    <p:extLst>
      <p:ext uri="{BB962C8B-B14F-4D97-AF65-F5344CB8AC3E}">
        <p14:creationId xmlns:p14="http://schemas.microsoft.com/office/powerpoint/2010/main" val="39816290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427928-4BFB-3074-9CEE-BF44748E6F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C4B796-D83B-497C-DE69-CBE684F4F9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4C333F-1C57-DCB9-9534-BBEA2660C78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4CA3F66-E585-9ECB-07E8-EAF013217996}"/>
              </a:ext>
            </a:extLst>
          </p:cNvPr>
          <p:cNvSpPr>
            <a:spLocks noGrp="1"/>
          </p:cNvSpPr>
          <p:nvPr>
            <p:ph type="sldNum" sz="quarter" idx="5"/>
          </p:nvPr>
        </p:nvSpPr>
        <p:spPr/>
        <p:txBody>
          <a:bodyPr/>
          <a:lstStyle/>
          <a:p>
            <a:fld id="{4AED498D-6977-40EC-8E5E-7EB644D5E759}" type="slidenum">
              <a:rPr lang="en-US" smtClean="0"/>
              <a:t>14</a:t>
            </a:fld>
            <a:endParaRPr lang="en-US" dirty="0"/>
          </a:p>
        </p:txBody>
      </p:sp>
    </p:spTree>
    <p:extLst>
      <p:ext uri="{BB962C8B-B14F-4D97-AF65-F5344CB8AC3E}">
        <p14:creationId xmlns:p14="http://schemas.microsoft.com/office/powerpoint/2010/main" val="9130978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ED498D-6977-40EC-8E5E-7EB644D5E759}" type="slidenum">
              <a:rPr lang="en-US" smtClean="0"/>
              <a:t>15</a:t>
            </a:fld>
            <a:endParaRPr lang="en-US" dirty="0"/>
          </a:p>
        </p:txBody>
      </p:sp>
    </p:spTree>
    <p:extLst>
      <p:ext uri="{BB962C8B-B14F-4D97-AF65-F5344CB8AC3E}">
        <p14:creationId xmlns:p14="http://schemas.microsoft.com/office/powerpoint/2010/main" val="2056070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ED498D-6977-40EC-8E5E-7EB644D5E759}" type="slidenum">
              <a:rPr lang="en-US" smtClean="0"/>
              <a:t>18</a:t>
            </a:fld>
            <a:endParaRPr lang="en-US" dirty="0"/>
          </a:p>
        </p:txBody>
      </p:sp>
    </p:spTree>
    <p:extLst>
      <p:ext uri="{BB962C8B-B14F-4D97-AF65-F5344CB8AC3E}">
        <p14:creationId xmlns:p14="http://schemas.microsoft.com/office/powerpoint/2010/main" val="36351303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ED498D-6977-40EC-8E5E-7EB644D5E759}" type="slidenum">
              <a:rPr lang="en-US" smtClean="0"/>
              <a:t>19</a:t>
            </a:fld>
            <a:endParaRPr lang="en-US" dirty="0"/>
          </a:p>
        </p:txBody>
      </p:sp>
    </p:spTree>
    <p:extLst>
      <p:ext uri="{BB962C8B-B14F-4D97-AF65-F5344CB8AC3E}">
        <p14:creationId xmlns:p14="http://schemas.microsoft.com/office/powerpoint/2010/main" val="21347066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ED498D-6977-40EC-8E5E-7EB644D5E759}" type="slidenum">
              <a:rPr lang="en-US" smtClean="0"/>
              <a:t>20</a:t>
            </a:fld>
            <a:endParaRPr lang="en-US" dirty="0"/>
          </a:p>
        </p:txBody>
      </p:sp>
    </p:spTree>
    <p:extLst>
      <p:ext uri="{BB962C8B-B14F-4D97-AF65-F5344CB8AC3E}">
        <p14:creationId xmlns:p14="http://schemas.microsoft.com/office/powerpoint/2010/main" val="4185900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ED498D-6977-40EC-8E5E-7EB644D5E759}" type="slidenum">
              <a:rPr lang="en-US" smtClean="0"/>
              <a:t>32</a:t>
            </a:fld>
            <a:endParaRPr lang="en-US" dirty="0"/>
          </a:p>
        </p:txBody>
      </p:sp>
    </p:spTree>
    <p:extLst>
      <p:ext uri="{BB962C8B-B14F-4D97-AF65-F5344CB8AC3E}">
        <p14:creationId xmlns:p14="http://schemas.microsoft.com/office/powerpoint/2010/main" val="25870697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ED498D-6977-40EC-8E5E-7EB644D5E759}" type="slidenum">
              <a:rPr lang="en-US" smtClean="0"/>
              <a:t>33</a:t>
            </a:fld>
            <a:endParaRPr lang="en-US" dirty="0"/>
          </a:p>
        </p:txBody>
      </p:sp>
    </p:spTree>
    <p:extLst>
      <p:ext uri="{BB962C8B-B14F-4D97-AF65-F5344CB8AC3E}">
        <p14:creationId xmlns:p14="http://schemas.microsoft.com/office/powerpoint/2010/main" val="25129720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F6620-902F-F1E8-D0D9-1D91962720A7}"/>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98CA7F7-AC5E-3278-7CC6-F660B609B918}"/>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B8A5E90-3E1F-7DAC-54BA-12ABCBA9242F}"/>
              </a:ext>
            </a:extLst>
          </p:cNvPr>
          <p:cNvSpPr>
            <a:spLocks noGrp="1"/>
          </p:cNvSpPr>
          <p:nvPr>
            <p:ph type="dt" sz="half" idx="10"/>
          </p:nvPr>
        </p:nvSpPr>
        <p:spPr>
          <a:xfrm>
            <a:off x="838200" y="6356350"/>
            <a:ext cx="2743200" cy="365125"/>
          </a:xfrm>
          <a:prstGeom prst="rect">
            <a:avLst/>
          </a:prstGeom>
        </p:spPr>
        <p:txBody>
          <a:bodyPr/>
          <a:lstStyle/>
          <a:p>
            <a:fld id="{134D0534-12C5-4DB7-B1A1-72D4D7951E34}" type="datetime1">
              <a:rPr lang="en-IN" smtClean="0"/>
              <a:t>06-11-2025</a:t>
            </a:fld>
            <a:endParaRPr lang="en-IN"/>
          </a:p>
        </p:txBody>
      </p:sp>
      <p:sp>
        <p:nvSpPr>
          <p:cNvPr id="5" name="Footer Placeholder 4">
            <a:extLst>
              <a:ext uri="{FF2B5EF4-FFF2-40B4-BE49-F238E27FC236}">
                <a16:creationId xmlns:a16="http://schemas.microsoft.com/office/drawing/2014/main" id="{730FF17D-A900-F81A-AA83-8AC465EB22B7}"/>
              </a:ext>
            </a:extLst>
          </p:cNvPr>
          <p:cNvSpPr>
            <a:spLocks noGrp="1"/>
          </p:cNvSpPr>
          <p:nvPr>
            <p:ph type="ftr" sz="quarter" idx="11"/>
          </p:nvPr>
        </p:nvSpPr>
        <p:spPr>
          <a:xfrm>
            <a:off x="4038600" y="6356350"/>
            <a:ext cx="4114800" cy="365125"/>
          </a:xfrm>
          <a:prstGeom prst="rect">
            <a:avLst/>
          </a:prstGeom>
        </p:spPr>
        <p:txBody>
          <a:bodyPr/>
          <a:lstStyle/>
          <a:p>
            <a:r>
              <a:rPr lang="en-IN"/>
              <a:t>Gangwar - ERDR</a:t>
            </a:r>
          </a:p>
        </p:txBody>
      </p:sp>
      <p:sp>
        <p:nvSpPr>
          <p:cNvPr id="6" name="Slide Number Placeholder 5">
            <a:extLst>
              <a:ext uri="{FF2B5EF4-FFF2-40B4-BE49-F238E27FC236}">
                <a16:creationId xmlns:a16="http://schemas.microsoft.com/office/drawing/2014/main" id="{AD42EFD5-5C38-B817-C796-04A3FDD4E057}"/>
              </a:ext>
            </a:extLst>
          </p:cNvPr>
          <p:cNvSpPr>
            <a:spLocks noGrp="1"/>
          </p:cNvSpPr>
          <p:nvPr>
            <p:ph type="sldNum" sz="quarter" idx="12"/>
          </p:nvPr>
        </p:nvSpPr>
        <p:spPr>
          <a:xfrm>
            <a:off x="8610600" y="6356350"/>
            <a:ext cx="2743200" cy="365125"/>
          </a:xfrm>
          <a:prstGeom prst="rect">
            <a:avLst/>
          </a:prstGeom>
        </p:spPr>
        <p:txBody>
          <a:bodyPr/>
          <a:lstStyle/>
          <a:p>
            <a:fld id="{29F0DE35-44CE-403C-9E04-F3AB7E0C6513}" type="slidenum">
              <a:rPr lang="en-IN" smtClean="0"/>
              <a:t>‹#›</a:t>
            </a:fld>
            <a:endParaRPr lang="en-IN"/>
          </a:p>
        </p:txBody>
      </p:sp>
    </p:spTree>
    <p:extLst>
      <p:ext uri="{BB962C8B-B14F-4D97-AF65-F5344CB8AC3E}">
        <p14:creationId xmlns:p14="http://schemas.microsoft.com/office/powerpoint/2010/main" val="7278266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4B79B0-CB93-70C3-596B-42055B47E205}"/>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C17A89E-B411-A694-AA1E-55912893F825}"/>
              </a:ext>
            </a:extLst>
          </p:cNvPr>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155091C-C81E-5AF1-AC2A-BD76B7480A5F}"/>
              </a:ext>
            </a:extLst>
          </p:cNvPr>
          <p:cNvSpPr>
            <a:spLocks noGrp="1"/>
          </p:cNvSpPr>
          <p:nvPr>
            <p:ph type="dt" sz="half" idx="10"/>
          </p:nvPr>
        </p:nvSpPr>
        <p:spPr>
          <a:xfrm>
            <a:off x="838200" y="6356350"/>
            <a:ext cx="2743200" cy="365125"/>
          </a:xfrm>
          <a:prstGeom prst="rect">
            <a:avLst/>
          </a:prstGeom>
        </p:spPr>
        <p:txBody>
          <a:bodyPr/>
          <a:lstStyle/>
          <a:p>
            <a:fld id="{0CFC79FA-57A5-41E3-B263-29C3918BDF21}" type="datetime1">
              <a:rPr lang="en-IN" smtClean="0"/>
              <a:t>06-11-2025</a:t>
            </a:fld>
            <a:endParaRPr lang="en-IN"/>
          </a:p>
        </p:txBody>
      </p:sp>
      <p:sp>
        <p:nvSpPr>
          <p:cNvPr id="5" name="Footer Placeholder 4">
            <a:extLst>
              <a:ext uri="{FF2B5EF4-FFF2-40B4-BE49-F238E27FC236}">
                <a16:creationId xmlns:a16="http://schemas.microsoft.com/office/drawing/2014/main" id="{5931C22A-E147-A0CA-E175-E36E046DF51F}"/>
              </a:ext>
            </a:extLst>
          </p:cNvPr>
          <p:cNvSpPr>
            <a:spLocks noGrp="1"/>
          </p:cNvSpPr>
          <p:nvPr>
            <p:ph type="ftr" sz="quarter" idx="11"/>
          </p:nvPr>
        </p:nvSpPr>
        <p:spPr>
          <a:xfrm>
            <a:off x="4038600" y="6356350"/>
            <a:ext cx="4114800" cy="365125"/>
          </a:xfrm>
          <a:prstGeom prst="rect">
            <a:avLst/>
          </a:prstGeom>
        </p:spPr>
        <p:txBody>
          <a:bodyPr/>
          <a:lstStyle/>
          <a:p>
            <a:r>
              <a:rPr lang="en-IN"/>
              <a:t>Gangwar - ERDR</a:t>
            </a:r>
          </a:p>
        </p:txBody>
      </p:sp>
      <p:sp>
        <p:nvSpPr>
          <p:cNvPr id="6" name="Slide Number Placeholder 5">
            <a:extLst>
              <a:ext uri="{FF2B5EF4-FFF2-40B4-BE49-F238E27FC236}">
                <a16:creationId xmlns:a16="http://schemas.microsoft.com/office/drawing/2014/main" id="{F58CC307-0F83-39C9-B790-DB6BA850B98B}"/>
              </a:ext>
            </a:extLst>
          </p:cNvPr>
          <p:cNvSpPr>
            <a:spLocks noGrp="1"/>
          </p:cNvSpPr>
          <p:nvPr>
            <p:ph type="sldNum" sz="quarter" idx="12"/>
          </p:nvPr>
        </p:nvSpPr>
        <p:spPr>
          <a:xfrm>
            <a:off x="8610600" y="6356350"/>
            <a:ext cx="2743200" cy="365125"/>
          </a:xfrm>
          <a:prstGeom prst="rect">
            <a:avLst/>
          </a:prstGeom>
        </p:spPr>
        <p:txBody>
          <a:bodyPr/>
          <a:lstStyle/>
          <a:p>
            <a:fld id="{29F0DE35-44CE-403C-9E04-F3AB7E0C6513}" type="slidenum">
              <a:rPr lang="en-IN" smtClean="0"/>
              <a:t>‹#›</a:t>
            </a:fld>
            <a:endParaRPr lang="en-IN"/>
          </a:p>
        </p:txBody>
      </p:sp>
    </p:spTree>
    <p:extLst>
      <p:ext uri="{BB962C8B-B14F-4D97-AF65-F5344CB8AC3E}">
        <p14:creationId xmlns:p14="http://schemas.microsoft.com/office/powerpoint/2010/main" val="17439746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0F7005-4F94-C14A-B08D-06E06F2B6CB3}"/>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D9634A4-2496-A1D1-E0B5-F67E512923ED}"/>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77C6CF5-C17A-E459-C756-62DC72406FAC}"/>
              </a:ext>
            </a:extLst>
          </p:cNvPr>
          <p:cNvSpPr>
            <a:spLocks noGrp="1"/>
          </p:cNvSpPr>
          <p:nvPr>
            <p:ph type="dt" sz="half" idx="10"/>
          </p:nvPr>
        </p:nvSpPr>
        <p:spPr>
          <a:xfrm>
            <a:off x="838200" y="6356350"/>
            <a:ext cx="2743200" cy="365125"/>
          </a:xfrm>
          <a:prstGeom prst="rect">
            <a:avLst/>
          </a:prstGeom>
        </p:spPr>
        <p:txBody>
          <a:bodyPr/>
          <a:lstStyle/>
          <a:p>
            <a:fld id="{367EBCA4-F525-4E38-9026-70CB528E5E89}" type="datetime1">
              <a:rPr lang="en-IN" smtClean="0"/>
              <a:t>06-11-2025</a:t>
            </a:fld>
            <a:endParaRPr lang="en-IN"/>
          </a:p>
        </p:txBody>
      </p:sp>
      <p:sp>
        <p:nvSpPr>
          <p:cNvPr id="5" name="Footer Placeholder 4">
            <a:extLst>
              <a:ext uri="{FF2B5EF4-FFF2-40B4-BE49-F238E27FC236}">
                <a16:creationId xmlns:a16="http://schemas.microsoft.com/office/drawing/2014/main" id="{E2FE126F-FF1F-2E4B-3D1B-8FDB96520B00}"/>
              </a:ext>
            </a:extLst>
          </p:cNvPr>
          <p:cNvSpPr>
            <a:spLocks noGrp="1"/>
          </p:cNvSpPr>
          <p:nvPr>
            <p:ph type="ftr" sz="quarter" idx="11"/>
          </p:nvPr>
        </p:nvSpPr>
        <p:spPr>
          <a:xfrm>
            <a:off x="4038600" y="6356350"/>
            <a:ext cx="4114800" cy="365125"/>
          </a:xfrm>
          <a:prstGeom prst="rect">
            <a:avLst/>
          </a:prstGeom>
        </p:spPr>
        <p:txBody>
          <a:bodyPr/>
          <a:lstStyle/>
          <a:p>
            <a:r>
              <a:rPr lang="en-IN"/>
              <a:t>Gangwar - ERDR</a:t>
            </a:r>
          </a:p>
        </p:txBody>
      </p:sp>
      <p:sp>
        <p:nvSpPr>
          <p:cNvPr id="6" name="Slide Number Placeholder 5">
            <a:extLst>
              <a:ext uri="{FF2B5EF4-FFF2-40B4-BE49-F238E27FC236}">
                <a16:creationId xmlns:a16="http://schemas.microsoft.com/office/drawing/2014/main" id="{141BDC35-902C-3E86-5533-00AD0BD815BA}"/>
              </a:ext>
            </a:extLst>
          </p:cNvPr>
          <p:cNvSpPr>
            <a:spLocks noGrp="1"/>
          </p:cNvSpPr>
          <p:nvPr>
            <p:ph type="sldNum" sz="quarter" idx="12"/>
          </p:nvPr>
        </p:nvSpPr>
        <p:spPr>
          <a:xfrm>
            <a:off x="8610600" y="6356350"/>
            <a:ext cx="2743200" cy="365125"/>
          </a:xfrm>
          <a:prstGeom prst="rect">
            <a:avLst/>
          </a:prstGeom>
        </p:spPr>
        <p:txBody>
          <a:bodyPr/>
          <a:lstStyle/>
          <a:p>
            <a:fld id="{29F0DE35-44CE-403C-9E04-F3AB7E0C6513}" type="slidenum">
              <a:rPr lang="en-IN" smtClean="0"/>
              <a:t>‹#›</a:t>
            </a:fld>
            <a:endParaRPr lang="en-IN"/>
          </a:p>
        </p:txBody>
      </p:sp>
    </p:spTree>
    <p:extLst>
      <p:ext uri="{BB962C8B-B14F-4D97-AF65-F5344CB8AC3E}">
        <p14:creationId xmlns:p14="http://schemas.microsoft.com/office/powerpoint/2010/main" val="38279361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8050B0-50F6-F9B9-F101-B92373B60FF5}"/>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C81E354-2DEF-881F-8F7F-35443EE56740}"/>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EA1D1B4-128C-FE76-2B34-49AD137091EE}"/>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4C9B0F6-6220-D266-70E5-84B39CD751A0}"/>
              </a:ext>
            </a:extLst>
          </p:cNvPr>
          <p:cNvSpPr>
            <a:spLocks noGrp="1"/>
          </p:cNvSpPr>
          <p:nvPr>
            <p:ph type="dt" sz="half" idx="10"/>
          </p:nvPr>
        </p:nvSpPr>
        <p:spPr>
          <a:xfrm>
            <a:off x="838200" y="6356350"/>
            <a:ext cx="2743200" cy="365125"/>
          </a:xfrm>
          <a:prstGeom prst="rect">
            <a:avLst/>
          </a:prstGeom>
        </p:spPr>
        <p:txBody>
          <a:bodyPr/>
          <a:lstStyle/>
          <a:p>
            <a:fld id="{E80434E5-6033-4923-84C6-045F45F6CB36}" type="datetime1">
              <a:rPr lang="en-IN" smtClean="0"/>
              <a:t>06-11-2025</a:t>
            </a:fld>
            <a:endParaRPr lang="en-IN"/>
          </a:p>
        </p:txBody>
      </p:sp>
      <p:sp>
        <p:nvSpPr>
          <p:cNvPr id="6" name="Footer Placeholder 5">
            <a:extLst>
              <a:ext uri="{FF2B5EF4-FFF2-40B4-BE49-F238E27FC236}">
                <a16:creationId xmlns:a16="http://schemas.microsoft.com/office/drawing/2014/main" id="{58CE63F2-9487-B5BE-D84B-2114351C1134}"/>
              </a:ext>
            </a:extLst>
          </p:cNvPr>
          <p:cNvSpPr>
            <a:spLocks noGrp="1"/>
          </p:cNvSpPr>
          <p:nvPr>
            <p:ph type="ftr" sz="quarter" idx="11"/>
          </p:nvPr>
        </p:nvSpPr>
        <p:spPr>
          <a:xfrm>
            <a:off x="4038600" y="6356350"/>
            <a:ext cx="4114800" cy="365125"/>
          </a:xfrm>
          <a:prstGeom prst="rect">
            <a:avLst/>
          </a:prstGeom>
        </p:spPr>
        <p:txBody>
          <a:bodyPr/>
          <a:lstStyle/>
          <a:p>
            <a:r>
              <a:rPr lang="en-IN"/>
              <a:t>Gangwar - ERDR</a:t>
            </a:r>
          </a:p>
        </p:txBody>
      </p:sp>
      <p:sp>
        <p:nvSpPr>
          <p:cNvPr id="7" name="Slide Number Placeholder 6">
            <a:extLst>
              <a:ext uri="{FF2B5EF4-FFF2-40B4-BE49-F238E27FC236}">
                <a16:creationId xmlns:a16="http://schemas.microsoft.com/office/drawing/2014/main" id="{13BCFFE2-DFBB-CFC7-7D3C-49DF357A245A}"/>
              </a:ext>
            </a:extLst>
          </p:cNvPr>
          <p:cNvSpPr>
            <a:spLocks noGrp="1"/>
          </p:cNvSpPr>
          <p:nvPr>
            <p:ph type="sldNum" sz="quarter" idx="12"/>
          </p:nvPr>
        </p:nvSpPr>
        <p:spPr>
          <a:xfrm>
            <a:off x="8610600" y="6356350"/>
            <a:ext cx="2743200" cy="365125"/>
          </a:xfrm>
          <a:prstGeom prst="rect">
            <a:avLst/>
          </a:prstGeom>
        </p:spPr>
        <p:txBody>
          <a:bodyPr/>
          <a:lstStyle/>
          <a:p>
            <a:fld id="{29F0DE35-44CE-403C-9E04-F3AB7E0C6513}" type="slidenum">
              <a:rPr lang="en-IN" smtClean="0"/>
              <a:t>‹#›</a:t>
            </a:fld>
            <a:endParaRPr lang="en-IN"/>
          </a:p>
        </p:txBody>
      </p:sp>
    </p:spTree>
    <p:extLst>
      <p:ext uri="{BB962C8B-B14F-4D97-AF65-F5344CB8AC3E}">
        <p14:creationId xmlns:p14="http://schemas.microsoft.com/office/powerpoint/2010/main" val="6320680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226E2D-1AAC-05C0-F0A3-E276C86D0B7D}"/>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19AFBC7-71DA-75A4-228D-B853B459B0E9}"/>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14F27FE-F1F2-F525-74F7-44F0445F7AD3}"/>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1498466-24EA-A1E4-F44D-96D6A8F6B7F0}"/>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B3FA844-4070-FC83-2D70-55A12EE14F5A}"/>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1B553BA-3A43-E72F-0FB2-67054AC44B43}"/>
              </a:ext>
            </a:extLst>
          </p:cNvPr>
          <p:cNvSpPr>
            <a:spLocks noGrp="1"/>
          </p:cNvSpPr>
          <p:nvPr>
            <p:ph type="dt" sz="half" idx="10"/>
          </p:nvPr>
        </p:nvSpPr>
        <p:spPr>
          <a:xfrm>
            <a:off x="838200" y="6356350"/>
            <a:ext cx="2743200" cy="365125"/>
          </a:xfrm>
          <a:prstGeom prst="rect">
            <a:avLst/>
          </a:prstGeom>
        </p:spPr>
        <p:txBody>
          <a:bodyPr/>
          <a:lstStyle/>
          <a:p>
            <a:fld id="{D9FF9295-DB07-4B9C-A333-8E554585308B}" type="datetime1">
              <a:rPr lang="en-IN" smtClean="0"/>
              <a:t>06-11-2025</a:t>
            </a:fld>
            <a:endParaRPr lang="en-IN"/>
          </a:p>
        </p:txBody>
      </p:sp>
      <p:sp>
        <p:nvSpPr>
          <p:cNvPr id="8" name="Footer Placeholder 7">
            <a:extLst>
              <a:ext uri="{FF2B5EF4-FFF2-40B4-BE49-F238E27FC236}">
                <a16:creationId xmlns:a16="http://schemas.microsoft.com/office/drawing/2014/main" id="{C743EDD4-2330-F41D-27BB-F7D1B2B63F32}"/>
              </a:ext>
            </a:extLst>
          </p:cNvPr>
          <p:cNvSpPr>
            <a:spLocks noGrp="1"/>
          </p:cNvSpPr>
          <p:nvPr>
            <p:ph type="ftr" sz="quarter" idx="11"/>
          </p:nvPr>
        </p:nvSpPr>
        <p:spPr>
          <a:xfrm>
            <a:off x="4038600" y="6356350"/>
            <a:ext cx="4114800" cy="365125"/>
          </a:xfrm>
          <a:prstGeom prst="rect">
            <a:avLst/>
          </a:prstGeom>
        </p:spPr>
        <p:txBody>
          <a:bodyPr/>
          <a:lstStyle/>
          <a:p>
            <a:r>
              <a:rPr lang="en-IN"/>
              <a:t>Gangwar - ERDR</a:t>
            </a:r>
          </a:p>
        </p:txBody>
      </p:sp>
      <p:sp>
        <p:nvSpPr>
          <p:cNvPr id="9" name="Slide Number Placeholder 8">
            <a:extLst>
              <a:ext uri="{FF2B5EF4-FFF2-40B4-BE49-F238E27FC236}">
                <a16:creationId xmlns:a16="http://schemas.microsoft.com/office/drawing/2014/main" id="{7D6A832F-BD38-688A-C952-C0DE852131C1}"/>
              </a:ext>
            </a:extLst>
          </p:cNvPr>
          <p:cNvSpPr>
            <a:spLocks noGrp="1"/>
          </p:cNvSpPr>
          <p:nvPr>
            <p:ph type="sldNum" sz="quarter" idx="12"/>
          </p:nvPr>
        </p:nvSpPr>
        <p:spPr>
          <a:xfrm>
            <a:off x="8610600" y="6356350"/>
            <a:ext cx="2743200" cy="365125"/>
          </a:xfrm>
          <a:prstGeom prst="rect">
            <a:avLst/>
          </a:prstGeom>
        </p:spPr>
        <p:txBody>
          <a:bodyPr/>
          <a:lstStyle/>
          <a:p>
            <a:fld id="{29F0DE35-44CE-403C-9E04-F3AB7E0C6513}" type="slidenum">
              <a:rPr lang="en-IN" smtClean="0"/>
              <a:t>‹#›</a:t>
            </a:fld>
            <a:endParaRPr lang="en-IN"/>
          </a:p>
        </p:txBody>
      </p:sp>
    </p:spTree>
    <p:extLst>
      <p:ext uri="{BB962C8B-B14F-4D97-AF65-F5344CB8AC3E}">
        <p14:creationId xmlns:p14="http://schemas.microsoft.com/office/powerpoint/2010/main" val="13035897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69EAED-C54A-4E99-F5AC-1FBF9E541AAB}"/>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B993DBF-970B-7D6F-E63E-1DDE012F0309}"/>
              </a:ext>
            </a:extLst>
          </p:cNvPr>
          <p:cNvSpPr>
            <a:spLocks noGrp="1"/>
          </p:cNvSpPr>
          <p:nvPr>
            <p:ph type="dt" sz="half" idx="10"/>
          </p:nvPr>
        </p:nvSpPr>
        <p:spPr>
          <a:xfrm>
            <a:off x="838200" y="6356350"/>
            <a:ext cx="2743200" cy="365125"/>
          </a:xfrm>
          <a:prstGeom prst="rect">
            <a:avLst/>
          </a:prstGeom>
        </p:spPr>
        <p:txBody>
          <a:bodyPr/>
          <a:lstStyle/>
          <a:p>
            <a:fld id="{5E92031E-E322-4CE7-A488-33C6334C6E9F}" type="datetime1">
              <a:rPr lang="en-IN" smtClean="0"/>
              <a:t>06-11-2025</a:t>
            </a:fld>
            <a:endParaRPr lang="en-IN"/>
          </a:p>
        </p:txBody>
      </p:sp>
      <p:sp>
        <p:nvSpPr>
          <p:cNvPr id="4" name="Footer Placeholder 3">
            <a:extLst>
              <a:ext uri="{FF2B5EF4-FFF2-40B4-BE49-F238E27FC236}">
                <a16:creationId xmlns:a16="http://schemas.microsoft.com/office/drawing/2014/main" id="{36564642-B2B6-70F5-E497-A005788469F0}"/>
              </a:ext>
            </a:extLst>
          </p:cNvPr>
          <p:cNvSpPr>
            <a:spLocks noGrp="1"/>
          </p:cNvSpPr>
          <p:nvPr>
            <p:ph type="ftr" sz="quarter" idx="11"/>
          </p:nvPr>
        </p:nvSpPr>
        <p:spPr>
          <a:xfrm>
            <a:off x="4038600" y="6356350"/>
            <a:ext cx="4114800" cy="365125"/>
          </a:xfrm>
          <a:prstGeom prst="rect">
            <a:avLst/>
          </a:prstGeom>
        </p:spPr>
        <p:txBody>
          <a:bodyPr/>
          <a:lstStyle/>
          <a:p>
            <a:r>
              <a:rPr lang="en-IN"/>
              <a:t>Gangwar - ERDR</a:t>
            </a:r>
          </a:p>
        </p:txBody>
      </p:sp>
      <p:sp>
        <p:nvSpPr>
          <p:cNvPr id="5" name="Slide Number Placeholder 4">
            <a:extLst>
              <a:ext uri="{FF2B5EF4-FFF2-40B4-BE49-F238E27FC236}">
                <a16:creationId xmlns:a16="http://schemas.microsoft.com/office/drawing/2014/main" id="{285643AB-ADAB-A588-1016-09784CA8B962}"/>
              </a:ext>
            </a:extLst>
          </p:cNvPr>
          <p:cNvSpPr>
            <a:spLocks noGrp="1"/>
          </p:cNvSpPr>
          <p:nvPr>
            <p:ph type="sldNum" sz="quarter" idx="12"/>
          </p:nvPr>
        </p:nvSpPr>
        <p:spPr>
          <a:xfrm>
            <a:off x="8610600" y="6356350"/>
            <a:ext cx="2743200" cy="365125"/>
          </a:xfrm>
          <a:prstGeom prst="rect">
            <a:avLst/>
          </a:prstGeom>
        </p:spPr>
        <p:txBody>
          <a:bodyPr/>
          <a:lstStyle/>
          <a:p>
            <a:fld id="{29F0DE35-44CE-403C-9E04-F3AB7E0C6513}" type="slidenum">
              <a:rPr lang="en-IN" smtClean="0"/>
              <a:t>‹#›</a:t>
            </a:fld>
            <a:endParaRPr lang="en-IN"/>
          </a:p>
        </p:txBody>
      </p:sp>
    </p:spTree>
    <p:extLst>
      <p:ext uri="{BB962C8B-B14F-4D97-AF65-F5344CB8AC3E}">
        <p14:creationId xmlns:p14="http://schemas.microsoft.com/office/powerpoint/2010/main" val="27872867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9CA4D4E-BDB6-1AE6-BDC3-3A468305C343}"/>
              </a:ext>
            </a:extLst>
          </p:cNvPr>
          <p:cNvSpPr>
            <a:spLocks noGrp="1"/>
          </p:cNvSpPr>
          <p:nvPr>
            <p:ph type="dt" sz="half" idx="10"/>
          </p:nvPr>
        </p:nvSpPr>
        <p:spPr>
          <a:xfrm>
            <a:off x="838200" y="6356350"/>
            <a:ext cx="2743200" cy="365125"/>
          </a:xfrm>
          <a:prstGeom prst="rect">
            <a:avLst/>
          </a:prstGeom>
        </p:spPr>
        <p:txBody>
          <a:bodyPr/>
          <a:lstStyle/>
          <a:p>
            <a:fld id="{27D1977D-6ACC-4892-9AFD-5500BB2F75C9}" type="datetime1">
              <a:rPr lang="en-IN" smtClean="0"/>
              <a:t>06-11-2025</a:t>
            </a:fld>
            <a:endParaRPr lang="en-IN"/>
          </a:p>
        </p:txBody>
      </p:sp>
      <p:sp>
        <p:nvSpPr>
          <p:cNvPr id="3" name="Footer Placeholder 2">
            <a:extLst>
              <a:ext uri="{FF2B5EF4-FFF2-40B4-BE49-F238E27FC236}">
                <a16:creationId xmlns:a16="http://schemas.microsoft.com/office/drawing/2014/main" id="{4C42083D-ED91-6AB8-7EC8-33DCC75D5B3A}"/>
              </a:ext>
            </a:extLst>
          </p:cNvPr>
          <p:cNvSpPr>
            <a:spLocks noGrp="1"/>
          </p:cNvSpPr>
          <p:nvPr>
            <p:ph type="ftr" sz="quarter" idx="11"/>
          </p:nvPr>
        </p:nvSpPr>
        <p:spPr>
          <a:xfrm>
            <a:off x="4038600" y="6356350"/>
            <a:ext cx="4114800" cy="365125"/>
          </a:xfrm>
          <a:prstGeom prst="rect">
            <a:avLst/>
          </a:prstGeom>
        </p:spPr>
        <p:txBody>
          <a:bodyPr/>
          <a:lstStyle/>
          <a:p>
            <a:r>
              <a:rPr lang="en-IN"/>
              <a:t>Gangwar - ERDR</a:t>
            </a:r>
          </a:p>
        </p:txBody>
      </p:sp>
      <p:sp>
        <p:nvSpPr>
          <p:cNvPr id="4" name="Slide Number Placeholder 3">
            <a:extLst>
              <a:ext uri="{FF2B5EF4-FFF2-40B4-BE49-F238E27FC236}">
                <a16:creationId xmlns:a16="http://schemas.microsoft.com/office/drawing/2014/main" id="{65ACF1BE-E01D-3D32-F08F-A9F91DDB62BD}"/>
              </a:ext>
            </a:extLst>
          </p:cNvPr>
          <p:cNvSpPr>
            <a:spLocks noGrp="1"/>
          </p:cNvSpPr>
          <p:nvPr>
            <p:ph type="sldNum" sz="quarter" idx="12"/>
          </p:nvPr>
        </p:nvSpPr>
        <p:spPr>
          <a:xfrm>
            <a:off x="8610600" y="6356350"/>
            <a:ext cx="2743200" cy="365125"/>
          </a:xfrm>
          <a:prstGeom prst="rect">
            <a:avLst/>
          </a:prstGeom>
        </p:spPr>
        <p:txBody>
          <a:bodyPr/>
          <a:lstStyle/>
          <a:p>
            <a:fld id="{29F0DE35-44CE-403C-9E04-F3AB7E0C6513}" type="slidenum">
              <a:rPr lang="en-IN" smtClean="0"/>
              <a:t>‹#›</a:t>
            </a:fld>
            <a:endParaRPr lang="en-IN"/>
          </a:p>
        </p:txBody>
      </p:sp>
    </p:spTree>
    <p:extLst>
      <p:ext uri="{BB962C8B-B14F-4D97-AF65-F5344CB8AC3E}">
        <p14:creationId xmlns:p14="http://schemas.microsoft.com/office/powerpoint/2010/main" val="31154394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46202F-BF1C-5F3D-5181-CE939F811692}"/>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2190BD2-2F2F-FC72-F3F3-F35DB7BEBFE6}"/>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0270F44-1A0A-3E7B-6207-27502332F442}"/>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874CBC6-3820-365E-3ED3-4BFB50F7226F}"/>
              </a:ext>
            </a:extLst>
          </p:cNvPr>
          <p:cNvSpPr>
            <a:spLocks noGrp="1"/>
          </p:cNvSpPr>
          <p:nvPr>
            <p:ph type="dt" sz="half" idx="10"/>
          </p:nvPr>
        </p:nvSpPr>
        <p:spPr>
          <a:xfrm>
            <a:off x="838200" y="6356350"/>
            <a:ext cx="2743200" cy="365125"/>
          </a:xfrm>
          <a:prstGeom prst="rect">
            <a:avLst/>
          </a:prstGeom>
        </p:spPr>
        <p:txBody>
          <a:bodyPr/>
          <a:lstStyle/>
          <a:p>
            <a:fld id="{FB412B7E-B26D-4681-8CC1-3FADC735F3DC}" type="datetime1">
              <a:rPr lang="en-IN" smtClean="0"/>
              <a:t>06-11-2025</a:t>
            </a:fld>
            <a:endParaRPr lang="en-IN"/>
          </a:p>
        </p:txBody>
      </p:sp>
      <p:sp>
        <p:nvSpPr>
          <p:cNvPr id="6" name="Footer Placeholder 5">
            <a:extLst>
              <a:ext uri="{FF2B5EF4-FFF2-40B4-BE49-F238E27FC236}">
                <a16:creationId xmlns:a16="http://schemas.microsoft.com/office/drawing/2014/main" id="{5A943FD0-6798-91FF-6140-BB7D9058D64B}"/>
              </a:ext>
            </a:extLst>
          </p:cNvPr>
          <p:cNvSpPr>
            <a:spLocks noGrp="1"/>
          </p:cNvSpPr>
          <p:nvPr>
            <p:ph type="ftr" sz="quarter" idx="11"/>
          </p:nvPr>
        </p:nvSpPr>
        <p:spPr>
          <a:xfrm>
            <a:off x="4038600" y="6356350"/>
            <a:ext cx="4114800" cy="365125"/>
          </a:xfrm>
          <a:prstGeom prst="rect">
            <a:avLst/>
          </a:prstGeom>
        </p:spPr>
        <p:txBody>
          <a:bodyPr/>
          <a:lstStyle/>
          <a:p>
            <a:r>
              <a:rPr lang="en-IN"/>
              <a:t>Gangwar - ERDR</a:t>
            </a:r>
          </a:p>
        </p:txBody>
      </p:sp>
      <p:sp>
        <p:nvSpPr>
          <p:cNvPr id="7" name="Slide Number Placeholder 6">
            <a:extLst>
              <a:ext uri="{FF2B5EF4-FFF2-40B4-BE49-F238E27FC236}">
                <a16:creationId xmlns:a16="http://schemas.microsoft.com/office/drawing/2014/main" id="{C3060421-A9DC-27AE-BA13-E4D230FAC342}"/>
              </a:ext>
            </a:extLst>
          </p:cNvPr>
          <p:cNvSpPr>
            <a:spLocks noGrp="1"/>
          </p:cNvSpPr>
          <p:nvPr>
            <p:ph type="sldNum" sz="quarter" idx="12"/>
          </p:nvPr>
        </p:nvSpPr>
        <p:spPr>
          <a:xfrm>
            <a:off x="8610600" y="6356350"/>
            <a:ext cx="2743200" cy="365125"/>
          </a:xfrm>
          <a:prstGeom prst="rect">
            <a:avLst/>
          </a:prstGeom>
        </p:spPr>
        <p:txBody>
          <a:bodyPr/>
          <a:lstStyle/>
          <a:p>
            <a:fld id="{29F0DE35-44CE-403C-9E04-F3AB7E0C6513}" type="slidenum">
              <a:rPr lang="en-IN" smtClean="0"/>
              <a:t>‹#›</a:t>
            </a:fld>
            <a:endParaRPr lang="en-IN"/>
          </a:p>
        </p:txBody>
      </p:sp>
    </p:spTree>
    <p:extLst>
      <p:ext uri="{BB962C8B-B14F-4D97-AF65-F5344CB8AC3E}">
        <p14:creationId xmlns:p14="http://schemas.microsoft.com/office/powerpoint/2010/main" val="9679880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2FCD38-AACF-3C14-09E8-5CB12FE1AF27}"/>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53F5C9D-296F-A771-C92B-9F34E4250CF2}"/>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IN"/>
          </a:p>
        </p:txBody>
      </p:sp>
      <p:sp>
        <p:nvSpPr>
          <p:cNvPr id="4" name="Text Placeholder 3">
            <a:extLst>
              <a:ext uri="{FF2B5EF4-FFF2-40B4-BE49-F238E27FC236}">
                <a16:creationId xmlns:a16="http://schemas.microsoft.com/office/drawing/2014/main" id="{EFE70184-0A80-2879-18F6-7191F7195C10}"/>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71EE481-E6B6-6A4D-7D09-D9F77134E82F}"/>
              </a:ext>
            </a:extLst>
          </p:cNvPr>
          <p:cNvSpPr>
            <a:spLocks noGrp="1"/>
          </p:cNvSpPr>
          <p:nvPr>
            <p:ph type="dt" sz="half" idx="10"/>
          </p:nvPr>
        </p:nvSpPr>
        <p:spPr>
          <a:xfrm>
            <a:off x="838200" y="6356350"/>
            <a:ext cx="2743200" cy="365125"/>
          </a:xfrm>
          <a:prstGeom prst="rect">
            <a:avLst/>
          </a:prstGeom>
        </p:spPr>
        <p:txBody>
          <a:bodyPr/>
          <a:lstStyle/>
          <a:p>
            <a:fld id="{BA18DA1D-5078-4CC4-A187-50F9620FA7C6}" type="datetime1">
              <a:rPr lang="en-IN" smtClean="0"/>
              <a:t>06-11-2025</a:t>
            </a:fld>
            <a:endParaRPr lang="en-IN"/>
          </a:p>
        </p:txBody>
      </p:sp>
      <p:sp>
        <p:nvSpPr>
          <p:cNvPr id="6" name="Footer Placeholder 5">
            <a:extLst>
              <a:ext uri="{FF2B5EF4-FFF2-40B4-BE49-F238E27FC236}">
                <a16:creationId xmlns:a16="http://schemas.microsoft.com/office/drawing/2014/main" id="{E5CB1FE4-CB11-12F3-3D25-58ABC9006D55}"/>
              </a:ext>
            </a:extLst>
          </p:cNvPr>
          <p:cNvSpPr>
            <a:spLocks noGrp="1"/>
          </p:cNvSpPr>
          <p:nvPr>
            <p:ph type="ftr" sz="quarter" idx="11"/>
          </p:nvPr>
        </p:nvSpPr>
        <p:spPr>
          <a:xfrm>
            <a:off x="4038600" y="6356350"/>
            <a:ext cx="4114800" cy="365125"/>
          </a:xfrm>
          <a:prstGeom prst="rect">
            <a:avLst/>
          </a:prstGeom>
        </p:spPr>
        <p:txBody>
          <a:bodyPr/>
          <a:lstStyle/>
          <a:p>
            <a:r>
              <a:rPr lang="en-IN"/>
              <a:t>Gangwar - ERDR</a:t>
            </a:r>
          </a:p>
        </p:txBody>
      </p:sp>
      <p:sp>
        <p:nvSpPr>
          <p:cNvPr id="7" name="Slide Number Placeholder 6">
            <a:extLst>
              <a:ext uri="{FF2B5EF4-FFF2-40B4-BE49-F238E27FC236}">
                <a16:creationId xmlns:a16="http://schemas.microsoft.com/office/drawing/2014/main" id="{050651D5-E1C1-9C56-D0C5-DCC467CE4EBF}"/>
              </a:ext>
            </a:extLst>
          </p:cNvPr>
          <p:cNvSpPr>
            <a:spLocks noGrp="1"/>
          </p:cNvSpPr>
          <p:nvPr>
            <p:ph type="sldNum" sz="quarter" idx="12"/>
          </p:nvPr>
        </p:nvSpPr>
        <p:spPr>
          <a:xfrm>
            <a:off x="8610600" y="6356350"/>
            <a:ext cx="2743200" cy="365125"/>
          </a:xfrm>
          <a:prstGeom prst="rect">
            <a:avLst/>
          </a:prstGeom>
        </p:spPr>
        <p:txBody>
          <a:bodyPr/>
          <a:lstStyle/>
          <a:p>
            <a:fld id="{29F0DE35-44CE-403C-9E04-F3AB7E0C6513}" type="slidenum">
              <a:rPr lang="en-IN" smtClean="0"/>
              <a:t>‹#›</a:t>
            </a:fld>
            <a:endParaRPr lang="en-IN"/>
          </a:p>
        </p:txBody>
      </p:sp>
    </p:spTree>
    <p:extLst>
      <p:ext uri="{BB962C8B-B14F-4D97-AF65-F5344CB8AC3E}">
        <p14:creationId xmlns:p14="http://schemas.microsoft.com/office/powerpoint/2010/main" val="28317750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50599A-8562-7673-8C71-A2546DFD33A5}"/>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7AC74FB-EC60-84BD-0B19-889B48783737}"/>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ED03CBD-FA1F-863E-84E6-4C758688ECDB}"/>
              </a:ext>
            </a:extLst>
          </p:cNvPr>
          <p:cNvSpPr>
            <a:spLocks noGrp="1"/>
          </p:cNvSpPr>
          <p:nvPr>
            <p:ph type="dt" sz="half" idx="10"/>
          </p:nvPr>
        </p:nvSpPr>
        <p:spPr>
          <a:xfrm>
            <a:off x="838200" y="6356350"/>
            <a:ext cx="2743200" cy="365125"/>
          </a:xfrm>
          <a:prstGeom prst="rect">
            <a:avLst/>
          </a:prstGeom>
        </p:spPr>
        <p:txBody>
          <a:bodyPr/>
          <a:lstStyle/>
          <a:p>
            <a:fld id="{C07F1D4F-9118-4A4B-B453-2C07E637A3E3}" type="datetime1">
              <a:rPr lang="en-IN" smtClean="0"/>
              <a:t>06-11-2025</a:t>
            </a:fld>
            <a:endParaRPr lang="en-IN"/>
          </a:p>
        </p:txBody>
      </p:sp>
      <p:sp>
        <p:nvSpPr>
          <p:cNvPr id="5" name="Footer Placeholder 4">
            <a:extLst>
              <a:ext uri="{FF2B5EF4-FFF2-40B4-BE49-F238E27FC236}">
                <a16:creationId xmlns:a16="http://schemas.microsoft.com/office/drawing/2014/main" id="{F828992C-6526-E8FB-26D1-515DEE88B715}"/>
              </a:ext>
            </a:extLst>
          </p:cNvPr>
          <p:cNvSpPr>
            <a:spLocks noGrp="1"/>
          </p:cNvSpPr>
          <p:nvPr>
            <p:ph type="ftr" sz="quarter" idx="11"/>
          </p:nvPr>
        </p:nvSpPr>
        <p:spPr>
          <a:xfrm>
            <a:off x="4038600" y="6356350"/>
            <a:ext cx="4114800" cy="365125"/>
          </a:xfrm>
          <a:prstGeom prst="rect">
            <a:avLst/>
          </a:prstGeom>
        </p:spPr>
        <p:txBody>
          <a:bodyPr/>
          <a:lstStyle/>
          <a:p>
            <a:r>
              <a:rPr lang="en-IN"/>
              <a:t>Gangwar - ERDR</a:t>
            </a:r>
          </a:p>
        </p:txBody>
      </p:sp>
      <p:sp>
        <p:nvSpPr>
          <p:cNvPr id="6" name="Slide Number Placeholder 5">
            <a:extLst>
              <a:ext uri="{FF2B5EF4-FFF2-40B4-BE49-F238E27FC236}">
                <a16:creationId xmlns:a16="http://schemas.microsoft.com/office/drawing/2014/main" id="{F42F3850-9CE1-E28F-C08C-0AAA523AA76A}"/>
              </a:ext>
            </a:extLst>
          </p:cNvPr>
          <p:cNvSpPr>
            <a:spLocks noGrp="1"/>
          </p:cNvSpPr>
          <p:nvPr>
            <p:ph type="sldNum" sz="quarter" idx="12"/>
          </p:nvPr>
        </p:nvSpPr>
        <p:spPr>
          <a:xfrm>
            <a:off x="8610600" y="6356350"/>
            <a:ext cx="2743200" cy="365125"/>
          </a:xfrm>
          <a:prstGeom prst="rect">
            <a:avLst/>
          </a:prstGeom>
        </p:spPr>
        <p:txBody>
          <a:bodyPr/>
          <a:lstStyle/>
          <a:p>
            <a:fld id="{29F0DE35-44CE-403C-9E04-F3AB7E0C6513}" type="slidenum">
              <a:rPr lang="en-IN" smtClean="0"/>
              <a:t>‹#›</a:t>
            </a:fld>
            <a:endParaRPr lang="en-IN"/>
          </a:p>
        </p:txBody>
      </p:sp>
    </p:spTree>
    <p:extLst>
      <p:ext uri="{BB962C8B-B14F-4D97-AF65-F5344CB8AC3E}">
        <p14:creationId xmlns:p14="http://schemas.microsoft.com/office/powerpoint/2010/main" val="35644583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553BA0B-D795-5618-E8D1-2B9A19270A40}"/>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3847677-FB61-704E-CE6B-F037DE6D543D}"/>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F6A825B-9248-EA7B-3259-E72FD34D7C38}"/>
              </a:ext>
            </a:extLst>
          </p:cNvPr>
          <p:cNvSpPr>
            <a:spLocks noGrp="1"/>
          </p:cNvSpPr>
          <p:nvPr>
            <p:ph type="dt" sz="half" idx="10"/>
          </p:nvPr>
        </p:nvSpPr>
        <p:spPr>
          <a:xfrm>
            <a:off x="838200" y="6356350"/>
            <a:ext cx="2743200" cy="365125"/>
          </a:xfrm>
          <a:prstGeom prst="rect">
            <a:avLst/>
          </a:prstGeom>
        </p:spPr>
        <p:txBody>
          <a:bodyPr/>
          <a:lstStyle/>
          <a:p>
            <a:fld id="{89FB492C-1BB6-4715-895F-089639E4F1FA}" type="datetime1">
              <a:rPr lang="en-IN" smtClean="0"/>
              <a:t>06-11-2025</a:t>
            </a:fld>
            <a:endParaRPr lang="en-IN"/>
          </a:p>
        </p:txBody>
      </p:sp>
      <p:sp>
        <p:nvSpPr>
          <p:cNvPr id="5" name="Footer Placeholder 4">
            <a:extLst>
              <a:ext uri="{FF2B5EF4-FFF2-40B4-BE49-F238E27FC236}">
                <a16:creationId xmlns:a16="http://schemas.microsoft.com/office/drawing/2014/main" id="{6DE475EB-670C-A0F8-D93A-600158E9304A}"/>
              </a:ext>
            </a:extLst>
          </p:cNvPr>
          <p:cNvSpPr>
            <a:spLocks noGrp="1"/>
          </p:cNvSpPr>
          <p:nvPr>
            <p:ph type="ftr" sz="quarter" idx="11"/>
          </p:nvPr>
        </p:nvSpPr>
        <p:spPr>
          <a:xfrm>
            <a:off x="4038600" y="6356350"/>
            <a:ext cx="4114800" cy="365125"/>
          </a:xfrm>
          <a:prstGeom prst="rect">
            <a:avLst/>
          </a:prstGeom>
        </p:spPr>
        <p:txBody>
          <a:bodyPr/>
          <a:lstStyle/>
          <a:p>
            <a:r>
              <a:rPr lang="en-IN"/>
              <a:t>Gangwar - ERDR</a:t>
            </a:r>
          </a:p>
        </p:txBody>
      </p:sp>
      <p:sp>
        <p:nvSpPr>
          <p:cNvPr id="6" name="Slide Number Placeholder 5">
            <a:extLst>
              <a:ext uri="{FF2B5EF4-FFF2-40B4-BE49-F238E27FC236}">
                <a16:creationId xmlns:a16="http://schemas.microsoft.com/office/drawing/2014/main" id="{F9047FAD-4D4E-141B-FE0C-48C1330AC31B}"/>
              </a:ext>
            </a:extLst>
          </p:cNvPr>
          <p:cNvSpPr>
            <a:spLocks noGrp="1"/>
          </p:cNvSpPr>
          <p:nvPr>
            <p:ph type="sldNum" sz="quarter" idx="12"/>
          </p:nvPr>
        </p:nvSpPr>
        <p:spPr>
          <a:xfrm>
            <a:off x="8610600" y="6356350"/>
            <a:ext cx="2743200" cy="365125"/>
          </a:xfrm>
          <a:prstGeom prst="rect">
            <a:avLst/>
          </a:prstGeom>
        </p:spPr>
        <p:txBody>
          <a:bodyPr/>
          <a:lstStyle/>
          <a:p>
            <a:fld id="{29F0DE35-44CE-403C-9E04-F3AB7E0C6513}" type="slidenum">
              <a:rPr lang="en-IN" smtClean="0"/>
              <a:t>‹#›</a:t>
            </a:fld>
            <a:endParaRPr lang="en-IN"/>
          </a:p>
        </p:txBody>
      </p:sp>
    </p:spTree>
    <p:extLst>
      <p:ext uri="{BB962C8B-B14F-4D97-AF65-F5344CB8AC3E}">
        <p14:creationId xmlns:p14="http://schemas.microsoft.com/office/powerpoint/2010/main" val="12098146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1_Picture with Content">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userDrawn="1"/>
        </p:nvSpPr>
        <p:spPr>
          <a:xfrm>
            <a:off x="3175" y="6446838"/>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a:xfrm>
            <a:off x="0" y="6492875"/>
            <a:ext cx="2743200" cy="365125"/>
          </a:xfrm>
        </p:spPr>
        <p:txBody>
          <a:bodyPr/>
          <a:lstStyle/>
          <a:p>
            <a:fld id="{D8924A06-1777-4B0E-9DBF-9A24F263BBFA}" type="datetime1">
              <a:rPr lang="en-IN" smtClean="0"/>
              <a:t>06-11-2025</a:t>
            </a:fld>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a:xfrm>
            <a:off x="9448800" y="6492875"/>
            <a:ext cx="2743200" cy="365125"/>
          </a:xfrm>
        </p:spPr>
        <p:txBody>
          <a:bodyPr/>
          <a:lstStyle/>
          <a:p>
            <a:fld id="{3A98EE3D-8CD1-4C3F-BD1C-C98C9596463C}" type="slidenum">
              <a:rPr lang="en-US" smtClean="0"/>
              <a:t>‹#›</a:t>
            </a:fld>
            <a:endParaRPr lang="en-US" dirty="0"/>
          </a:p>
        </p:txBody>
      </p:sp>
      <p:sp>
        <p:nvSpPr>
          <p:cNvPr id="13" name="Title 7">
            <a:extLst>
              <a:ext uri="{FF2B5EF4-FFF2-40B4-BE49-F238E27FC236}">
                <a16:creationId xmlns:a16="http://schemas.microsoft.com/office/drawing/2014/main" id="{8BBD3378-DD0B-4070-88AA-07DEEA1B7A80}"/>
              </a:ext>
            </a:extLst>
          </p:cNvPr>
          <p:cNvSpPr>
            <a:spLocks noGrp="1"/>
          </p:cNvSpPr>
          <p:nvPr>
            <p:ph type="title"/>
          </p:nvPr>
        </p:nvSpPr>
        <p:spPr>
          <a:xfrm>
            <a:off x="0" y="0"/>
            <a:ext cx="12192000" cy="1296537"/>
          </a:xfrm>
          <a:solidFill>
            <a:schemeClr val="accent1">
              <a:lumMod val="40000"/>
              <a:lumOff val="60000"/>
              <a:alpha val="50000"/>
            </a:schemeClr>
          </a:solidFill>
        </p:spPr>
        <p:txBody>
          <a:bodyPr lIns="684000" tIns="108000" anchor="ctr" anchorCtr="0">
            <a:normAutofit/>
          </a:bodyPr>
          <a:lstStyle>
            <a:lvl1pPr>
              <a:defRPr sz="3600"/>
            </a:lvl1pPr>
          </a:lstStyle>
          <a:p>
            <a:r>
              <a:rPr lang="en-US"/>
              <a:t>Click to edit Master title style</a:t>
            </a:r>
            <a:endParaRPr lang="en-US" dirty="0"/>
          </a:p>
        </p:txBody>
      </p:sp>
      <p:cxnSp>
        <p:nvCxnSpPr>
          <p:cNvPr id="16" name="Straight Connector 15">
            <a:extLst>
              <a:ext uri="{FF2B5EF4-FFF2-40B4-BE49-F238E27FC236}">
                <a16:creationId xmlns:a16="http://schemas.microsoft.com/office/drawing/2014/main" id="{8B0AF26B-41C3-4BBB-A8E9-8EAB965C6D7A}"/>
              </a:ext>
            </a:extLst>
          </p:cNvPr>
          <p:cNvCxnSpPr/>
          <p:nvPr userDrawn="1"/>
        </p:nvCxnSpPr>
        <p:spPr>
          <a:xfrm>
            <a:off x="-600" y="1283417"/>
            <a:ext cx="1219320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2" name="Rectangle 1">
            <a:hlinkClick r:id="rId2" action="ppaction://hlinksldjump"/>
          </p:cNvPr>
          <p:cNvSpPr/>
          <p:nvPr userDrawn="1"/>
        </p:nvSpPr>
        <p:spPr>
          <a:xfrm>
            <a:off x="3184071" y="6581001"/>
            <a:ext cx="1273629" cy="276999"/>
          </a:xfrm>
          <a:prstGeom prst="rect">
            <a:avLst/>
          </a:prstGeom>
          <a:noFill/>
        </p:spPr>
        <p:txBody>
          <a:bodyPr wrap="square" lIns="91440" tIns="45720" rIns="91440" bIns="45720">
            <a:spAutoFit/>
          </a:bodyPr>
          <a:lstStyle/>
          <a:p>
            <a:pPr algn="ctr"/>
            <a:r>
              <a:rPr lang="en-US" sz="1200" b="0" cap="none" spc="0" dirty="0">
                <a:ln w="0"/>
                <a:solidFill>
                  <a:schemeClr val="bg1"/>
                </a:solidFill>
                <a:effectLst>
                  <a:outerShdw blurRad="38100" dist="19050" dir="2700000" algn="tl" rotWithShape="0">
                    <a:schemeClr val="dk1">
                      <a:alpha val="40000"/>
                    </a:schemeClr>
                  </a:outerShdw>
                </a:effectLst>
              </a:rPr>
              <a:t>INDEX</a:t>
            </a:r>
          </a:p>
        </p:txBody>
      </p:sp>
    </p:spTree>
    <p:extLst>
      <p:ext uri="{BB962C8B-B14F-4D97-AF65-F5344CB8AC3E}">
        <p14:creationId xmlns:p14="http://schemas.microsoft.com/office/powerpoint/2010/main" val="12970870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F119E1A-8310-F8FE-C575-2EB29045D925}"/>
              </a:ext>
            </a:extLst>
          </p:cNvPr>
          <p:cNvPicPr>
            <a:picLocks noChangeAspect="1"/>
          </p:cNvPicPr>
          <p:nvPr/>
        </p:nvPicPr>
        <p:blipFill rotWithShape="1">
          <a:blip r:embed="rId14">
            <a:extLst>
              <a:ext uri="{28A0092B-C50C-407E-A947-70E740481C1C}">
                <a14:useLocalDpi xmlns:a14="http://schemas.microsoft.com/office/drawing/2010/main" val="0"/>
              </a:ext>
            </a:extLst>
          </a:blip>
          <a:srcRect b="15625"/>
          <a:stretch/>
        </p:blipFill>
        <p:spPr>
          <a:xfrm>
            <a:off x="0" y="0"/>
            <a:ext cx="12192000" cy="6858000"/>
          </a:xfrm>
          <a:prstGeom prst="rect">
            <a:avLst/>
          </a:prstGeom>
        </p:spPr>
      </p:pic>
      <p:pic>
        <p:nvPicPr>
          <p:cNvPr id="5" name="Picture 4">
            <a:extLst>
              <a:ext uri="{FF2B5EF4-FFF2-40B4-BE49-F238E27FC236}">
                <a16:creationId xmlns:a16="http://schemas.microsoft.com/office/drawing/2014/main" id="{62F6693F-7DF4-2BFE-2257-60414133E79A}"/>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11231217" y="0"/>
            <a:ext cx="960783" cy="946299"/>
          </a:xfrm>
          <a:prstGeom prst="rect">
            <a:avLst/>
          </a:prstGeom>
        </p:spPr>
      </p:pic>
    </p:spTree>
    <p:extLst>
      <p:ext uri="{BB962C8B-B14F-4D97-AF65-F5344CB8AC3E}">
        <p14:creationId xmlns:p14="http://schemas.microsoft.com/office/powerpoint/2010/main" val="442804313"/>
      </p:ext>
    </p:extLst>
  </p:cSld>
  <p:clrMap bg1="lt1" tx1="dk1" bg2="lt2" tx2="dk2" accent1="accent1" accent2="accent2" accent3="accent3" accent4="accent4" accent5="accent5" accent6="accent6" hlink="hlink" folHlink="folHlink"/>
  <p:sldLayoutIdLst>
    <p:sldLayoutId id="2147483797" r:id="rId1"/>
    <p:sldLayoutId id="2147483798" r:id="rId2"/>
    <p:sldLayoutId id="2147483799" r:id="rId3"/>
    <p:sldLayoutId id="2147483800" r:id="rId4"/>
    <p:sldLayoutId id="2147483801" r:id="rId5"/>
    <p:sldLayoutId id="2147483802" r:id="rId6"/>
    <p:sldLayoutId id="2147483803" r:id="rId7"/>
    <p:sldLayoutId id="2147483804" r:id="rId8"/>
    <p:sldLayoutId id="2147483805" r:id="rId9"/>
    <p:sldLayoutId id="2147483806" r:id="rId10"/>
    <p:sldLayoutId id="2147483807" r:id="rId11"/>
    <p:sldLayoutId id="2147483808" r:id="rId12"/>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pn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image" Target="../media/image140.png"/><Relationship Id="rId1" Type="http://schemas.openxmlformats.org/officeDocument/2006/relationships/slideLayout" Target="../slideLayouts/slideLayout7.xml"/><Relationship Id="rId6" Type="http://schemas.openxmlformats.org/officeDocument/2006/relationships/image" Target="../media/image181.png"/><Relationship Id="rId5" Type="http://schemas.openxmlformats.org/officeDocument/2006/relationships/image" Target="../media/image170.png"/><Relationship Id="rId4" Type="http://schemas.openxmlformats.org/officeDocument/2006/relationships/image" Target="../media/image16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26.png"/><Relationship Id="rId18" Type="http://schemas.openxmlformats.org/officeDocument/2006/relationships/image" Target="../media/image31.png"/><Relationship Id="rId3" Type="http://schemas.openxmlformats.org/officeDocument/2006/relationships/image" Target="../media/image131.png"/><Relationship Id="rId7" Type="http://schemas.openxmlformats.org/officeDocument/2006/relationships/image" Target="../media/image20.png"/><Relationship Id="rId12" Type="http://schemas.openxmlformats.org/officeDocument/2006/relationships/image" Target="../media/image25.png"/><Relationship Id="rId17" Type="http://schemas.openxmlformats.org/officeDocument/2006/relationships/image" Target="../media/image30.png"/><Relationship Id="rId2" Type="http://schemas.openxmlformats.org/officeDocument/2006/relationships/notesSlide" Target="../notesSlides/notesSlide1.xml"/><Relationship Id="rId16" Type="http://schemas.openxmlformats.org/officeDocument/2006/relationships/image" Target="../media/image29.png"/><Relationship Id="rId20" Type="http://schemas.openxmlformats.org/officeDocument/2006/relationships/image" Target="../media/image33.png"/><Relationship Id="rId1" Type="http://schemas.openxmlformats.org/officeDocument/2006/relationships/slideLayout" Target="../slideLayouts/slideLayout7.xml"/><Relationship Id="rId6" Type="http://schemas.openxmlformats.org/officeDocument/2006/relationships/image" Target="../media/image190.png"/><Relationship Id="rId11" Type="http://schemas.openxmlformats.org/officeDocument/2006/relationships/image" Target="../media/image24.png"/><Relationship Id="rId5" Type="http://schemas.openxmlformats.org/officeDocument/2006/relationships/image" Target="../media/image180.png"/><Relationship Id="rId15" Type="http://schemas.openxmlformats.org/officeDocument/2006/relationships/image" Target="../media/image28.png"/><Relationship Id="rId10" Type="http://schemas.openxmlformats.org/officeDocument/2006/relationships/image" Target="../media/image23.png"/><Relationship Id="rId19" Type="http://schemas.openxmlformats.org/officeDocument/2006/relationships/image" Target="../media/image32.png"/><Relationship Id="rId4" Type="http://schemas.openxmlformats.org/officeDocument/2006/relationships/image" Target="../media/image132.png"/><Relationship Id="rId9" Type="http://schemas.openxmlformats.org/officeDocument/2006/relationships/image" Target="../media/image22.png"/><Relationship Id="rId14" Type="http://schemas.openxmlformats.org/officeDocument/2006/relationships/image" Target="../media/image27.png"/></Relationships>
</file>

<file path=ppt/slides/_rels/slide1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36.png"/><Relationship Id="rId4" Type="http://schemas.openxmlformats.org/officeDocument/2006/relationships/image" Target="../media/image35.png"/></Relationships>
</file>

<file path=ppt/slides/_rels/slide1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40.png"/><Relationship Id="rId4" Type="http://schemas.openxmlformats.org/officeDocument/2006/relationships/image" Target="../media/image39.png"/></Relationships>
</file>

<file path=ppt/slides/_rels/slide1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14.xml.rels><?xml version="1.0" encoding="UTF-8" standalone="yes"?>
<Relationships xmlns="http://schemas.openxmlformats.org/package/2006/relationships"><Relationship Id="rId8" Type="http://schemas.openxmlformats.org/officeDocument/2006/relationships/image" Target="../media/image49.png"/><Relationship Id="rId13" Type="http://schemas.openxmlformats.org/officeDocument/2006/relationships/image" Target="../media/image54.png"/><Relationship Id="rId18" Type="http://schemas.openxmlformats.org/officeDocument/2006/relationships/image" Target="../media/image5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53.png"/><Relationship Id="rId17" Type="http://schemas.openxmlformats.org/officeDocument/2006/relationships/image" Target="../media/image58.png"/><Relationship Id="rId2" Type="http://schemas.openxmlformats.org/officeDocument/2006/relationships/notesSlide" Target="../notesSlides/notesSlide5.xml"/><Relationship Id="rId16" Type="http://schemas.openxmlformats.org/officeDocument/2006/relationships/image" Target="../media/image57.png"/><Relationship Id="rId1" Type="http://schemas.openxmlformats.org/officeDocument/2006/relationships/slideLayout" Target="../slideLayouts/slideLayout7.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4.png"/><Relationship Id="rId15" Type="http://schemas.openxmlformats.org/officeDocument/2006/relationships/image" Target="../media/image56.png"/><Relationship Id="rId10" Type="http://schemas.openxmlformats.org/officeDocument/2006/relationships/image" Target="../media/image51.png"/><Relationship Id="rId4" Type="http://schemas.openxmlformats.org/officeDocument/2006/relationships/image" Target="../media/image46.png"/><Relationship Id="rId9" Type="http://schemas.openxmlformats.org/officeDocument/2006/relationships/image" Target="../media/image50.png"/><Relationship Id="rId14" Type="http://schemas.openxmlformats.org/officeDocument/2006/relationships/image" Target="../media/image55.png"/></Relationships>
</file>

<file path=ppt/slides/_rels/slide15.xml.rels><?xml version="1.0" encoding="UTF-8" standalone="yes"?>
<Relationships xmlns="http://schemas.openxmlformats.org/package/2006/relationships"><Relationship Id="rId8" Type="http://schemas.openxmlformats.org/officeDocument/2006/relationships/image" Target="../media/image530.png"/><Relationship Id="rId13" Type="http://schemas.openxmlformats.org/officeDocument/2006/relationships/image" Target="../media/image632.png"/><Relationship Id="rId3" Type="http://schemas.openxmlformats.org/officeDocument/2006/relationships/image" Target="../media/image370.png"/><Relationship Id="rId7" Type="http://schemas.openxmlformats.org/officeDocument/2006/relationships/image" Target="../media/image600.png"/><Relationship Id="rId12" Type="http://schemas.openxmlformats.org/officeDocument/2006/relationships/image" Target="../media/image621.png"/><Relationship Id="rId17" Type="http://schemas.openxmlformats.org/officeDocument/2006/relationships/image" Target="../media/image670.png"/><Relationship Id="rId2" Type="http://schemas.openxmlformats.org/officeDocument/2006/relationships/notesSlide" Target="../notesSlides/notesSlide6.xml"/><Relationship Id="rId16" Type="http://schemas.openxmlformats.org/officeDocument/2006/relationships/image" Target="../media/image660.png"/><Relationship Id="rId1" Type="http://schemas.openxmlformats.org/officeDocument/2006/relationships/slideLayout" Target="../slideLayouts/slideLayout7.xml"/><Relationship Id="rId6" Type="http://schemas.openxmlformats.org/officeDocument/2006/relationships/image" Target="../media/image590.png"/><Relationship Id="rId11" Type="http://schemas.openxmlformats.org/officeDocument/2006/relationships/image" Target="../media/image531.png"/><Relationship Id="rId5" Type="http://schemas.openxmlformats.org/officeDocument/2006/relationships/image" Target="../media/image490.png"/><Relationship Id="rId15" Type="http://schemas.openxmlformats.org/officeDocument/2006/relationships/image" Target="../media/image650.png"/><Relationship Id="rId10" Type="http://schemas.openxmlformats.org/officeDocument/2006/relationships/image" Target="../media/image550.png"/><Relationship Id="rId4" Type="http://schemas.openxmlformats.org/officeDocument/2006/relationships/image" Target="../media/image440.png"/><Relationship Id="rId9" Type="http://schemas.openxmlformats.org/officeDocument/2006/relationships/image" Target="../media/image570.png"/><Relationship Id="rId14" Type="http://schemas.openxmlformats.org/officeDocument/2006/relationships/image" Target="../media/image64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630.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60.png"/><Relationship Id="rId4" Type="http://schemas.openxmlformats.org/officeDocument/2006/relationships/image" Target="../media/image700.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50.png"/><Relationship Id="rId2" Type="http://schemas.openxmlformats.org/officeDocument/2006/relationships/image" Target="../media/image54.jpeg"/><Relationship Id="rId1" Type="http://schemas.openxmlformats.org/officeDocument/2006/relationships/slideLayout" Target="../slideLayouts/slideLayout1.xml"/><Relationship Id="rId6" Type="http://schemas.openxmlformats.org/officeDocument/2006/relationships/image" Target="../media/image560.png"/><Relationship Id="rId5" Type="http://schemas.openxmlformats.org/officeDocument/2006/relationships/image" Target="../media/image551.png"/><Relationship Id="rId4" Type="http://schemas.openxmlformats.org/officeDocument/2006/relationships/image" Target="../media/image430.png"/></Relationships>
</file>

<file path=ppt/slides/_rels/slide22.xml.rels><?xml version="1.0" encoding="UTF-8" standalone="yes"?>
<Relationships xmlns="http://schemas.openxmlformats.org/package/2006/relationships"><Relationship Id="rId3" Type="http://schemas.openxmlformats.org/officeDocument/2006/relationships/image" Target="../media/image571.png"/><Relationship Id="rId2" Type="http://schemas.openxmlformats.org/officeDocument/2006/relationships/image" Target="../media/image54.jpeg"/><Relationship Id="rId1" Type="http://schemas.openxmlformats.org/officeDocument/2006/relationships/slideLayout" Target="../slideLayouts/slideLayout1.xml"/><Relationship Id="rId6" Type="http://schemas.openxmlformats.org/officeDocument/2006/relationships/image" Target="../media/image601.png"/><Relationship Id="rId5" Type="http://schemas.openxmlformats.org/officeDocument/2006/relationships/image" Target="../media/image591.png"/><Relationship Id="rId4" Type="http://schemas.openxmlformats.org/officeDocument/2006/relationships/image" Target="../media/image58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microsoft.com/office/2007/relationships/media" Target="../media/media1.mp4"/><Relationship Id="rId1" Type="http://schemas.openxmlformats.org/officeDocument/2006/relationships/video" Target="NULL" TargetMode="External"/><Relationship Id="rId4" Type="http://schemas.openxmlformats.org/officeDocument/2006/relationships/image" Target="../media/image61.png"/></Relationships>
</file>

<file path=ppt/slides/_rels/slide26.xml.rels><?xml version="1.0" encoding="UTF-8" standalone="yes"?>
<Relationships xmlns="http://schemas.openxmlformats.org/package/2006/relationships"><Relationship Id="rId3" Type="http://schemas.openxmlformats.org/officeDocument/2006/relationships/image" Target="../media/image610.png"/><Relationship Id="rId2" Type="http://schemas.openxmlformats.org/officeDocument/2006/relationships/image" Target="../media/image540.png"/><Relationship Id="rId1" Type="http://schemas.openxmlformats.org/officeDocument/2006/relationships/slideLayout" Target="../slideLayouts/slideLayout7.xml"/><Relationship Id="rId4" Type="http://schemas.openxmlformats.org/officeDocument/2006/relationships/image" Target="../media/image62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image" Target="../media/image62.gif"/><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5.png"/><Relationship Id="rId1" Type="http://schemas.openxmlformats.org/officeDocument/2006/relationships/slideLayout" Target="../slideLayouts/slideLayout7.xml"/><Relationship Id="rId4" Type="http://schemas.openxmlformats.org/officeDocument/2006/relationships/image" Target="../media/image63.jpeg"/></Relationships>
</file>

<file path=ppt/slides/_rels/slide30.xml.rels><?xml version="1.0" encoding="UTF-8" standalone="yes"?>
<Relationships xmlns="http://schemas.openxmlformats.org/package/2006/relationships"><Relationship Id="rId3" Type="http://schemas.openxmlformats.org/officeDocument/2006/relationships/image" Target="../media/image571.png"/><Relationship Id="rId2" Type="http://schemas.openxmlformats.org/officeDocument/2006/relationships/image" Target="../media/image54.jpeg"/><Relationship Id="rId1" Type="http://schemas.openxmlformats.org/officeDocument/2006/relationships/slideLayout" Target="../slideLayouts/slideLayout1.xml"/><Relationship Id="rId6" Type="http://schemas.openxmlformats.org/officeDocument/2006/relationships/image" Target="../media/image601.png"/><Relationship Id="rId5" Type="http://schemas.openxmlformats.org/officeDocument/2006/relationships/image" Target="../media/image591.png"/><Relationship Id="rId4" Type="http://schemas.openxmlformats.org/officeDocument/2006/relationships/image" Target="../media/image580.png"/></Relationships>
</file>

<file path=ppt/slides/_rels/slide31.xml.rels><?xml version="1.0" encoding="UTF-8" standalone="yes"?>
<Relationships xmlns="http://schemas.openxmlformats.org/package/2006/relationships"><Relationship Id="rId3" Type="http://schemas.openxmlformats.org/officeDocument/2006/relationships/image" Target="../media/image571.png"/><Relationship Id="rId2" Type="http://schemas.openxmlformats.org/officeDocument/2006/relationships/image" Target="../media/image54.jpeg"/><Relationship Id="rId1" Type="http://schemas.openxmlformats.org/officeDocument/2006/relationships/slideLayout" Target="../slideLayouts/slideLayout1.xml"/><Relationship Id="rId6" Type="http://schemas.openxmlformats.org/officeDocument/2006/relationships/image" Target="../media/image601.png"/><Relationship Id="rId5" Type="http://schemas.openxmlformats.org/officeDocument/2006/relationships/image" Target="../media/image591.png"/><Relationship Id="rId4" Type="http://schemas.openxmlformats.org/officeDocument/2006/relationships/image" Target="../media/image580.png"/></Relationships>
</file>

<file path=ppt/slides/_rels/slide32.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8340.png"/></Relationships>
</file>

<file path=ppt/slides/_rels/slide33.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690.png"/><Relationship Id="rId2" Type="http://schemas.openxmlformats.org/officeDocument/2006/relationships/image" Target="../media/image680.png"/><Relationship Id="rId1" Type="http://schemas.openxmlformats.org/officeDocument/2006/relationships/slideLayout" Target="../slideLayouts/slideLayout7.xml"/><Relationship Id="rId6" Type="http://schemas.openxmlformats.org/officeDocument/2006/relationships/image" Target="../media/image72.png"/><Relationship Id="rId5" Type="http://schemas.openxmlformats.org/officeDocument/2006/relationships/image" Target="../media/image71.png"/><Relationship Id="rId4" Type="http://schemas.openxmlformats.org/officeDocument/2006/relationships/image" Target="../media/image701.png"/></Relationships>
</file>

<file path=ppt/slides/_rels/slide42.xml.rels><?xml version="1.0" encoding="UTF-8" standalone="yes"?>
<Relationships xmlns="http://schemas.openxmlformats.org/package/2006/relationships"><Relationship Id="rId3" Type="http://schemas.openxmlformats.org/officeDocument/2006/relationships/image" Target="../media/image74.png"/><Relationship Id="rId7" Type="http://schemas.openxmlformats.org/officeDocument/2006/relationships/image" Target="../media/image78.png"/><Relationship Id="rId2" Type="http://schemas.openxmlformats.org/officeDocument/2006/relationships/image" Target="../media/image73.png"/><Relationship Id="rId1" Type="http://schemas.openxmlformats.org/officeDocument/2006/relationships/slideLayout" Target="../slideLayouts/slideLayout7.xml"/><Relationship Id="rId6" Type="http://schemas.openxmlformats.org/officeDocument/2006/relationships/image" Target="../media/image77.png"/><Relationship Id="rId5" Type="http://schemas.openxmlformats.org/officeDocument/2006/relationships/image" Target="../media/image76.png"/><Relationship Id="rId4" Type="http://schemas.openxmlformats.org/officeDocument/2006/relationships/image" Target="../media/image75.png"/></Relationships>
</file>

<file path=ppt/slides/_rels/slide43.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62">
            <a:extLst>
              <a:ext uri="{FF2B5EF4-FFF2-40B4-BE49-F238E27FC236}">
                <a16:creationId xmlns:a16="http://schemas.microsoft.com/office/drawing/2014/main" id="{539DB9F7-3D45-8E90-9FDA-6D8AFC812B52}"/>
              </a:ext>
            </a:extLst>
          </p:cNvPr>
          <p:cNvSpPr>
            <a:spLocks noEditPoints="1"/>
          </p:cNvSpPr>
          <p:nvPr/>
        </p:nvSpPr>
        <p:spPr bwMode="invGray">
          <a:xfrm>
            <a:off x="4132834" y="3114753"/>
            <a:ext cx="2046675" cy="180010"/>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sz="1800">
              <a:ln>
                <a:noFill/>
              </a:ln>
            </a:endParaRPr>
          </a:p>
        </p:txBody>
      </p:sp>
      <p:sp>
        <p:nvSpPr>
          <p:cNvPr id="3" name="TextBox 2">
            <a:extLst>
              <a:ext uri="{FF2B5EF4-FFF2-40B4-BE49-F238E27FC236}">
                <a16:creationId xmlns:a16="http://schemas.microsoft.com/office/drawing/2014/main" id="{27560522-3CD9-6F89-6AD5-BCAC4B5A9665}"/>
              </a:ext>
            </a:extLst>
          </p:cNvPr>
          <p:cNvSpPr txBox="1"/>
          <p:nvPr/>
        </p:nvSpPr>
        <p:spPr>
          <a:xfrm>
            <a:off x="4132834" y="2576404"/>
            <a:ext cx="2522229" cy="584775"/>
          </a:xfrm>
          <a:prstGeom prst="rect">
            <a:avLst/>
          </a:prstGeom>
          <a:noFill/>
        </p:spPr>
        <p:txBody>
          <a:bodyPr wrap="none" rtlCol="0">
            <a:spAutoFit/>
          </a:bodyPr>
          <a:lstStyle/>
          <a:p>
            <a:r>
              <a:rPr lang="en-US" sz="3200" b="1" dirty="0">
                <a:solidFill>
                  <a:srgbClr val="FFFF00"/>
                </a:solidFill>
                <a:latin typeface="Cambria" panose="02040503050406030204" pitchFamily="18" charset="0"/>
                <a:ea typeface="Cambria" panose="02040503050406030204" pitchFamily="18" charset="0"/>
              </a:rPr>
              <a:t>Mass energy</a:t>
            </a:r>
          </a:p>
        </p:txBody>
      </p:sp>
    </p:spTree>
    <p:extLst>
      <p:ext uri="{BB962C8B-B14F-4D97-AF65-F5344CB8AC3E}">
        <p14:creationId xmlns:p14="http://schemas.microsoft.com/office/powerpoint/2010/main" val="6644191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Object 4"/>
              <p:cNvSpPr txBox="1"/>
              <p:nvPr/>
            </p:nvSpPr>
            <p:spPr>
              <a:xfrm>
                <a:off x="1120447" y="1133906"/>
                <a:ext cx="2036016" cy="598792"/>
              </a:xfrm>
              <a:prstGeom prst="rect">
                <a:avLst/>
              </a:prstGeom>
            </p:spPr>
            <p:txBody>
              <a:bodyPr>
                <a:noAutofit/>
              </a:bodyPr>
              <a:lstStyle/>
              <a:p>
                <a:pPr/>
                <a14:m>
                  <m:oMathPara xmlns:m="http://schemas.openxmlformats.org/officeDocument/2006/math">
                    <m:oMathParaPr>
                      <m:jc m:val="left"/>
                    </m:oMathParaPr>
                    <m:oMath xmlns:m="http://schemas.openxmlformats.org/officeDocument/2006/math">
                      <m:r>
                        <a:rPr lang="en-IN" sz="2800" b="0" i="1" smtClean="0">
                          <a:solidFill>
                            <a:srgbClr val="FFFF00"/>
                          </a:solidFill>
                          <a:latin typeface="Cambria Math" panose="02040503050406030204" pitchFamily="18" charset="0"/>
                        </a:rPr>
                        <m:t>⇒</m:t>
                      </m:r>
                      <m:r>
                        <a:rPr lang="en-IN" sz="2800" i="1" smtClean="0">
                          <a:solidFill>
                            <a:srgbClr val="FFFF00"/>
                          </a:solidFill>
                          <a:latin typeface="Cambria Math" panose="02040503050406030204" pitchFamily="18" charset="0"/>
                        </a:rPr>
                        <m:t>𝐸</m:t>
                      </m:r>
                      <m:r>
                        <a:rPr lang="en-IN" sz="2800" i="1" smtClean="0">
                          <a:solidFill>
                            <a:srgbClr val="FFFF00"/>
                          </a:solidFill>
                          <a:latin typeface="Cambria Math" panose="02040503050406030204" pitchFamily="18" charset="0"/>
                        </a:rPr>
                        <m:t>=</m:t>
                      </m:r>
                      <m:r>
                        <a:rPr lang="en-IN" sz="2800" i="1" smtClean="0">
                          <a:solidFill>
                            <a:srgbClr val="FFFF00"/>
                          </a:solidFill>
                          <a:latin typeface="Cambria Math" panose="02040503050406030204" pitchFamily="18" charset="0"/>
                        </a:rPr>
                        <m:t>𝑚</m:t>
                      </m:r>
                      <m:sSup>
                        <m:sSupPr>
                          <m:ctrlPr>
                            <a:rPr lang="en-IN" sz="2800" i="1">
                              <a:solidFill>
                                <a:srgbClr val="FFFF00"/>
                              </a:solidFill>
                              <a:latin typeface="Cambria Math" panose="02040503050406030204" pitchFamily="18" charset="0"/>
                            </a:rPr>
                          </m:ctrlPr>
                        </m:sSupPr>
                        <m:e>
                          <m:r>
                            <a:rPr lang="en-IN" sz="2800" i="1">
                              <a:solidFill>
                                <a:srgbClr val="FFFF00"/>
                              </a:solidFill>
                              <a:latin typeface="Cambria Math" panose="02040503050406030204" pitchFamily="18" charset="0"/>
                            </a:rPr>
                            <m:t>𝑐</m:t>
                          </m:r>
                        </m:e>
                        <m:sup>
                          <m:r>
                            <a:rPr lang="en-IN" sz="2800" i="1">
                              <a:solidFill>
                                <a:srgbClr val="FFFF00"/>
                              </a:solidFill>
                              <a:latin typeface="Cambria Math" panose="02040503050406030204" pitchFamily="18" charset="0"/>
                            </a:rPr>
                            <m:t>2</m:t>
                          </m:r>
                        </m:sup>
                      </m:sSup>
                    </m:oMath>
                  </m:oMathPara>
                </a14:m>
                <a:endParaRPr lang="en-IN" sz="2800" dirty="0">
                  <a:solidFill>
                    <a:srgbClr val="FFFF00"/>
                  </a:solidFill>
                </a:endParaRPr>
              </a:p>
            </p:txBody>
          </p:sp>
        </mc:Choice>
        <mc:Fallback xmlns="">
          <p:sp>
            <p:nvSpPr>
              <p:cNvPr id="5" name="Object 4"/>
              <p:cNvSpPr txBox="1">
                <a:spLocks noRot="1" noChangeAspect="1" noMove="1" noResize="1" noEditPoints="1" noAdjustHandles="1" noChangeArrowheads="1" noChangeShapeType="1" noTextEdit="1"/>
              </p:cNvSpPr>
              <p:nvPr/>
            </p:nvSpPr>
            <p:spPr>
              <a:xfrm>
                <a:off x="1120447" y="1133906"/>
                <a:ext cx="2036016" cy="598792"/>
              </a:xfrm>
              <a:prstGeom prst="rect">
                <a:avLst/>
              </a:prstGeom>
              <a:blipFill>
                <a:blip r:embed="rId2"/>
                <a:stretch>
                  <a:fillRect/>
                </a:stretch>
              </a:blipFill>
            </p:spPr>
            <p:txBody>
              <a:bodyPr/>
              <a:lstStyle/>
              <a:p>
                <a:r>
                  <a:rPr lang="en-US">
                    <a:noFill/>
                  </a:rPr>
                  <a:t> </a:t>
                </a:r>
              </a:p>
            </p:txBody>
          </p:sp>
        </mc:Fallback>
      </mc:AlternateContent>
      <p:sp>
        <p:nvSpPr>
          <p:cNvPr id="18" name="TextBox 17">
            <a:extLst>
              <a:ext uri="{FF2B5EF4-FFF2-40B4-BE49-F238E27FC236}">
                <a16:creationId xmlns:a16="http://schemas.microsoft.com/office/drawing/2014/main" id="{1328A106-247C-C75C-EF21-D696C92F89D1}"/>
              </a:ext>
            </a:extLst>
          </p:cNvPr>
          <p:cNvSpPr txBox="1"/>
          <p:nvPr/>
        </p:nvSpPr>
        <p:spPr>
          <a:xfrm>
            <a:off x="299093" y="1761548"/>
            <a:ext cx="4235198" cy="2677656"/>
          </a:xfrm>
          <a:prstGeom prst="rect">
            <a:avLst/>
          </a:prstGeom>
          <a:noFill/>
        </p:spPr>
        <p:txBody>
          <a:bodyPr wrap="square">
            <a:spAutoFit/>
          </a:bodyPr>
          <a:lstStyle/>
          <a:p>
            <a:pPr algn="just"/>
            <a:r>
              <a:rPr lang="en-US" sz="2800" dirty="0">
                <a:solidFill>
                  <a:schemeClr val="bg1"/>
                </a:solidFill>
              </a:rPr>
              <a:t>Einstein stated that mass and energy are different forms of the same fundamental entity, rather than one being stored in the other</a:t>
            </a:r>
            <a:endParaRPr lang="en-IN" sz="4000" dirty="0">
              <a:solidFill>
                <a:schemeClr val="bg1"/>
              </a:solidFill>
            </a:endParaRPr>
          </a:p>
        </p:txBody>
      </p:sp>
      <p:sp>
        <p:nvSpPr>
          <p:cNvPr id="3" name="Freeform 62">
            <a:extLst>
              <a:ext uri="{FF2B5EF4-FFF2-40B4-BE49-F238E27FC236}">
                <a16:creationId xmlns:a16="http://schemas.microsoft.com/office/drawing/2014/main" id="{4AE17651-351B-97BB-DA87-17421409999F}"/>
              </a:ext>
            </a:extLst>
          </p:cNvPr>
          <p:cNvSpPr>
            <a:spLocks noEditPoints="1"/>
          </p:cNvSpPr>
          <p:nvPr/>
        </p:nvSpPr>
        <p:spPr bwMode="invGray">
          <a:xfrm>
            <a:off x="371062" y="799817"/>
            <a:ext cx="2046675" cy="180010"/>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sz="1800">
              <a:ln>
                <a:noFill/>
              </a:ln>
            </a:endParaRPr>
          </a:p>
        </p:txBody>
      </p:sp>
      <p:sp>
        <p:nvSpPr>
          <p:cNvPr id="13" name="TextBox 12">
            <a:extLst>
              <a:ext uri="{FF2B5EF4-FFF2-40B4-BE49-F238E27FC236}">
                <a16:creationId xmlns:a16="http://schemas.microsoft.com/office/drawing/2014/main" id="{808DDC3A-A3CC-28A0-1AAE-F23D70C87C47}"/>
              </a:ext>
            </a:extLst>
          </p:cNvPr>
          <p:cNvSpPr txBox="1"/>
          <p:nvPr/>
        </p:nvSpPr>
        <p:spPr>
          <a:xfrm>
            <a:off x="371062" y="261468"/>
            <a:ext cx="2522229" cy="584775"/>
          </a:xfrm>
          <a:prstGeom prst="rect">
            <a:avLst/>
          </a:prstGeom>
          <a:noFill/>
        </p:spPr>
        <p:txBody>
          <a:bodyPr wrap="none" rtlCol="0">
            <a:spAutoFit/>
          </a:bodyPr>
          <a:lstStyle/>
          <a:p>
            <a:r>
              <a:rPr lang="en-US" sz="3200" b="1" dirty="0">
                <a:solidFill>
                  <a:srgbClr val="FFFF00"/>
                </a:solidFill>
                <a:latin typeface="Cambria" panose="02040503050406030204" pitchFamily="18" charset="0"/>
                <a:ea typeface="Cambria" panose="02040503050406030204" pitchFamily="18" charset="0"/>
              </a:rPr>
              <a:t>Mass energy</a:t>
            </a:r>
          </a:p>
        </p:txBody>
      </p:sp>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012BA6D9-F9D5-5F5E-911C-E5BED9A89482}"/>
                  </a:ext>
                </a:extLst>
              </p:cNvPr>
              <p:cNvSpPr/>
              <p:nvPr/>
            </p:nvSpPr>
            <p:spPr>
              <a:xfrm>
                <a:off x="6856834" y="849302"/>
                <a:ext cx="1629485"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IN" sz="2800" i="1" smtClean="0">
                          <a:solidFill>
                            <a:schemeClr val="bg1"/>
                          </a:solidFill>
                          <a:latin typeface="Cambria Math" panose="02040503050406030204" pitchFamily="18" charset="0"/>
                        </a:rPr>
                        <m:t>𝐸</m:t>
                      </m:r>
                      <m:r>
                        <a:rPr lang="en-IN" sz="2800" i="0">
                          <a:solidFill>
                            <a:schemeClr val="bg1"/>
                          </a:solidFill>
                          <a:latin typeface="Cambria Math" panose="02040503050406030204" pitchFamily="18" charset="0"/>
                        </a:rPr>
                        <m:t>=</m:t>
                      </m:r>
                      <m:r>
                        <a:rPr lang="en-IN" sz="2800" i="1">
                          <a:solidFill>
                            <a:schemeClr val="bg1"/>
                          </a:solidFill>
                          <a:latin typeface="Cambria Math" panose="02040503050406030204" pitchFamily="18" charset="0"/>
                        </a:rPr>
                        <m:t>𝑚</m:t>
                      </m:r>
                      <m:sSup>
                        <m:sSupPr>
                          <m:ctrlPr>
                            <a:rPr lang="en-IN" sz="2800" i="1">
                              <a:solidFill>
                                <a:schemeClr val="bg1"/>
                              </a:solidFill>
                              <a:latin typeface="Cambria Math" panose="02040503050406030204" pitchFamily="18" charset="0"/>
                            </a:rPr>
                          </m:ctrlPr>
                        </m:sSupPr>
                        <m:e>
                          <m:r>
                            <a:rPr lang="en-IN" sz="2800" i="1">
                              <a:solidFill>
                                <a:schemeClr val="bg1"/>
                              </a:solidFill>
                              <a:latin typeface="Cambria Math" panose="02040503050406030204" pitchFamily="18" charset="0"/>
                            </a:rPr>
                            <m:t>𝑐</m:t>
                          </m:r>
                        </m:e>
                        <m:sup>
                          <m:r>
                            <a:rPr lang="en-IN" sz="2800" i="0">
                              <a:solidFill>
                                <a:schemeClr val="bg1"/>
                              </a:solidFill>
                              <a:latin typeface="Cambria Math" panose="02040503050406030204" pitchFamily="18" charset="0"/>
                            </a:rPr>
                            <m:t>2</m:t>
                          </m:r>
                        </m:sup>
                      </m:sSup>
                    </m:oMath>
                  </m:oMathPara>
                </a14:m>
                <a:endParaRPr lang="en-IN" sz="2800" dirty="0">
                  <a:solidFill>
                    <a:schemeClr val="bg1"/>
                  </a:solidFill>
                </a:endParaRPr>
              </a:p>
            </p:txBody>
          </p:sp>
        </mc:Choice>
        <mc:Fallback xmlns="">
          <p:sp>
            <p:nvSpPr>
              <p:cNvPr id="8" name="Rectangle 7">
                <a:extLst>
                  <a:ext uri="{FF2B5EF4-FFF2-40B4-BE49-F238E27FC236}">
                    <a16:creationId xmlns:a16="http://schemas.microsoft.com/office/drawing/2014/main" id="{012BA6D9-F9D5-5F5E-911C-E5BED9A89482}"/>
                  </a:ext>
                </a:extLst>
              </p:cNvPr>
              <p:cNvSpPr>
                <a:spLocks noRot="1" noChangeAspect="1" noMove="1" noResize="1" noEditPoints="1" noAdjustHandles="1" noChangeArrowheads="1" noChangeShapeType="1" noTextEdit="1"/>
              </p:cNvSpPr>
              <p:nvPr/>
            </p:nvSpPr>
            <p:spPr>
              <a:xfrm>
                <a:off x="6856834" y="849302"/>
                <a:ext cx="1629485" cy="523220"/>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18FFF08C-4C04-DBBF-1BCC-3BFEADB6CC90}"/>
                  </a:ext>
                </a:extLst>
              </p:cNvPr>
              <p:cNvSpPr/>
              <p:nvPr/>
            </p:nvSpPr>
            <p:spPr>
              <a:xfrm>
                <a:off x="6856834" y="1453002"/>
                <a:ext cx="4371453"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IN" sz="2800" i="0">
                          <a:solidFill>
                            <a:schemeClr val="bg1"/>
                          </a:solidFill>
                          <a:latin typeface="Cambria Math" panose="02040503050406030204" pitchFamily="18" charset="0"/>
                        </a:rPr>
                        <m:t>=</m:t>
                      </m:r>
                      <m:sSup>
                        <m:sSupPr>
                          <m:ctrlPr>
                            <a:rPr lang="en-IN" sz="2800" i="1">
                              <a:solidFill>
                                <a:schemeClr val="bg1"/>
                              </a:solidFill>
                              <a:latin typeface="Cambria Math" panose="02040503050406030204" pitchFamily="18" charset="0"/>
                            </a:rPr>
                          </m:ctrlPr>
                        </m:sSupPr>
                        <m:e>
                          <m:r>
                            <a:rPr lang="en-IN" sz="2800" i="0">
                              <a:solidFill>
                                <a:schemeClr val="bg1"/>
                              </a:solidFill>
                              <a:latin typeface="Cambria Math" panose="02040503050406030204" pitchFamily="18" charset="0"/>
                            </a:rPr>
                            <m:t>10</m:t>
                          </m:r>
                        </m:e>
                        <m:sup>
                          <m:r>
                            <a:rPr lang="en-IN" sz="2800" i="0">
                              <a:solidFill>
                                <a:schemeClr val="bg1"/>
                              </a:solidFill>
                              <a:latin typeface="Cambria Math" panose="02040503050406030204" pitchFamily="18" charset="0"/>
                            </a:rPr>
                            <m:t>−3</m:t>
                          </m:r>
                        </m:sup>
                      </m:sSup>
                      <m:r>
                        <a:rPr lang="en-IN" sz="2800" i="0">
                          <a:solidFill>
                            <a:schemeClr val="bg1"/>
                          </a:solidFill>
                          <a:latin typeface="Cambria Math" panose="02040503050406030204" pitchFamily="18" charset="0"/>
                        </a:rPr>
                        <m:t>∗</m:t>
                      </m:r>
                      <m:sSup>
                        <m:sSupPr>
                          <m:ctrlPr>
                            <a:rPr lang="en-IN" sz="2800" i="1">
                              <a:solidFill>
                                <a:schemeClr val="bg1"/>
                              </a:solidFill>
                              <a:latin typeface="Cambria Math" panose="02040503050406030204" pitchFamily="18" charset="0"/>
                            </a:rPr>
                          </m:ctrlPr>
                        </m:sSupPr>
                        <m:e>
                          <m:r>
                            <a:rPr lang="en-IN" sz="2800" i="0">
                              <a:solidFill>
                                <a:schemeClr val="bg1"/>
                              </a:solidFill>
                              <a:latin typeface="Cambria Math" panose="02040503050406030204" pitchFamily="18" charset="0"/>
                            </a:rPr>
                            <m:t>10</m:t>
                          </m:r>
                        </m:e>
                        <m:sup>
                          <m:r>
                            <a:rPr lang="en-IN" sz="2800" i="0">
                              <a:solidFill>
                                <a:schemeClr val="bg1"/>
                              </a:solidFill>
                              <a:latin typeface="Cambria Math" panose="02040503050406030204" pitchFamily="18" charset="0"/>
                            </a:rPr>
                            <m:t>−3</m:t>
                          </m:r>
                        </m:sup>
                      </m:sSup>
                      <m:r>
                        <a:rPr lang="en-IN" sz="2800" i="0">
                          <a:solidFill>
                            <a:schemeClr val="bg1"/>
                          </a:solidFill>
                          <a:latin typeface="Cambria Math" panose="02040503050406030204" pitchFamily="18" charset="0"/>
                        </a:rPr>
                        <m:t>∗</m:t>
                      </m:r>
                      <m:sSup>
                        <m:sSupPr>
                          <m:ctrlPr>
                            <a:rPr lang="en-IN" sz="2800" i="1">
                              <a:solidFill>
                                <a:schemeClr val="bg1"/>
                              </a:solidFill>
                              <a:latin typeface="Cambria Math" panose="02040503050406030204" pitchFamily="18" charset="0"/>
                            </a:rPr>
                          </m:ctrlPr>
                        </m:sSupPr>
                        <m:e>
                          <m:d>
                            <m:dPr>
                              <m:ctrlPr>
                                <a:rPr lang="en-IN" sz="2800" i="1">
                                  <a:solidFill>
                                    <a:schemeClr val="bg1"/>
                                  </a:solidFill>
                                  <a:latin typeface="Cambria Math" panose="02040503050406030204" pitchFamily="18" charset="0"/>
                                </a:rPr>
                              </m:ctrlPr>
                            </m:dPr>
                            <m:e>
                              <m:r>
                                <a:rPr lang="en-IN" sz="2800" i="0">
                                  <a:solidFill>
                                    <a:schemeClr val="bg1"/>
                                  </a:solidFill>
                                  <a:latin typeface="Cambria Math" panose="02040503050406030204" pitchFamily="18" charset="0"/>
                                </a:rPr>
                                <m:t>3∗</m:t>
                              </m:r>
                              <m:sSup>
                                <m:sSupPr>
                                  <m:ctrlPr>
                                    <a:rPr lang="en-IN" sz="2800" i="1">
                                      <a:solidFill>
                                        <a:schemeClr val="bg1"/>
                                      </a:solidFill>
                                      <a:latin typeface="Cambria Math" panose="02040503050406030204" pitchFamily="18" charset="0"/>
                                    </a:rPr>
                                  </m:ctrlPr>
                                </m:sSupPr>
                                <m:e>
                                  <m:r>
                                    <a:rPr lang="en-IN" sz="2800" i="0">
                                      <a:solidFill>
                                        <a:schemeClr val="bg1"/>
                                      </a:solidFill>
                                      <a:latin typeface="Cambria Math" panose="02040503050406030204" pitchFamily="18" charset="0"/>
                                    </a:rPr>
                                    <m:t>10</m:t>
                                  </m:r>
                                </m:e>
                                <m:sup>
                                  <m:r>
                                    <a:rPr lang="en-IN" sz="2800" i="0">
                                      <a:solidFill>
                                        <a:schemeClr val="bg1"/>
                                      </a:solidFill>
                                      <a:latin typeface="Cambria Math" panose="02040503050406030204" pitchFamily="18" charset="0"/>
                                    </a:rPr>
                                    <m:t>8</m:t>
                                  </m:r>
                                </m:sup>
                              </m:sSup>
                            </m:e>
                          </m:d>
                        </m:e>
                        <m:sup>
                          <m:r>
                            <a:rPr lang="en-IN" sz="2800" i="0">
                              <a:solidFill>
                                <a:schemeClr val="bg1"/>
                              </a:solidFill>
                              <a:latin typeface="Cambria Math" panose="02040503050406030204" pitchFamily="18" charset="0"/>
                            </a:rPr>
                            <m:t>2</m:t>
                          </m:r>
                        </m:sup>
                      </m:sSup>
                    </m:oMath>
                  </m:oMathPara>
                </a14:m>
                <a:endParaRPr lang="en-IN" sz="2800" dirty="0">
                  <a:solidFill>
                    <a:schemeClr val="bg1"/>
                  </a:solidFill>
                </a:endParaRPr>
              </a:p>
            </p:txBody>
          </p:sp>
        </mc:Choice>
        <mc:Fallback xmlns="">
          <p:sp>
            <p:nvSpPr>
              <p:cNvPr id="2" name="Rectangle 1">
                <a:extLst>
                  <a:ext uri="{FF2B5EF4-FFF2-40B4-BE49-F238E27FC236}">
                    <a16:creationId xmlns:a16="http://schemas.microsoft.com/office/drawing/2014/main" id="{18FFF08C-4C04-DBBF-1BCC-3BFEADB6CC90}"/>
                  </a:ext>
                </a:extLst>
              </p:cNvPr>
              <p:cNvSpPr>
                <a:spLocks noRot="1" noChangeAspect="1" noMove="1" noResize="1" noEditPoints="1" noAdjustHandles="1" noChangeArrowheads="1" noChangeShapeType="1" noTextEdit="1"/>
              </p:cNvSpPr>
              <p:nvPr/>
            </p:nvSpPr>
            <p:spPr>
              <a:xfrm>
                <a:off x="6856834" y="1453002"/>
                <a:ext cx="4371453" cy="523220"/>
              </a:xfrm>
              <a:prstGeom prst="rect">
                <a:avLst/>
              </a:prstGeom>
              <a:blipFill>
                <a:blip r:embed="rId5"/>
                <a:stretch>
                  <a:fillRect/>
                </a:stretch>
              </a:blipFill>
            </p:spPr>
            <p:txBody>
              <a:bodyPr/>
              <a:lstStyle/>
              <a:p>
                <a:r>
                  <a:rPr lang="en-US">
                    <a:noFill/>
                  </a:rPr>
                  <a:t> </a:t>
                </a:r>
              </a:p>
            </p:txBody>
          </p:sp>
        </mc:Fallback>
      </mc:AlternateContent>
      <p:grpSp>
        <p:nvGrpSpPr>
          <p:cNvPr id="10" name="Group 9">
            <a:extLst>
              <a:ext uri="{FF2B5EF4-FFF2-40B4-BE49-F238E27FC236}">
                <a16:creationId xmlns:a16="http://schemas.microsoft.com/office/drawing/2014/main" id="{F2320FDA-3293-7BB3-BC76-0F1A82F6C9EA}"/>
              </a:ext>
            </a:extLst>
          </p:cNvPr>
          <p:cNvGrpSpPr/>
          <p:nvPr/>
        </p:nvGrpSpPr>
        <p:grpSpPr>
          <a:xfrm>
            <a:off x="5541690" y="317890"/>
            <a:ext cx="5233761" cy="997829"/>
            <a:chOff x="5100439" y="1444308"/>
            <a:chExt cx="5233761" cy="997829"/>
          </a:xfrm>
        </p:grpSpPr>
        <p:sp>
          <p:nvSpPr>
            <p:cNvPr id="6" name="Rectangle 5">
              <a:extLst>
                <a:ext uri="{FF2B5EF4-FFF2-40B4-BE49-F238E27FC236}">
                  <a16:creationId xmlns:a16="http://schemas.microsoft.com/office/drawing/2014/main" id="{7CAD1E54-4822-1B8E-9972-DB31565180C7}"/>
                </a:ext>
              </a:extLst>
            </p:cNvPr>
            <p:cNvSpPr/>
            <p:nvPr/>
          </p:nvSpPr>
          <p:spPr>
            <a:xfrm>
              <a:off x="6584006" y="1474237"/>
              <a:ext cx="3750194" cy="523220"/>
            </a:xfrm>
            <a:prstGeom prst="rect">
              <a:avLst/>
            </a:prstGeom>
          </p:spPr>
          <p:txBody>
            <a:bodyPr wrap="none">
              <a:spAutoFit/>
            </a:bodyPr>
            <a:lstStyle/>
            <a:p>
              <a:r>
                <a:rPr lang="en-IN" sz="2800" i="0" dirty="0">
                  <a:solidFill>
                    <a:srgbClr val="FFFF00"/>
                  </a:solidFill>
                  <a:latin typeface="+mj-lt"/>
                </a:rPr>
                <a:t>Convert</a:t>
              </a:r>
              <a:r>
                <a:rPr lang="en-US" sz="2800" i="0" dirty="0">
                  <a:solidFill>
                    <a:srgbClr val="FFFF00"/>
                  </a:solidFill>
                  <a:latin typeface="+mj-lt"/>
                </a:rPr>
                <a:t> </a:t>
              </a:r>
              <a:r>
                <a:rPr lang="en-IN" sz="2800" i="0" dirty="0">
                  <a:solidFill>
                    <a:srgbClr val="FFFF00"/>
                  </a:solidFill>
                  <a:latin typeface="+mj-lt"/>
                </a:rPr>
                <a:t>1mg</a:t>
              </a:r>
              <a:r>
                <a:rPr lang="en-US" sz="2800" i="0" dirty="0">
                  <a:solidFill>
                    <a:srgbClr val="FFFF00"/>
                  </a:solidFill>
                  <a:latin typeface="+mj-lt"/>
                </a:rPr>
                <a:t> </a:t>
              </a:r>
              <a:r>
                <a:rPr lang="en-IN" sz="2800" i="0" dirty="0">
                  <a:solidFill>
                    <a:srgbClr val="FFFF00"/>
                  </a:solidFill>
                  <a:latin typeface="+mj-lt"/>
                </a:rPr>
                <a:t>in</a:t>
              </a:r>
              <a:r>
                <a:rPr lang="en-IN" sz="2800" b="0" i="0" dirty="0">
                  <a:solidFill>
                    <a:srgbClr val="FFFF00"/>
                  </a:solidFill>
                  <a:latin typeface="+mj-lt"/>
                </a:rPr>
                <a:t>to</a:t>
              </a:r>
              <a:r>
                <a:rPr lang="en-US" sz="2800" i="0" dirty="0">
                  <a:solidFill>
                    <a:srgbClr val="FFFF00"/>
                  </a:solidFill>
                  <a:latin typeface="+mj-lt"/>
                </a:rPr>
                <a:t> </a:t>
              </a:r>
              <a:r>
                <a:rPr lang="en-IN" sz="2800" i="0" dirty="0">
                  <a:solidFill>
                    <a:srgbClr val="FFFF00"/>
                  </a:solidFill>
                  <a:latin typeface="+mj-lt"/>
                </a:rPr>
                <a:t>energy</a:t>
              </a:r>
              <a:endParaRPr lang="en-IN" sz="2800" dirty="0">
                <a:solidFill>
                  <a:srgbClr val="FFFF00"/>
                </a:solidFill>
              </a:endParaRPr>
            </a:p>
          </p:txBody>
        </p:sp>
        <p:sp>
          <p:nvSpPr>
            <p:cNvPr id="9" name="Rectangle 8">
              <a:extLst>
                <a:ext uri="{FF2B5EF4-FFF2-40B4-BE49-F238E27FC236}">
                  <a16:creationId xmlns:a16="http://schemas.microsoft.com/office/drawing/2014/main" id="{A49FC62B-99F6-E699-39D3-ABD34801DD67}"/>
                </a:ext>
              </a:extLst>
            </p:cNvPr>
            <p:cNvSpPr/>
            <p:nvPr/>
          </p:nvSpPr>
          <p:spPr>
            <a:xfrm>
              <a:off x="5100439" y="1444308"/>
              <a:ext cx="1541576" cy="523220"/>
            </a:xfrm>
            <a:prstGeom prst="rect">
              <a:avLst/>
            </a:prstGeom>
            <a:noFill/>
          </p:spPr>
          <p:txBody>
            <a:bodyPr wrap="none" lIns="91440" tIns="45720" rIns="91440" bIns="45720">
              <a:spAutoFit/>
            </a:bodyPr>
            <a:lstStyle/>
            <a:p>
              <a:pPr algn="ctr"/>
              <a:r>
                <a:rPr lang="en-US" sz="2800" b="1"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rPr>
                <a:t>Question</a:t>
              </a:r>
            </a:p>
          </p:txBody>
        </p:sp>
        <p:sp>
          <p:nvSpPr>
            <p:cNvPr id="11" name="Rectangle 10">
              <a:extLst>
                <a:ext uri="{FF2B5EF4-FFF2-40B4-BE49-F238E27FC236}">
                  <a16:creationId xmlns:a16="http://schemas.microsoft.com/office/drawing/2014/main" id="{F20301EB-4AA4-A785-0E90-DE03F5860890}"/>
                </a:ext>
              </a:extLst>
            </p:cNvPr>
            <p:cNvSpPr/>
            <p:nvPr/>
          </p:nvSpPr>
          <p:spPr>
            <a:xfrm>
              <a:off x="5111877" y="1918917"/>
              <a:ext cx="1425390" cy="523220"/>
            </a:xfrm>
            <a:prstGeom prst="rect">
              <a:avLst/>
            </a:prstGeom>
            <a:noFill/>
          </p:spPr>
          <p:txBody>
            <a:bodyPr wrap="none" lIns="91440" tIns="45720" rIns="91440" bIns="45720">
              <a:spAutoFit/>
            </a:bodyPr>
            <a:lstStyle/>
            <a:p>
              <a:pPr algn="ctr"/>
              <a:r>
                <a:rPr lang="en-US" sz="2800" b="1"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rPr>
                <a:t>Solution</a:t>
              </a:r>
            </a:p>
          </p:txBody>
        </p:sp>
      </p:grpSp>
      <mc:AlternateContent xmlns:mc="http://schemas.openxmlformats.org/markup-compatibility/2006" xmlns:a14="http://schemas.microsoft.com/office/drawing/2010/main">
        <mc:Choice Requires="a14">
          <p:sp>
            <p:nvSpPr>
              <p:cNvPr id="19" name="Rectangle 18">
                <a:extLst>
                  <a:ext uri="{FF2B5EF4-FFF2-40B4-BE49-F238E27FC236}">
                    <a16:creationId xmlns:a16="http://schemas.microsoft.com/office/drawing/2014/main" id="{CE80EDDB-4AE4-6FD9-F759-685D145267FB}"/>
                  </a:ext>
                </a:extLst>
              </p:cNvPr>
              <p:cNvSpPr/>
              <p:nvPr/>
            </p:nvSpPr>
            <p:spPr>
              <a:xfrm>
                <a:off x="6856833" y="2099689"/>
                <a:ext cx="1874616"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IN" sz="2800" i="0">
                          <a:solidFill>
                            <a:schemeClr val="bg1"/>
                          </a:solidFill>
                          <a:latin typeface="Cambria Math" panose="02040503050406030204" pitchFamily="18" charset="0"/>
                        </a:rPr>
                        <m:t>=9∗</m:t>
                      </m:r>
                      <m:sSup>
                        <m:sSupPr>
                          <m:ctrlPr>
                            <a:rPr lang="en-IN" sz="2800" i="1">
                              <a:solidFill>
                                <a:schemeClr val="bg1"/>
                              </a:solidFill>
                              <a:latin typeface="Cambria Math" panose="02040503050406030204" pitchFamily="18" charset="0"/>
                            </a:rPr>
                          </m:ctrlPr>
                        </m:sSupPr>
                        <m:e>
                          <m:r>
                            <a:rPr lang="en-IN" sz="2800" i="0">
                              <a:solidFill>
                                <a:schemeClr val="bg1"/>
                              </a:solidFill>
                              <a:latin typeface="Cambria Math" panose="02040503050406030204" pitchFamily="18" charset="0"/>
                            </a:rPr>
                            <m:t>10</m:t>
                          </m:r>
                        </m:e>
                        <m:sup>
                          <m:r>
                            <a:rPr lang="en-IN" sz="2800" i="0">
                              <a:solidFill>
                                <a:schemeClr val="bg1"/>
                              </a:solidFill>
                              <a:latin typeface="Cambria Math" panose="02040503050406030204" pitchFamily="18" charset="0"/>
                            </a:rPr>
                            <m:t>10</m:t>
                          </m:r>
                        </m:sup>
                      </m:sSup>
                    </m:oMath>
                  </m:oMathPara>
                </a14:m>
                <a:endParaRPr lang="en-IN" sz="2800" dirty="0">
                  <a:solidFill>
                    <a:schemeClr val="bg1"/>
                  </a:solidFill>
                </a:endParaRPr>
              </a:p>
            </p:txBody>
          </p:sp>
        </mc:Choice>
        <mc:Fallback xmlns="">
          <p:sp>
            <p:nvSpPr>
              <p:cNvPr id="19" name="Rectangle 18">
                <a:extLst>
                  <a:ext uri="{FF2B5EF4-FFF2-40B4-BE49-F238E27FC236}">
                    <a16:creationId xmlns:a16="http://schemas.microsoft.com/office/drawing/2014/main" id="{CE80EDDB-4AE4-6FD9-F759-685D145267FB}"/>
                  </a:ext>
                </a:extLst>
              </p:cNvPr>
              <p:cNvSpPr>
                <a:spLocks noRot="1" noChangeAspect="1" noMove="1" noResize="1" noEditPoints="1" noAdjustHandles="1" noChangeArrowheads="1" noChangeShapeType="1" noTextEdit="1"/>
              </p:cNvSpPr>
              <p:nvPr/>
            </p:nvSpPr>
            <p:spPr>
              <a:xfrm>
                <a:off x="6856833" y="2099689"/>
                <a:ext cx="1874616" cy="523220"/>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Rectangle 3">
                <a:extLst>
                  <a:ext uri="{FF2B5EF4-FFF2-40B4-BE49-F238E27FC236}">
                    <a16:creationId xmlns:a16="http://schemas.microsoft.com/office/drawing/2014/main" id="{22DEE127-82C3-2F58-B7C6-E02EF660618E}"/>
                  </a:ext>
                </a:extLst>
              </p:cNvPr>
              <p:cNvSpPr/>
              <p:nvPr/>
            </p:nvSpPr>
            <p:spPr>
              <a:xfrm>
                <a:off x="6157755" y="4027740"/>
                <a:ext cx="2966325"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IN" sz="2800" smtClean="0">
                          <a:solidFill>
                            <a:schemeClr val="bg1"/>
                          </a:solidFill>
                          <a:latin typeface="Cambria Math" panose="02040503050406030204" pitchFamily="18" charset="0"/>
                        </a:rPr>
                        <m:t>1</m:t>
                      </m:r>
                      <m:r>
                        <a:rPr lang="en-IN" sz="2800" i="1">
                          <a:solidFill>
                            <a:schemeClr val="bg1"/>
                          </a:solidFill>
                          <a:latin typeface="Cambria Math" panose="02040503050406030204" pitchFamily="18" charset="0"/>
                        </a:rPr>
                        <m:t>𝑎𝑚𝑢</m:t>
                      </m:r>
                      <m:r>
                        <a:rPr lang="en-IN" sz="2800" i="0">
                          <a:solidFill>
                            <a:schemeClr val="bg1"/>
                          </a:solidFill>
                          <a:latin typeface="Cambria Math" panose="02040503050406030204" pitchFamily="18" charset="0"/>
                        </a:rPr>
                        <m:t>=931</m:t>
                      </m:r>
                      <m:r>
                        <a:rPr lang="en-IN" sz="2800" i="1">
                          <a:solidFill>
                            <a:schemeClr val="bg1"/>
                          </a:solidFill>
                          <a:latin typeface="Cambria Math" panose="02040503050406030204" pitchFamily="18" charset="0"/>
                        </a:rPr>
                        <m:t>𝑀𝑒𝑉</m:t>
                      </m:r>
                    </m:oMath>
                  </m:oMathPara>
                </a14:m>
                <a:endParaRPr lang="en-IN" sz="2800" dirty="0">
                  <a:solidFill>
                    <a:schemeClr val="bg1"/>
                  </a:solidFill>
                </a:endParaRPr>
              </a:p>
            </p:txBody>
          </p:sp>
        </mc:Choice>
        <mc:Fallback>
          <p:sp>
            <p:nvSpPr>
              <p:cNvPr id="4" name="Rectangle 3">
                <a:extLst>
                  <a:ext uri="{FF2B5EF4-FFF2-40B4-BE49-F238E27FC236}">
                    <a16:creationId xmlns:a16="http://schemas.microsoft.com/office/drawing/2014/main" id="{22DEE127-82C3-2F58-B7C6-E02EF660618E}"/>
                  </a:ext>
                </a:extLst>
              </p:cNvPr>
              <p:cNvSpPr>
                <a:spLocks noRot="1" noChangeAspect="1" noMove="1" noResize="1" noEditPoints="1" noAdjustHandles="1" noChangeArrowheads="1" noChangeShapeType="1" noTextEdit="1"/>
              </p:cNvSpPr>
              <p:nvPr/>
            </p:nvSpPr>
            <p:spPr>
              <a:xfrm>
                <a:off x="6157755" y="4027740"/>
                <a:ext cx="2966325" cy="523220"/>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0" name="Rectangle 19">
                <a:extLst>
                  <a:ext uri="{FF2B5EF4-FFF2-40B4-BE49-F238E27FC236}">
                    <a16:creationId xmlns:a16="http://schemas.microsoft.com/office/drawing/2014/main" id="{15B1F566-1796-34A1-A52C-EE0289034270}"/>
                  </a:ext>
                </a:extLst>
              </p:cNvPr>
              <p:cNvSpPr/>
              <p:nvPr/>
            </p:nvSpPr>
            <p:spPr>
              <a:xfrm>
                <a:off x="6861044" y="3547175"/>
                <a:ext cx="1629485"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IN" sz="2800" i="1" smtClean="0">
                          <a:solidFill>
                            <a:schemeClr val="bg1"/>
                          </a:solidFill>
                          <a:latin typeface="Cambria Math" panose="02040503050406030204" pitchFamily="18" charset="0"/>
                        </a:rPr>
                        <m:t>𝐸</m:t>
                      </m:r>
                      <m:r>
                        <a:rPr lang="en-IN" sz="2800" i="0">
                          <a:solidFill>
                            <a:schemeClr val="bg1"/>
                          </a:solidFill>
                          <a:latin typeface="Cambria Math" panose="02040503050406030204" pitchFamily="18" charset="0"/>
                        </a:rPr>
                        <m:t>=</m:t>
                      </m:r>
                      <m:r>
                        <a:rPr lang="en-IN" sz="2800" i="1">
                          <a:solidFill>
                            <a:schemeClr val="bg1"/>
                          </a:solidFill>
                          <a:latin typeface="Cambria Math" panose="02040503050406030204" pitchFamily="18" charset="0"/>
                        </a:rPr>
                        <m:t>𝑚</m:t>
                      </m:r>
                      <m:sSup>
                        <m:sSupPr>
                          <m:ctrlPr>
                            <a:rPr lang="en-IN" sz="2800" i="1">
                              <a:solidFill>
                                <a:schemeClr val="bg1"/>
                              </a:solidFill>
                              <a:latin typeface="Cambria Math" panose="02040503050406030204" pitchFamily="18" charset="0"/>
                            </a:rPr>
                          </m:ctrlPr>
                        </m:sSupPr>
                        <m:e>
                          <m:r>
                            <a:rPr lang="en-IN" sz="2800" i="1">
                              <a:solidFill>
                                <a:schemeClr val="bg1"/>
                              </a:solidFill>
                              <a:latin typeface="Cambria Math" panose="02040503050406030204" pitchFamily="18" charset="0"/>
                            </a:rPr>
                            <m:t>𝑐</m:t>
                          </m:r>
                        </m:e>
                        <m:sup>
                          <m:r>
                            <a:rPr lang="en-IN" sz="2800" i="0">
                              <a:solidFill>
                                <a:schemeClr val="bg1"/>
                              </a:solidFill>
                              <a:latin typeface="Cambria Math" panose="02040503050406030204" pitchFamily="18" charset="0"/>
                            </a:rPr>
                            <m:t>2</m:t>
                          </m:r>
                        </m:sup>
                      </m:sSup>
                    </m:oMath>
                  </m:oMathPara>
                </a14:m>
                <a:endParaRPr lang="en-IN" sz="2800" dirty="0">
                  <a:solidFill>
                    <a:schemeClr val="bg1"/>
                  </a:solidFill>
                </a:endParaRPr>
              </a:p>
            </p:txBody>
          </p:sp>
        </mc:Choice>
        <mc:Fallback>
          <p:sp>
            <p:nvSpPr>
              <p:cNvPr id="20" name="Rectangle 19">
                <a:extLst>
                  <a:ext uri="{FF2B5EF4-FFF2-40B4-BE49-F238E27FC236}">
                    <a16:creationId xmlns:a16="http://schemas.microsoft.com/office/drawing/2014/main" id="{15B1F566-1796-34A1-A52C-EE0289034270}"/>
                  </a:ext>
                </a:extLst>
              </p:cNvPr>
              <p:cNvSpPr>
                <a:spLocks noRot="1" noChangeAspect="1" noMove="1" noResize="1" noEditPoints="1" noAdjustHandles="1" noChangeArrowheads="1" noChangeShapeType="1" noTextEdit="1"/>
              </p:cNvSpPr>
              <p:nvPr/>
            </p:nvSpPr>
            <p:spPr>
              <a:xfrm>
                <a:off x="6861044" y="3547175"/>
                <a:ext cx="1629485" cy="523220"/>
              </a:xfrm>
              <a:prstGeom prst="rect">
                <a:avLst/>
              </a:prstGeom>
              <a:blipFill>
                <a:blip r:embed="rId9"/>
                <a:stretch>
                  <a:fillRect/>
                </a:stretch>
              </a:blipFill>
            </p:spPr>
            <p:txBody>
              <a:bodyPr/>
              <a:lstStyle/>
              <a:p>
                <a:r>
                  <a:rPr lang="en-US">
                    <a:noFill/>
                  </a:rPr>
                  <a:t> </a:t>
                </a:r>
              </a:p>
            </p:txBody>
          </p:sp>
        </mc:Fallback>
      </mc:AlternateContent>
      <p:grpSp>
        <p:nvGrpSpPr>
          <p:cNvPr id="21" name="Group 20">
            <a:extLst>
              <a:ext uri="{FF2B5EF4-FFF2-40B4-BE49-F238E27FC236}">
                <a16:creationId xmlns:a16="http://schemas.microsoft.com/office/drawing/2014/main" id="{4BF8BEBE-8F24-9A46-95EE-84B905C52FC3}"/>
              </a:ext>
            </a:extLst>
          </p:cNvPr>
          <p:cNvGrpSpPr/>
          <p:nvPr/>
        </p:nvGrpSpPr>
        <p:grpSpPr>
          <a:xfrm>
            <a:off x="5514394" y="3089083"/>
            <a:ext cx="5382387" cy="913760"/>
            <a:chOff x="5100439" y="1153729"/>
            <a:chExt cx="5382387" cy="913760"/>
          </a:xfrm>
        </p:grpSpPr>
        <p:sp>
          <p:nvSpPr>
            <p:cNvPr id="22" name="Rectangle 21">
              <a:extLst>
                <a:ext uri="{FF2B5EF4-FFF2-40B4-BE49-F238E27FC236}">
                  <a16:creationId xmlns:a16="http://schemas.microsoft.com/office/drawing/2014/main" id="{C42EB7E7-D325-2CCF-5C3C-373F55005D3A}"/>
                </a:ext>
              </a:extLst>
            </p:cNvPr>
            <p:cNvSpPr/>
            <p:nvPr/>
          </p:nvSpPr>
          <p:spPr>
            <a:xfrm>
              <a:off x="6546684" y="1171202"/>
              <a:ext cx="3936142" cy="523220"/>
            </a:xfrm>
            <a:prstGeom prst="rect">
              <a:avLst/>
            </a:prstGeom>
          </p:spPr>
          <p:txBody>
            <a:bodyPr wrap="none">
              <a:spAutoFit/>
            </a:bodyPr>
            <a:lstStyle/>
            <a:p>
              <a:r>
                <a:rPr lang="en-IN" sz="2800" i="0" dirty="0">
                  <a:solidFill>
                    <a:srgbClr val="FFFF00"/>
                  </a:solidFill>
                  <a:latin typeface="+mj-lt"/>
                </a:rPr>
                <a:t>Convert</a:t>
              </a:r>
              <a:r>
                <a:rPr lang="en-US" sz="2800" i="0" dirty="0">
                  <a:solidFill>
                    <a:srgbClr val="FFFF00"/>
                  </a:solidFill>
                  <a:latin typeface="+mj-lt"/>
                </a:rPr>
                <a:t> </a:t>
              </a:r>
              <a:r>
                <a:rPr lang="en-IN" sz="2800" i="0" dirty="0">
                  <a:solidFill>
                    <a:srgbClr val="FFFF00"/>
                  </a:solidFill>
                  <a:latin typeface="+mj-lt"/>
                </a:rPr>
                <a:t>1</a:t>
              </a:r>
              <a:r>
                <a:rPr lang="en-IN" sz="2800" b="0" i="0" dirty="0">
                  <a:solidFill>
                    <a:srgbClr val="FFFF00"/>
                  </a:solidFill>
                  <a:latin typeface="+mj-lt"/>
                </a:rPr>
                <a:t>amu</a:t>
              </a:r>
              <a:r>
                <a:rPr lang="en-US" sz="2800" i="0" dirty="0">
                  <a:solidFill>
                    <a:srgbClr val="FFFF00"/>
                  </a:solidFill>
                  <a:latin typeface="+mj-lt"/>
                </a:rPr>
                <a:t> </a:t>
              </a:r>
              <a:r>
                <a:rPr lang="en-IN" sz="2800" i="0" dirty="0">
                  <a:solidFill>
                    <a:srgbClr val="FFFF00"/>
                  </a:solidFill>
                  <a:latin typeface="+mj-lt"/>
                </a:rPr>
                <a:t>in</a:t>
              </a:r>
              <a:r>
                <a:rPr lang="en-IN" sz="2800" b="0" i="0" dirty="0">
                  <a:solidFill>
                    <a:srgbClr val="FFFF00"/>
                  </a:solidFill>
                  <a:latin typeface="+mj-lt"/>
                </a:rPr>
                <a:t>to</a:t>
              </a:r>
              <a:r>
                <a:rPr lang="en-US" sz="2800" i="0" dirty="0">
                  <a:solidFill>
                    <a:srgbClr val="FFFF00"/>
                  </a:solidFill>
                  <a:latin typeface="+mj-lt"/>
                </a:rPr>
                <a:t> </a:t>
              </a:r>
              <a:r>
                <a:rPr lang="en-IN" sz="2800" i="0" dirty="0">
                  <a:solidFill>
                    <a:srgbClr val="FFFF00"/>
                  </a:solidFill>
                  <a:latin typeface="+mj-lt"/>
                </a:rPr>
                <a:t>energy</a:t>
              </a:r>
              <a:endParaRPr lang="en-IN" sz="2800" dirty="0">
                <a:solidFill>
                  <a:srgbClr val="FFFF00"/>
                </a:solidFill>
              </a:endParaRPr>
            </a:p>
          </p:txBody>
        </p:sp>
        <p:sp>
          <p:nvSpPr>
            <p:cNvPr id="23" name="Rectangle 22">
              <a:extLst>
                <a:ext uri="{FF2B5EF4-FFF2-40B4-BE49-F238E27FC236}">
                  <a16:creationId xmlns:a16="http://schemas.microsoft.com/office/drawing/2014/main" id="{702D5635-8F4F-6513-2F29-8691910CE4C7}"/>
                </a:ext>
              </a:extLst>
            </p:cNvPr>
            <p:cNvSpPr/>
            <p:nvPr/>
          </p:nvSpPr>
          <p:spPr>
            <a:xfrm>
              <a:off x="5100439" y="1153729"/>
              <a:ext cx="1541576" cy="523220"/>
            </a:xfrm>
            <a:prstGeom prst="rect">
              <a:avLst/>
            </a:prstGeom>
            <a:noFill/>
          </p:spPr>
          <p:txBody>
            <a:bodyPr wrap="none" lIns="91440" tIns="45720" rIns="91440" bIns="45720">
              <a:spAutoFit/>
            </a:bodyPr>
            <a:lstStyle/>
            <a:p>
              <a:pPr algn="ctr"/>
              <a:r>
                <a:rPr lang="en-US" sz="2800" b="1"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rPr>
                <a:t>Question</a:t>
              </a:r>
            </a:p>
          </p:txBody>
        </p:sp>
        <p:sp>
          <p:nvSpPr>
            <p:cNvPr id="24" name="Rectangle 23">
              <a:extLst>
                <a:ext uri="{FF2B5EF4-FFF2-40B4-BE49-F238E27FC236}">
                  <a16:creationId xmlns:a16="http://schemas.microsoft.com/office/drawing/2014/main" id="{4069033F-C2FD-89B5-6E07-D3D37F72271C}"/>
                </a:ext>
              </a:extLst>
            </p:cNvPr>
            <p:cNvSpPr/>
            <p:nvPr/>
          </p:nvSpPr>
          <p:spPr>
            <a:xfrm>
              <a:off x="5111877" y="1544269"/>
              <a:ext cx="1425390" cy="523220"/>
            </a:xfrm>
            <a:prstGeom prst="rect">
              <a:avLst/>
            </a:prstGeom>
            <a:noFill/>
          </p:spPr>
          <p:txBody>
            <a:bodyPr wrap="none" lIns="91440" tIns="45720" rIns="91440" bIns="45720">
              <a:spAutoFit/>
            </a:bodyPr>
            <a:lstStyle/>
            <a:p>
              <a:pPr algn="ctr"/>
              <a:r>
                <a:rPr lang="en-US" sz="2800" b="1"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rPr>
                <a:t>Solution</a:t>
              </a:r>
            </a:p>
          </p:txBody>
        </p:sp>
      </p:grpSp>
    </p:spTree>
    <p:extLst>
      <p:ext uri="{BB962C8B-B14F-4D97-AF65-F5344CB8AC3E}">
        <p14:creationId xmlns:p14="http://schemas.microsoft.com/office/powerpoint/2010/main" val="41833027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500"/>
                                        <p:tgtEl>
                                          <p:spTgt spid="1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fade">
                                      <p:cBhvr>
                                        <p:cTn id="27" dur="500"/>
                                        <p:tgtEl>
                                          <p:spTgt spid="2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fade">
                                      <p:cBhvr>
                                        <p:cTn id="32" dur="500"/>
                                        <p:tgtEl>
                                          <p:spTgt spid="20"/>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animEffect transition="in" filter="fade">
                                      <p:cBhvr>
                                        <p:cTn id="3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 grpId="0"/>
      <p:bldP spid="19" grpId="0"/>
      <p:bldP spid="4" grpId="0"/>
      <p:bldP spid="2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AADC5AA7-76F8-F417-9CD2-9915F32DB4D9}"/>
              </a:ext>
            </a:extLst>
          </p:cNvPr>
          <p:cNvGrpSpPr/>
          <p:nvPr/>
        </p:nvGrpSpPr>
        <p:grpSpPr>
          <a:xfrm>
            <a:off x="3947639" y="2844225"/>
            <a:ext cx="2422458" cy="718359"/>
            <a:chOff x="3947639" y="2844225"/>
            <a:chExt cx="2422458" cy="718359"/>
          </a:xfrm>
        </p:grpSpPr>
        <p:sp>
          <p:nvSpPr>
            <p:cNvPr id="2" name="Freeform 62">
              <a:extLst>
                <a:ext uri="{FF2B5EF4-FFF2-40B4-BE49-F238E27FC236}">
                  <a16:creationId xmlns:a16="http://schemas.microsoft.com/office/drawing/2014/main" id="{8FA5237F-569C-5337-7D48-E5A0BEE39A8D}"/>
                </a:ext>
              </a:extLst>
            </p:cNvPr>
            <p:cNvSpPr>
              <a:spLocks noEditPoints="1"/>
            </p:cNvSpPr>
            <p:nvPr/>
          </p:nvSpPr>
          <p:spPr bwMode="invGray">
            <a:xfrm>
              <a:off x="3947639" y="3382574"/>
              <a:ext cx="2046675" cy="180010"/>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sz="1800">
                <a:ln>
                  <a:noFill/>
                </a:ln>
              </a:endParaRPr>
            </a:p>
          </p:txBody>
        </p:sp>
        <p:sp>
          <p:nvSpPr>
            <p:cNvPr id="3" name="TextBox 2">
              <a:extLst>
                <a:ext uri="{FF2B5EF4-FFF2-40B4-BE49-F238E27FC236}">
                  <a16:creationId xmlns:a16="http://schemas.microsoft.com/office/drawing/2014/main" id="{A75732D0-5115-FE5E-CCFC-9805A3E3A506}"/>
                </a:ext>
              </a:extLst>
            </p:cNvPr>
            <p:cNvSpPr txBox="1"/>
            <p:nvPr/>
          </p:nvSpPr>
          <p:spPr>
            <a:xfrm>
              <a:off x="3947639" y="2844225"/>
              <a:ext cx="2422458" cy="584775"/>
            </a:xfrm>
            <a:prstGeom prst="rect">
              <a:avLst/>
            </a:prstGeom>
            <a:noFill/>
          </p:spPr>
          <p:txBody>
            <a:bodyPr wrap="none" rtlCol="0">
              <a:spAutoFit/>
            </a:bodyPr>
            <a:lstStyle/>
            <a:p>
              <a:r>
                <a:rPr lang="en-US" sz="3200" b="1" dirty="0">
                  <a:solidFill>
                    <a:srgbClr val="FFFF00"/>
                  </a:solidFill>
                  <a:latin typeface="Cambria" panose="02040503050406030204" pitchFamily="18" charset="0"/>
                  <a:ea typeface="Cambria" panose="02040503050406030204" pitchFamily="18" charset="0"/>
                </a:rPr>
                <a:t>Mass Defect</a:t>
              </a:r>
            </a:p>
          </p:txBody>
        </p:sp>
      </p:grpSp>
    </p:spTree>
    <p:extLst>
      <p:ext uri="{BB962C8B-B14F-4D97-AF65-F5344CB8AC3E}">
        <p14:creationId xmlns:p14="http://schemas.microsoft.com/office/powerpoint/2010/main" val="15820938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334556C-D651-8213-D976-276FDADAE805}"/>
              </a:ext>
            </a:extLst>
          </p:cNvPr>
          <p:cNvSpPr txBox="1"/>
          <p:nvPr/>
        </p:nvSpPr>
        <p:spPr>
          <a:xfrm>
            <a:off x="2724540" y="270588"/>
            <a:ext cx="8378890" cy="1384995"/>
          </a:xfrm>
          <a:prstGeom prst="rect">
            <a:avLst/>
          </a:prstGeom>
          <a:noFill/>
        </p:spPr>
        <p:txBody>
          <a:bodyPr wrap="square">
            <a:spAutoFit/>
          </a:bodyPr>
          <a:lstStyle/>
          <a:p>
            <a:pPr algn="just"/>
            <a:r>
              <a:rPr lang="en-US" sz="2800" b="0" i="0" dirty="0">
                <a:solidFill>
                  <a:srgbClr val="FFFF00"/>
                </a:solidFill>
                <a:effectLst/>
                <a:latin typeface="+mj-lt"/>
              </a:rPr>
              <a:t>Mass defect is the difference between the actual atomic mass and the predicted mass calculated by adding the mass of protons and neutrons present in the nucleus.</a:t>
            </a:r>
            <a:endParaRPr lang="en-IN" sz="2800" dirty="0">
              <a:solidFill>
                <a:srgbClr val="FFFF00"/>
              </a:solidFill>
              <a:latin typeface="+mj-lt"/>
            </a:endParaRPr>
          </a:p>
        </p:txBody>
      </p:sp>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3683557A-4510-F828-CA80-ADAAEFBA5410}"/>
                  </a:ext>
                </a:extLst>
              </p:cNvPr>
              <p:cNvSpPr/>
              <p:nvPr/>
            </p:nvSpPr>
            <p:spPr>
              <a:xfrm>
                <a:off x="915430" y="1694381"/>
                <a:ext cx="1824593" cy="53168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IN" sz="2800" b="0" i="1" smtClean="0">
                          <a:solidFill>
                            <a:schemeClr val="bg1"/>
                          </a:solidFill>
                          <a:latin typeface="Cambria Math" panose="02040503050406030204" pitchFamily="18" charset="0"/>
                        </a:rPr>
                        <m:t>𝐹𝑜𝑟</m:t>
                      </m:r>
                      <m:r>
                        <a:rPr lang="en-IN" sz="2800" b="0" i="1" smtClean="0">
                          <a:solidFill>
                            <a:schemeClr val="bg1"/>
                          </a:solidFill>
                          <a:latin typeface="Cambria Math" panose="02040503050406030204" pitchFamily="18" charset="0"/>
                        </a:rPr>
                        <m:t> →</m:t>
                      </m:r>
                      <m:sPre>
                        <m:sPrePr>
                          <m:ctrlPr>
                            <a:rPr lang="en-IN" sz="2800" i="1" smtClean="0">
                              <a:solidFill>
                                <a:schemeClr val="bg1"/>
                              </a:solidFill>
                              <a:latin typeface="Cambria Math" panose="02040503050406030204" pitchFamily="18" charset="0"/>
                            </a:rPr>
                          </m:ctrlPr>
                        </m:sPrePr>
                        <m:sub>
                          <m:r>
                            <a:rPr lang="en-IN" sz="2800" i="1">
                              <a:solidFill>
                                <a:schemeClr val="bg1"/>
                              </a:solidFill>
                              <a:latin typeface="Cambria Math" panose="02040503050406030204" pitchFamily="18" charset="0"/>
                            </a:rPr>
                            <m:t>𝑍</m:t>
                          </m:r>
                        </m:sub>
                        <m:sup>
                          <m:r>
                            <a:rPr lang="en-IN" sz="2800" i="1">
                              <a:solidFill>
                                <a:schemeClr val="bg1"/>
                              </a:solidFill>
                              <a:latin typeface="Cambria Math" panose="02040503050406030204" pitchFamily="18" charset="0"/>
                            </a:rPr>
                            <m:t>𝐴</m:t>
                          </m:r>
                        </m:sup>
                        <m:e>
                          <m:r>
                            <a:rPr lang="en-IN" sz="2800" i="1">
                              <a:solidFill>
                                <a:schemeClr val="bg1"/>
                              </a:solidFill>
                              <a:latin typeface="Cambria Math" panose="02040503050406030204" pitchFamily="18" charset="0"/>
                            </a:rPr>
                            <m:t>𝑋</m:t>
                          </m:r>
                        </m:e>
                      </m:sPre>
                    </m:oMath>
                  </m:oMathPara>
                </a14:m>
                <a:endParaRPr lang="en-IN" sz="2800" dirty="0">
                  <a:solidFill>
                    <a:schemeClr val="bg1"/>
                  </a:solidFill>
                </a:endParaRPr>
              </a:p>
            </p:txBody>
          </p:sp>
        </mc:Choice>
        <mc:Fallback xmlns="">
          <p:sp>
            <p:nvSpPr>
              <p:cNvPr id="7" name="Rectangle 6">
                <a:extLst>
                  <a:ext uri="{FF2B5EF4-FFF2-40B4-BE49-F238E27FC236}">
                    <a16:creationId xmlns:a16="http://schemas.microsoft.com/office/drawing/2014/main" id="{3683557A-4510-F828-CA80-ADAAEFBA5410}"/>
                  </a:ext>
                </a:extLst>
              </p:cNvPr>
              <p:cNvSpPr>
                <a:spLocks noRot="1" noChangeAspect="1" noMove="1" noResize="1" noEditPoints="1" noAdjustHandles="1" noChangeArrowheads="1" noChangeShapeType="1" noTextEdit="1"/>
              </p:cNvSpPr>
              <p:nvPr/>
            </p:nvSpPr>
            <p:spPr>
              <a:xfrm>
                <a:off x="915430" y="1694381"/>
                <a:ext cx="1824593" cy="531684"/>
              </a:xfrm>
              <a:prstGeom prst="rect">
                <a:avLst/>
              </a:prstGeom>
              <a:blipFill>
                <a:blip r:embed="rId2"/>
                <a:stretch>
                  <a:fillRect/>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8C1C7EE5-EAC8-FF5F-CB6D-1EAB40C9BE4B}"/>
              </a:ext>
            </a:extLst>
          </p:cNvPr>
          <p:cNvSpPr txBox="1"/>
          <p:nvPr/>
        </p:nvSpPr>
        <p:spPr>
          <a:xfrm>
            <a:off x="2724540" y="1655583"/>
            <a:ext cx="2607906" cy="523220"/>
          </a:xfrm>
          <a:prstGeom prst="rect">
            <a:avLst/>
          </a:prstGeom>
          <a:noFill/>
        </p:spPr>
        <p:txBody>
          <a:bodyPr wrap="square" rtlCol="0">
            <a:spAutoFit/>
          </a:bodyPr>
          <a:lstStyle/>
          <a:p>
            <a:pPr algn="l"/>
            <a:r>
              <a:rPr lang="en-IN" sz="2800" dirty="0">
                <a:solidFill>
                  <a:srgbClr val="FFFF00"/>
                </a:solidFill>
              </a:rPr>
              <a:t>Expected mass</a:t>
            </a:r>
          </a:p>
        </p:txBody>
      </p:sp>
      <p:sp>
        <p:nvSpPr>
          <p:cNvPr id="9" name="TextBox 8">
            <a:extLst>
              <a:ext uri="{FF2B5EF4-FFF2-40B4-BE49-F238E27FC236}">
                <a16:creationId xmlns:a16="http://schemas.microsoft.com/office/drawing/2014/main" id="{EF8D0A7C-B885-3D3E-07AE-774601388AB5}"/>
              </a:ext>
            </a:extLst>
          </p:cNvPr>
          <p:cNvSpPr txBox="1"/>
          <p:nvPr/>
        </p:nvSpPr>
        <p:spPr>
          <a:xfrm>
            <a:off x="2724540" y="2370072"/>
            <a:ext cx="2607906" cy="523220"/>
          </a:xfrm>
          <a:prstGeom prst="rect">
            <a:avLst/>
          </a:prstGeom>
          <a:noFill/>
        </p:spPr>
        <p:txBody>
          <a:bodyPr wrap="square" rtlCol="0">
            <a:spAutoFit/>
          </a:bodyPr>
          <a:lstStyle/>
          <a:p>
            <a:pPr algn="l"/>
            <a:r>
              <a:rPr lang="en-IN" sz="2800" dirty="0">
                <a:solidFill>
                  <a:srgbClr val="FFFF00"/>
                </a:solidFill>
              </a:rPr>
              <a:t>Real mass</a:t>
            </a:r>
          </a:p>
        </p:txBody>
      </p:sp>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A293F4B5-C727-4D8A-DCB9-55B1E32FCD5E}"/>
                  </a:ext>
                </a:extLst>
              </p:cNvPr>
              <p:cNvSpPr/>
              <p:nvPr/>
            </p:nvSpPr>
            <p:spPr>
              <a:xfrm>
                <a:off x="2919903" y="2051520"/>
                <a:ext cx="1087843" cy="52322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IN" sz="2800" b="0" i="1" smtClean="0">
                          <a:solidFill>
                            <a:schemeClr val="bg1"/>
                          </a:solidFill>
                          <a:latin typeface="Cambria Math" panose="02040503050406030204" pitchFamily="18" charset="0"/>
                        </a:rPr>
                        <m:t>𝑍</m:t>
                      </m:r>
                    </m:oMath>
                  </m:oMathPara>
                </a14:m>
                <a:endParaRPr lang="en-IN" sz="2800" dirty="0">
                  <a:solidFill>
                    <a:schemeClr val="bg1"/>
                  </a:solidFill>
                </a:endParaRPr>
              </a:p>
            </p:txBody>
          </p:sp>
        </mc:Choice>
        <mc:Fallback xmlns="">
          <p:sp>
            <p:nvSpPr>
              <p:cNvPr id="10" name="Rectangle 9">
                <a:extLst>
                  <a:ext uri="{FF2B5EF4-FFF2-40B4-BE49-F238E27FC236}">
                    <a16:creationId xmlns:a16="http://schemas.microsoft.com/office/drawing/2014/main" id="{A293F4B5-C727-4D8A-DCB9-55B1E32FCD5E}"/>
                  </a:ext>
                </a:extLst>
              </p:cNvPr>
              <p:cNvSpPr>
                <a:spLocks noRot="1" noChangeAspect="1" noMove="1" noResize="1" noEditPoints="1" noAdjustHandles="1" noChangeArrowheads="1" noChangeShapeType="1" noTextEdit="1"/>
              </p:cNvSpPr>
              <p:nvPr/>
            </p:nvSpPr>
            <p:spPr>
              <a:xfrm>
                <a:off x="2919903" y="2051520"/>
                <a:ext cx="1087843" cy="523220"/>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B9A4BE66-A26B-945E-38B6-C2F3FD3515AA}"/>
                  </a:ext>
                </a:extLst>
              </p:cNvPr>
              <p:cNvSpPr/>
              <p:nvPr/>
            </p:nvSpPr>
            <p:spPr>
              <a:xfrm>
                <a:off x="3334295" y="2035778"/>
                <a:ext cx="1087843" cy="55643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IN" sz="2800" b="0" i="1" smtClean="0">
                              <a:solidFill>
                                <a:schemeClr val="bg1"/>
                              </a:solidFill>
                              <a:latin typeface="Cambria Math" panose="02040503050406030204" pitchFamily="18" charset="0"/>
                            </a:rPr>
                          </m:ctrlPr>
                        </m:sSubPr>
                        <m:e>
                          <m:r>
                            <a:rPr lang="en-IN" sz="2800" b="0" i="1" smtClean="0">
                              <a:solidFill>
                                <a:schemeClr val="bg1"/>
                              </a:solidFill>
                              <a:latin typeface="Cambria Math" panose="02040503050406030204" pitchFamily="18" charset="0"/>
                            </a:rPr>
                            <m:t>𝑚</m:t>
                          </m:r>
                        </m:e>
                        <m:sub>
                          <m:r>
                            <a:rPr lang="en-IN" sz="2800" b="0" i="1" smtClean="0">
                              <a:solidFill>
                                <a:schemeClr val="bg1"/>
                              </a:solidFill>
                              <a:latin typeface="Cambria Math" panose="02040503050406030204" pitchFamily="18" charset="0"/>
                            </a:rPr>
                            <m:t>𝑝</m:t>
                          </m:r>
                        </m:sub>
                      </m:sSub>
                    </m:oMath>
                  </m:oMathPara>
                </a14:m>
                <a:endParaRPr lang="en-IN" sz="2800" dirty="0">
                  <a:solidFill>
                    <a:schemeClr val="bg1"/>
                  </a:solidFill>
                </a:endParaRPr>
              </a:p>
            </p:txBody>
          </p:sp>
        </mc:Choice>
        <mc:Fallback xmlns="">
          <p:sp>
            <p:nvSpPr>
              <p:cNvPr id="11" name="Rectangle 10">
                <a:extLst>
                  <a:ext uri="{FF2B5EF4-FFF2-40B4-BE49-F238E27FC236}">
                    <a16:creationId xmlns:a16="http://schemas.microsoft.com/office/drawing/2014/main" id="{B9A4BE66-A26B-945E-38B6-C2F3FD3515AA}"/>
                  </a:ext>
                </a:extLst>
              </p:cNvPr>
              <p:cNvSpPr>
                <a:spLocks noRot="1" noChangeAspect="1" noMove="1" noResize="1" noEditPoints="1" noAdjustHandles="1" noChangeArrowheads="1" noChangeShapeType="1" noTextEdit="1"/>
              </p:cNvSpPr>
              <p:nvPr/>
            </p:nvSpPr>
            <p:spPr>
              <a:xfrm>
                <a:off x="3334295" y="2035778"/>
                <a:ext cx="1087843" cy="556434"/>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D9B86BDF-0918-76E8-C420-89B285CCA10E}"/>
                  </a:ext>
                </a:extLst>
              </p:cNvPr>
              <p:cNvSpPr/>
              <p:nvPr/>
            </p:nvSpPr>
            <p:spPr>
              <a:xfrm>
                <a:off x="3810897" y="2073943"/>
                <a:ext cx="2276435" cy="52322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IN" sz="2800" b="0" i="1" smtClean="0">
                          <a:solidFill>
                            <a:schemeClr val="bg1"/>
                          </a:solidFill>
                          <a:latin typeface="Cambria Math" panose="02040503050406030204" pitchFamily="18" charset="0"/>
                        </a:rPr>
                        <m:t>+(</m:t>
                      </m:r>
                      <m:r>
                        <a:rPr lang="en-IN" sz="2800" b="0" i="1" smtClean="0">
                          <a:solidFill>
                            <a:schemeClr val="bg1"/>
                          </a:solidFill>
                          <a:latin typeface="Cambria Math" panose="02040503050406030204" pitchFamily="18" charset="0"/>
                        </a:rPr>
                        <m:t>𝐴</m:t>
                      </m:r>
                      <m:r>
                        <a:rPr lang="en-IN" sz="2800" b="0" i="1" smtClean="0">
                          <a:solidFill>
                            <a:schemeClr val="bg1"/>
                          </a:solidFill>
                          <a:latin typeface="Cambria Math" panose="02040503050406030204" pitchFamily="18" charset="0"/>
                        </a:rPr>
                        <m:t>−</m:t>
                      </m:r>
                      <m:r>
                        <a:rPr lang="en-IN" sz="2800" b="0" i="1" smtClean="0">
                          <a:solidFill>
                            <a:schemeClr val="bg1"/>
                          </a:solidFill>
                          <a:latin typeface="Cambria Math" panose="02040503050406030204" pitchFamily="18" charset="0"/>
                        </a:rPr>
                        <m:t>𝑍</m:t>
                      </m:r>
                      <m:r>
                        <a:rPr lang="en-IN" sz="2800" b="0" i="1" smtClean="0">
                          <a:solidFill>
                            <a:schemeClr val="bg1"/>
                          </a:solidFill>
                          <a:latin typeface="Cambria Math" panose="02040503050406030204" pitchFamily="18" charset="0"/>
                        </a:rPr>
                        <m:t>)</m:t>
                      </m:r>
                    </m:oMath>
                  </m:oMathPara>
                </a14:m>
                <a:endParaRPr lang="en-IN" sz="2800" dirty="0">
                  <a:solidFill>
                    <a:schemeClr val="bg1"/>
                  </a:solidFill>
                </a:endParaRPr>
              </a:p>
            </p:txBody>
          </p:sp>
        </mc:Choice>
        <mc:Fallback xmlns="">
          <p:sp>
            <p:nvSpPr>
              <p:cNvPr id="12" name="Rectangle 11">
                <a:extLst>
                  <a:ext uri="{FF2B5EF4-FFF2-40B4-BE49-F238E27FC236}">
                    <a16:creationId xmlns:a16="http://schemas.microsoft.com/office/drawing/2014/main" id="{D9B86BDF-0918-76E8-C420-89B285CCA10E}"/>
                  </a:ext>
                </a:extLst>
              </p:cNvPr>
              <p:cNvSpPr>
                <a:spLocks noRot="1" noChangeAspect="1" noMove="1" noResize="1" noEditPoints="1" noAdjustHandles="1" noChangeArrowheads="1" noChangeShapeType="1" noTextEdit="1"/>
              </p:cNvSpPr>
              <p:nvPr/>
            </p:nvSpPr>
            <p:spPr>
              <a:xfrm>
                <a:off x="3810897" y="2073943"/>
                <a:ext cx="2276435" cy="523220"/>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768083DE-37F0-0936-0D0E-62CAA56D2E6F}"/>
                  </a:ext>
                </a:extLst>
              </p:cNvPr>
              <p:cNvSpPr/>
              <p:nvPr/>
            </p:nvSpPr>
            <p:spPr>
              <a:xfrm>
                <a:off x="5440915" y="2052385"/>
                <a:ext cx="1087843" cy="52322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IN" sz="2800" b="0" i="1" smtClean="0">
                              <a:solidFill>
                                <a:schemeClr val="bg1"/>
                              </a:solidFill>
                              <a:latin typeface="Cambria Math" panose="02040503050406030204" pitchFamily="18" charset="0"/>
                            </a:rPr>
                          </m:ctrlPr>
                        </m:sSubPr>
                        <m:e>
                          <m:r>
                            <a:rPr lang="en-IN" sz="2800" b="0" i="1" smtClean="0">
                              <a:solidFill>
                                <a:schemeClr val="bg1"/>
                              </a:solidFill>
                              <a:latin typeface="Cambria Math" panose="02040503050406030204" pitchFamily="18" charset="0"/>
                            </a:rPr>
                            <m:t>𝑚</m:t>
                          </m:r>
                        </m:e>
                        <m:sub>
                          <m:r>
                            <a:rPr lang="en-IN" sz="2800" b="0" i="1" smtClean="0">
                              <a:solidFill>
                                <a:schemeClr val="bg1"/>
                              </a:solidFill>
                              <a:latin typeface="Cambria Math" panose="02040503050406030204" pitchFamily="18" charset="0"/>
                            </a:rPr>
                            <m:t>𝑛</m:t>
                          </m:r>
                        </m:sub>
                      </m:sSub>
                    </m:oMath>
                  </m:oMathPara>
                </a14:m>
                <a:endParaRPr lang="en-IN" sz="2800" dirty="0">
                  <a:solidFill>
                    <a:schemeClr val="bg1"/>
                  </a:solidFill>
                </a:endParaRPr>
              </a:p>
            </p:txBody>
          </p:sp>
        </mc:Choice>
        <mc:Fallback xmlns="">
          <p:sp>
            <p:nvSpPr>
              <p:cNvPr id="13" name="Rectangle 12">
                <a:extLst>
                  <a:ext uri="{FF2B5EF4-FFF2-40B4-BE49-F238E27FC236}">
                    <a16:creationId xmlns:a16="http://schemas.microsoft.com/office/drawing/2014/main" id="{768083DE-37F0-0936-0D0E-62CAA56D2E6F}"/>
                  </a:ext>
                </a:extLst>
              </p:cNvPr>
              <p:cNvSpPr>
                <a:spLocks noRot="1" noChangeAspect="1" noMove="1" noResize="1" noEditPoints="1" noAdjustHandles="1" noChangeArrowheads="1" noChangeShapeType="1" noTextEdit="1"/>
              </p:cNvSpPr>
              <p:nvPr/>
            </p:nvSpPr>
            <p:spPr>
              <a:xfrm>
                <a:off x="5440915" y="2052385"/>
                <a:ext cx="1087843" cy="523220"/>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Rectangle 13">
                <a:extLst>
                  <a:ext uri="{FF2B5EF4-FFF2-40B4-BE49-F238E27FC236}">
                    <a16:creationId xmlns:a16="http://schemas.microsoft.com/office/drawing/2014/main" id="{7B6ABE97-3FD9-0097-986C-FAABC5B3AC9F}"/>
                  </a:ext>
                </a:extLst>
              </p:cNvPr>
              <p:cNvSpPr/>
              <p:nvPr/>
            </p:nvSpPr>
            <p:spPr>
              <a:xfrm>
                <a:off x="3155655" y="2807250"/>
                <a:ext cx="1087843" cy="52322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IN" sz="2800" b="0" i="1" smtClean="0">
                              <a:solidFill>
                                <a:schemeClr val="bg1"/>
                              </a:solidFill>
                              <a:latin typeface="Cambria Math" panose="02040503050406030204" pitchFamily="18" charset="0"/>
                            </a:rPr>
                          </m:ctrlPr>
                        </m:sSubPr>
                        <m:e>
                          <m:r>
                            <a:rPr lang="en-IN" sz="2800" b="0" i="1" smtClean="0">
                              <a:solidFill>
                                <a:schemeClr val="bg1"/>
                              </a:solidFill>
                              <a:latin typeface="Cambria Math" panose="02040503050406030204" pitchFamily="18" charset="0"/>
                            </a:rPr>
                            <m:t>𝑚</m:t>
                          </m:r>
                        </m:e>
                        <m:sub>
                          <m:r>
                            <a:rPr lang="en-IN" sz="2800" b="0" i="1" smtClean="0">
                              <a:solidFill>
                                <a:schemeClr val="bg1"/>
                              </a:solidFill>
                              <a:latin typeface="Cambria Math" panose="02040503050406030204" pitchFamily="18" charset="0"/>
                            </a:rPr>
                            <m:t>𝑥</m:t>
                          </m:r>
                        </m:sub>
                      </m:sSub>
                    </m:oMath>
                  </m:oMathPara>
                </a14:m>
                <a:endParaRPr lang="en-IN" sz="2800" dirty="0">
                  <a:solidFill>
                    <a:schemeClr val="bg1"/>
                  </a:solidFill>
                </a:endParaRPr>
              </a:p>
            </p:txBody>
          </p:sp>
        </mc:Choice>
        <mc:Fallback xmlns="">
          <p:sp>
            <p:nvSpPr>
              <p:cNvPr id="14" name="Rectangle 13">
                <a:extLst>
                  <a:ext uri="{FF2B5EF4-FFF2-40B4-BE49-F238E27FC236}">
                    <a16:creationId xmlns:a16="http://schemas.microsoft.com/office/drawing/2014/main" id="{7B6ABE97-3FD9-0097-986C-FAABC5B3AC9F}"/>
                  </a:ext>
                </a:extLst>
              </p:cNvPr>
              <p:cNvSpPr>
                <a:spLocks noRot="1" noChangeAspect="1" noMove="1" noResize="1" noEditPoints="1" noAdjustHandles="1" noChangeArrowheads="1" noChangeShapeType="1" noTextEdit="1"/>
              </p:cNvSpPr>
              <p:nvPr/>
            </p:nvSpPr>
            <p:spPr>
              <a:xfrm>
                <a:off x="3155655" y="2807250"/>
                <a:ext cx="1087843" cy="523220"/>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3900B119-ECEC-BC31-95B8-42B661728C80}"/>
                  </a:ext>
                </a:extLst>
              </p:cNvPr>
              <p:cNvSpPr/>
              <p:nvPr/>
            </p:nvSpPr>
            <p:spPr>
              <a:xfrm>
                <a:off x="1243287" y="3379132"/>
                <a:ext cx="6357702"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IN" sz="2800" i="1" smtClean="0">
                          <a:solidFill>
                            <a:schemeClr val="bg1"/>
                          </a:solidFill>
                          <a:latin typeface="Cambria Math" panose="02040503050406030204" pitchFamily="18" charset="0"/>
                        </a:rPr>
                        <m:t>𝛥</m:t>
                      </m:r>
                      <m:r>
                        <a:rPr lang="en-IN" sz="2800" i="1" smtClean="0">
                          <a:solidFill>
                            <a:schemeClr val="bg1"/>
                          </a:solidFill>
                          <a:latin typeface="Cambria Math" panose="02040503050406030204" pitchFamily="18" charset="0"/>
                        </a:rPr>
                        <m:t>𝑀</m:t>
                      </m:r>
                      <m:r>
                        <a:rPr lang="en-IN" sz="2800" b="0" i="1" smtClean="0">
                          <a:solidFill>
                            <a:schemeClr val="bg1"/>
                          </a:solidFill>
                          <a:latin typeface="Cambria Math" panose="02040503050406030204" pitchFamily="18" charset="0"/>
                        </a:rPr>
                        <m:t>=(</m:t>
                      </m:r>
                      <m:r>
                        <a:rPr lang="en-IN" sz="2800" b="0" i="1" smtClean="0">
                          <a:solidFill>
                            <a:schemeClr val="bg1"/>
                          </a:solidFill>
                          <a:latin typeface="Cambria Math" panose="02040503050406030204" pitchFamily="18" charset="0"/>
                        </a:rPr>
                        <m:t>𝐸𝑥𝑝𝑒𝑐𝑡𝑒𝑑</m:t>
                      </m:r>
                      <m:r>
                        <a:rPr lang="en-IN" sz="2800" b="0" i="1" smtClean="0">
                          <a:solidFill>
                            <a:schemeClr val="bg1"/>
                          </a:solidFill>
                          <a:latin typeface="Cambria Math" panose="02040503050406030204" pitchFamily="18" charset="0"/>
                        </a:rPr>
                        <m:t> </m:t>
                      </m:r>
                      <m:r>
                        <a:rPr lang="en-IN" sz="2800" b="0" i="1" smtClean="0">
                          <a:solidFill>
                            <a:schemeClr val="bg1"/>
                          </a:solidFill>
                          <a:latin typeface="Cambria Math" panose="02040503050406030204" pitchFamily="18" charset="0"/>
                        </a:rPr>
                        <m:t>𝑚𝑎𝑠𝑠</m:t>
                      </m:r>
                      <m:r>
                        <a:rPr lang="en-IN" sz="2800" b="0" i="1" smtClean="0">
                          <a:solidFill>
                            <a:schemeClr val="bg1"/>
                          </a:solidFill>
                          <a:latin typeface="Cambria Math" panose="02040503050406030204" pitchFamily="18" charset="0"/>
                        </a:rPr>
                        <m:t>)−(</m:t>
                      </m:r>
                      <m:r>
                        <a:rPr lang="en-IN" sz="2800" b="0" i="1" smtClean="0">
                          <a:solidFill>
                            <a:schemeClr val="bg1"/>
                          </a:solidFill>
                          <a:latin typeface="Cambria Math" panose="02040503050406030204" pitchFamily="18" charset="0"/>
                        </a:rPr>
                        <m:t>𝑅𝑒𝑎𝑙</m:t>
                      </m:r>
                      <m:r>
                        <a:rPr lang="en-IN" sz="2800" b="0" i="1" smtClean="0">
                          <a:solidFill>
                            <a:schemeClr val="bg1"/>
                          </a:solidFill>
                          <a:latin typeface="Cambria Math" panose="02040503050406030204" pitchFamily="18" charset="0"/>
                        </a:rPr>
                        <m:t> </m:t>
                      </m:r>
                      <m:r>
                        <a:rPr lang="en-IN" sz="2800" b="0" i="1" smtClean="0">
                          <a:solidFill>
                            <a:schemeClr val="bg1"/>
                          </a:solidFill>
                          <a:latin typeface="Cambria Math" panose="02040503050406030204" pitchFamily="18" charset="0"/>
                        </a:rPr>
                        <m:t>𝑚𝑎𝑠𝑠</m:t>
                      </m:r>
                      <m:r>
                        <a:rPr lang="en-IN" sz="2800" b="0" i="1" smtClean="0">
                          <a:solidFill>
                            <a:schemeClr val="bg1"/>
                          </a:solidFill>
                          <a:latin typeface="Cambria Math" panose="02040503050406030204" pitchFamily="18" charset="0"/>
                        </a:rPr>
                        <m:t>)</m:t>
                      </m:r>
                    </m:oMath>
                  </m:oMathPara>
                </a14:m>
                <a:endParaRPr lang="en-IN" sz="2800" dirty="0">
                  <a:solidFill>
                    <a:schemeClr val="bg1"/>
                  </a:solidFill>
                </a:endParaRPr>
              </a:p>
            </p:txBody>
          </p:sp>
        </mc:Choice>
        <mc:Fallback xmlns="">
          <p:sp>
            <p:nvSpPr>
              <p:cNvPr id="15" name="Rectangle 14">
                <a:extLst>
                  <a:ext uri="{FF2B5EF4-FFF2-40B4-BE49-F238E27FC236}">
                    <a16:creationId xmlns:a16="http://schemas.microsoft.com/office/drawing/2014/main" id="{3900B119-ECEC-BC31-95B8-42B661728C80}"/>
                  </a:ext>
                </a:extLst>
              </p:cNvPr>
              <p:cNvSpPr>
                <a:spLocks noRot="1" noChangeAspect="1" noMove="1" noResize="1" noEditPoints="1" noAdjustHandles="1" noChangeArrowheads="1" noChangeShapeType="1" noTextEdit="1"/>
              </p:cNvSpPr>
              <p:nvPr/>
            </p:nvSpPr>
            <p:spPr>
              <a:xfrm>
                <a:off x="1243287" y="3379132"/>
                <a:ext cx="6357702" cy="523220"/>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Rectangle 15">
                <a:extLst>
                  <a:ext uri="{FF2B5EF4-FFF2-40B4-BE49-F238E27FC236}">
                    <a16:creationId xmlns:a16="http://schemas.microsoft.com/office/drawing/2014/main" id="{73359981-1EA9-066F-8DDC-866046CFF6BB}"/>
                  </a:ext>
                </a:extLst>
              </p:cNvPr>
              <p:cNvSpPr/>
              <p:nvPr/>
            </p:nvSpPr>
            <p:spPr>
              <a:xfrm>
                <a:off x="1243287" y="3959741"/>
                <a:ext cx="4977068" cy="55643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IN" sz="2800" i="1" smtClean="0">
                          <a:solidFill>
                            <a:schemeClr val="bg1"/>
                          </a:solidFill>
                          <a:latin typeface="Cambria Math" panose="02040503050406030204" pitchFamily="18" charset="0"/>
                        </a:rPr>
                        <m:t>𝛥</m:t>
                      </m:r>
                      <m:r>
                        <a:rPr lang="en-IN" sz="2800" i="1" smtClean="0">
                          <a:solidFill>
                            <a:schemeClr val="bg1"/>
                          </a:solidFill>
                          <a:latin typeface="Cambria Math" panose="02040503050406030204" pitchFamily="18" charset="0"/>
                        </a:rPr>
                        <m:t>𝑀</m:t>
                      </m:r>
                      <m:r>
                        <a:rPr lang="en-IN" sz="2800" b="0" i="1" smtClean="0">
                          <a:solidFill>
                            <a:schemeClr val="bg1"/>
                          </a:solidFill>
                          <a:latin typeface="Cambria Math" panose="02040503050406030204" pitchFamily="18" charset="0"/>
                        </a:rPr>
                        <m:t>=</m:t>
                      </m:r>
                      <m:r>
                        <a:rPr lang="en-IN" sz="2800" i="1">
                          <a:solidFill>
                            <a:schemeClr val="bg1"/>
                          </a:solidFill>
                          <a:latin typeface="Cambria Math" panose="02040503050406030204" pitchFamily="18" charset="0"/>
                        </a:rPr>
                        <m:t>𝑍</m:t>
                      </m:r>
                      <m:sSub>
                        <m:sSubPr>
                          <m:ctrlPr>
                            <a:rPr lang="en-IN" sz="2800" i="1">
                              <a:solidFill>
                                <a:schemeClr val="bg1"/>
                              </a:solidFill>
                              <a:latin typeface="Cambria Math" panose="02040503050406030204" pitchFamily="18" charset="0"/>
                            </a:rPr>
                          </m:ctrlPr>
                        </m:sSubPr>
                        <m:e>
                          <m:r>
                            <a:rPr lang="en-IN" sz="2800" i="1">
                              <a:solidFill>
                                <a:schemeClr val="bg1"/>
                              </a:solidFill>
                              <a:latin typeface="Cambria Math" panose="02040503050406030204" pitchFamily="18" charset="0"/>
                            </a:rPr>
                            <m:t>𝑚</m:t>
                          </m:r>
                        </m:e>
                        <m:sub>
                          <m:r>
                            <a:rPr lang="en-IN" sz="2800" i="1">
                              <a:solidFill>
                                <a:schemeClr val="bg1"/>
                              </a:solidFill>
                              <a:latin typeface="Cambria Math" panose="02040503050406030204" pitchFamily="18" charset="0"/>
                            </a:rPr>
                            <m:t>𝑝</m:t>
                          </m:r>
                        </m:sub>
                      </m:sSub>
                      <m:r>
                        <a:rPr lang="en-IN" sz="2800" i="0">
                          <a:solidFill>
                            <a:schemeClr val="bg1"/>
                          </a:solidFill>
                          <a:latin typeface="Cambria Math" panose="02040503050406030204" pitchFamily="18" charset="0"/>
                        </a:rPr>
                        <m:t>+</m:t>
                      </m:r>
                      <m:d>
                        <m:dPr>
                          <m:ctrlPr>
                            <a:rPr lang="en-IN" sz="2800" i="1">
                              <a:solidFill>
                                <a:schemeClr val="bg1"/>
                              </a:solidFill>
                              <a:latin typeface="Cambria Math" panose="02040503050406030204" pitchFamily="18" charset="0"/>
                            </a:rPr>
                          </m:ctrlPr>
                        </m:dPr>
                        <m:e>
                          <m:r>
                            <a:rPr lang="en-IN" sz="2800" i="1">
                              <a:solidFill>
                                <a:schemeClr val="bg1"/>
                              </a:solidFill>
                              <a:latin typeface="Cambria Math" panose="02040503050406030204" pitchFamily="18" charset="0"/>
                            </a:rPr>
                            <m:t>𝐴</m:t>
                          </m:r>
                          <m:r>
                            <a:rPr lang="en-IN" sz="2800" i="0">
                              <a:solidFill>
                                <a:schemeClr val="bg1"/>
                              </a:solidFill>
                              <a:latin typeface="Cambria Math" panose="02040503050406030204" pitchFamily="18" charset="0"/>
                            </a:rPr>
                            <m:t>−</m:t>
                          </m:r>
                          <m:r>
                            <a:rPr lang="en-IN" sz="2800" i="1">
                              <a:solidFill>
                                <a:schemeClr val="bg1"/>
                              </a:solidFill>
                              <a:latin typeface="Cambria Math" panose="02040503050406030204" pitchFamily="18" charset="0"/>
                            </a:rPr>
                            <m:t>𝑍</m:t>
                          </m:r>
                        </m:e>
                      </m:d>
                      <m:sSub>
                        <m:sSubPr>
                          <m:ctrlPr>
                            <a:rPr lang="en-IN" sz="2800" i="1">
                              <a:solidFill>
                                <a:schemeClr val="bg1"/>
                              </a:solidFill>
                              <a:latin typeface="Cambria Math" panose="02040503050406030204" pitchFamily="18" charset="0"/>
                            </a:rPr>
                          </m:ctrlPr>
                        </m:sSubPr>
                        <m:e>
                          <m:r>
                            <a:rPr lang="en-IN" sz="2800" i="1">
                              <a:solidFill>
                                <a:schemeClr val="bg1"/>
                              </a:solidFill>
                              <a:latin typeface="Cambria Math" panose="02040503050406030204" pitchFamily="18" charset="0"/>
                            </a:rPr>
                            <m:t>𝑚</m:t>
                          </m:r>
                        </m:e>
                        <m:sub>
                          <m:r>
                            <a:rPr lang="en-IN" sz="2800" i="1">
                              <a:solidFill>
                                <a:schemeClr val="bg1"/>
                              </a:solidFill>
                              <a:latin typeface="Cambria Math" panose="02040503050406030204" pitchFamily="18" charset="0"/>
                            </a:rPr>
                            <m:t>𝑛</m:t>
                          </m:r>
                        </m:sub>
                      </m:sSub>
                      <m:r>
                        <a:rPr lang="en-IN" sz="2800" b="0" i="1" smtClean="0">
                          <a:solidFill>
                            <a:schemeClr val="bg1"/>
                          </a:solidFill>
                          <a:latin typeface="Cambria Math" panose="02040503050406030204" pitchFamily="18" charset="0"/>
                        </a:rPr>
                        <m:t>−</m:t>
                      </m:r>
                      <m:sSub>
                        <m:sSubPr>
                          <m:ctrlPr>
                            <a:rPr lang="en-IN" sz="2800" i="1">
                              <a:solidFill>
                                <a:schemeClr val="bg1"/>
                              </a:solidFill>
                              <a:latin typeface="Cambria Math" panose="02040503050406030204" pitchFamily="18" charset="0"/>
                            </a:rPr>
                          </m:ctrlPr>
                        </m:sSubPr>
                        <m:e>
                          <m:r>
                            <a:rPr lang="en-IN" sz="2800" i="1">
                              <a:solidFill>
                                <a:schemeClr val="bg1"/>
                              </a:solidFill>
                              <a:latin typeface="Cambria Math" panose="02040503050406030204" pitchFamily="18" charset="0"/>
                            </a:rPr>
                            <m:t>𝑚</m:t>
                          </m:r>
                        </m:e>
                        <m:sub>
                          <m:r>
                            <a:rPr lang="en-IN" sz="2800" i="1">
                              <a:solidFill>
                                <a:schemeClr val="bg1"/>
                              </a:solidFill>
                              <a:latin typeface="Cambria Math" panose="02040503050406030204" pitchFamily="18" charset="0"/>
                            </a:rPr>
                            <m:t>𝑥</m:t>
                          </m:r>
                        </m:sub>
                      </m:sSub>
                    </m:oMath>
                  </m:oMathPara>
                </a14:m>
                <a:endParaRPr lang="en-IN" sz="2800" dirty="0">
                  <a:solidFill>
                    <a:schemeClr val="bg1"/>
                  </a:solidFill>
                </a:endParaRPr>
              </a:p>
            </p:txBody>
          </p:sp>
        </mc:Choice>
        <mc:Fallback xmlns="">
          <p:sp>
            <p:nvSpPr>
              <p:cNvPr id="16" name="Rectangle 15">
                <a:extLst>
                  <a:ext uri="{FF2B5EF4-FFF2-40B4-BE49-F238E27FC236}">
                    <a16:creationId xmlns:a16="http://schemas.microsoft.com/office/drawing/2014/main" id="{73359981-1EA9-066F-8DDC-866046CFF6BB}"/>
                  </a:ext>
                </a:extLst>
              </p:cNvPr>
              <p:cNvSpPr>
                <a:spLocks noRot="1" noChangeAspect="1" noMove="1" noResize="1" noEditPoints="1" noAdjustHandles="1" noChangeArrowheads="1" noChangeShapeType="1" noTextEdit="1"/>
              </p:cNvSpPr>
              <p:nvPr/>
            </p:nvSpPr>
            <p:spPr>
              <a:xfrm>
                <a:off x="1243287" y="3959741"/>
                <a:ext cx="4977068" cy="556434"/>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3989DE04-F0CA-BB74-76EE-103BFB0DB0AA}"/>
                  </a:ext>
                </a:extLst>
              </p:cNvPr>
              <p:cNvSpPr/>
              <p:nvPr/>
            </p:nvSpPr>
            <p:spPr>
              <a:xfrm>
                <a:off x="4007747" y="2785360"/>
                <a:ext cx="2822350" cy="523220"/>
              </a:xfrm>
              <a:prstGeom prst="rect">
                <a:avLst/>
              </a:prstGeom>
            </p:spPr>
            <p:txBody>
              <a:bodyPr wrap="square">
                <a:spAutoFit/>
              </a:bodyPr>
              <a:lstStyle/>
              <a:p>
                <a14:m>
                  <m:oMath xmlns:m="http://schemas.openxmlformats.org/officeDocument/2006/math">
                    <m:r>
                      <a:rPr lang="en-IN" sz="2800" b="0" i="1" smtClean="0">
                        <a:solidFill>
                          <a:schemeClr val="bg1"/>
                        </a:solidFill>
                        <a:latin typeface="Cambria Math" panose="02040503050406030204" pitchFamily="18" charset="0"/>
                      </a:rPr>
                      <m:t>&lt;</m:t>
                    </m:r>
                  </m:oMath>
                </a14:m>
                <a:r>
                  <a:rPr lang="en-IN" sz="2800" dirty="0">
                    <a:solidFill>
                      <a:schemeClr val="bg1"/>
                    </a:solidFill>
                  </a:rPr>
                  <a:t> Expected mass</a:t>
                </a:r>
              </a:p>
            </p:txBody>
          </p:sp>
        </mc:Choice>
        <mc:Fallback xmlns="">
          <p:sp>
            <p:nvSpPr>
              <p:cNvPr id="2" name="Rectangle 1">
                <a:extLst>
                  <a:ext uri="{FF2B5EF4-FFF2-40B4-BE49-F238E27FC236}">
                    <a16:creationId xmlns:a16="http://schemas.microsoft.com/office/drawing/2014/main" id="{3989DE04-F0CA-BB74-76EE-103BFB0DB0AA}"/>
                  </a:ext>
                </a:extLst>
              </p:cNvPr>
              <p:cNvSpPr>
                <a:spLocks noRot="1" noChangeAspect="1" noMove="1" noResize="1" noEditPoints="1" noAdjustHandles="1" noChangeArrowheads="1" noChangeShapeType="1" noTextEdit="1"/>
              </p:cNvSpPr>
              <p:nvPr/>
            </p:nvSpPr>
            <p:spPr>
              <a:xfrm>
                <a:off x="4007747" y="2785360"/>
                <a:ext cx="2822350" cy="523220"/>
              </a:xfrm>
              <a:prstGeom prst="rect">
                <a:avLst/>
              </a:prstGeom>
              <a:blipFill>
                <a:blip r:embed="rId10"/>
                <a:stretch>
                  <a:fillRect t="-11628" b="-32558"/>
                </a:stretch>
              </a:blipFill>
            </p:spPr>
            <p:txBody>
              <a:bodyPr/>
              <a:lstStyle/>
              <a:p>
                <a:r>
                  <a:rPr lang="en-US">
                    <a:noFill/>
                  </a:rPr>
                  <a:t> </a:t>
                </a:r>
              </a:p>
            </p:txBody>
          </p:sp>
        </mc:Fallback>
      </mc:AlternateContent>
      <p:grpSp>
        <p:nvGrpSpPr>
          <p:cNvPr id="3" name="Group 2">
            <a:extLst>
              <a:ext uri="{FF2B5EF4-FFF2-40B4-BE49-F238E27FC236}">
                <a16:creationId xmlns:a16="http://schemas.microsoft.com/office/drawing/2014/main" id="{D08B4AA0-B6E9-41BE-618F-7F37F275316F}"/>
              </a:ext>
            </a:extLst>
          </p:cNvPr>
          <p:cNvGrpSpPr/>
          <p:nvPr/>
        </p:nvGrpSpPr>
        <p:grpSpPr>
          <a:xfrm>
            <a:off x="215394" y="203662"/>
            <a:ext cx="2422458" cy="718359"/>
            <a:chOff x="3947639" y="2844225"/>
            <a:chExt cx="2422458" cy="718359"/>
          </a:xfrm>
        </p:grpSpPr>
        <p:sp>
          <p:nvSpPr>
            <p:cNvPr id="4" name="Freeform 62">
              <a:extLst>
                <a:ext uri="{FF2B5EF4-FFF2-40B4-BE49-F238E27FC236}">
                  <a16:creationId xmlns:a16="http://schemas.microsoft.com/office/drawing/2014/main" id="{B8BBF06F-FE55-00C9-5EED-5280930C1ED4}"/>
                </a:ext>
              </a:extLst>
            </p:cNvPr>
            <p:cNvSpPr>
              <a:spLocks noEditPoints="1"/>
            </p:cNvSpPr>
            <p:nvPr/>
          </p:nvSpPr>
          <p:spPr bwMode="invGray">
            <a:xfrm>
              <a:off x="3947639" y="3382574"/>
              <a:ext cx="2046675" cy="180010"/>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sz="1800">
                <a:ln>
                  <a:noFill/>
                </a:ln>
              </a:endParaRPr>
            </a:p>
          </p:txBody>
        </p:sp>
        <p:sp>
          <p:nvSpPr>
            <p:cNvPr id="6" name="TextBox 5">
              <a:extLst>
                <a:ext uri="{FF2B5EF4-FFF2-40B4-BE49-F238E27FC236}">
                  <a16:creationId xmlns:a16="http://schemas.microsoft.com/office/drawing/2014/main" id="{91EE96EB-8C3C-1DD7-9D2C-E162018DB043}"/>
                </a:ext>
              </a:extLst>
            </p:cNvPr>
            <p:cNvSpPr txBox="1"/>
            <p:nvPr/>
          </p:nvSpPr>
          <p:spPr>
            <a:xfrm>
              <a:off x="3947639" y="2844225"/>
              <a:ext cx="2422458" cy="584775"/>
            </a:xfrm>
            <a:prstGeom prst="rect">
              <a:avLst/>
            </a:prstGeom>
            <a:noFill/>
          </p:spPr>
          <p:txBody>
            <a:bodyPr wrap="none" rtlCol="0">
              <a:spAutoFit/>
            </a:bodyPr>
            <a:lstStyle/>
            <a:p>
              <a:r>
                <a:rPr lang="en-US" sz="3200" b="1" dirty="0">
                  <a:solidFill>
                    <a:srgbClr val="FFFF00"/>
                  </a:solidFill>
                  <a:latin typeface="Cambria" panose="02040503050406030204" pitchFamily="18" charset="0"/>
                  <a:ea typeface="Cambria" panose="02040503050406030204" pitchFamily="18" charset="0"/>
                </a:rPr>
                <a:t>Mass Defect</a:t>
              </a:r>
            </a:p>
          </p:txBody>
        </p:sp>
      </p:grpSp>
    </p:spTree>
    <p:extLst>
      <p:ext uri="{BB962C8B-B14F-4D97-AF65-F5344CB8AC3E}">
        <p14:creationId xmlns:p14="http://schemas.microsoft.com/office/powerpoint/2010/main" val="456060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500"/>
                                        <p:tgtEl>
                                          <p:spTgt spid="12"/>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500"/>
                                        <p:tgtEl>
                                          <p:spTgt spid="13"/>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fade">
                                      <p:cBhvr>
                                        <p:cTn id="42" dur="500"/>
                                        <p:tgtEl>
                                          <p:spTgt spid="9"/>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fade">
                                      <p:cBhvr>
                                        <p:cTn id="47" dur="500"/>
                                        <p:tgtEl>
                                          <p:spTgt spid="14"/>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2"/>
                                        </p:tgtEl>
                                        <p:attrNameLst>
                                          <p:attrName>style.visibility</p:attrName>
                                        </p:attrNameLst>
                                      </p:cBhvr>
                                      <p:to>
                                        <p:strVal val="visible"/>
                                      </p:to>
                                    </p:set>
                                    <p:animEffect transition="in" filter="fade">
                                      <p:cBhvr>
                                        <p:cTn id="52" dur="500"/>
                                        <p:tgtEl>
                                          <p:spTgt spid="2"/>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15"/>
                                        </p:tgtEl>
                                        <p:attrNameLst>
                                          <p:attrName>style.visibility</p:attrName>
                                        </p:attrNameLst>
                                      </p:cBhvr>
                                      <p:to>
                                        <p:strVal val="visible"/>
                                      </p:to>
                                    </p:set>
                                    <p:animEffect transition="in" filter="fade">
                                      <p:cBhvr>
                                        <p:cTn id="57" dur="500"/>
                                        <p:tgtEl>
                                          <p:spTgt spid="15"/>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16"/>
                                        </p:tgtEl>
                                        <p:attrNameLst>
                                          <p:attrName>style.visibility</p:attrName>
                                        </p:attrNameLst>
                                      </p:cBhvr>
                                      <p:to>
                                        <p:strVal val="visible"/>
                                      </p:to>
                                    </p:set>
                                    <p:animEffect transition="in" filter="fade">
                                      <p:cBhvr>
                                        <p:cTn id="6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p:bldP spid="9" grpId="0"/>
      <p:bldP spid="10" grpId="0"/>
      <p:bldP spid="11" grpId="0"/>
      <p:bldP spid="12" grpId="0"/>
      <p:bldP spid="13" grpId="0"/>
      <p:bldP spid="14" grpId="0"/>
      <p:bldP spid="15" grpId="0"/>
      <p:bldP spid="16" grpId="0"/>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D5EBFC05-E47B-557D-0993-0CA03D605FEC}"/>
              </a:ext>
            </a:extLst>
          </p:cNvPr>
          <p:cNvGrpSpPr/>
          <p:nvPr/>
        </p:nvGrpSpPr>
        <p:grpSpPr>
          <a:xfrm>
            <a:off x="4236888" y="2918870"/>
            <a:ext cx="3149004" cy="718359"/>
            <a:chOff x="3947639" y="2844225"/>
            <a:chExt cx="3149004" cy="718359"/>
          </a:xfrm>
        </p:grpSpPr>
        <p:sp>
          <p:nvSpPr>
            <p:cNvPr id="3" name="Freeform 62">
              <a:extLst>
                <a:ext uri="{FF2B5EF4-FFF2-40B4-BE49-F238E27FC236}">
                  <a16:creationId xmlns:a16="http://schemas.microsoft.com/office/drawing/2014/main" id="{724805D3-7E2E-E465-960C-61127F0727B4}"/>
                </a:ext>
              </a:extLst>
            </p:cNvPr>
            <p:cNvSpPr>
              <a:spLocks noEditPoints="1"/>
            </p:cNvSpPr>
            <p:nvPr/>
          </p:nvSpPr>
          <p:spPr bwMode="invGray">
            <a:xfrm>
              <a:off x="3947639" y="3382574"/>
              <a:ext cx="2046675" cy="180010"/>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sz="1800">
                <a:ln>
                  <a:noFill/>
                </a:ln>
              </a:endParaRPr>
            </a:p>
          </p:txBody>
        </p:sp>
        <p:sp>
          <p:nvSpPr>
            <p:cNvPr id="4" name="TextBox 3">
              <a:extLst>
                <a:ext uri="{FF2B5EF4-FFF2-40B4-BE49-F238E27FC236}">
                  <a16:creationId xmlns:a16="http://schemas.microsoft.com/office/drawing/2014/main" id="{DB9C1F6D-ACF0-FDBF-C344-AD8CBCD0C54D}"/>
                </a:ext>
              </a:extLst>
            </p:cNvPr>
            <p:cNvSpPr txBox="1"/>
            <p:nvPr/>
          </p:nvSpPr>
          <p:spPr>
            <a:xfrm>
              <a:off x="3947639" y="2844225"/>
              <a:ext cx="3149004" cy="584775"/>
            </a:xfrm>
            <a:prstGeom prst="rect">
              <a:avLst/>
            </a:prstGeom>
            <a:noFill/>
          </p:spPr>
          <p:txBody>
            <a:bodyPr wrap="none" rtlCol="0">
              <a:spAutoFit/>
            </a:bodyPr>
            <a:lstStyle/>
            <a:p>
              <a:r>
                <a:rPr lang="en-US" sz="3200" b="1" dirty="0">
                  <a:solidFill>
                    <a:srgbClr val="FFFF00"/>
                  </a:solidFill>
                  <a:latin typeface="Cambria" panose="02040503050406030204" pitchFamily="18" charset="0"/>
                  <a:ea typeface="Cambria" panose="02040503050406030204" pitchFamily="18" charset="0"/>
                </a:rPr>
                <a:t>Binding energy </a:t>
              </a:r>
            </a:p>
          </p:txBody>
        </p:sp>
      </p:grpSp>
    </p:spTree>
    <p:extLst>
      <p:ext uri="{BB962C8B-B14F-4D97-AF65-F5344CB8AC3E}">
        <p14:creationId xmlns:p14="http://schemas.microsoft.com/office/powerpoint/2010/main" val="6666009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E58782-DFEC-B6AD-AD79-152478E538DC}"/>
            </a:ext>
          </a:extLst>
        </p:cNvPr>
        <p:cNvGrpSpPr/>
        <p:nvPr/>
      </p:nvGrpSpPr>
      <p:grpSpPr>
        <a:xfrm>
          <a:off x="0" y="0"/>
          <a:ext cx="0" cy="0"/>
          <a:chOff x="0" y="0"/>
          <a:chExt cx="0" cy="0"/>
        </a:xfrm>
      </p:grpSpPr>
      <p:sp>
        <p:nvSpPr>
          <p:cNvPr id="18" name="TextBox 17">
            <a:extLst>
              <a:ext uri="{FF2B5EF4-FFF2-40B4-BE49-F238E27FC236}">
                <a16:creationId xmlns:a16="http://schemas.microsoft.com/office/drawing/2014/main" id="{FA7080DD-12A1-B5DE-F3F0-6E894B543E1E}"/>
              </a:ext>
            </a:extLst>
          </p:cNvPr>
          <p:cNvSpPr txBox="1"/>
          <p:nvPr/>
        </p:nvSpPr>
        <p:spPr>
          <a:xfrm>
            <a:off x="215394" y="1075426"/>
            <a:ext cx="5635840" cy="1384995"/>
          </a:xfrm>
          <a:prstGeom prst="rect">
            <a:avLst/>
          </a:prstGeom>
          <a:noFill/>
        </p:spPr>
        <p:txBody>
          <a:bodyPr wrap="square" rtlCol="0">
            <a:spAutoFit/>
          </a:bodyPr>
          <a:lstStyle/>
          <a:p>
            <a:pPr algn="just"/>
            <a:r>
              <a:rPr lang="en-IN" sz="2800" dirty="0">
                <a:solidFill>
                  <a:schemeClr val="bg1"/>
                </a:solidFill>
              </a:rPr>
              <a:t>Mass defect is lost mass or say energy which is used to bind the protons and neutrons inside nucleus . </a:t>
            </a:r>
          </a:p>
        </p:txBody>
      </p:sp>
      <p:sp>
        <p:nvSpPr>
          <p:cNvPr id="19" name="TextBox 18">
            <a:extLst>
              <a:ext uri="{FF2B5EF4-FFF2-40B4-BE49-F238E27FC236}">
                <a16:creationId xmlns:a16="http://schemas.microsoft.com/office/drawing/2014/main" id="{CB7F25A3-A5AC-7087-8CF2-44B3780F7440}"/>
              </a:ext>
            </a:extLst>
          </p:cNvPr>
          <p:cNvSpPr txBox="1"/>
          <p:nvPr/>
        </p:nvSpPr>
        <p:spPr>
          <a:xfrm>
            <a:off x="273249" y="2891308"/>
            <a:ext cx="5577985" cy="1384995"/>
          </a:xfrm>
          <a:prstGeom prst="rect">
            <a:avLst/>
          </a:prstGeom>
          <a:noFill/>
        </p:spPr>
        <p:txBody>
          <a:bodyPr wrap="square" rtlCol="0">
            <a:spAutoFit/>
          </a:bodyPr>
          <a:lstStyle/>
          <a:p>
            <a:pPr algn="just"/>
            <a:r>
              <a:rPr lang="en-IN" sz="2800" dirty="0">
                <a:solidFill>
                  <a:schemeClr val="bg1"/>
                </a:solidFill>
              </a:rPr>
              <a:t>Or say this is the amount of energy required to break this element into separate protons and neutron.</a:t>
            </a:r>
          </a:p>
        </p:txBody>
      </p:sp>
      <p:sp>
        <p:nvSpPr>
          <p:cNvPr id="20" name="TextBox 19">
            <a:extLst>
              <a:ext uri="{FF2B5EF4-FFF2-40B4-BE49-F238E27FC236}">
                <a16:creationId xmlns:a16="http://schemas.microsoft.com/office/drawing/2014/main" id="{D7890916-2D40-6E33-884E-0A9C30F5C200}"/>
              </a:ext>
            </a:extLst>
          </p:cNvPr>
          <p:cNvSpPr txBox="1"/>
          <p:nvPr/>
        </p:nvSpPr>
        <p:spPr>
          <a:xfrm>
            <a:off x="273249" y="4322504"/>
            <a:ext cx="4599745" cy="523220"/>
          </a:xfrm>
          <a:prstGeom prst="rect">
            <a:avLst/>
          </a:prstGeom>
          <a:noFill/>
        </p:spPr>
        <p:txBody>
          <a:bodyPr wrap="square" rtlCol="0">
            <a:spAutoFit/>
          </a:bodyPr>
          <a:lstStyle/>
          <a:p>
            <a:pPr algn="l"/>
            <a:r>
              <a:rPr lang="en-IN" sz="2800" dirty="0">
                <a:solidFill>
                  <a:schemeClr val="bg1"/>
                </a:solidFill>
              </a:rPr>
              <a:t>And this energy is Called </a:t>
            </a:r>
          </a:p>
        </p:txBody>
      </p:sp>
      <p:sp>
        <p:nvSpPr>
          <p:cNvPr id="22" name="Rectangle 21">
            <a:extLst>
              <a:ext uri="{FF2B5EF4-FFF2-40B4-BE49-F238E27FC236}">
                <a16:creationId xmlns:a16="http://schemas.microsoft.com/office/drawing/2014/main" id="{A9712C21-80DA-A619-07EC-A241BF9088DE}"/>
              </a:ext>
            </a:extLst>
          </p:cNvPr>
          <p:cNvSpPr/>
          <p:nvPr/>
        </p:nvSpPr>
        <p:spPr>
          <a:xfrm>
            <a:off x="2037039" y="2368088"/>
            <a:ext cx="1194493" cy="523220"/>
          </a:xfrm>
          <a:prstGeom prst="rect">
            <a:avLst/>
          </a:prstGeom>
          <a:noFill/>
        </p:spPr>
        <p:txBody>
          <a:bodyPr wrap="none" lIns="91440" tIns="45720" rIns="91440" bIns="45720">
            <a:spAutoFit/>
          </a:bodyPr>
          <a:lstStyle/>
          <a:p>
            <a:pPr algn="ctr"/>
            <a:r>
              <a:rPr lang="en-US" sz="2800" b="1"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rPr>
              <a:t>OR say</a:t>
            </a:r>
          </a:p>
        </p:txBody>
      </p:sp>
      <p:grpSp>
        <p:nvGrpSpPr>
          <p:cNvPr id="3" name="Group 2">
            <a:extLst>
              <a:ext uri="{FF2B5EF4-FFF2-40B4-BE49-F238E27FC236}">
                <a16:creationId xmlns:a16="http://schemas.microsoft.com/office/drawing/2014/main" id="{66BA1982-4786-814B-16AE-EA05377FEF9C}"/>
              </a:ext>
            </a:extLst>
          </p:cNvPr>
          <p:cNvGrpSpPr/>
          <p:nvPr/>
        </p:nvGrpSpPr>
        <p:grpSpPr>
          <a:xfrm>
            <a:off x="215394" y="203662"/>
            <a:ext cx="3149004" cy="718359"/>
            <a:chOff x="3947639" y="2844225"/>
            <a:chExt cx="3149004" cy="718359"/>
          </a:xfrm>
        </p:grpSpPr>
        <p:sp>
          <p:nvSpPr>
            <p:cNvPr id="4" name="Freeform 62">
              <a:extLst>
                <a:ext uri="{FF2B5EF4-FFF2-40B4-BE49-F238E27FC236}">
                  <a16:creationId xmlns:a16="http://schemas.microsoft.com/office/drawing/2014/main" id="{6B435ECC-40EE-70CA-3828-8822D1B6402A}"/>
                </a:ext>
              </a:extLst>
            </p:cNvPr>
            <p:cNvSpPr>
              <a:spLocks noEditPoints="1"/>
            </p:cNvSpPr>
            <p:nvPr/>
          </p:nvSpPr>
          <p:spPr bwMode="invGray">
            <a:xfrm>
              <a:off x="3947639" y="3382574"/>
              <a:ext cx="2046675" cy="180010"/>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sz="1800">
                <a:ln>
                  <a:noFill/>
                </a:ln>
              </a:endParaRPr>
            </a:p>
          </p:txBody>
        </p:sp>
        <p:sp>
          <p:nvSpPr>
            <p:cNvPr id="6" name="TextBox 5">
              <a:extLst>
                <a:ext uri="{FF2B5EF4-FFF2-40B4-BE49-F238E27FC236}">
                  <a16:creationId xmlns:a16="http://schemas.microsoft.com/office/drawing/2014/main" id="{F1F3CC2A-9C5C-21B2-F6C2-7EE539CBD133}"/>
                </a:ext>
              </a:extLst>
            </p:cNvPr>
            <p:cNvSpPr txBox="1"/>
            <p:nvPr/>
          </p:nvSpPr>
          <p:spPr>
            <a:xfrm>
              <a:off x="3947639" y="2844225"/>
              <a:ext cx="3149004" cy="584775"/>
            </a:xfrm>
            <a:prstGeom prst="rect">
              <a:avLst/>
            </a:prstGeom>
            <a:noFill/>
          </p:spPr>
          <p:txBody>
            <a:bodyPr wrap="none" rtlCol="0">
              <a:spAutoFit/>
            </a:bodyPr>
            <a:lstStyle/>
            <a:p>
              <a:r>
                <a:rPr lang="en-US" sz="3200" b="1" dirty="0">
                  <a:solidFill>
                    <a:srgbClr val="FFFF00"/>
                  </a:solidFill>
                  <a:latin typeface="Cambria" panose="02040503050406030204" pitchFamily="18" charset="0"/>
                  <a:ea typeface="Cambria" panose="02040503050406030204" pitchFamily="18" charset="0"/>
                </a:rPr>
                <a:t>Binding energy </a:t>
              </a:r>
            </a:p>
          </p:txBody>
        </p:sp>
      </p:grpSp>
      <p:sp>
        <p:nvSpPr>
          <p:cNvPr id="17" name="Rectangle 16">
            <a:extLst>
              <a:ext uri="{FF2B5EF4-FFF2-40B4-BE49-F238E27FC236}">
                <a16:creationId xmlns:a16="http://schemas.microsoft.com/office/drawing/2014/main" id="{2F1E31C2-9F66-AADB-72D5-B56252FB3A03}"/>
              </a:ext>
            </a:extLst>
          </p:cNvPr>
          <p:cNvSpPr/>
          <p:nvPr/>
        </p:nvSpPr>
        <p:spPr>
          <a:xfrm>
            <a:off x="3905425" y="4322504"/>
            <a:ext cx="2410212" cy="523220"/>
          </a:xfrm>
          <a:prstGeom prst="rect">
            <a:avLst/>
          </a:prstGeom>
          <a:noFill/>
        </p:spPr>
        <p:txBody>
          <a:bodyPr wrap="none" lIns="91440" tIns="45720" rIns="91440" bIns="45720">
            <a:spAutoFit/>
          </a:bodyPr>
          <a:lstStyle/>
          <a:p>
            <a:pPr algn="ctr"/>
            <a:r>
              <a:rPr lang="en-US" sz="2800" b="1"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rPr>
              <a:t>Binding energy</a:t>
            </a:r>
          </a:p>
        </p:txBody>
      </p:sp>
      <p:sp>
        <p:nvSpPr>
          <p:cNvPr id="21" name="Rectangle 20">
            <a:extLst>
              <a:ext uri="{FF2B5EF4-FFF2-40B4-BE49-F238E27FC236}">
                <a16:creationId xmlns:a16="http://schemas.microsoft.com/office/drawing/2014/main" id="{0BD9FE8E-D85F-74A0-34C4-A8A58571D04A}"/>
              </a:ext>
            </a:extLst>
          </p:cNvPr>
          <p:cNvSpPr/>
          <p:nvPr/>
        </p:nvSpPr>
        <p:spPr>
          <a:xfrm>
            <a:off x="7140037" y="1075426"/>
            <a:ext cx="2410212" cy="523220"/>
          </a:xfrm>
          <a:prstGeom prst="rect">
            <a:avLst/>
          </a:prstGeom>
          <a:noFill/>
        </p:spPr>
        <p:txBody>
          <a:bodyPr wrap="none" lIns="91440" tIns="45720" rIns="91440" bIns="45720">
            <a:spAutoFit/>
          </a:bodyPr>
          <a:lstStyle/>
          <a:p>
            <a:pPr algn="ctr"/>
            <a:r>
              <a:rPr lang="en-US" sz="2800" b="1"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rPr>
              <a:t>Binding energy</a:t>
            </a:r>
          </a:p>
        </p:txBody>
      </p:sp>
      <mc:AlternateContent xmlns:mc="http://schemas.openxmlformats.org/markup-compatibility/2006" xmlns:a14="http://schemas.microsoft.com/office/drawing/2010/main">
        <mc:Choice Requires="a14">
          <p:sp>
            <p:nvSpPr>
              <p:cNvPr id="27" name="Rectangle 26">
                <a:extLst>
                  <a:ext uri="{FF2B5EF4-FFF2-40B4-BE49-F238E27FC236}">
                    <a16:creationId xmlns:a16="http://schemas.microsoft.com/office/drawing/2014/main" id="{EFEEC06B-9AA9-127C-D065-51AC07D1956E}"/>
                  </a:ext>
                </a:extLst>
              </p:cNvPr>
              <p:cNvSpPr/>
              <p:nvPr/>
            </p:nvSpPr>
            <p:spPr>
              <a:xfrm>
                <a:off x="9632425" y="1136981"/>
                <a:ext cx="1518301"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IN" sz="2800" i="0">
                          <a:solidFill>
                            <a:schemeClr val="bg1"/>
                          </a:solidFill>
                          <a:latin typeface="Cambria Math" panose="02040503050406030204" pitchFamily="18" charset="0"/>
                        </a:rPr>
                        <m:t>=</m:t>
                      </m:r>
                      <m:r>
                        <a:rPr lang="en-IN" sz="2800" i="1">
                          <a:solidFill>
                            <a:schemeClr val="bg1"/>
                          </a:solidFill>
                          <a:latin typeface="Cambria Math" panose="02040503050406030204" pitchFamily="18" charset="0"/>
                        </a:rPr>
                        <m:t>𝛥</m:t>
                      </m:r>
                      <m:r>
                        <a:rPr lang="en-IN" sz="2800" i="1">
                          <a:solidFill>
                            <a:schemeClr val="bg1"/>
                          </a:solidFill>
                          <a:latin typeface="Cambria Math" panose="02040503050406030204" pitchFamily="18" charset="0"/>
                        </a:rPr>
                        <m:t>𝑀</m:t>
                      </m:r>
                      <m:sSup>
                        <m:sSupPr>
                          <m:ctrlPr>
                            <a:rPr lang="en-IN" sz="2800" i="1">
                              <a:solidFill>
                                <a:schemeClr val="bg1"/>
                              </a:solidFill>
                              <a:latin typeface="Cambria Math" panose="02040503050406030204" pitchFamily="18" charset="0"/>
                            </a:rPr>
                          </m:ctrlPr>
                        </m:sSupPr>
                        <m:e>
                          <m:r>
                            <a:rPr lang="en-IN" sz="2800" i="1">
                              <a:solidFill>
                                <a:schemeClr val="bg1"/>
                              </a:solidFill>
                              <a:latin typeface="Cambria Math" panose="02040503050406030204" pitchFamily="18" charset="0"/>
                            </a:rPr>
                            <m:t>𝑐</m:t>
                          </m:r>
                        </m:e>
                        <m:sup>
                          <m:r>
                            <a:rPr lang="en-IN" sz="2800" i="0">
                              <a:solidFill>
                                <a:schemeClr val="bg1"/>
                              </a:solidFill>
                              <a:latin typeface="Cambria Math" panose="02040503050406030204" pitchFamily="18" charset="0"/>
                            </a:rPr>
                            <m:t>2</m:t>
                          </m:r>
                        </m:sup>
                      </m:sSup>
                    </m:oMath>
                  </m:oMathPara>
                </a14:m>
                <a:endParaRPr lang="en-IN" sz="2800" dirty="0">
                  <a:solidFill>
                    <a:schemeClr val="bg1"/>
                  </a:solidFill>
                </a:endParaRPr>
              </a:p>
            </p:txBody>
          </p:sp>
        </mc:Choice>
        <mc:Fallback xmlns="">
          <p:sp>
            <p:nvSpPr>
              <p:cNvPr id="27" name="Rectangle 26">
                <a:extLst>
                  <a:ext uri="{FF2B5EF4-FFF2-40B4-BE49-F238E27FC236}">
                    <a16:creationId xmlns:a16="http://schemas.microsoft.com/office/drawing/2014/main" id="{EFEEC06B-9AA9-127C-D065-51AC07D1956E}"/>
                  </a:ext>
                </a:extLst>
              </p:cNvPr>
              <p:cNvSpPr>
                <a:spLocks noRot="1" noChangeAspect="1" noMove="1" noResize="1" noEditPoints="1" noAdjustHandles="1" noChangeArrowheads="1" noChangeShapeType="1" noTextEdit="1"/>
              </p:cNvSpPr>
              <p:nvPr/>
            </p:nvSpPr>
            <p:spPr>
              <a:xfrm>
                <a:off x="9632425" y="1136981"/>
                <a:ext cx="1518301" cy="523220"/>
              </a:xfrm>
              <a:prstGeom prst="rect">
                <a:avLst/>
              </a:prstGeom>
              <a:blipFill>
                <a:blip r:embed="rId2"/>
                <a:stretch>
                  <a:fillRect/>
                </a:stretch>
              </a:blipFill>
            </p:spPr>
            <p:txBody>
              <a:bodyPr/>
              <a:lstStyle/>
              <a:p>
                <a:r>
                  <a:rPr lang="en-US">
                    <a:noFill/>
                  </a:rPr>
                  <a:t> </a:t>
                </a:r>
              </a:p>
            </p:txBody>
          </p:sp>
        </mc:Fallback>
      </mc:AlternateContent>
      <p:sp>
        <p:nvSpPr>
          <p:cNvPr id="28" name="Rectangle 27">
            <a:extLst>
              <a:ext uri="{FF2B5EF4-FFF2-40B4-BE49-F238E27FC236}">
                <a16:creationId xmlns:a16="http://schemas.microsoft.com/office/drawing/2014/main" id="{71B872B3-180B-C7BF-B6F8-F450D3C6B638}"/>
              </a:ext>
            </a:extLst>
          </p:cNvPr>
          <p:cNvSpPr/>
          <p:nvPr/>
        </p:nvSpPr>
        <p:spPr>
          <a:xfrm>
            <a:off x="7119552" y="1763301"/>
            <a:ext cx="2514676" cy="954107"/>
          </a:xfrm>
          <a:prstGeom prst="rect">
            <a:avLst/>
          </a:prstGeom>
          <a:noFill/>
        </p:spPr>
        <p:txBody>
          <a:bodyPr wrap="square" lIns="91440" tIns="45720" rIns="91440" bIns="45720">
            <a:spAutoFit/>
          </a:bodyPr>
          <a:lstStyle/>
          <a:p>
            <a:pPr algn="ctr"/>
            <a:r>
              <a:rPr lang="en-US" sz="2800" b="1"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rPr>
              <a:t>Binding energy per nucleon</a:t>
            </a:r>
          </a:p>
        </p:txBody>
      </p:sp>
      <mc:AlternateContent xmlns:mc="http://schemas.openxmlformats.org/markup-compatibility/2006" xmlns:a14="http://schemas.microsoft.com/office/drawing/2010/main">
        <mc:Choice Requires="a14">
          <p:sp>
            <p:nvSpPr>
              <p:cNvPr id="29" name="Rectangle 28">
                <a:extLst>
                  <a:ext uri="{FF2B5EF4-FFF2-40B4-BE49-F238E27FC236}">
                    <a16:creationId xmlns:a16="http://schemas.microsoft.com/office/drawing/2014/main" id="{3B712F31-64D6-D9CC-A0AB-33AC2FC7B55E}"/>
                  </a:ext>
                </a:extLst>
              </p:cNvPr>
              <p:cNvSpPr/>
              <p:nvPr/>
            </p:nvSpPr>
            <p:spPr>
              <a:xfrm>
                <a:off x="9634228" y="1824856"/>
                <a:ext cx="1518301" cy="95410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IN" sz="2800" i="0" smtClean="0">
                          <a:solidFill>
                            <a:schemeClr val="bg1"/>
                          </a:solidFill>
                          <a:latin typeface="Cambria Math" panose="02040503050406030204" pitchFamily="18" charset="0"/>
                        </a:rPr>
                        <m:t>=</m:t>
                      </m:r>
                      <m:f>
                        <m:fPr>
                          <m:ctrlPr>
                            <a:rPr lang="en-IN" sz="2800" b="0" i="1" smtClean="0">
                              <a:solidFill>
                                <a:schemeClr val="bg1"/>
                              </a:solidFill>
                              <a:latin typeface="Cambria Math" panose="02040503050406030204" pitchFamily="18" charset="0"/>
                            </a:rPr>
                          </m:ctrlPr>
                        </m:fPr>
                        <m:num>
                          <m:r>
                            <a:rPr lang="en-IN" sz="2800" i="1">
                              <a:solidFill>
                                <a:schemeClr val="bg1"/>
                              </a:solidFill>
                              <a:latin typeface="Cambria Math" panose="02040503050406030204" pitchFamily="18" charset="0"/>
                            </a:rPr>
                            <m:t>𝛥</m:t>
                          </m:r>
                          <m:r>
                            <a:rPr lang="en-IN" sz="2800" i="1">
                              <a:solidFill>
                                <a:schemeClr val="bg1"/>
                              </a:solidFill>
                              <a:latin typeface="Cambria Math" panose="02040503050406030204" pitchFamily="18" charset="0"/>
                            </a:rPr>
                            <m:t>𝑀</m:t>
                          </m:r>
                          <m:sSup>
                            <m:sSupPr>
                              <m:ctrlPr>
                                <a:rPr lang="en-IN" sz="2800" i="1">
                                  <a:solidFill>
                                    <a:schemeClr val="bg1"/>
                                  </a:solidFill>
                                  <a:latin typeface="Cambria Math" panose="02040503050406030204" pitchFamily="18" charset="0"/>
                                </a:rPr>
                              </m:ctrlPr>
                            </m:sSupPr>
                            <m:e>
                              <m:r>
                                <a:rPr lang="en-IN" sz="2800" i="1">
                                  <a:solidFill>
                                    <a:schemeClr val="bg1"/>
                                  </a:solidFill>
                                  <a:latin typeface="Cambria Math" panose="02040503050406030204" pitchFamily="18" charset="0"/>
                                </a:rPr>
                                <m:t>𝑐</m:t>
                              </m:r>
                            </m:e>
                            <m:sup>
                              <m:r>
                                <a:rPr lang="en-IN" sz="2800" i="0">
                                  <a:solidFill>
                                    <a:schemeClr val="bg1"/>
                                  </a:solidFill>
                                  <a:latin typeface="Cambria Math" panose="02040503050406030204" pitchFamily="18" charset="0"/>
                                </a:rPr>
                                <m:t>2</m:t>
                              </m:r>
                            </m:sup>
                          </m:sSup>
                        </m:num>
                        <m:den>
                          <m:r>
                            <a:rPr lang="en-IN" sz="2800" b="0" i="1" smtClean="0">
                              <a:solidFill>
                                <a:schemeClr val="bg1"/>
                              </a:solidFill>
                              <a:latin typeface="Cambria Math" panose="02040503050406030204" pitchFamily="18" charset="0"/>
                            </a:rPr>
                            <m:t>𝐴</m:t>
                          </m:r>
                        </m:den>
                      </m:f>
                    </m:oMath>
                  </m:oMathPara>
                </a14:m>
                <a:endParaRPr lang="en-IN" sz="2800" dirty="0">
                  <a:solidFill>
                    <a:schemeClr val="bg1"/>
                  </a:solidFill>
                </a:endParaRPr>
              </a:p>
            </p:txBody>
          </p:sp>
        </mc:Choice>
        <mc:Fallback xmlns="">
          <p:sp>
            <p:nvSpPr>
              <p:cNvPr id="29" name="Rectangle 28">
                <a:extLst>
                  <a:ext uri="{FF2B5EF4-FFF2-40B4-BE49-F238E27FC236}">
                    <a16:creationId xmlns:a16="http://schemas.microsoft.com/office/drawing/2014/main" id="{3B712F31-64D6-D9CC-A0AB-33AC2FC7B55E}"/>
                  </a:ext>
                </a:extLst>
              </p:cNvPr>
              <p:cNvSpPr>
                <a:spLocks noRot="1" noChangeAspect="1" noMove="1" noResize="1" noEditPoints="1" noAdjustHandles="1" noChangeArrowheads="1" noChangeShapeType="1" noTextEdit="1"/>
              </p:cNvSpPr>
              <p:nvPr/>
            </p:nvSpPr>
            <p:spPr>
              <a:xfrm>
                <a:off x="9634228" y="1824856"/>
                <a:ext cx="1518301" cy="954107"/>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5694550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500"/>
                                        <p:tgtEl>
                                          <p:spTgt spid="2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5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500"/>
                                        <p:tgtEl>
                                          <p:spTgt spid="2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500"/>
                                        <p:tgtEl>
                                          <p:spTgt spid="1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fade">
                                      <p:cBhvr>
                                        <p:cTn id="32" dur="500"/>
                                        <p:tgtEl>
                                          <p:spTgt spid="21"/>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500"/>
                                        <p:tgtEl>
                                          <p:spTgt spid="27"/>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28"/>
                                        </p:tgtEl>
                                        <p:attrNameLst>
                                          <p:attrName>style.visibility</p:attrName>
                                        </p:attrNameLst>
                                      </p:cBhvr>
                                      <p:to>
                                        <p:strVal val="visible"/>
                                      </p:to>
                                    </p:set>
                                    <p:animEffect transition="in" filter="fade">
                                      <p:cBhvr>
                                        <p:cTn id="42" dur="500"/>
                                        <p:tgtEl>
                                          <p:spTgt spid="28"/>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29"/>
                                        </p:tgtEl>
                                        <p:attrNameLst>
                                          <p:attrName>style.visibility</p:attrName>
                                        </p:attrNameLst>
                                      </p:cBhvr>
                                      <p:to>
                                        <p:strVal val="visible"/>
                                      </p:to>
                                    </p:set>
                                    <p:animEffect transition="in" filter="fade">
                                      <p:cBhvr>
                                        <p:cTn id="47"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P spid="20" grpId="0"/>
      <p:bldP spid="22" grpId="0"/>
      <p:bldP spid="17" grpId="0"/>
      <p:bldP spid="21" grpId="0"/>
      <p:bldP spid="27" grpId="0"/>
      <p:bldP spid="28" grpId="0"/>
      <p:bldP spid="2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8A6778E-878F-F25B-D7B1-782A7F4D6400}"/>
              </a:ext>
            </a:extLst>
          </p:cNvPr>
          <p:cNvSpPr/>
          <p:nvPr/>
        </p:nvSpPr>
        <p:spPr>
          <a:xfrm>
            <a:off x="267075" y="282009"/>
            <a:ext cx="1541576" cy="523220"/>
          </a:xfrm>
          <a:prstGeom prst="rect">
            <a:avLst/>
          </a:prstGeom>
          <a:noFill/>
        </p:spPr>
        <p:txBody>
          <a:bodyPr wrap="none" lIns="91440" tIns="45720" rIns="91440" bIns="45720">
            <a:spAutoFit/>
          </a:bodyPr>
          <a:lstStyle/>
          <a:p>
            <a:pPr algn="ctr"/>
            <a:r>
              <a:rPr lang="en-US" sz="2800" b="1"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rPr>
              <a:t>Question</a:t>
            </a:r>
          </a:p>
        </p:txBody>
      </p:sp>
      <p:sp>
        <p:nvSpPr>
          <p:cNvPr id="5" name="TextBox 4">
            <a:extLst>
              <a:ext uri="{FF2B5EF4-FFF2-40B4-BE49-F238E27FC236}">
                <a16:creationId xmlns:a16="http://schemas.microsoft.com/office/drawing/2014/main" id="{7BF6E391-E106-BD05-1832-824D3A5D211E}"/>
              </a:ext>
            </a:extLst>
          </p:cNvPr>
          <p:cNvSpPr txBox="1"/>
          <p:nvPr/>
        </p:nvSpPr>
        <p:spPr>
          <a:xfrm>
            <a:off x="1898249" y="282009"/>
            <a:ext cx="7940232" cy="523220"/>
          </a:xfrm>
          <a:prstGeom prst="rect">
            <a:avLst/>
          </a:prstGeom>
          <a:noFill/>
        </p:spPr>
        <p:txBody>
          <a:bodyPr wrap="square" rtlCol="0">
            <a:spAutoFit/>
          </a:bodyPr>
          <a:lstStyle/>
          <a:p>
            <a:pPr algn="just"/>
            <a:r>
              <a:rPr lang="en-IN" sz="2800" dirty="0">
                <a:solidFill>
                  <a:srgbClr val="FFFF00"/>
                </a:solidFill>
              </a:rPr>
              <a:t>Which of the following reaction is possible in nature</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4F886D5A-5D81-EC4D-FC44-407A909C5524}"/>
                  </a:ext>
                </a:extLst>
              </p:cNvPr>
              <p:cNvSpPr txBox="1"/>
              <p:nvPr/>
            </p:nvSpPr>
            <p:spPr>
              <a:xfrm>
                <a:off x="2260058" y="650491"/>
                <a:ext cx="3679732" cy="53258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Pre>
                        <m:sPrePr>
                          <m:ctrlPr>
                            <a:rPr lang="en-US" sz="2800" i="1" smtClean="0">
                              <a:solidFill>
                                <a:schemeClr val="bg1"/>
                              </a:solidFill>
                              <a:latin typeface="Cambria Math" panose="02040503050406030204" pitchFamily="18" charset="0"/>
                            </a:rPr>
                          </m:ctrlPr>
                        </m:sPrePr>
                        <m:sub>
                          <m:r>
                            <a:rPr lang="en-US" sz="2800" b="0" i="1" smtClean="0">
                              <a:solidFill>
                                <a:schemeClr val="bg1"/>
                              </a:solidFill>
                              <a:latin typeface="Cambria Math" panose="02040503050406030204" pitchFamily="18" charset="0"/>
                            </a:rPr>
                            <m:t>0</m:t>
                          </m:r>
                        </m:sub>
                        <m:sup>
                          <m:r>
                            <a:rPr lang="en-US" sz="2800" b="0" i="1" smtClean="0">
                              <a:solidFill>
                                <a:schemeClr val="bg1"/>
                              </a:solidFill>
                              <a:latin typeface="Cambria Math" panose="02040503050406030204" pitchFamily="18" charset="0"/>
                            </a:rPr>
                            <m:t>1</m:t>
                          </m:r>
                        </m:sup>
                        <m:e>
                          <m:r>
                            <a:rPr lang="en-US" sz="2800" b="0" i="1" smtClean="0">
                              <a:solidFill>
                                <a:schemeClr val="bg1"/>
                              </a:solidFill>
                              <a:latin typeface="Cambria Math" panose="02040503050406030204" pitchFamily="18" charset="0"/>
                            </a:rPr>
                            <m:t>𝑛</m:t>
                          </m:r>
                        </m:e>
                      </m:sPre>
                      <m:r>
                        <a:rPr lang="en-IN" sz="2800" b="0" i="1" smtClean="0">
                          <a:solidFill>
                            <a:schemeClr val="bg1"/>
                          </a:solidFill>
                          <a:latin typeface="Cambria Math" panose="02040503050406030204" pitchFamily="18" charset="0"/>
                        </a:rPr>
                        <m:t>→</m:t>
                      </m:r>
                      <m:sPre>
                        <m:sPrePr>
                          <m:ctrlPr>
                            <a:rPr lang="en-US" sz="2800" i="1">
                              <a:solidFill>
                                <a:schemeClr val="bg1"/>
                              </a:solidFill>
                              <a:latin typeface="Cambria Math" panose="02040503050406030204" pitchFamily="18" charset="0"/>
                            </a:rPr>
                          </m:ctrlPr>
                        </m:sPrePr>
                        <m:sub>
                          <m:r>
                            <a:rPr lang="en-US" sz="2800" i="1">
                              <a:solidFill>
                                <a:schemeClr val="bg1"/>
                              </a:solidFill>
                              <a:latin typeface="Cambria Math" panose="02040503050406030204" pitchFamily="18" charset="0"/>
                            </a:rPr>
                            <m:t>1</m:t>
                          </m:r>
                        </m:sub>
                        <m:sup>
                          <m:r>
                            <a:rPr lang="en-US" sz="2800" b="0" i="1" smtClean="0">
                              <a:solidFill>
                                <a:schemeClr val="bg1"/>
                              </a:solidFill>
                              <a:latin typeface="Cambria Math" panose="02040503050406030204" pitchFamily="18" charset="0"/>
                            </a:rPr>
                            <m:t>1</m:t>
                          </m:r>
                        </m:sup>
                        <m:e>
                          <m:r>
                            <a:rPr lang="en-US" sz="2800" b="0" i="1" smtClean="0">
                              <a:solidFill>
                                <a:schemeClr val="bg1"/>
                              </a:solidFill>
                              <a:latin typeface="Cambria Math" panose="02040503050406030204" pitchFamily="18" charset="0"/>
                            </a:rPr>
                            <m:t>𝑝</m:t>
                          </m:r>
                        </m:e>
                      </m:sPre>
                      <m:r>
                        <a:rPr lang="en-US" sz="2800" b="0" i="1" smtClean="0">
                          <a:solidFill>
                            <a:schemeClr val="bg1"/>
                          </a:solidFill>
                          <a:latin typeface="Cambria Math" panose="02040503050406030204" pitchFamily="18" charset="0"/>
                        </a:rPr>
                        <m:t>+</m:t>
                      </m:r>
                      <m:sPre>
                        <m:sPrePr>
                          <m:ctrlPr>
                            <a:rPr lang="en-US" sz="2800" b="0" i="1" smtClean="0">
                              <a:solidFill>
                                <a:schemeClr val="bg1"/>
                              </a:solidFill>
                              <a:latin typeface="Cambria Math" panose="02040503050406030204" pitchFamily="18" charset="0"/>
                            </a:rPr>
                          </m:ctrlPr>
                        </m:sPrePr>
                        <m:sub>
                          <m:r>
                            <a:rPr lang="en-US" sz="2800" b="0" i="1" smtClean="0">
                              <a:solidFill>
                                <a:schemeClr val="bg1"/>
                              </a:solidFill>
                              <a:latin typeface="Cambria Math" panose="02040503050406030204" pitchFamily="18" charset="0"/>
                            </a:rPr>
                            <m:t>−1</m:t>
                          </m:r>
                        </m:sub>
                        <m:sup>
                          <m:r>
                            <a:rPr lang="en-US" sz="2800" b="0" i="1" smtClean="0">
                              <a:solidFill>
                                <a:schemeClr val="bg1"/>
                              </a:solidFill>
                              <a:latin typeface="Cambria Math" panose="02040503050406030204" pitchFamily="18" charset="0"/>
                            </a:rPr>
                            <m:t>0</m:t>
                          </m:r>
                        </m:sup>
                        <m:e>
                          <m:r>
                            <a:rPr lang="en-US" sz="2800" b="0" i="1" smtClean="0">
                              <a:solidFill>
                                <a:schemeClr val="bg1"/>
                              </a:solidFill>
                              <a:latin typeface="Cambria Math" panose="02040503050406030204" pitchFamily="18" charset="0"/>
                            </a:rPr>
                            <m:t>𝑒</m:t>
                          </m:r>
                        </m:e>
                      </m:sPre>
                    </m:oMath>
                  </m:oMathPara>
                </a14:m>
                <a:endParaRPr lang="en-IN" sz="2800" dirty="0">
                  <a:solidFill>
                    <a:schemeClr val="bg1"/>
                  </a:solidFill>
                </a:endParaRPr>
              </a:p>
            </p:txBody>
          </p:sp>
        </mc:Choice>
        <mc:Fallback xmlns="">
          <p:sp>
            <p:nvSpPr>
              <p:cNvPr id="6" name="TextBox 5">
                <a:extLst>
                  <a:ext uri="{FF2B5EF4-FFF2-40B4-BE49-F238E27FC236}">
                    <a16:creationId xmlns:a16="http://schemas.microsoft.com/office/drawing/2014/main" id="{4F886D5A-5D81-EC4D-FC44-407A909C5524}"/>
                  </a:ext>
                </a:extLst>
              </p:cNvPr>
              <p:cNvSpPr txBox="1">
                <a:spLocks noRot="1" noChangeAspect="1" noMove="1" noResize="1" noEditPoints="1" noAdjustHandles="1" noChangeArrowheads="1" noChangeShapeType="1" noTextEdit="1"/>
              </p:cNvSpPr>
              <p:nvPr/>
            </p:nvSpPr>
            <p:spPr>
              <a:xfrm>
                <a:off x="2260058" y="650491"/>
                <a:ext cx="3679732" cy="532582"/>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5C5DC8A7-9F27-F1CE-A83D-EBADD34D7C56}"/>
                  </a:ext>
                </a:extLst>
              </p:cNvPr>
              <p:cNvSpPr txBox="1"/>
              <p:nvPr/>
            </p:nvSpPr>
            <p:spPr>
              <a:xfrm>
                <a:off x="2538754" y="1280870"/>
                <a:ext cx="2970727" cy="53258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Pre>
                        <m:sPrePr>
                          <m:ctrlPr>
                            <a:rPr lang="en-US" sz="2800" i="1" smtClean="0">
                              <a:solidFill>
                                <a:schemeClr val="bg1"/>
                              </a:solidFill>
                              <a:latin typeface="Cambria Math" panose="02040503050406030204" pitchFamily="18" charset="0"/>
                            </a:rPr>
                          </m:ctrlPr>
                        </m:sPrePr>
                        <m:sub>
                          <m:r>
                            <a:rPr lang="en-US" sz="2800" b="0" i="1" smtClean="0">
                              <a:solidFill>
                                <a:schemeClr val="bg1"/>
                              </a:solidFill>
                              <a:latin typeface="Cambria Math" panose="02040503050406030204" pitchFamily="18" charset="0"/>
                            </a:rPr>
                            <m:t>1</m:t>
                          </m:r>
                        </m:sub>
                        <m:sup>
                          <m:r>
                            <a:rPr lang="en-US" sz="2800" i="1">
                              <a:solidFill>
                                <a:schemeClr val="bg1"/>
                              </a:solidFill>
                              <a:latin typeface="Cambria Math" panose="02040503050406030204" pitchFamily="18" charset="0"/>
                            </a:rPr>
                            <m:t>1</m:t>
                          </m:r>
                        </m:sup>
                        <m:e>
                          <m:r>
                            <a:rPr lang="en-US" sz="2800" b="0" i="1" smtClean="0">
                              <a:solidFill>
                                <a:schemeClr val="bg1"/>
                              </a:solidFill>
                              <a:latin typeface="Cambria Math" panose="02040503050406030204" pitchFamily="18" charset="0"/>
                            </a:rPr>
                            <m:t>𝑝</m:t>
                          </m:r>
                        </m:e>
                      </m:sPre>
                      <m:r>
                        <a:rPr lang="en-IN" sz="2800" i="1">
                          <a:solidFill>
                            <a:schemeClr val="bg1"/>
                          </a:solidFill>
                          <a:latin typeface="Cambria Math" panose="02040503050406030204" pitchFamily="18" charset="0"/>
                        </a:rPr>
                        <m:t>→</m:t>
                      </m:r>
                      <m:sPre>
                        <m:sPrePr>
                          <m:ctrlPr>
                            <a:rPr lang="en-US" sz="2800" i="1">
                              <a:solidFill>
                                <a:schemeClr val="bg1"/>
                              </a:solidFill>
                              <a:latin typeface="Cambria Math" panose="02040503050406030204" pitchFamily="18" charset="0"/>
                            </a:rPr>
                          </m:ctrlPr>
                        </m:sPrePr>
                        <m:sub>
                          <m:r>
                            <a:rPr lang="en-US" sz="2800" b="0" i="1" smtClean="0">
                              <a:solidFill>
                                <a:schemeClr val="bg1"/>
                              </a:solidFill>
                              <a:latin typeface="Cambria Math" panose="02040503050406030204" pitchFamily="18" charset="0"/>
                            </a:rPr>
                            <m:t>0</m:t>
                          </m:r>
                        </m:sub>
                        <m:sup>
                          <m:r>
                            <a:rPr lang="en-US" sz="2800" i="1">
                              <a:solidFill>
                                <a:schemeClr val="bg1"/>
                              </a:solidFill>
                              <a:latin typeface="Cambria Math" panose="02040503050406030204" pitchFamily="18" charset="0"/>
                            </a:rPr>
                            <m:t>1</m:t>
                          </m:r>
                        </m:sup>
                        <m:e>
                          <m:r>
                            <a:rPr lang="en-US" sz="2800" b="0" i="1" smtClean="0">
                              <a:solidFill>
                                <a:schemeClr val="bg1"/>
                              </a:solidFill>
                              <a:latin typeface="Cambria Math" panose="02040503050406030204" pitchFamily="18" charset="0"/>
                            </a:rPr>
                            <m:t>𝑛</m:t>
                          </m:r>
                        </m:e>
                      </m:sPre>
                      <m:r>
                        <a:rPr lang="en-US" sz="2800" i="1">
                          <a:solidFill>
                            <a:schemeClr val="bg1"/>
                          </a:solidFill>
                          <a:latin typeface="Cambria Math" panose="02040503050406030204" pitchFamily="18" charset="0"/>
                        </a:rPr>
                        <m:t>+</m:t>
                      </m:r>
                      <m:sPre>
                        <m:sPrePr>
                          <m:ctrlPr>
                            <a:rPr lang="en-US" sz="2800" i="1">
                              <a:solidFill>
                                <a:schemeClr val="bg1"/>
                              </a:solidFill>
                              <a:latin typeface="Cambria Math" panose="02040503050406030204" pitchFamily="18" charset="0"/>
                            </a:rPr>
                          </m:ctrlPr>
                        </m:sPrePr>
                        <m:sub>
                          <m:r>
                            <a:rPr lang="en-US" sz="2800" i="1">
                              <a:solidFill>
                                <a:schemeClr val="bg1"/>
                              </a:solidFill>
                              <a:latin typeface="Cambria Math" panose="02040503050406030204" pitchFamily="18" charset="0"/>
                            </a:rPr>
                            <m:t>1</m:t>
                          </m:r>
                        </m:sub>
                        <m:sup>
                          <m:r>
                            <a:rPr lang="en-US" sz="2800" i="1">
                              <a:solidFill>
                                <a:schemeClr val="bg1"/>
                              </a:solidFill>
                              <a:latin typeface="Cambria Math" panose="02040503050406030204" pitchFamily="18" charset="0"/>
                            </a:rPr>
                            <m:t>0</m:t>
                          </m:r>
                        </m:sup>
                        <m:e>
                          <m:r>
                            <a:rPr lang="en-US" sz="2800" i="1">
                              <a:solidFill>
                                <a:schemeClr val="bg1"/>
                              </a:solidFill>
                              <a:latin typeface="Cambria Math" panose="02040503050406030204" pitchFamily="18" charset="0"/>
                            </a:rPr>
                            <m:t>𝑒</m:t>
                          </m:r>
                        </m:e>
                      </m:sPre>
                    </m:oMath>
                  </m:oMathPara>
                </a14:m>
                <a:endParaRPr lang="en-IN" sz="2800" dirty="0">
                  <a:solidFill>
                    <a:schemeClr val="bg1"/>
                  </a:solidFill>
                </a:endParaRPr>
              </a:p>
            </p:txBody>
          </p:sp>
        </mc:Choice>
        <mc:Fallback xmlns="">
          <p:sp>
            <p:nvSpPr>
              <p:cNvPr id="7" name="TextBox 6">
                <a:extLst>
                  <a:ext uri="{FF2B5EF4-FFF2-40B4-BE49-F238E27FC236}">
                    <a16:creationId xmlns:a16="http://schemas.microsoft.com/office/drawing/2014/main" id="{5C5DC8A7-9F27-F1CE-A83D-EBADD34D7C56}"/>
                  </a:ext>
                </a:extLst>
              </p:cNvPr>
              <p:cNvSpPr txBox="1">
                <a:spLocks noRot="1" noChangeAspect="1" noMove="1" noResize="1" noEditPoints="1" noAdjustHandles="1" noChangeArrowheads="1" noChangeShapeType="1" noTextEdit="1"/>
              </p:cNvSpPr>
              <p:nvPr/>
            </p:nvSpPr>
            <p:spPr>
              <a:xfrm>
                <a:off x="2538754" y="1280870"/>
                <a:ext cx="2970727" cy="532582"/>
              </a:xfrm>
              <a:prstGeom prst="rect">
                <a:avLst/>
              </a:prstGeom>
              <a:blipFill>
                <a:blip r:embed="rId3"/>
                <a:stretch>
                  <a:fillRect/>
                </a:stretch>
              </a:blipFill>
            </p:spPr>
            <p:txBody>
              <a:bodyPr/>
              <a:lstStyle/>
              <a:p>
                <a:r>
                  <a:rPr lang="en-US">
                    <a:noFill/>
                  </a:rPr>
                  <a:t> </a:t>
                </a:r>
              </a:p>
            </p:txBody>
          </p:sp>
        </mc:Fallback>
      </mc:AlternateContent>
      <p:sp>
        <p:nvSpPr>
          <p:cNvPr id="8" name="Rectangle 7">
            <a:extLst>
              <a:ext uri="{FF2B5EF4-FFF2-40B4-BE49-F238E27FC236}">
                <a16:creationId xmlns:a16="http://schemas.microsoft.com/office/drawing/2014/main" id="{6099D02C-091A-3A09-D4A0-AF10D0CC4D94}"/>
              </a:ext>
            </a:extLst>
          </p:cNvPr>
          <p:cNvSpPr/>
          <p:nvPr/>
        </p:nvSpPr>
        <p:spPr>
          <a:xfrm>
            <a:off x="267075" y="1909497"/>
            <a:ext cx="1425390" cy="523220"/>
          </a:xfrm>
          <a:prstGeom prst="rect">
            <a:avLst/>
          </a:prstGeom>
          <a:noFill/>
        </p:spPr>
        <p:txBody>
          <a:bodyPr wrap="none" lIns="91440" tIns="45720" rIns="91440" bIns="45720">
            <a:spAutoFit/>
          </a:bodyPr>
          <a:lstStyle/>
          <a:p>
            <a:pPr algn="ctr"/>
            <a:r>
              <a:rPr lang="en-US" sz="2800" b="1"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rPr>
              <a:t>Solution</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1557E49F-E755-5B45-DA8C-41708277E820}"/>
                  </a:ext>
                </a:extLst>
              </p:cNvPr>
              <p:cNvSpPr txBox="1"/>
              <p:nvPr/>
            </p:nvSpPr>
            <p:spPr>
              <a:xfrm>
                <a:off x="2083443" y="1892890"/>
                <a:ext cx="1940676" cy="55643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2800" b="0" i="1" smtClean="0">
                              <a:solidFill>
                                <a:schemeClr val="bg1"/>
                              </a:solidFill>
                              <a:latin typeface="Cambria Math" panose="02040503050406030204" pitchFamily="18" charset="0"/>
                            </a:rPr>
                          </m:ctrlPr>
                        </m:sSubPr>
                        <m:e>
                          <m:r>
                            <a:rPr lang="en-IN" sz="2800" b="0" i="1" smtClean="0">
                              <a:solidFill>
                                <a:schemeClr val="bg1"/>
                              </a:solidFill>
                              <a:latin typeface="Cambria Math" panose="02040503050406030204" pitchFamily="18" charset="0"/>
                            </a:rPr>
                            <m:t>𝑚</m:t>
                          </m:r>
                        </m:e>
                        <m:sub>
                          <m:r>
                            <a:rPr lang="en-IN" sz="2800" b="0" i="1" smtClean="0">
                              <a:solidFill>
                                <a:schemeClr val="bg1"/>
                              </a:solidFill>
                              <a:latin typeface="Cambria Math" panose="02040503050406030204" pitchFamily="18" charset="0"/>
                            </a:rPr>
                            <m:t>𝑛</m:t>
                          </m:r>
                        </m:sub>
                      </m:sSub>
                      <m:r>
                        <a:rPr lang="en-IN" sz="2800" b="0" i="1" smtClean="0">
                          <a:solidFill>
                            <a:schemeClr val="bg1"/>
                          </a:solidFill>
                          <a:latin typeface="Cambria Math" panose="02040503050406030204" pitchFamily="18" charset="0"/>
                        </a:rPr>
                        <m:t>&gt;</m:t>
                      </m:r>
                      <m:sSub>
                        <m:sSubPr>
                          <m:ctrlPr>
                            <a:rPr lang="en-IN" sz="2800" b="0" i="1" smtClean="0">
                              <a:solidFill>
                                <a:schemeClr val="bg1"/>
                              </a:solidFill>
                              <a:latin typeface="Cambria Math" panose="02040503050406030204" pitchFamily="18" charset="0"/>
                            </a:rPr>
                          </m:ctrlPr>
                        </m:sSubPr>
                        <m:e>
                          <m:r>
                            <a:rPr lang="en-IN" sz="2800" b="0" i="1" smtClean="0">
                              <a:solidFill>
                                <a:schemeClr val="bg1"/>
                              </a:solidFill>
                              <a:latin typeface="Cambria Math" panose="02040503050406030204" pitchFamily="18" charset="0"/>
                            </a:rPr>
                            <m:t>𝑚</m:t>
                          </m:r>
                        </m:e>
                        <m:sub>
                          <m:r>
                            <a:rPr lang="en-IN" sz="2800" b="0" i="1" smtClean="0">
                              <a:solidFill>
                                <a:schemeClr val="bg1"/>
                              </a:solidFill>
                              <a:latin typeface="Cambria Math" panose="02040503050406030204" pitchFamily="18" charset="0"/>
                            </a:rPr>
                            <m:t>𝑝</m:t>
                          </m:r>
                        </m:sub>
                      </m:sSub>
                    </m:oMath>
                  </m:oMathPara>
                </a14:m>
                <a:endParaRPr lang="en-IN" sz="2800" dirty="0">
                  <a:solidFill>
                    <a:schemeClr val="bg1"/>
                  </a:solidFill>
                </a:endParaRPr>
              </a:p>
            </p:txBody>
          </p:sp>
        </mc:Choice>
        <mc:Fallback xmlns="">
          <p:sp>
            <p:nvSpPr>
              <p:cNvPr id="9" name="TextBox 8">
                <a:extLst>
                  <a:ext uri="{FF2B5EF4-FFF2-40B4-BE49-F238E27FC236}">
                    <a16:creationId xmlns:a16="http://schemas.microsoft.com/office/drawing/2014/main" id="{1557E49F-E755-5B45-DA8C-41708277E820}"/>
                  </a:ext>
                </a:extLst>
              </p:cNvPr>
              <p:cNvSpPr txBox="1">
                <a:spLocks noRot="1" noChangeAspect="1" noMove="1" noResize="1" noEditPoints="1" noAdjustHandles="1" noChangeArrowheads="1" noChangeShapeType="1" noTextEdit="1"/>
              </p:cNvSpPr>
              <p:nvPr/>
            </p:nvSpPr>
            <p:spPr>
              <a:xfrm>
                <a:off x="2083443" y="1892890"/>
                <a:ext cx="1940676" cy="556434"/>
              </a:xfrm>
              <a:prstGeom prst="rect">
                <a:avLst/>
              </a:prstGeom>
              <a:blipFill>
                <a:blip r:embed="rId4"/>
                <a:stretch>
                  <a:fillRect/>
                </a:stretch>
              </a:blipFill>
            </p:spPr>
            <p:txBody>
              <a:bodyPr/>
              <a:lstStyle/>
              <a:p>
                <a:r>
                  <a:rPr lang="en-US">
                    <a:noFill/>
                  </a:rPr>
                  <a:t> </a:t>
                </a:r>
              </a:p>
            </p:txBody>
          </p:sp>
        </mc:Fallback>
      </mc:AlternateContent>
      <p:sp>
        <p:nvSpPr>
          <p:cNvPr id="11" name="Rectangle 10">
            <a:extLst>
              <a:ext uri="{FF2B5EF4-FFF2-40B4-BE49-F238E27FC236}">
                <a16:creationId xmlns:a16="http://schemas.microsoft.com/office/drawing/2014/main" id="{FA0635D0-0D7B-CD28-AA14-B75C5C859517}"/>
              </a:ext>
            </a:extLst>
          </p:cNvPr>
          <p:cNvSpPr/>
          <p:nvPr/>
        </p:nvSpPr>
        <p:spPr>
          <a:xfrm>
            <a:off x="247543" y="3511439"/>
            <a:ext cx="1966436" cy="923330"/>
          </a:xfrm>
          <a:prstGeom prst="rect">
            <a:avLst/>
          </a:prstGeom>
          <a:noFill/>
        </p:spPr>
        <p:txBody>
          <a:bodyPr wrap="none" lIns="91440" tIns="45720" rIns="91440" bIns="45720">
            <a:spAutoFit/>
          </a:bodyPr>
          <a:lstStyle/>
          <a:p>
            <a:pPr algn="ctr"/>
            <a:r>
              <a:rPr lang="en-US" sz="5400" b="1"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rPr>
              <a:t>NOTE:</a:t>
            </a:r>
          </a:p>
        </p:txBody>
      </p:sp>
      <p:sp>
        <p:nvSpPr>
          <p:cNvPr id="12" name="TextBox 11">
            <a:extLst>
              <a:ext uri="{FF2B5EF4-FFF2-40B4-BE49-F238E27FC236}">
                <a16:creationId xmlns:a16="http://schemas.microsoft.com/office/drawing/2014/main" id="{A5D7AE16-C362-E37D-EEF1-9B332B73F6E5}"/>
              </a:ext>
            </a:extLst>
          </p:cNvPr>
          <p:cNvSpPr txBox="1"/>
          <p:nvPr/>
        </p:nvSpPr>
        <p:spPr>
          <a:xfrm>
            <a:off x="2213979" y="3698326"/>
            <a:ext cx="5598313" cy="523220"/>
          </a:xfrm>
          <a:prstGeom prst="rect">
            <a:avLst/>
          </a:prstGeom>
          <a:noFill/>
        </p:spPr>
        <p:txBody>
          <a:bodyPr wrap="square" rtlCol="0">
            <a:spAutoFit/>
          </a:bodyPr>
          <a:lstStyle/>
          <a:p>
            <a:pPr algn="l"/>
            <a:r>
              <a:rPr lang="en-IN" sz="2800" dirty="0">
                <a:solidFill>
                  <a:schemeClr val="bg1"/>
                </a:solidFill>
              </a:rPr>
              <a:t>This is why free neutron is not stable</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A9D8D10-E920-2A81-1E90-8ADBCD156F11}"/>
                  </a:ext>
                </a:extLst>
              </p:cNvPr>
              <p:cNvSpPr txBox="1"/>
              <p:nvPr/>
            </p:nvSpPr>
            <p:spPr>
              <a:xfrm>
                <a:off x="2497100" y="2520300"/>
                <a:ext cx="1369647" cy="523220"/>
              </a:xfrm>
              <a:prstGeom prst="rect">
                <a:avLst/>
              </a:prstGeom>
              <a:noFill/>
            </p:spPr>
            <p:txBody>
              <a:bodyPr wrap="square" rtlCol="0">
                <a:spAutoFit/>
              </a:bodyPr>
              <a:lstStyle/>
              <a:p>
                <a:pPr algn="l"/>
                <a14:m>
                  <m:oMathPara xmlns:m="http://schemas.openxmlformats.org/officeDocument/2006/math">
                    <m:oMathParaPr>
                      <m:jc m:val="centerGroup"/>
                    </m:oMathParaPr>
                    <m:oMath xmlns:m="http://schemas.openxmlformats.org/officeDocument/2006/math">
                      <m:r>
                        <a:rPr lang="en-IN" sz="2800" b="0" i="1" smtClean="0">
                          <a:solidFill>
                            <a:schemeClr val="bg1"/>
                          </a:solidFill>
                          <a:latin typeface="Cambria Math" panose="02040503050406030204" pitchFamily="18" charset="0"/>
                        </a:rPr>
                        <m:t>𝑛</m:t>
                      </m:r>
                      <m:r>
                        <a:rPr lang="en-IN" sz="2800" b="0" i="1" smtClean="0">
                          <a:solidFill>
                            <a:schemeClr val="bg1"/>
                          </a:solidFill>
                          <a:latin typeface="Cambria Math" panose="02040503050406030204" pitchFamily="18" charset="0"/>
                        </a:rPr>
                        <m:t>→</m:t>
                      </m:r>
                      <m:r>
                        <a:rPr lang="en-IN" sz="2800" b="0" i="1" smtClean="0">
                          <a:solidFill>
                            <a:schemeClr val="bg1"/>
                          </a:solidFill>
                          <a:latin typeface="Cambria Math" panose="02040503050406030204" pitchFamily="18" charset="0"/>
                        </a:rPr>
                        <m:t>𝑝</m:t>
                      </m:r>
                    </m:oMath>
                  </m:oMathPara>
                </a14:m>
                <a:endParaRPr lang="en-IN" sz="2800" dirty="0">
                  <a:solidFill>
                    <a:schemeClr val="bg1"/>
                  </a:solidFill>
                </a:endParaRPr>
              </a:p>
            </p:txBody>
          </p:sp>
        </mc:Choice>
        <mc:Fallback xmlns="">
          <p:sp>
            <p:nvSpPr>
              <p:cNvPr id="3" name="TextBox 2">
                <a:extLst>
                  <a:ext uri="{FF2B5EF4-FFF2-40B4-BE49-F238E27FC236}">
                    <a16:creationId xmlns:a16="http://schemas.microsoft.com/office/drawing/2014/main" id="{CA9D8D10-E920-2A81-1E90-8ADBCD156F11}"/>
                  </a:ext>
                </a:extLst>
              </p:cNvPr>
              <p:cNvSpPr txBox="1">
                <a:spLocks noRot="1" noChangeAspect="1" noMove="1" noResize="1" noEditPoints="1" noAdjustHandles="1" noChangeArrowheads="1" noChangeShapeType="1" noTextEdit="1"/>
              </p:cNvSpPr>
              <p:nvPr/>
            </p:nvSpPr>
            <p:spPr>
              <a:xfrm>
                <a:off x="2497100" y="2520300"/>
                <a:ext cx="1369647" cy="523220"/>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6CBDF3B7-B8DC-926A-6E07-61F48E12FAD6}"/>
                  </a:ext>
                </a:extLst>
              </p:cNvPr>
              <p:cNvSpPr txBox="1"/>
              <p:nvPr/>
            </p:nvSpPr>
            <p:spPr>
              <a:xfrm>
                <a:off x="2497100" y="3078282"/>
                <a:ext cx="1369647" cy="523220"/>
              </a:xfrm>
              <a:prstGeom prst="rect">
                <a:avLst/>
              </a:prstGeom>
              <a:noFill/>
            </p:spPr>
            <p:txBody>
              <a:bodyPr wrap="square" rtlCol="0">
                <a:spAutoFit/>
              </a:bodyPr>
              <a:lstStyle/>
              <a:p>
                <a:pPr algn="l"/>
                <a14:m>
                  <m:oMathPara xmlns:m="http://schemas.openxmlformats.org/officeDocument/2006/math">
                    <m:oMathParaPr>
                      <m:jc m:val="centerGroup"/>
                    </m:oMathParaPr>
                    <m:oMath xmlns:m="http://schemas.openxmlformats.org/officeDocument/2006/math">
                      <m:r>
                        <a:rPr lang="en-IN" sz="2800" b="0" i="1" smtClean="0">
                          <a:solidFill>
                            <a:schemeClr val="bg1"/>
                          </a:solidFill>
                          <a:latin typeface="Cambria Math" panose="02040503050406030204" pitchFamily="18" charset="0"/>
                        </a:rPr>
                        <m:t>𝑝</m:t>
                      </m:r>
                      <m:r>
                        <a:rPr lang="en-IN" sz="2800" b="0" i="1" smtClean="0">
                          <a:solidFill>
                            <a:schemeClr val="bg1"/>
                          </a:solidFill>
                          <a:latin typeface="Cambria Math" panose="02040503050406030204" pitchFamily="18" charset="0"/>
                        </a:rPr>
                        <m:t>→</m:t>
                      </m:r>
                      <m:r>
                        <a:rPr lang="en-IN" sz="2800" b="0" i="1" smtClean="0">
                          <a:solidFill>
                            <a:schemeClr val="bg1"/>
                          </a:solidFill>
                          <a:latin typeface="Cambria Math" panose="02040503050406030204" pitchFamily="18" charset="0"/>
                        </a:rPr>
                        <m:t>𝑛</m:t>
                      </m:r>
                    </m:oMath>
                  </m:oMathPara>
                </a14:m>
                <a:endParaRPr lang="en-IN" sz="2800" dirty="0">
                  <a:solidFill>
                    <a:schemeClr val="bg1"/>
                  </a:solidFill>
                </a:endParaRPr>
              </a:p>
            </p:txBody>
          </p:sp>
        </mc:Choice>
        <mc:Fallback xmlns="">
          <p:sp>
            <p:nvSpPr>
              <p:cNvPr id="4" name="TextBox 3">
                <a:extLst>
                  <a:ext uri="{FF2B5EF4-FFF2-40B4-BE49-F238E27FC236}">
                    <a16:creationId xmlns:a16="http://schemas.microsoft.com/office/drawing/2014/main" id="{6CBDF3B7-B8DC-926A-6E07-61F48E12FAD6}"/>
                  </a:ext>
                </a:extLst>
              </p:cNvPr>
              <p:cNvSpPr txBox="1">
                <a:spLocks noRot="1" noChangeAspect="1" noMove="1" noResize="1" noEditPoints="1" noAdjustHandles="1" noChangeArrowheads="1" noChangeShapeType="1" noTextEdit="1"/>
              </p:cNvSpPr>
              <p:nvPr/>
            </p:nvSpPr>
            <p:spPr>
              <a:xfrm>
                <a:off x="2497100" y="3078282"/>
                <a:ext cx="1369647" cy="523220"/>
              </a:xfrm>
              <a:prstGeom prst="rect">
                <a:avLst/>
              </a:prstGeom>
              <a:blipFill>
                <a:blip r:embed="rId6"/>
                <a:stretch>
                  <a:fillRect/>
                </a:stretch>
              </a:blipFill>
            </p:spPr>
            <p:txBody>
              <a:bodyPr/>
              <a:lstStyle/>
              <a:p>
                <a:r>
                  <a:rPr lang="en-US">
                    <a:noFill/>
                  </a:rPr>
                  <a:t> </a:t>
                </a:r>
              </a:p>
            </p:txBody>
          </p:sp>
        </mc:Fallback>
      </mc:AlternateContent>
      <p:sp>
        <p:nvSpPr>
          <p:cNvPr id="13" name="TextBox 12">
            <a:extLst>
              <a:ext uri="{FF2B5EF4-FFF2-40B4-BE49-F238E27FC236}">
                <a16:creationId xmlns:a16="http://schemas.microsoft.com/office/drawing/2014/main" id="{8A56FA32-E002-ECDE-D282-3689274DF158}"/>
              </a:ext>
            </a:extLst>
          </p:cNvPr>
          <p:cNvSpPr txBox="1"/>
          <p:nvPr/>
        </p:nvSpPr>
        <p:spPr>
          <a:xfrm>
            <a:off x="3866747" y="2508370"/>
            <a:ext cx="5061857" cy="523220"/>
          </a:xfrm>
          <a:prstGeom prst="rect">
            <a:avLst/>
          </a:prstGeom>
          <a:noFill/>
        </p:spPr>
        <p:txBody>
          <a:bodyPr wrap="square" rtlCol="0">
            <a:spAutoFit/>
          </a:bodyPr>
          <a:lstStyle/>
          <a:p>
            <a:pPr algn="l"/>
            <a:r>
              <a:rPr lang="en-IN" sz="2800" dirty="0">
                <a:solidFill>
                  <a:srgbClr val="FFFF00"/>
                </a:solidFill>
              </a:rPr>
              <a:t>This is possible in nature</a:t>
            </a:r>
          </a:p>
        </p:txBody>
      </p:sp>
      <p:sp>
        <p:nvSpPr>
          <p:cNvPr id="14" name="TextBox 13">
            <a:extLst>
              <a:ext uri="{FF2B5EF4-FFF2-40B4-BE49-F238E27FC236}">
                <a16:creationId xmlns:a16="http://schemas.microsoft.com/office/drawing/2014/main" id="{8B227884-F732-A4B1-B773-4FB70EED8AA4}"/>
              </a:ext>
            </a:extLst>
          </p:cNvPr>
          <p:cNvSpPr txBox="1"/>
          <p:nvPr/>
        </p:nvSpPr>
        <p:spPr>
          <a:xfrm>
            <a:off x="3866747" y="3052804"/>
            <a:ext cx="7124714" cy="523220"/>
          </a:xfrm>
          <a:prstGeom prst="rect">
            <a:avLst/>
          </a:prstGeom>
          <a:noFill/>
        </p:spPr>
        <p:txBody>
          <a:bodyPr wrap="square" rtlCol="0">
            <a:spAutoFit/>
          </a:bodyPr>
          <a:lstStyle/>
          <a:p>
            <a:pPr algn="l"/>
            <a:r>
              <a:rPr lang="en-IN" sz="2800" dirty="0">
                <a:solidFill>
                  <a:srgbClr val="FFFF00"/>
                </a:solidFill>
              </a:rPr>
              <a:t>This is not possible in nature outside nucleus </a:t>
            </a:r>
          </a:p>
        </p:txBody>
      </p:sp>
    </p:spTree>
    <p:extLst>
      <p:ext uri="{BB962C8B-B14F-4D97-AF65-F5344CB8AC3E}">
        <p14:creationId xmlns:p14="http://schemas.microsoft.com/office/powerpoint/2010/main" val="23116999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500"/>
                                        <p:tgtEl>
                                          <p:spTgt spid="1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2" grpId="0"/>
      <p:bldP spid="3" grpId="0"/>
      <p:bldP spid="4" grpId="0"/>
      <p:bldP spid="13" grpId="0"/>
      <p:bldP spid="1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62">
            <a:extLst>
              <a:ext uri="{FF2B5EF4-FFF2-40B4-BE49-F238E27FC236}">
                <a16:creationId xmlns:a16="http://schemas.microsoft.com/office/drawing/2014/main" id="{E8EAAD11-6E34-2A98-ABF2-77BEF93340BA}"/>
              </a:ext>
            </a:extLst>
          </p:cNvPr>
          <p:cNvSpPr>
            <a:spLocks noEditPoints="1"/>
          </p:cNvSpPr>
          <p:nvPr/>
        </p:nvSpPr>
        <p:spPr bwMode="invGray">
          <a:xfrm>
            <a:off x="2492062" y="3382574"/>
            <a:ext cx="2046675" cy="180010"/>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sz="1800">
              <a:ln>
                <a:noFill/>
              </a:ln>
            </a:endParaRPr>
          </a:p>
        </p:txBody>
      </p:sp>
      <p:sp>
        <p:nvSpPr>
          <p:cNvPr id="3" name="TextBox 2">
            <a:extLst>
              <a:ext uri="{FF2B5EF4-FFF2-40B4-BE49-F238E27FC236}">
                <a16:creationId xmlns:a16="http://schemas.microsoft.com/office/drawing/2014/main" id="{FD662EE3-4D41-F626-CF5E-093D48A39355}"/>
              </a:ext>
            </a:extLst>
          </p:cNvPr>
          <p:cNvSpPr txBox="1"/>
          <p:nvPr/>
        </p:nvSpPr>
        <p:spPr>
          <a:xfrm>
            <a:off x="2492062" y="2844225"/>
            <a:ext cx="3849515" cy="584775"/>
          </a:xfrm>
          <a:prstGeom prst="rect">
            <a:avLst/>
          </a:prstGeom>
          <a:noFill/>
        </p:spPr>
        <p:txBody>
          <a:bodyPr wrap="none" rtlCol="0">
            <a:spAutoFit/>
          </a:bodyPr>
          <a:lstStyle/>
          <a:p>
            <a:r>
              <a:rPr lang="en-US" sz="3200" b="1" dirty="0">
                <a:solidFill>
                  <a:srgbClr val="FFFF00"/>
                </a:solidFill>
                <a:latin typeface="Cambria" panose="02040503050406030204" pitchFamily="18" charset="0"/>
                <a:ea typeface="Cambria" panose="02040503050406030204" pitchFamily="18" charset="0"/>
              </a:rPr>
              <a:t>Question on energy</a:t>
            </a:r>
          </a:p>
        </p:txBody>
      </p:sp>
    </p:spTree>
    <p:extLst>
      <p:ext uri="{BB962C8B-B14F-4D97-AF65-F5344CB8AC3E}">
        <p14:creationId xmlns:p14="http://schemas.microsoft.com/office/powerpoint/2010/main" val="30273033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0" name="Rectangle 9"/>
              <p:cNvSpPr/>
              <p:nvPr/>
            </p:nvSpPr>
            <p:spPr>
              <a:xfrm>
                <a:off x="574600" y="957314"/>
                <a:ext cx="2022285" cy="55399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IN" sz="3000" i="1" smtClean="0">
                          <a:solidFill>
                            <a:srgbClr val="FFFF00"/>
                          </a:solidFill>
                          <a:latin typeface="Cambria Math" panose="02040503050406030204" pitchFamily="18" charset="0"/>
                        </a:rPr>
                        <m:t>𝐴</m:t>
                      </m:r>
                      <m:r>
                        <a:rPr lang="en-IN" sz="3000" i="0">
                          <a:solidFill>
                            <a:srgbClr val="FFFF00"/>
                          </a:solidFill>
                          <a:latin typeface="Cambria Math" panose="02040503050406030204" pitchFamily="18" charset="0"/>
                        </a:rPr>
                        <m:t>+</m:t>
                      </m:r>
                      <m:r>
                        <a:rPr lang="en-IN" sz="3000" i="1">
                          <a:solidFill>
                            <a:srgbClr val="FFFF00"/>
                          </a:solidFill>
                          <a:latin typeface="Cambria Math" panose="02040503050406030204" pitchFamily="18" charset="0"/>
                        </a:rPr>
                        <m:t>𝐵</m:t>
                      </m:r>
                      <m:r>
                        <a:rPr lang="en-IN" sz="3000" i="0">
                          <a:solidFill>
                            <a:srgbClr val="FFFF00"/>
                          </a:solidFill>
                          <a:latin typeface="Cambria Math" panose="02040503050406030204" pitchFamily="18" charset="0"/>
                        </a:rPr>
                        <m:t>→</m:t>
                      </m:r>
                      <m:r>
                        <a:rPr lang="en-IN" sz="3000" i="1">
                          <a:solidFill>
                            <a:srgbClr val="FFFF00"/>
                          </a:solidFill>
                          <a:latin typeface="Cambria Math" panose="02040503050406030204" pitchFamily="18" charset="0"/>
                        </a:rPr>
                        <m:t>𝐶</m:t>
                      </m:r>
                    </m:oMath>
                  </m:oMathPara>
                </a14:m>
                <a:endParaRPr lang="en-IN" sz="3000" dirty="0">
                  <a:solidFill>
                    <a:srgbClr val="FFFF00"/>
                  </a:solidFill>
                </a:endParaRPr>
              </a:p>
            </p:txBody>
          </p:sp>
        </mc:Choice>
        <mc:Fallback xmlns="">
          <p:sp>
            <p:nvSpPr>
              <p:cNvPr id="10" name="Rectangle 9"/>
              <p:cNvSpPr>
                <a:spLocks noRot="1" noChangeAspect="1" noMove="1" noResize="1" noEditPoints="1" noAdjustHandles="1" noChangeArrowheads="1" noChangeShapeType="1" noTextEdit="1"/>
              </p:cNvSpPr>
              <p:nvPr/>
            </p:nvSpPr>
            <p:spPr>
              <a:xfrm>
                <a:off x="574600" y="957314"/>
                <a:ext cx="2022285" cy="553998"/>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 name="Rectangle 15"/>
              <p:cNvSpPr/>
              <p:nvPr/>
            </p:nvSpPr>
            <p:spPr>
              <a:xfrm>
                <a:off x="1017320" y="1511312"/>
                <a:ext cx="1747145" cy="142878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m>
                        <m:mPr>
                          <m:mcs>
                            <m:mc>
                              <m:mcPr>
                                <m:count m:val="1"/>
                                <m:mcJc m:val="center"/>
                              </m:mcPr>
                            </m:mc>
                          </m:mcs>
                          <m:ctrlPr>
                            <a:rPr lang="en-IN" sz="3000" i="1" smtClean="0">
                              <a:solidFill>
                                <a:srgbClr val="FFFF00"/>
                              </a:solidFill>
                              <a:latin typeface="Cambria Math" panose="02040503050406030204" pitchFamily="18" charset="0"/>
                            </a:rPr>
                          </m:ctrlPr>
                        </m:mPr>
                        <m:mr>
                          <m:e>
                            <m:sSub>
                              <m:sSubPr>
                                <m:ctrlPr>
                                  <a:rPr lang="en-IN" sz="3000" i="1">
                                    <a:solidFill>
                                      <a:srgbClr val="FFFF00"/>
                                    </a:solidFill>
                                    <a:latin typeface="Cambria Math" panose="02040503050406030204" pitchFamily="18" charset="0"/>
                                  </a:rPr>
                                </m:ctrlPr>
                              </m:sSubPr>
                              <m:e>
                                <m:r>
                                  <a:rPr lang="en-IN" sz="3000" i="1">
                                    <a:solidFill>
                                      <a:srgbClr val="FFFF00"/>
                                    </a:solidFill>
                                    <a:latin typeface="Cambria Math" panose="02040503050406030204" pitchFamily="18" charset="0"/>
                                  </a:rPr>
                                  <m:t>𝑚</m:t>
                                </m:r>
                              </m:e>
                              <m:sub>
                                <m:r>
                                  <a:rPr lang="en-IN" sz="3000" i="1">
                                    <a:solidFill>
                                      <a:srgbClr val="FFFF00"/>
                                    </a:solidFill>
                                    <a:latin typeface="Cambria Math" panose="02040503050406030204" pitchFamily="18" charset="0"/>
                                  </a:rPr>
                                  <m:t>𝑎</m:t>
                                </m:r>
                              </m:sub>
                            </m:sSub>
                            <m:r>
                              <a:rPr lang="en-IN" sz="3000" i="0">
                                <a:solidFill>
                                  <a:srgbClr val="FFFF00"/>
                                </a:solidFill>
                                <a:latin typeface="Cambria Math" panose="02040503050406030204" pitchFamily="18" charset="0"/>
                              </a:rPr>
                              <m:t>=4</m:t>
                            </m:r>
                            <m:r>
                              <a:rPr lang="en-IN" sz="3000" i="1">
                                <a:solidFill>
                                  <a:srgbClr val="FFFF00"/>
                                </a:solidFill>
                                <a:latin typeface="Cambria Math" panose="02040503050406030204" pitchFamily="18" charset="0"/>
                              </a:rPr>
                              <m:t>𝑔</m:t>
                            </m:r>
                          </m:e>
                        </m:mr>
                        <m:mr>
                          <m:e>
                            <m:sSub>
                              <m:sSubPr>
                                <m:ctrlPr>
                                  <a:rPr lang="en-IN" sz="3000" i="1">
                                    <a:solidFill>
                                      <a:srgbClr val="FFFF00"/>
                                    </a:solidFill>
                                    <a:latin typeface="Cambria Math" panose="02040503050406030204" pitchFamily="18" charset="0"/>
                                  </a:rPr>
                                </m:ctrlPr>
                              </m:sSubPr>
                              <m:e>
                                <m:r>
                                  <a:rPr lang="en-IN" sz="3000" i="1">
                                    <a:solidFill>
                                      <a:srgbClr val="FFFF00"/>
                                    </a:solidFill>
                                    <a:latin typeface="Cambria Math" panose="02040503050406030204" pitchFamily="18" charset="0"/>
                                  </a:rPr>
                                  <m:t>𝑚</m:t>
                                </m:r>
                              </m:e>
                              <m:sub>
                                <m:r>
                                  <a:rPr lang="en-IN" sz="3000" i="1">
                                    <a:solidFill>
                                      <a:srgbClr val="FFFF00"/>
                                    </a:solidFill>
                                    <a:latin typeface="Cambria Math" panose="02040503050406030204" pitchFamily="18" charset="0"/>
                                  </a:rPr>
                                  <m:t>𝑏</m:t>
                                </m:r>
                              </m:sub>
                            </m:sSub>
                            <m:r>
                              <a:rPr lang="en-IN" sz="3000" i="0">
                                <a:solidFill>
                                  <a:srgbClr val="FFFF00"/>
                                </a:solidFill>
                                <a:latin typeface="Cambria Math" panose="02040503050406030204" pitchFamily="18" charset="0"/>
                              </a:rPr>
                              <m:t>=5</m:t>
                            </m:r>
                            <m:r>
                              <a:rPr lang="en-IN" sz="3000" i="1">
                                <a:solidFill>
                                  <a:srgbClr val="FFFF00"/>
                                </a:solidFill>
                                <a:latin typeface="Cambria Math" panose="02040503050406030204" pitchFamily="18" charset="0"/>
                              </a:rPr>
                              <m:t>𝑔</m:t>
                            </m:r>
                          </m:e>
                        </m:mr>
                        <m:mr>
                          <m:e>
                            <m:sSub>
                              <m:sSubPr>
                                <m:ctrlPr>
                                  <a:rPr lang="en-IN" sz="3000" i="1">
                                    <a:solidFill>
                                      <a:srgbClr val="FFFF00"/>
                                    </a:solidFill>
                                    <a:latin typeface="Cambria Math" panose="02040503050406030204" pitchFamily="18" charset="0"/>
                                  </a:rPr>
                                </m:ctrlPr>
                              </m:sSubPr>
                              <m:e>
                                <m:r>
                                  <a:rPr lang="en-IN" sz="3000" i="1">
                                    <a:solidFill>
                                      <a:srgbClr val="FFFF00"/>
                                    </a:solidFill>
                                    <a:latin typeface="Cambria Math" panose="02040503050406030204" pitchFamily="18" charset="0"/>
                                  </a:rPr>
                                  <m:t>𝑚</m:t>
                                </m:r>
                              </m:e>
                              <m:sub>
                                <m:r>
                                  <a:rPr lang="en-IN" sz="3000" i="1">
                                    <a:solidFill>
                                      <a:srgbClr val="FFFF00"/>
                                    </a:solidFill>
                                    <a:latin typeface="Cambria Math" panose="02040503050406030204" pitchFamily="18" charset="0"/>
                                  </a:rPr>
                                  <m:t>𝑐</m:t>
                                </m:r>
                              </m:sub>
                            </m:sSub>
                            <m:r>
                              <a:rPr lang="en-IN" sz="3000" i="0">
                                <a:solidFill>
                                  <a:srgbClr val="FFFF00"/>
                                </a:solidFill>
                                <a:latin typeface="Cambria Math" panose="02040503050406030204" pitchFamily="18" charset="0"/>
                              </a:rPr>
                              <m:t>=7</m:t>
                            </m:r>
                            <m:r>
                              <a:rPr lang="en-IN" sz="3000" i="1">
                                <a:solidFill>
                                  <a:srgbClr val="FFFF00"/>
                                </a:solidFill>
                                <a:latin typeface="Cambria Math" panose="02040503050406030204" pitchFamily="18" charset="0"/>
                              </a:rPr>
                              <m:t>𝑔</m:t>
                            </m:r>
                          </m:e>
                        </m:mr>
                      </m:m>
                    </m:oMath>
                  </m:oMathPara>
                </a14:m>
                <a:endParaRPr lang="en-IN" sz="3000" dirty="0">
                  <a:solidFill>
                    <a:srgbClr val="FFFF00"/>
                  </a:solidFill>
                </a:endParaRPr>
              </a:p>
            </p:txBody>
          </p:sp>
        </mc:Choice>
        <mc:Fallback xmlns="">
          <p:sp>
            <p:nvSpPr>
              <p:cNvPr id="16" name="Rectangle 15"/>
              <p:cNvSpPr>
                <a:spLocks noRot="1" noChangeAspect="1" noMove="1" noResize="1" noEditPoints="1" noAdjustHandles="1" noChangeArrowheads="1" noChangeShapeType="1" noTextEdit="1"/>
              </p:cNvSpPr>
              <p:nvPr/>
            </p:nvSpPr>
            <p:spPr>
              <a:xfrm>
                <a:off x="1017320" y="1511312"/>
                <a:ext cx="1747145" cy="1428789"/>
              </a:xfrm>
              <a:prstGeom prst="rect">
                <a:avLst/>
              </a:prstGeom>
              <a:blipFill>
                <a:blip r:embed="rId4"/>
                <a:stretch>
                  <a:fillRect/>
                </a:stretch>
              </a:blipFill>
            </p:spPr>
            <p:txBody>
              <a:bodyPr/>
              <a:lstStyle/>
              <a:p>
                <a:r>
                  <a:rPr lang="en-IN">
                    <a:noFill/>
                  </a:rPr>
                  <a:t> </a:t>
                </a:r>
              </a:p>
            </p:txBody>
          </p:sp>
        </mc:Fallback>
      </mc:AlternateContent>
      <p:sp>
        <p:nvSpPr>
          <p:cNvPr id="19" name="Rectangle 18"/>
          <p:cNvSpPr/>
          <p:nvPr/>
        </p:nvSpPr>
        <p:spPr>
          <a:xfrm>
            <a:off x="574600" y="3109254"/>
            <a:ext cx="2875085" cy="45719"/>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3000">
              <a:solidFill>
                <a:srgbClr val="FFFF00"/>
              </a:solidFill>
            </a:endParaRPr>
          </a:p>
        </p:txBody>
      </p:sp>
      <p:sp>
        <p:nvSpPr>
          <p:cNvPr id="2" name="Rectangle 1">
            <a:extLst>
              <a:ext uri="{FF2B5EF4-FFF2-40B4-BE49-F238E27FC236}">
                <a16:creationId xmlns:a16="http://schemas.microsoft.com/office/drawing/2014/main" id="{0E00A872-6CB7-923C-B8A5-AA5AB5D47395}"/>
              </a:ext>
            </a:extLst>
          </p:cNvPr>
          <p:cNvSpPr/>
          <p:nvPr/>
        </p:nvSpPr>
        <p:spPr>
          <a:xfrm>
            <a:off x="31599" y="-14553"/>
            <a:ext cx="9570890" cy="923330"/>
          </a:xfrm>
          <a:prstGeom prst="rect">
            <a:avLst/>
          </a:prstGeom>
          <a:noFill/>
        </p:spPr>
        <p:txBody>
          <a:bodyPr wrap="none" lIns="91440" tIns="45720" rIns="91440" bIns="45720">
            <a:spAutoFit/>
          </a:bodyPr>
          <a:lstStyle/>
          <a:p>
            <a:pPr algn="ctr"/>
            <a:r>
              <a:rPr lang="en-US" sz="5400" b="0" cap="none" spc="0" dirty="0">
                <a:ln w="0"/>
                <a:solidFill>
                  <a:schemeClr val="bg1"/>
                </a:solidFill>
                <a:effectLst>
                  <a:outerShdw blurRad="38100" dist="25400" dir="5400000" algn="ctr" rotWithShape="0">
                    <a:srgbClr val="6E747A">
                      <a:alpha val="43000"/>
                    </a:srgbClr>
                  </a:outerShdw>
                </a:effectLst>
              </a:rPr>
              <a:t>Finding energy emit in a reaction </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FF239544-47D1-4EA6-9753-79DA03A01738}"/>
                  </a:ext>
                </a:extLst>
              </p:cNvPr>
              <p:cNvSpPr txBox="1"/>
              <p:nvPr/>
            </p:nvSpPr>
            <p:spPr>
              <a:xfrm>
                <a:off x="738560" y="3281408"/>
                <a:ext cx="1506895" cy="523220"/>
              </a:xfrm>
              <a:prstGeom prst="rect">
                <a:avLst/>
              </a:prstGeom>
              <a:noFill/>
            </p:spPr>
            <p:txBody>
              <a:bodyPr wrap="square" rtlCol="0">
                <a:spAutoFit/>
              </a:bodyPr>
              <a:lstStyle/>
              <a:p>
                <a:pPr algn="l"/>
                <a14:m>
                  <m:oMathPara xmlns:m="http://schemas.openxmlformats.org/officeDocument/2006/math">
                    <m:oMathParaPr>
                      <m:jc m:val="centerGroup"/>
                    </m:oMathParaPr>
                    <m:oMath xmlns:m="http://schemas.openxmlformats.org/officeDocument/2006/math">
                      <m:r>
                        <m:rPr>
                          <m:sty m:val="p"/>
                        </m:rPr>
                        <a:rPr lang="en-IN" sz="2800" b="0" i="0" smtClean="0">
                          <a:solidFill>
                            <a:schemeClr val="bg1"/>
                          </a:solidFill>
                          <a:latin typeface="Cambria Math" panose="02040503050406030204" pitchFamily="18" charset="0"/>
                        </a:rPr>
                        <m:t>Δ</m:t>
                      </m:r>
                      <m:r>
                        <a:rPr lang="en-IN" sz="2800" b="0" i="1" smtClean="0">
                          <a:solidFill>
                            <a:schemeClr val="bg1"/>
                          </a:solidFill>
                          <a:latin typeface="Cambria Math" panose="02040503050406030204" pitchFamily="18" charset="0"/>
                        </a:rPr>
                        <m:t>𝑀</m:t>
                      </m:r>
                      <m:r>
                        <a:rPr lang="en-IN" sz="2800" b="0" i="1" smtClean="0">
                          <a:solidFill>
                            <a:schemeClr val="bg1"/>
                          </a:solidFill>
                          <a:latin typeface="Cambria Math" panose="02040503050406030204" pitchFamily="18" charset="0"/>
                        </a:rPr>
                        <m:t>=</m:t>
                      </m:r>
                    </m:oMath>
                  </m:oMathPara>
                </a14:m>
                <a:endParaRPr lang="en-IN" sz="2800" dirty="0">
                  <a:solidFill>
                    <a:schemeClr val="bg1"/>
                  </a:solidFill>
                </a:endParaRPr>
              </a:p>
            </p:txBody>
          </p:sp>
        </mc:Choice>
        <mc:Fallback xmlns="">
          <p:sp>
            <p:nvSpPr>
              <p:cNvPr id="3" name="TextBox 2">
                <a:extLst>
                  <a:ext uri="{FF2B5EF4-FFF2-40B4-BE49-F238E27FC236}">
                    <a16:creationId xmlns:a16="http://schemas.microsoft.com/office/drawing/2014/main" id="{FF239544-47D1-4EA6-9753-79DA03A01738}"/>
                  </a:ext>
                </a:extLst>
              </p:cNvPr>
              <p:cNvSpPr txBox="1">
                <a:spLocks noRot="1" noChangeAspect="1" noMove="1" noResize="1" noEditPoints="1" noAdjustHandles="1" noChangeArrowheads="1" noChangeShapeType="1" noTextEdit="1"/>
              </p:cNvSpPr>
              <p:nvPr/>
            </p:nvSpPr>
            <p:spPr>
              <a:xfrm>
                <a:off x="738560" y="3281408"/>
                <a:ext cx="1506895" cy="523220"/>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3FACEF59-8A44-8ADC-C1FD-15520DC0F116}"/>
                  </a:ext>
                </a:extLst>
              </p:cNvPr>
              <p:cNvSpPr txBox="1"/>
              <p:nvPr/>
            </p:nvSpPr>
            <p:spPr>
              <a:xfrm>
                <a:off x="1873006" y="3271292"/>
                <a:ext cx="963499" cy="523220"/>
              </a:xfrm>
              <a:prstGeom prst="rect">
                <a:avLst/>
              </a:prstGeom>
              <a:noFill/>
            </p:spPr>
            <p:txBody>
              <a:bodyPr wrap="square" rtlCol="0">
                <a:spAutoFit/>
              </a:bodyPr>
              <a:lstStyle/>
              <a:p>
                <a:pPr algn="l"/>
                <a14:m>
                  <m:oMathPara xmlns:m="http://schemas.openxmlformats.org/officeDocument/2006/math">
                    <m:oMathParaPr>
                      <m:jc m:val="centerGroup"/>
                    </m:oMathParaPr>
                    <m:oMath xmlns:m="http://schemas.openxmlformats.org/officeDocument/2006/math">
                      <m:r>
                        <a:rPr lang="en-IN" sz="2800" b="0" i="1" smtClean="0">
                          <a:solidFill>
                            <a:schemeClr val="bg1"/>
                          </a:solidFill>
                          <a:latin typeface="Cambria Math" panose="02040503050406030204" pitchFamily="18" charset="0"/>
                        </a:rPr>
                        <m:t>2</m:t>
                      </m:r>
                      <m:r>
                        <a:rPr lang="en-IN" sz="2800" b="0" i="1" smtClean="0">
                          <a:solidFill>
                            <a:schemeClr val="bg1"/>
                          </a:solidFill>
                          <a:latin typeface="Cambria Math" panose="02040503050406030204" pitchFamily="18" charset="0"/>
                        </a:rPr>
                        <m:t>𝑔</m:t>
                      </m:r>
                    </m:oMath>
                  </m:oMathPara>
                </a14:m>
                <a:endParaRPr lang="en-IN" sz="2800" dirty="0">
                  <a:solidFill>
                    <a:schemeClr val="bg1"/>
                  </a:solidFill>
                </a:endParaRPr>
              </a:p>
            </p:txBody>
          </p:sp>
        </mc:Choice>
        <mc:Fallback xmlns="">
          <p:sp>
            <p:nvSpPr>
              <p:cNvPr id="4" name="TextBox 3">
                <a:extLst>
                  <a:ext uri="{FF2B5EF4-FFF2-40B4-BE49-F238E27FC236}">
                    <a16:creationId xmlns:a16="http://schemas.microsoft.com/office/drawing/2014/main" id="{3FACEF59-8A44-8ADC-C1FD-15520DC0F116}"/>
                  </a:ext>
                </a:extLst>
              </p:cNvPr>
              <p:cNvSpPr txBox="1">
                <a:spLocks noRot="1" noChangeAspect="1" noMove="1" noResize="1" noEditPoints="1" noAdjustHandles="1" noChangeArrowheads="1" noChangeShapeType="1" noTextEdit="1"/>
              </p:cNvSpPr>
              <p:nvPr/>
            </p:nvSpPr>
            <p:spPr>
              <a:xfrm>
                <a:off x="1873006" y="3271292"/>
                <a:ext cx="963499" cy="523220"/>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E24FD1C3-AAEE-C794-3640-45AF555E50C2}"/>
                  </a:ext>
                </a:extLst>
              </p:cNvPr>
              <p:cNvSpPr txBox="1"/>
              <p:nvPr/>
            </p:nvSpPr>
            <p:spPr>
              <a:xfrm>
                <a:off x="859810" y="3751051"/>
                <a:ext cx="1506895" cy="523220"/>
              </a:xfrm>
              <a:prstGeom prst="rect">
                <a:avLst/>
              </a:prstGeom>
              <a:noFill/>
            </p:spPr>
            <p:txBody>
              <a:bodyPr wrap="square" rtlCol="0">
                <a:spAutoFit/>
              </a:bodyPr>
              <a:lstStyle/>
              <a:p>
                <a:pPr algn="l"/>
                <a14:m>
                  <m:oMathPara xmlns:m="http://schemas.openxmlformats.org/officeDocument/2006/math">
                    <m:oMathParaPr>
                      <m:jc m:val="centerGroup"/>
                    </m:oMathParaPr>
                    <m:oMath xmlns:m="http://schemas.openxmlformats.org/officeDocument/2006/math">
                      <m:r>
                        <a:rPr lang="en-IN" sz="2800" b="0" i="1" smtClean="0">
                          <a:solidFill>
                            <a:schemeClr val="bg1"/>
                          </a:solidFill>
                          <a:latin typeface="Cambria Math" panose="02040503050406030204" pitchFamily="18" charset="0"/>
                        </a:rPr>
                        <m:t>𝐸</m:t>
                      </m:r>
                      <m:r>
                        <a:rPr lang="en-IN" sz="2800" b="0" i="1" smtClean="0">
                          <a:solidFill>
                            <a:schemeClr val="bg1"/>
                          </a:solidFill>
                          <a:latin typeface="Cambria Math" panose="02040503050406030204" pitchFamily="18" charset="0"/>
                        </a:rPr>
                        <m:t>=</m:t>
                      </m:r>
                    </m:oMath>
                  </m:oMathPara>
                </a14:m>
                <a:endParaRPr lang="en-IN" sz="2800" dirty="0">
                  <a:solidFill>
                    <a:schemeClr val="bg1"/>
                  </a:solidFill>
                </a:endParaRPr>
              </a:p>
            </p:txBody>
          </p:sp>
        </mc:Choice>
        <mc:Fallback xmlns="">
          <p:sp>
            <p:nvSpPr>
              <p:cNvPr id="5" name="TextBox 4">
                <a:extLst>
                  <a:ext uri="{FF2B5EF4-FFF2-40B4-BE49-F238E27FC236}">
                    <a16:creationId xmlns:a16="http://schemas.microsoft.com/office/drawing/2014/main" id="{E24FD1C3-AAEE-C794-3640-45AF555E50C2}"/>
                  </a:ext>
                </a:extLst>
              </p:cNvPr>
              <p:cNvSpPr txBox="1">
                <a:spLocks noRot="1" noChangeAspect="1" noMove="1" noResize="1" noEditPoints="1" noAdjustHandles="1" noChangeArrowheads="1" noChangeShapeType="1" noTextEdit="1"/>
              </p:cNvSpPr>
              <p:nvPr/>
            </p:nvSpPr>
            <p:spPr>
              <a:xfrm>
                <a:off x="859810" y="3751051"/>
                <a:ext cx="1506895" cy="523220"/>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2D53E32-4EEE-4240-7699-685113786F38}"/>
                  </a:ext>
                </a:extLst>
              </p:cNvPr>
              <p:cNvSpPr txBox="1"/>
              <p:nvPr/>
            </p:nvSpPr>
            <p:spPr>
              <a:xfrm>
                <a:off x="1835113" y="3740935"/>
                <a:ext cx="1506895"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IN" sz="2800" smtClean="0">
                          <a:solidFill>
                            <a:schemeClr val="bg1"/>
                          </a:solidFill>
                          <a:latin typeface="Cambria Math" panose="02040503050406030204" pitchFamily="18" charset="0"/>
                        </a:rPr>
                        <m:t>Δ</m:t>
                      </m:r>
                      <m:r>
                        <a:rPr lang="en-IN" sz="2800" i="1">
                          <a:solidFill>
                            <a:schemeClr val="bg1"/>
                          </a:solidFill>
                          <a:latin typeface="Cambria Math" panose="02040503050406030204" pitchFamily="18" charset="0"/>
                        </a:rPr>
                        <m:t>𝑀</m:t>
                      </m:r>
                      <m:sSup>
                        <m:sSupPr>
                          <m:ctrlPr>
                            <a:rPr lang="en-IN" sz="2800" b="0" i="1" smtClean="0">
                              <a:solidFill>
                                <a:schemeClr val="bg1"/>
                              </a:solidFill>
                              <a:latin typeface="Cambria Math" panose="02040503050406030204" pitchFamily="18" charset="0"/>
                            </a:rPr>
                          </m:ctrlPr>
                        </m:sSupPr>
                        <m:e>
                          <m:r>
                            <a:rPr lang="en-IN" sz="2800" b="0" i="1" smtClean="0">
                              <a:solidFill>
                                <a:schemeClr val="bg1"/>
                              </a:solidFill>
                              <a:latin typeface="Cambria Math" panose="02040503050406030204" pitchFamily="18" charset="0"/>
                            </a:rPr>
                            <m:t>𝑐</m:t>
                          </m:r>
                        </m:e>
                        <m:sup>
                          <m:r>
                            <a:rPr lang="en-IN" sz="2800" b="0" i="1" smtClean="0">
                              <a:solidFill>
                                <a:schemeClr val="bg1"/>
                              </a:solidFill>
                              <a:latin typeface="Cambria Math" panose="02040503050406030204" pitchFamily="18" charset="0"/>
                            </a:rPr>
                            <m:t>2</m:t>
                          </m:r>
                        </m:sup>
                      </m:sSup>
                    </m:oMath>
                  </m:oMathPara>
                </a14:m>
                <a:endParaRPr lang="en-IN" sz="2800" dirty="0">
                  <a:solidFill>
                    <a:schemeClr val="bg1"/>
                  </a:solidFill>
                </a:endParaRPr>
              </a:p>
            </p:txBody>
          </p:sp>
        </mc:Choice>
        <mc:Fallback xmlns="">
          <p:sp>
            <p:nvSpPr>
              <p:cNvPr id="6" name="TextBox 5">
                <a:extLst>
                  <a:ext uri="{FF2B5EF4-FFF2-40B4-BE49-F238E27FC236}">
                    <a16:creationId xmlns:a16="http://schemas.microsoft.com/office/drawing/2014/main" id="{72D53E32-4EEE-4240-7699-685113786F38}"/>
                  </a:ext>
                </a:extLst>
              </p:cNvPr>
              <p:cNvSpPr txBox="1">
                <a:spLocks noRot="1" noChangeAspect="1" noMove="1" noResize="1" noEditPoints="1" noAdjustHandles="1" noChangeArrowheads="1" noChangeShapeType="1" noTextEdit="1"/>
              </p:cNvSpPr>
              <p:nvPr/>
            </p:nvSpPr>
            <p:spPr>
              <a:xfrm>
                <a:off x="1835113" y="3740935"/>
                <a:ext cx="1506895" cy="523220"/>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ED6C6148-13F4-B093-84B3-60D3401E390A}"/>
                  </a:ext>
                </a:extLst>
              </p:cNvPr>
              <p:cNvSpPr txBox="1"/>
              <p:nvPr/>
            </p:nvSpPr>
            <p:spPr>
              <a:xfrm>
                <a:off x="1531935" y="4312809"/>
                <a:ext cx="760175"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IN" sz="2800" i="1" smtClean="0">
                          <a:solidFill>
                            <a:schemeClr val="bg1"/>
                          </a:solidFill>
                          <a:latin typeface="Cambria Math" panose="02040503050406030204" pitchFamily="18" charset="0"/>
                        </a:rPr>
                        <m:t>=</m:t>
                      </m:r>
                      <m:r>
                        <a:rPr lang="en-IN" sz="2800" b="0" i="1" smtClean="0">
                          <a:solidFill>
                            <a:schemeClr val="bg1"/>
                          </a:solidFill>
                          <a:latin typeface="Cambria Math" panose="02040503050406030204" pitchFamily="18" charset="0"/>
                        </a:rPr>
                        <m:t>2</m:t>
                      </m:r>
                    </m:oMath>
                  </m:oMathPara>
                </a14:m>
                <a:endParaRPr lang="en-IN" sz="2800" dirty="0">
                  <a:solidFill>
                    <a:schemeClr val="bg1"/>
                  </a:solidFill>
                </a:endParaRPr>
              </a:p>
            </p:txBody>
          </p:sp>
        </mc:Choice>
        <mc:Fallback xmlns="">
          <p:sp>
            <p:nvSpPr>
              <p:cNvPr id="7" name="TextBox 6">
                <a:extLst>
                  <a:ext uri="{FF2B5EF4-FFF2-40B4-BE49-F238E27FC236}">
                    <a16:creationId xmlns:a16="http://schemas.microsoft.com/office/drawing/2014/main" id="{ED6C6148-13F4-B093-84B3-60D3401E390A}"/>
                  </a:ext>
                </a:extLst>
              </p:cNvPr>
              <p:cNvSpPr txBox="1">
                <a:spLocks noRot="1" noChangeAspect="1" noMove="1" noResize="1" noEditPoints="1" noAdjustHandles="1" noChangeArrowheads="1" noChangeShapeType="1" noTextEdit="1"/>
              </p:cNvSpPr>
              <p:nvPr/>
            </p:nvSpPr>
            <p:spPr>
              <a:xfrm>
                <a:off x="1531935" y="4312809"/>
                <a:ext cx="760175" cy="523220"/>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91289915-DAB4-C464-1FA6-617BF3BD33A6}"/>
                  </a:ext>
                </a:extLst>
              </p:cNvPr>
              <p:cNvSpPr txBox="1"/>
              <p:nvPr/>
            </p:nvSpPr>
            <p:spPr>
              <a:xfrm>
                <a:off x="3150911" y="4312809"/>
                <a:ext cx="2058020"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IN" sz="2800" b="0" i="1" smtClean="0">
                              <a:solidFill>
                                <a:schemeClr val="bg1"/>
                              </a:solidFill>
                              <a:latin typeface="Cambria Math" panose="02040503050406030204" pitchFamily="18" charset="0"/>
                            </a:rPr>
                          </m:ctrlPr>
                        </m:sSupPr>
                        <m:e>
                          <m:r>
                            <a:rPr lang="en-IN" sz="2800" b="0" i="1" smtClean="0">
                              <a:solidFill>
                                <a:schemeClr val="bg1"/>
                              </a:solidFill>
                              <a:latin typeface="Cambria Math" panose="02040503050406030204" pitchFamily="18" charset="0"/>
                            </a:rPr>
                            <m:t>(3×</m:t>
                          </m:r>
                          <m:sSup>
                            <m:sSupPr>
                              <m:ctrlPr>
                                <a:rPr lang="en-IN" sz="2800" b="0" i="1" smtClean="0">
                                  <a:solidFill>
                                    <a:schemeClr val="bg1"/>
                                  </a:solidFill>
                                  <a:latin typeface="Cambria Math" panose="02040503050406030204" pitchFamily="18" charset="0"/>
                                </a:rPr>
                              </m:ctrlPr>
                            </m:sSupPr>
                            <m:e>
                              <m:r>
                                <a:rPr lang="en-IN" sz="2800" b="0" i="1" smtClean="0">
                                  <a:solidFill>
                                    <a:schemeClr val="bg1"/>
                                  </a:solidFill>
                                  <a:latin typeface="Cambria Math" panose="02040503050406030204" pitchFamily="18" charset="0"/>
                                </a:rPr>
                                <m:t>10</m:t>
                              </m:r>
                            </m:e>
                            <m:sup>
                              <m:r>
                                <a:rPr lang="en-IN" sz="2800" b="0" i="1" smtClean="0">
                                  <a:solidFill>
                                    <a:schemeClr val="bg1"/>
                                  </a:solidFill>
                                  <a:latin typeface="Cambria Math" panose="02040503050406030204" pitchFamily="18" charset="0"/>
                                </a:rPr>
                                <m:t>8</m:t>
                              </m:r>
                            </m:sup>
                          </m:sSup>
                          <m:r>
                            <a:rPr lang="en-IN" sz="2800" b="0" i="1" smtClean="0">
                              <a:solidFill>
                                <a:schemeClr val="bg1"/>
                              </a:solidFill>
                              <a:latin typeface="Cambria Math" panose="02040503050406030204" pitchFamily="18" charset="0"/>
                            </a:rPr>
                            <m:t>)</m:t>
                          </m:r>
                        </m:e>
                        <m:sup>
                          <m:r>
                            <a:rPr lang="en-IN" sz="2800" b="0" i="1" smtClean="0">
                              <a:solidFill>
                                <a:schemeClr val="bg1"/>
                              </a:solidFill>
                              <a:latin typeface="Cambria Math" panose="02040503050406030204" pitchFamily="18" charset="0"/>
                            </a:rPr>
                            <m:t>2</m:t>
                          </m:r>
                        </m:sup>
                      </m:sSup>
                    </m:oMath>
                  </m:oMathPara>
                </a14:m>
                <a:endParaRPr lang="en-IN" sz="2800" dirty="0">
                  <a:solidFill>
                    <a:schemeClr val="bg1"/>
                  </a:solidFill>
                </a:endParaRPr>
              </a:p>
            </p:txBody>
          </p:sp>
        </mc:Choice>
        <mc:Fallback xmlns="">
          <p:sp>
            <p:nvSpPr>
              <p:cNvPr id="8" name="TextBox 7">
                <a:extLst>
                  <a:ext uri="{FF2B5EF4-FFF2-40B4-BE49-F238E27FC236}">
                    <a16:creationId xmlns:a16="http://schemas.microsoft.com/office/drawing/2014/main" id="{91289915-DAB4-C464-1FA6-617BF3BD33A6}"/>
                  </a:ext>
                </a:extLst>
              </p:cNvPr>
              <p:cNvSpPr txBox="1">
                <a:spLocks noRot="1" noChangeAspect="1" noMove="1" noResize="1" noEditPoints="1" noAdjustHandles="1" noChangeArrowheads="1" noChangeShapeType="1" noTextEdit="1"/>
              </p:cNvSpPr>
              <p:nvPr/>
            </p:nvSpPr>
            <p:spPr>
              <a:xfrm>
                <a:off x="3150911" y="4312809"/>
                <a:ext cx="2058020" cy="523220"/>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E697A67D-D7B2-FF21-75D3-A70BB5D24FDC}"/>
                  </a:ext>
                </a:extLst>
              </p:cNvPr>
              <p:cNvSpPr txBox="1"/>
              <p:nvPr/>
            </p:nvSpPr>
            <p:spPr>
              <a:xfrm>
                <a:off x="2245455" y="4312809"/>
                <a:ext cx="1134214"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IN" sz="2800" b="0" i="1" smtClean="0">
                          <a:solidFill>
                            <a:schemeClr val="bg1"/>
                          </a:solidFill>
                          <a:latin typeface="Cambria Math" panose="02040503050406030204" pitchFamily="18" charset="0"/>
                        </a:rPr>
                        <m:t>×</m:t>
                      </m:r>
                      <m:sSup>
                        <m:sSupPr>
                          <m:ctrlPr>
                            <a:rPr lang="en-IN" sz="2800" b="0" i="1" smtClean="0">
                              <a:solidFill>
                                <a:schemeClr val="bg1"/>
                              </a:solidFill>
                              <a:latin typeface="Cambria Math" panose="02040503050406030204" pitchFamily="18" charset="0"/>
                            </a:rPr>
                          </m:ctrlPr>
                        </m:sSupPr>
                        <m:e>
                          <m:r>
                            <a:rPr lang="en-IN" sz="2800" b="0" i="1" smtClean="0">
                              <a:solidFill>
                                <a:schemeClr val="bg1"/>
                              </a:solidFill>
                              <a:latin typeface="Cambria Math" panose="02040503050406030204" pitchFamily="18" charset="0"/>
                            </a:rPr>
                            <m:t>10</m:t>
                          </m:r>
                        </m:e>
                        <m:sup>
                          <m:r>
                            <a:rPr lang="en-IN" sz="2800" b="0" i="1" smtClean="0">
                              <a:solidFill>
                                <a:schemeClr val="bg1"/>
                              </a:solidFill>
                              <a:latin typeface="Cambria Math" panose="02040503050406030204" pitchFamily="18" charset="0"/>
                            </a:rPr>
                            <m:t>−3</m:t>
                          </m:r>
                        </m:sup>
                      </m:sSup>
                    </m:oMath>
                  </m:oMathPara>
                </a14:m>
                <a:endParaRPr lang="en-IN" sz="2800" dirty="0">
                  <a:solidFill>
                    <a:schemeClr val="bg1"/>
                  </a:solidFill>
                </a:endParaRPr>
              </a:p>
            </p:txBody>
          </p:sp>
        </mc:Choice>
        <mc:Fallback xmlns="">
          <p:sp>
            <p:nvSpPr>
              <p:cNvPr id="9" name="TextBox 8">
                <a:extLst>
                  <a:ext uri="{FF2B5EF4-FFF2-40B4-BE49-F238E27FC236}">
                    <a16:creationId xmlns:a16="http://schemas.microsoft.com/office/drawing/2014/main" id="{E697A67D-D7B2-FF21-75D3-A70BB5D24FDC}"/>
                  </a:ext>
                </a:extLst>
              </p:cNvPr>
              <p:cNvSpPr txBox="1">
                <a:spLocks noRot="1" noChangeAspect="1" noMove="1" noResize="1" noEditPoints="1" noAdjustHandles="1" noChangeArrowheads="1" noChangeShapeType="1" noTextEdit="1"/>
              </p:cNvSpPr>
              <p:nvPr/>
            </p:nvSpPr>
            <p:spPr>
              <a:xfrm>
                <a:off x="2245455" y="4312809"/>
                <a:ext cx="1134214" cy="523220"/>
              </a:xfrm>
              <a:prstGeom prst="rect">
                <a:avLst/>
              </a:prstGeom>
              <a:blipFill>
                <a:blip r:embed="rId11"/>
                <a:stretch>
                  <a:fillRect r="-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ADEF1D5F-940B-A2DE-F8D8-20C0AFBEE126}"/>
                  </a:ext>
                </a:extLst>
              </p:cNvPr>
              <p:cNvSpPr txBox="1"/>
              <p:nvPr/>
            </p:nvSpPr>
            <p:spPr>
              <a:xfrm>
                <a:off x="1503942" y="4915344"/>
                <a:ext cx="1332563"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IN" sz="2800" i="1" smtClean="0">
                          <a:solidFill>
                            <a:schemeClr val="bg1"/>
                          </a:solidFill>
                          <a:latin typeface="Cambria Math" panose="02040503050406030204" pitchFamily="18" charset="0"/>
                        </a:rPr>
                        <m:t>=</m:t>
                      </m:r>
                      <m:r>
                        <a:rPr lang="en-IN" sz="2800" b="0" i="1" smtClean="0">
                          <a:solidFill>
                            <a:schemeClr val="bg1"/>
                          </a:solidFill>
                          <a:latin typeface="Cambria Math" panose="02040503050406030204" pitchFamily="18" charset="0"/>
                        </a:rPr>
                        <m:t>18×</m:t>
                      </m:r>
                    </m:oMath>
                  </m:oMathPara>
                </a14:m>
                <a:endParaRPr lang="en-IN" sz="2800" dirty="0">
                  <a:solidFill>
                    <a:schemeClr val="bg1"/>
                  </a:solidFill>
                </a:endParaRPr>
              </a:p>
            </p:txBody>
          </p:sp>
        </mc:Choice>
        <mc:Fallback xmlns="">
          <p:sp>
            <p:nvSpPr>
              <p:cNvPr id="11" name="TextBox 10">
                <a:extLst>
                  <a:ext uri="{FF2B5EF4-FFF2-40B4-BE49-F238E27FC236}">
                    <a16:creationId xmlns:a16="http://schemas.microsoft.com/office/drawing/2014/main" id="{ADEF1D5F-940B-A2DE-F8D8-20C0AFBEE126}"/>
                  </a:ext>
                </a:extLst>
              </p:cNvPr>
              <p:cNvSpPr txBox="1">
                <a:spLocks noRot="1" noChangeAspect="1" noMove="1" noResize="1" noEditPoints="1" noAdjustHandles="1" noChangeArrowheads="1" noChangeShapeType="1" noTextEdit="1"/>
              </p:cNvSpPr>
              <p:nvPr/>
            </p:nvSpPr>
            <p:spPr>
              <a:xfrm>
                <a:off x="1503942" y="4915344"/>
                <a:ext cx="1332563" cy="523220"/>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A667CF21-F7BA-676B-D6FC-20BE60F38931}"/>
                  </a:ext>
                </a:extLst>
              </p:cNvPr>
              <p:cNvSpPr txBox="1"/>
              <p:nvPr/>
            </p:nvSpPr>
            <p:spPr>
              <a:xfrm>
                <a:off x="2672029" y="4915344"/>
                <a:ext cx="707872"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IN" sz="2800" b="0" i="1" smtClean="0">
                              <a:solidFill>
                                <a:schemeClr val="bg1"/>
                              </a:solidFill>
                              <a:latin typeface="Cambria Math" panose="02040503050406030204" pitchFamily="18" charset="0"/>
                            </a:rPr>
                          </m:ctrlPr>
                        </m:sSupPr>
                        <m:e>
                          <m:r>
                            <a:rPr lang="en-IN" sz="2800" b="0" i="1" smtClean="0">
                              <a:solidFill>
                                <a:schemeClr val="bg1"/>
                              </a:solidFill>
                              <a:latin typeface="Cambria Math" panose="02040503050406030204" pitchFamily="18" charset="0"/>
                            </a:rPr>
                            <m:t>10</m:t>
                          </m:r>
                        </m:e>
                        <m:sup>
                          <m:r>
                            <a:rPr lang="en-IN" sz="2800" b="0" i="1" smtClean="0">
                              <a:solidFill>
                                <a:schemeClr val="bg1"/>
                              </a:solidFill>
                              <a:latin typeface="Cambria Math" panose="02040503050406030204" pitchFamily="18" charset="0"/>
                            </a:rPr>
                            <m:t>13</m:t>
                          </m:r>
                        </m:sup>
                      </m:sSup>
                      <m:r>
                        <a:rPr lang="en-US" sz="2800" b="0" i="1" smtClean="0">
                          <a:solidFill>
                            <a:schemeClr val="bg1"/>
                          </a:solidFill>
                          <a:latin typeface="Cambria Math" panose="02040503050406030204" pitchFamily="18" charset="0"/>
                        </a:rPr>
                        <m:t>𝐽</m:t>
                      </m:r>
                    </m:oMath>
                  </m:oMathPara>
                </a14:m>
                <a:endParaRPr lang="en-IN" sz="2800" dirty="0">
                  <a:solidFill>
                    <a:schemeClr val="bg1"/>
                  </a:solidFill>
                </a:endParaRPr>
              </a:p>
            </p:txBody>
          </p:sp>
        </mc:Choice>
        <mc:Fallback xmlns="">
          <p:sp>
            <p:nvSpPr>
              <p:cNvPr id="12" name="TextBox 11">
                <a:extLst>
                  <a:ext uri="{FF2B5EF4-FFF2-40B4-BE49-F238E27FC236}">
                    <a16:creationId xmlns:a16="http://schemas.microsoft.com/office/drawing/2014/main" id="{A667CF21-F7BA-676B-D6FC-20BE60F38931}"/>
                  </a:ext>
                </a:extLst>
              </p:cNvPr>
              <p:cNvSpPr txBox="1">
                <a:spLocks noRot="1" noChangeAspect="1" noMove="1" noResize="1" noEditPoints="1" noAdjustHandles="1" noChangeArrowheads="1" noChangeShapeType="1" noTextEdit="1"/>
              </p:cNvSpPr>
              <p:nvPr/>
            </p:nvSpPr>
            <p:spPr>
              <a:xfrm>
                <a:off x="2672029" y="4915344"/>
                <a:ext cx="707872" cy="523220"/>
              </a:xfrm>
              <a:prstGeom prst="rect">
                <a:avLst/>
              </a:prstGeom>
              <a:blipFill>
                <a:blip r:embed="rId13"/>
                <a:stretch>
                  <a:fillRect r="-3017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Rectangle 26"/>
              <p:cNvSpPr/>
              <p:nvPr/>
            </p:nvSpPr>
            <p:spPr>
              <a:xfrm>
                <a:off x="6621592" y="904421"/>
                <a:ext cx="2022285" cy="55399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IN" sz="3000" i="1" smtClean="0">
                          <a:solidFill>
                            <a:srgbClr val="FFFF00"/>
                          </a:solidFill>
                          <a:latin typeface="Cambria Math" panose="02040503050406030204" pitchFamily="18" charset="0"/>
                        </a:rPr>
                        <m:t>𝐴</m:t>
                      </m:r>
                      <m:r>
                        <a:rPr lang="en-IN" sz="3000" i="0">
                          <a:solidFill>
                            <a:srgbClr val="FFFF00"/>
                          </a:solidFill>
                          <a:latin typeface="Cambria Math" panose="02040503050406030204" pitchFamily="18" charset="0"/>
                        </a:rPr>
                        <m:t>+</m:t>
                      </m:r>
                      <m:r>
                        <a:rPr lang="en-IN" sz="3000" i="1">
                          <a:solidFill>
                            <a:srgbClr val="FFFF00"/>
                          </a:solidFill>
                          <a:latin typeface="Cambria Math" panose="02040503050406030204" pitchFamily="18" charset="0"/>
                        </a:rPr>
                        <m:t>𝐵</m:t>
                      </m:r>
                      <m:r>
                        <a:rPr lang="en-IN" sz="3000" i="0">
                          <a:solidFill>
                            <a:srgbClr val="FFFF00"/>
                          </a:solidFill>
                          <a:latin typeface="Cambria Math" panose="02040503050406030204" pitchFamily="18" charset="0"/>
                        </a:rPr>
                        <m:t>→</m:t>
                      </m:r>
                      <m:r>
                        <a:rPr lang="en-IN" sz="3000" i="1">
                          <a:solidFill>
                            <a:srgbClr val="FFFF00"/>
                          </a:solidFill>
                          <a:latin typeface="Cambria Math" panose="02040503050406030204" pitchFamily="18" charset="0"/>
                        </a:rPr>
                        <m:t>𝐶</m:t>
                      </m:r>
                    </m:oMath>
                  </m:oMathPara>
                </a14:m>
                <a:endParaRPr lang="en-IN" sz="3000" dirty="0">
                  <a:solidFill>
                    <a:srgbClr val="FFFF00"/>
                  </a:solidFill>
                </a:endParaRPr>
              </a:p>
            </p:txBody>
          </p:sp>
        </mc:Choice>
        <mc:Fallback xmlns="">
          <p:sp>
            <p:nvSpPr>
              <p:cNvPr id="27" name="Rectangle 26"/>
              <p:cNvSpPr>
                <a:spLocks noRot="1" noChangeAspect="1" noMove="1" noResize="1" noEditPoints="1" noAdjustHandles="1" noChangeArrowheads="1" noChangeShapeType="1" noTextEdit="1"/>
              </p:cNvSpPr>
              <p:nvPr/>
            </p:nvSpPr>
            <p:spPr>
              <a:xfrm>
                <a:off x="6621592" y="904421"/>
                <a:ext cx="2022285" cy="553998"/>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Rectangle 27"/>
              <p:cNvSpPr/>
              <p:nvPr/>
            </p:nvSpPr>
            <p:spPr>
              <a:xfrm>
                <a:off x="7064312" y="1458419"/>
                <a:ext cx="2272866" cy="142750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m>
                        <m:mPr>
                          <m:mcs>
                            <m:mc>
                              <m:mcPr>
                                <m:count m:val="1"/>
                                <m:mcJc m:val="center"/>
                              </m:mcPr>
                            </m:mc>
                          </m:mcs>
                          <m:ctrlPr>
                            <a:rPr lang="en-IN" sz="3000" i="1" smtClean="0">
                              <a:solidFill>
                                <a:srgbClr val="FFFF00"/>
                              </a:solidFill>
                              <a:latin typeface="Cambria Math" panose="02040503050406030204" pitchFamily="18" charset="0"/>
                            </a:rPr>
                          </m:ctrlPr>
                        </m:mPr>
                        <m:mr>
                          <m:e>
                            <m:sSub>
                              <m:sSubPr>
                                <m:ctrlPr>
                                  <a:rPr lang="en-IN" sz="3000" i="1">
                                    <a:solidFill>
                                      <a:srgbClr val="FFFF00"/>
                                    </a:solidFill>
                                    <a:latin typeface="Cambria Math" panose="02040503050406030204" pitchFamily="18" charset="0"/>
                                  </a:rPr>
                                </m:ctrlPr>
                              </m:sSubPr>
                              <m:e>
                                <m:r>
                                  <a:rPr lang="en-IN" sz="3000" i="1">
                                    <a:solidFill>
                                      <a:srgbClr val="FFFF00"/>
                                    </a:solidFill>
                                    <a:latin typeface="Cambria Math" panose="02040503050406030204" pitchFamily="18" charset="0"/>
                                  </a:rPr>
                                  <m:t>𝑚</m:t>
                                </m:r>
                              </m:e>
                              <m:sub>
                                <m:r>
                                  <a:rPr lang="en-IN" sz="3000" i="1">
                                    <a:solidFill>
                                      <a:srgbClr val="FFFF00"/>
                                    </a:solidFill>
                                    <a:latin typeface="Cambria Math" panose="02040503050406030204" pitchFamily="18" charset="0"/>
                                  </a:rPr>
                                  <m:t>𝑎</m:t>
                                </m:r>
                              </m:sub>
                            </m:sSub>
                            <m:r>
                              <a:rPr lang="en-IN" sz="3000" i="0">
                                <a:solidFill>
                                  <a:srgbClr val="FFFF00"/>
                                </a:solidFill>
                                <a:latin typeface="Cambria Math" panose="02040503050406030204" pitchFamily="18" charset="0"/>
                              </a:rPr>
                              <m:t>=</m:t>
                            </m:r>
                            <m:r>
                              <a:rPr lang="en-GB" sz="3000" b="0" i="0" smtClean="0">
                                <a:solidFill>
                                  <a:srgbClr val="FFFF00"/>
                                </a:solidFill>
                                <a:latin typeface="Cambria Math" panose="02040503050406030204" pitchFamily="18" charset="0"/>
                              </a:rPr>
                              <m:t>3</m:t>
                            </m:r>
                            <m:r>
                              <a:rPr lang="en-GB" sz="3000" b="0" i="1" smtClean="0">
                                <a:solidFill>
                                  <a:srgbClr val="FFFF00"/>
                                </a:solidFill>
                                <a:latin typeface="Cambria Math" panose="02040503050406030204" pitchFamily="18" charset="0"/>
                              </a:rPr>
                              <m:t>𝑎𝑚𝑢</m:t>
                            </m:r>
                          </m:e>
                        </m:mr>
                        <m:mr>
                          <m:e>
                            <m:sSub>
                              <m:sSubPr>
                                <m:ctrlPr>
                                  <a:rPr lang="en-IN" sz="3000" i="1">
                                    <a:solidFill>
                                      <a:srgbClr val="FFFF00"/>
                                    </a:solidFill>
                                    <a:latin typeface="Cambria Math" panose="02040503050406030204" pitchFamily="18" charset="0"/>
                                  </a:rPr>
                                </m:ctrlPr>
                              </m:sSubPr>
                              <m:e>
                                <m:r>
                                  <a:rPr lang="en-IN" sz="3000" i="1">
                                    <a:solidFill>
                                      <a:srgbClr val="FFFF00"/>
                                    </a:solidFill>
                                    <a:latin typeface="Cambria Math" panose="02040503050406030204" pitchFamily="18" charset="0"/>
                                  </a:rPr>
                                  <m:t>𝑚</m:t>
                                </m:r>
                              </m:e>
                              <m:sub>
                                <m:r>
                                  <a:rPr lang="en-IN" sz="3000" i="1">
                                    <a:solidFill>
                                      <a:srgbClr val="FFFF00"/>
                                    </a:solidFill>
                                    <a:latin typeface="Cambria Math" panose="02040503050406030204" pitchFamily="18" charset="0"/>
                                  </a:rPr>
                                  <m:t>𝑏</m:t>
                                </m:r>
                              </m:sub>
                            </m:sSub>
                            <m:r>
                              <a:rPr lang="en-IN" sz="3000" i="0">
                                <a:solidFill>
                                  <a:srgbClr val="FFFF00"/>
                                </a:solidFill>
                                <a:latin typeface="Cambria Math" panose="02040503050406030204" pitchFamily="18" charset="0"/>
                              </a:rPr>
                              <m:t>=5</m:t>
                            </m:r>
                            <m:r>
                              <a:rPr lang="en-GB" sz="3000" b="0" i="1" smtClean="0">
                                <a:solidFill>
                                  <a:srgbClr val="FFFF00"/>
                                </a:solidFill>
                                <a:latin typeface="Cambria Math" panose="02040503050406030204" pitchFamily="18" charset="0"/>
                              </a:rPr>
                              <m:t>𝑎𝑚𝑢</m:t>
                            </m:r>
                          </m:e>
                        </m:mr>
                        <m:mr>
                          <m:e>
                            <m:sSub>
                              <m:sSubPr>
                                <m:ctrlPr>
                                  <a:rPr lang="en-IN" sz="3000" i="1">
                                    <a:solidFill>
                                      <a:srgbClr val="FFFF00"/>
                                    </a:solidFill>
                                    <a:latin typeface="Cambria Math" panose="02040503050406030204" pitchFamily="18" charset="0"/>
                                  </a:rPr>
                                </m:ctrlPr>
                              </m:sSubPr>
                              <m:e>
                                <m:r>
                                  <a:rPr lang="en-IN" sz="3000" i="1">
                                    <a:solidFill>
                                      <a:srgbClr val="FFFF00"/>
                                    </a:solidFill>
                                    <a:latin typeface="Cambria Math" panose="02040503050406030204" pitchFamily="18" charset="0"/>
                                  </a:rPr>
                                  <m:t>𝑚</m:t>
                                </m:r>
                              </m:e>
                              <m:sub>
                                <m:r>
                                  <a:rPr lang="en-IN" sz="3000" i="1">
                                    <a:solidFill>
                                      <a:srgbClr val="FFFF00"/>
                                    </a:solidFill>
                                    <a:latin typeface="Cambria Math" panose="02040503050406030204" pitchFamily="18" charset="0"/>
                                  </a:rPr>
                                  <m:t>𝑐</m:t>
                                </m:r>
                              </m:sub>
                            </m:sSub>
                            <m:r>
                              <a:rPr lang="en-IN" sz="3000" i="0">
                                <a:solidFill>
                                  <a:srgbClr val="FFFF00"/>
                                </a:solidFill>
                                <a:latin typeface="Cambria Math" panose="02040503050406030204" pitchFamily="18" charset="0"/>
                              </a:rPr>
                              <m:t>=</m:t>
                            </m:r>
                            <m:r>
                              <a:rPr lang="en-GB" sz="3000" b="0" i="1" smtClean="0">
                                <a:solidFill>
                                  <a:srgbClr val="FFFF00"/>
                                </a:solidFill>
                                <a:latin typeface="Cambria Math" panose="02040503050406030204" pitchFamily="18" charset="0"/>
                              </a:rPr>
                              <m:t>6</m:t>
                            </m:r>
                            <m:r>
                              <a:rPr lang="en-GB" sz="3000" b="0" i="1" smtClean="0">
                                <a:solidFill>
                                  <a:srgbClr val="FFFF00"/>
                                </a:solidFill>
                                <a:latin typeface="Cambria Math" panose="02040503050406030204" pitchFamily="18" charset="0"/>
                              </a:rPr>
                              <m:t>𝑎𝑚𝑢</m:t>
                            </m:r>
                          </m:e>
                        </m:mr>
                      </m:m>
                    </m:oMath>
                  </m:oMathPara>
                </a14:m>
                <a:endParaRPr lang="en-IN" sz="3000" dirty="0">
                  <a:solidFill>
                    <a:srgbClr val="FFFF00"/>
                  </a:solidFill>
                </a:endParaRPr>
              </a:p>
            </p:txBody>
          </p:sp>
        </mc:Choice>
        <mc:Fallback xmlns="">
          <p:sp>
            <p:nvSpPr>
              <p:cNvPr id="28" name="Rectangle 27"/>
              <p:cNvSpPr>
                <a:spLocks noRot="1" noChangeAspect="1" noMove="1" noResize="1" noEditPoints="1" noAdjustHandles="1" noChangeArrowheads="1" noChangeShapeType="1" noTextEdit="1"/>
              </p:cNvSpPr>
              <p:nvPr/>
            </p:nvSpPr>
            <p:spPr>
              <a:xfrm>
                <a:off x="7064312" y="1458419"/>
                <a:ext cx="2272866" cy="1427507"/>
              </a:xfrm>
              <a:prstGeom prst="rect">
                <a:avLst/>
              </a:prstGeom>
              <a:blipFill>
                <a:blip r:embed="rId15"/>
                <a:stretch>
                  <a:fillRect/>
                </a:stretch>
              </a:blipFill>
            </p:spPr>
            <p:txBody>
              <a:bodyPr/>
              <a:lstStyle/>
              <a:p>
                <a:r>
                  <a:rPr lang="en-US">
                    <a:noFill/>
                  </a:rPr>
                  <a:t> </a:t>
                </a:r>
              </a:p>
            </p:txBody>
          </p:sp>
        </mc:Fallback>
      </mc:AlternateContent>
      <p:sp>
        <p:nvSpPr>
          <p:cNvPr id="29" name="Rectangle 28"/>
          <p:cNvSpPr/>
          <p:nvPr/>
        </p:nvSpPr>
        <p:spPr>
          <a:xfrm>
            <a:off x="6621592" y="3056361"/>
            <a:ext cx="2875085" cy="45719"/>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3000">
              <a:solidFill>
                <a:srgbClr val="FFFF00"/>
              </a:solidFill>
            </a:endParaRPr>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C3EF830C-82AA-AE66-90F0-ED9DEE7DADB2}"/>
                  </a:ext>
                </a:extLst>
              </p:cNvPr>
              <p:cNvSpPr txBox="1"/>
              <p:nvPr/>
            </p:nvSpPr>
            <p:spPr>
              <a:xfrm>
                <a:off x="6621592" y="3315196"/>
                <a:ext cx="1506895" cy="523220"/>
              </a:xfrm>
              <a:prstGeom prst="rect">
                <a:avLst/>
              </a:prstGeom>
              <a:noFill/>
            </p:spPr>
            <p:txBody>
              <a:bodyPr wrap="square" rtlCol="0">
                <a:spAutoFit/>
              </a:bodyPr>
              <a:lstStyle/>
              <a:p>
                <a:pPr algn="l"/>
                <a14:m>
                  <m:oMathPara xmlns:m="http://schemas.openxmlformats.org/officeDocument/2006/math">
                    <m:oMathParaPr>
                      <m:jc m:val="centerGroup"/>
                    </m:oMathParaPr>
                    <m:oMath xmlns:m="http://schemas.openxmlformats.org/officeDocument/2006/math">
                      <m:r>
                        <m:rPr>
                          <m:sty m:val="p"/>
                        </m:rPr>
                        <a:rPr lang="en-IN" sz="2800" b="0" i="0" smtClean="0">
                          <a:solidFill>
                            <a:schemeClr val="bg1"/>
                          </a:solidFill>
                          <a:latin typeface="Cambria Math" panose="02040503050406030204" pitchFamily="18" charset="0"/>
                        </a:rPr>
                        <m:t>Δ</m:t>
                      </m:r>
                      <m:r>
                        <a:rPr lang="en-IN" sz="2800" b="0" i="1" smtClean="0">
                          <a:solidFill>
                            <a:schemeClr val="bg1"/>
                          </a:solidFill>
                          <a:latin typeface="Cambria Math" panose="02040503050406030204" pitchFamily="18" charset="0"/>
                        </a:rPr>
                        <m:t>𝑀</m:t>
                      </m:r>
                      <m:r>
                        <a:rPr lang="en-IN" sz="2800" b="0" i="1" smtClean="0">
                          <a:solidFill>
                            <a:schemeClr val="bg1"/>
                          </a:solidFill>
                          <a:latin typeface="Cambria Math" panose="02040503050406030204" pitchFamily="18" charset="0"/>
                        </a:rPr>
                        <m:t>=</m:t>
                      </m:r>
                    </m:oMath>
                  </m:oMathPara>
                </a14:m>
                <a:endParaRPr lang="en-IN" sz="2800" dirty="0">
                  <a:solidFill>
                    <a:schemeClr val="bg1"/>
                  </a:solidFill>
                </a:endParaRPr>
              </a:p>
            </p:txBody>
          </p:sp>
        </mc:Choice>
        <mc:Fallback xmlns="">
          <p:sp>
            <p:nvSpPr>
              <p:cNvPr id="30" name="TextBox 29">
                <a:extLst>
                  <a:ext uri="{FF2B5EF4-FFF2-40B4-BE49-F238E27FC236}">
                    <a16:creationId xmlns:a16="http://schemas.microsoft.com/office/drawing/2014/main" id="{C3EF830C-82AA-AE66-90F0-ED9DEE7DADB2}"/>
                  </a:ext>
                </a:extLst>
              </p:cNvPr>
              <p:cNvSpPr txBox="1">
                <a:spLocks noRot="1" noChangeAspect="1" noMove="1" noResize="1" noEditPoints="1" noAdjustHandles="1" noChangeArrowheads="1" noChangeShapeType="1" noTextEdit="1"/>
              </p:cNvSpPr>
              <p:nvPr/>
            </p:nvSpPr>
            <p:spPr>
              <a:xfrm>
                <a:off x="6621592" y="3315196"/>
                <a:ext cx="1506895" cy="523220"/>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FC906DD3-5548-3B81-D4A9-F64CB8BDAD2E}"/>
                  </a:ext>
                </a:extLst>
              </p:cNvPr>
              <p:cNvSpPr txBox="1"/>
              <p:nvPr/>
            </p:nvSpPr>
            <p:spPr>
              <a:xfrm>
                <a:off x="7756038" y="3305080"/>
                <a:ext cx="1506895" cy="523220"/>
              </a:xfrm>
              <a:prstGeom prst="rect">
                <a:avLst/>
              </a:prstGeom>
              <a:noFill/>
            </p:spPr>
            <p:txBody>
              <a:bodyPr wrap="square" rtlCol="0">
                <a:spAutoFit/>
              </a:bodyPr>
              <a:lstStyle/>
              <a:p>
                <a:pPr algn="l"/>
                <a14:m>
                  <m:oMathPara xmlns:m="http://schemas.openxmlformats.org/officeDocument/2006/math">
                    <m:oMathParaPr>
                      <m:jc m:val="centerGroup"/>
                    </m:oMathParaPr>
                    <m:oMath xmlns:m="http://schemas.openxmlformats.org/officeDocument/2006/math">
                      <m:r>
                        <a:rPr lang="en-IN" sz="2800" b="0" i="1" smtClean="0">
                          <a:solidFill>
                            <a:schemeClr val="bg1"/>
                          </a:solidFill>
                          <a:latin typeface="Cambria Math" panose="02040503050406030204" pitchFamily="18" charset="0"/>
                        </a:rPr>
                        <m:t>2</m:t>
                      </m:r>
                      <m:r>
                        <a:rPr lang="en-IN" sz="2800" b="0" i="1" smtClean="0">
                          <a:solidFill>
                            <a:schemeClr val="bg1"/>
                          </a:solidFill>
                          <a:latin typeface="Cambria Math" panose="02040503050406030204" pitchFamily="18" charset="0"/>
                        </a:rPr>
                        <m:t>𝑎𝑚𝑢</m:t>
                      </m:r>
                    </m:oMath>
                  </m:oMathPara>
                </a14:m>
                <a:endParaRPr lang="en-IN" sz="2800" dirty="0">
                  <a:solidFill>
                    <a:schemeClr val="bg1"/>
                  </a:solidFill>
                </a:endParaRPr>
              </a:p>
            </p:txBody>
          </p:sp>
        </mc:Choice>
        <mc:Fallback xmlns="">
          <p:sp>
            <p:nvSpPr>
              <p:cNvPr id="31" name="TextBox 30">
                <a:extLst>
                  <a:ext uri="{FF2B5EF4-FFF2-40B4-BE49-F238E27FC236}">
                    <a16:creationId xmlns:a16="http://schemas.microsoft.com/office/drawing/2014/main" id="{FC906DD3-5548-3B81-D4A9-F64CB8BDAD2E}"/>
                  </a:ext>
                </a:extLst>
              </p:cNvPr>
              <p:cNvSpPr txBox="1">
                <a:spLocks noRot="1" noChangeAspect="1" noMove="1" noResize="1" noEditPoints="1" noAdjustHandles="1" noChangeArrowheads="1" noChangeShapeType="1" noTextEdit="1"/>
              </p:cNvSpPr>
              <p:nvPr/>
            </p:nvSpPr>
            <p:spPr>
              <a:xfrm>
                <a:off x="7756038" y="3305080"/>
                <a:ext cx="1506895" cy="523220"/>
              </a:xfrm>
              <a:prstGeom prst="rect">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5B0E4C07-7BF2-F013-4B5A-6F5E82379116}"/>
                  </a:ext>
                </a:extLst>
              </p:cNvPr>
              <p:cNvSpPr txBox="1"/>
              <p:nvPr/>
            </p:nvSpPr>
            <p:spPr>
              <a:xfrm>
                <a:off x="6742842" y="3784839"/>
                <a:ext cx="1506895" cy="523220"/>
              </a:xfrm>
              <a:prstGeom prst="rect">
                <a:avLst/>
              </a:prstGeom>
              <a:noFill/>
            </p:spPr>
            <p:txBody>
              <a:bodyPr wrap="square" rtlCol="0">
                <a:spAutoFit/>
              </a:bodyPr>
              <a:lstStyle/>
              <a:p>
                <a:pPr algn="l"/>
                <a14:m>
                  <m:oMathPara xmlns:m="http://schemas.openxmlformats.org/officeDocument/2006/math">
                    <m:oMathParaPr>
                      <m:jc m:val="centerGroup"/>
                    </m:oMathParaPr>
                    <m:oMath xmlns:m="http://schemas.openxmlformats.org/officeDocument/2006/math">
                      <m:r>
                        <a:rPr lang="en-IN" sz="2800" b="0" i="1" smtClean="0">
                          <a:solidFill>
                            <a:schemeClr val="bg1"/>
                          </a:solidFill>
                          <a:latin typeface="Cambria Math" panose="02040503050406030204" pitchFamily="18" charset="0"/>
                        </a:rPr>
                        <m:t>𝐸</m:t>
                      </m:r>
                      <m:r>
                        <a:rPr lang="en-IN" sz="2800" b="0" i="1" smtClean="0">
                          <a:solidFill>
                            <a:schemeClr val="bg1"/>
                          </a:solidFill>
                          <a:latin typeface="Cambria Math" panose="02040503050406030204" pitchFamily="18" charset="0"/>
                        </a:rPr>
                        <m:t>=</m:t>
                      </m:r>
                    </m:oMath>
                  </m:oMathPara>
                </a14:m>
                <a:endParaRPr lang="en-IN" sz="2800" dirty="0">
                  <a:solidFill>
                    <a:schemeClr val="bg1"/>
                  </a:solidFill>
                </a:endParaRPr>
              </a:p>
            </p:txBody>
          </p:sp>
        </mc:Choice>
        <mc:Fallback xmlns="">
          <p:sp>
            <p:nvSpPr>
              <p:cNvPr id="32" name="TextBox 31">
                <a:extLst>
                  <a:ext uri="{FF2B5EF4-FFF2-40B4-BE49-F238E27FC236}">
                    <a16:creationId xmlns:a16="http://schemas.microsoft.com/office/drawing/2014/main" id="{5B0E4C07-7BF2-F013-4B5A-6F5E82379116}"/>
                  </a:ext>
                </a:extLst>
              </p:cNvPr>
              <p:cNvSpPr txBox="1">
                <a:spLocks noRot="1" noChangeAspect="1" noMove="1" noResize="1" noEditPoints="1" noAdjustHandles="1" noChangeArrowheads="1" noChangeShapeType="1" noTextEdit="1"/>
              </p:cNvSpPr>
              <p:nvPr/>
            </p:nvSpPr>
            <p:spPr>
              <a:xfrm>
                <a:off x="6742842" y="3784839"/>
                <a:ext cx="1506895" cy="523220"/>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D1757EC8-9928-C219-176D-0C191177D146}"/>
                  </a:ext>
                </a:extLst>
              </p:cNvPr>
              <p:cNvSpPr txBox="1"/>
              <p:nvPr/>
            </p:nvSpPr>
            <p:spPr>
              <a:xfrm>
                <a:off x="7802124" y="3774723"/>
                <a:ext cx="2162974"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IN" sz="2800" i="1" smtClean="0">
                          <a:solidFill>
                            <a:schemeClr val="bg1"/>
                          </a:solidFill>
                          <a:latin typeface="Cambria Math" panose="02040503050406030204" pitchFamily="18" charset="0"/>
                        </a:rPr>
                        <m:t>2</m:t>
                      </m:r>
                      <m:r>
                        <a:rPr lang="en-IN" sz="2800" b="0" i="1" smtClean="0">
                          <a:solidFill>
                            <a:schemeClr val="bg1"/>
                          </a:solidFill>
                          <a:latin typeface="Cambria Math" panose="02040503050406030204" pitchFamily="18" charset="0"/>
                        </a:rPr>
                        <m:t>×931</m:t>
                      </m:r>
                      <m:r>
                        <a:rPr lang="en-IN" sz="2800" b="0" i="1" smtClean="0">
                          <a:solidFill>
                            <a:schemeClr val="bg1"/>
                          </a:solidFill>
                          <a:latin typeface="Cambria Math" panose="02040503050406030204" pitchFamily="18" charset="0"/>
                        </a:rPr>
                        <m:t>𝑀𝑒𝑉</m:t>
                      </m:r>
                    </m:oMath>
                  </m:oMathPara>
                </a14:m>
                <a:endParaRPr lang="en-IN" sz="2800" dirty="0">
                  <a:solidFill>
                    <a:schemeClr val="bg1"/>
                  </a:solidFill>
                </a:endParaRPr>
              </a:p>
            </p:txBody>
          </p:sp>
        </mc:Choice>
        <mc:Fallback xmlns="">
          <p:sp>
            <p:nvSpPr>
              <p:cNvPr id="33" name="TextBox 32">
                <a:extLst>
                  <a:ext uri="{FF2B5EF4-FFF2-40B4-BE49-F238E27FC236}">
                    <a16:creationId xmlns:a16="http://schemas.microsoft.com/office/drawing/2014/main" id="{D1757EC8-9928-C219-176D-0C191177D146}"/>
                  </a:ext>
                </a:extLst>
              </p:cNvPr>
              <p:cNvSpPr txBox="1">
                <a:spLocks noRot="1" noChangeAspect="1" noMove="1" noResize="1" noEditPoints="1" noAdjustHandles="1" noChangeArrowheads="1" noChangeShapeType="1" noTextEdit="1"/>
              </p:cNvSpPr>
              <p:nvPr/>
            </p:nvSpPr>
            <p:spPr>
              <a:xfrm>
                <a:off x="7802124" y="3774723"/>
                <a:ext cx="2162974" cy="523220"/>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BB40EE4F-ED3D-67E9-640E-3967E3D3DAD2}"/>
                  </a:ext>
                </a:extLst>
              </p:cNvPr>
              <p:cNvSpPr txBox="1"/>
              <p:nvPr/>
            </p:nvSpPr>
            <p:spPr>
              <a:xfrm>
                <a:off x="7461622" y="4327935"/>
                <a:ext cx="760175"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IN" sz="2800" i="1" smtClean="0">
                          <a:solidFill>
                            <a:schemeClr val="bg1"/>
                          </a:solidFill>
                          <a:latin typeface="Cambria Math" panose="02040503050406030204" pitchFamily="18" charset="0"/>
                        </a:rPr>
                        <m:t>=</m:t>
                      </m:r>
                      <m:r>
                        <a:rPr lang="en-IN" sz="2800" b="0" i="1" smtClean="0">
                          <a:solidFill>
                            <a:schemeClr val="bg1"/>
                          </a:solidFill>
                          <a:latin typeface="Cambria Math" panose="02040503050406030204" pitchFamily="18" charset="0"/>
                        </a:rPr>
                        <m:t>1862</m:t>
                      </m:r>
                      <m:r>
                        <a:rPr lang="en-IN" sz="2800" b="0" i="1" smtClean="0">
                          <a:solidFill>
                            <a:schemeClr val="bg1"/>
                          </a:solidFill>
                          <a:latin typeface="Cambria Math" panose="02040503050406030204" pitchFamily="18" charset="0"/>
                        </a:rPr>
                        <m:t>𝑀𝑒𝑉</m:t>
                      </m:r>
                    </m:oMath>
                  </m:oMathPara>
                </a14:m>
                <a:endParaRPr lang="en-IN" sz="2800" dirty="0">
                  <a:solidFill>
                    <a:schemeClr val="bg1"/>
                  </a:solidFill>
                </a:endParaRPr>
              </a:p>
            </p:txBody>
          </p:sp>
        </mc:Choice>
        <mc:Fallback xmlns="">
          <p:sp>
            <p:nvSpPr>
              <p:cNvPr id="34" name="TextBox 33">
                <a:extLst>
                  <a:ext uri="{FF2B5EF4-FFF2-40B4-BE49-F238E27FC236}">
                    <a16:creationId xmlns:a16="http://schemas.microsoft.com/office/drawing/2014/main" id="{BB40EE4F-ED3D-67E9-640E-3967E3D3DAD2}"/>
                  </a:ext>
                </a:extLst>
              </p:cNvPr>
              <p:cNvSpPr txBox="1">
                <a:spLocks noRot="1" noChangeAspect="1" noMove="1" noResize="1" noEditPoints="1" noAdjustHandles="1" noChangeArrowheads="1" noChangeShapeType="1" noTextEdit="1"/>
              </p:cNvSpPr>
              <p:nvPr/>
            </p:nvSpPr>
            <p:spPr>
              <a:xfrm>
                <a:off x="7461622" y="4327935"/>
                <a:ext cx="760175" cy="523220"/>
              </a:xfrm>
              <a:prstGeom prst="rect">
                <a:avLst/>
              </a:prstGeom>
              <a:blipFill>
                <a:blip r:embed="rId20"/>
                <a:stretch>
                  <a:fillRect r="-154400"/>
                </a:stretch>
              </a:blipFill>
            </p:spPr>
            <p:txBody>
              <a:bodyPr/>
              <a:lstStyle/>
              <a:p>
                <a:r>
                  <a:rPr lang="en-US">
                    <a:noFill/>
                  </a:rPr>
                  <a:t> </a:t>
                </a:r>
              </a:p>
            </p:txBody>
          </p:sp>
        </mc:Fallback>
      </mc:AlternateContent>
    </p:spTree>
    <p:extLst>
      <p:ext uri="{BB962C8B-B14F-4D97-AF65-F5344CB8AC3E}">
        <p14:creationId xmlns:p14="http://schemas.microsoft.com/office/powerpoint/2010/main" val="18319432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fade">
                                      <p:cBhvr>
                                        <p:cTn id="20" dur="500"/>
                                        <p:tgtEl>
                                          <p:spTgt spid="4"/>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500"/>
                                        <p:tgtEl>
                                          <p:spTgt spid="5"/>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fade">
                                      <p:cBhvr>
                                        <p:cTn id="30" dur="500"/>
                                        <p:tgtEl>
                                          <p:spTgt spid="6"/>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fade">
                                      <p:cBhvr>
                                        <p:cTn id="35" dur="500"/>
                                        <p:tgtEl>
                                          <p:spTgt spid="7"/>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9"/>
                                        </p:tgtEl>
                                        <p:attrNameLst>
                                          <p:attrName>style.visibility</p:attrName>
                                        </p:attrNameLst>
                                      </p:cBhvr>
                                      <p:to>
                                        <p:strVal val="visible"/>
                                      </p:to>
                                    </p:set>
                                    <p:animEffect transition="in" filter="fade">
                                      <p:cBhvr>
                                        <p:cTn id="40" dur="500"/>
                                        <p:tgtEl>
                                          <p:spTgt spid="9"/>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8"/>
                                        </p:tgtEl>
                                        <p:attrNameLst>
                                          <p:attrName>style.visibility</p:attrName>
                                        </p:attrNameLst>
                                      </p:cBhvr>
                                      <p:to>
                                        <p:strVal val="visible"/>
                                      </p:to>
                                    </p:set>
                                    <p:animEffect transition="in" filter="fade">
                                      <p:cBhvr>
                                        <p:cTn id="45" dur="500"/>
                                        <p:tgtEl>
                                          <p:spTgt spid="8"/>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11"/>
                                        </p:tgtEl>
                                        <p:attrNameLst>
                                          <p:attrName>style.visibility</p:attrName>
                                        </p:attrNameLst>
                                      </p:cBhvr>
                                      <p:to>
                                        <p:strVal val="visible"/>
                                      </p:to>
                                    </p:set>
                                    <p:animEffect transition="in" filter="fade">
                                      <p:cBhvr>
                                        <p:cTn id="50" dur="500"/>
                                        <p:tgtEl>
                                          <p:spTgt spid="11"/>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12"/>
                                        </p:tgtEl>
                                        <p:attrNameLst>
                                          <p:attrName>style.visibility</p:attrName>
                                        </p:attrNameLst>
                                      </p:cBhvr>
                                      <p:to>
                                        <p:strVal val="visible"/>
                                      </p:to>
                                    </p:set>
                                    <p:animEffect transition="in" filter="fade">
                                      <p:cBhvr>
                                        <p:cTn id="55" dur="500"/>
                                        <p:tgtEl>
                                          <p:spTgt spid="12"/>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27"/>
                                        </p:tgtEl>
                                        <p:attrNameLst>
                                          <p:attrName>style.visibility</p:attrName>
                                        </p:attrNameLst>
                                      </p:cBhvr>
                                      <p:to>
                                        <p:strVal val="visible"/>
                                      </p:to>
                                    </p:set>
                                    <p:animEffect transition="in" filter="fade">
                                      <p:cBhvr>
                                        <p:cTn id="60" dur="500"/>
                                        <p:tgtEl>
                                          <p:spTgt spid="27"/>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8"/>
                                        </p:tgtEl>
                                        <p:attrNameLst>
                                          <p:attrName>style.visibility</p:attrName>
                                        </p:attrNameLst>
                                      </p:cBhvr>
                                      <p:to>
                                        <p:strVal val="visible"/>
                                      </p:to>
                                    </p:set>
                                    <p:animEffect transition="in" filter="fade">
                                      <p:cBhvr>
                                        <p:cTn id="63" dur="500"/>
                                        <p:tgtEl>
                                          <p:spTgt spid="28"/>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30"/>
                                        </p:tgtEl>
                                        <p:attrNameLst>
                                          <p:attrName>style.visibility</p:attrName>
                                        </p:attrNameLst>
                                      </p:cBhvr>
                                      <p:to>
                                        <p:strVal val="visible"/>
                                      </p:to>
                                    </p:set>
                                    <p:animEffect transition="in" filter="fade">
                                      <p:cBhvr>
                                        <p:cTn id="68" dur="500"/>
                                        <p:tgtEl>
                                          <p:spTgt spid="30"/>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31"/>
                                        </p:tgtEl>
                                        <p:attrNameLst>
                                          <p:attrName>style.visibility</p:attrName>
                                        </p:attrNameLst>
                                      </p:cBhvr>
                                      <p:to>
                                        <p:strVal val="visible"/>
                                      </p:to>
                                    </p:set>
                                    <p:animEffect transition="in" filter="fade">
                                      <p:cBhvr>
                                        <p:cTn id="73" dur="500"/>
                                        <p:tgtEl>
                                          <p:spTgt spid="31"/>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grpId="0" nodeType="clickEffect">
                                  <p:stCondLst>
                                    <p:cond delay="0"/>
                                  </p:stCondLst>
                                  <p:childTnLst>
                                    <p:set>
                                      <p:cBhvr>
                                        <p:cTn id="77" dur="1" fill="hold">
                                          <p:stCondLst>
                                            <p:cond delay="0"/>
                                          </p:stCondLst>
                                        </p:cTn>
                                        <p:tgtEl>
                                          <p:spTgt spid="32"/>
                                        </p:tgtEl>
                                        <p:attrNameLst>
                                          <p:attrName>style.visibility</p:attrName>
                                        </p:attrNameLst>
                                      </p:cBhvr>
                                      <p:to>
                                        <p:strVal val="visible"/>
                                      </p:to>
                                    </p:set>
                                    <p:animEffect transition="in" filter="fade">
                                      <p:cBhvr>
                                        <p:cTn id="78" dur="500"/>
                                        <p:tgtEl>
                                          <p:spTgt spid="32"/>
                                        </p:tgtEl>
                                      </p:cBhvr>
                                    </p:animEffect>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grpId="0" nodeType="clickEffect">
                                  <p:stCondLst>
                                    <p:cond delay="0"/>
                                  </p:stCondLst>
                                  <p:childTnLst>
                                    <p:set>
                                      <p:cBhvr>
                                        <p:cTn id="82" dur="1" fill="hold">
                                          <p:stCondLst>
                                            <p:cond delay="0"/>
                                          </p:stCondLst>
                                        </p:cTn>
                                        <p:tgtEl>
                                          <p:spTgt spid="33"/>
                                        </p:tgtEl>
                                        <p:attrNameLst>
                                          <p:attrName>style.visibility</p:attrName>
                                        </p:attrNameLst>
                                      </p:cBhvr>
                                      <p:to>
                                        <p:strVal val="visible"/>
                                      </p:to>
                                    </p:set>
                                    <p:animEffect transition="in" filter="fade">
                                      <p:cBhvr>
                                        <p:cTn id="83" dur="500"/>
                                        <p:tgtEl>
                                          <p:spTgt spid="33"/>
                                        </p:tgtEl>
                                      </p:cBhvr>
                                    </p:animEffect>
                                  </p:childTnLst>
                                </p:cTn>
                              </p:par>
                            </p:childTnLst>
                          </p:cTn>
                        </p:par>
                      </p:childTnLst>
                    </p:cTn>
                  </p:par>
                  <p:par>
                    <p:cTn id="84" fill="hold">
                      <p:stCondLst>
                        <p:cond delay="indefinite"/>
                      </p:stCondLst>
                      <p:childTnLst>
                        <p:par>
                          <p:cTn id="85" fill="hold">
                            <p:stCondLst>
                              <p:cond delay="0"/>
                            </p:stCondLst>
                            <p:childTnLst>
                              <p:par>
                                <p:cTn id="86" presetID="10" presetClass="entr" presetSubtype="0" fill="hold" grpId="0" nodeType="clickEffect">
                                  <p:stCondLst>
                                    <p:cond delay="0"/>
                                  </p:stCondLst>
                                  <p:childTnLst>
                                    <p:set>
                                      <p:cBhvr>
                                        <p:cTn id="87" dur="1" fill="hold">
                                          <p:stCondLst>
                                            <p:cond delay="0"/>
                                          </p:stCondLst>
                                        </p:cTn>
                                        <p:tgtEl>
                                          <p:spTgt spid="34"/>
                                        </p:tgtEl>
                                        <p:attrNameLst>
                                          <p:attrName>style.visibility</p:attrName>
                                        </p:attrNameLst>
                                      </p:cBhvr>
                                      <p:to>
                                        <p:strVal val="visible"/>
                                      </p:to>
                                    </p:set>
                                    <p:animEffect transition="in" filter="fade">
                                      <p:cBhvr>
                                        <p:cTn id="88"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6" grpId="0"/>
      <p:bldP spid="3" grpId="0"/>
      <p:bldP spid="4" grpId="0"/>
      <p:bldP spid="5" grpId="0"/>
      <p:bldP spid="6" grpId="0"/>
      <p:bldP spid="7" grpId="0"/>
      <p:bldP spid="8" grpId="0"/>
      <p:bldP spid="9" grpId="0"/>
      <p:bldP spid="11" grpId="0"/>
      <p:bldP spid="12" grpId="0"/>
      <p:bldP spid="27" grpId="0"/>
      <p:bldP spid="28" grpId="0"/>
      <p:bldP spid="30" grpId="0"/>
      <p:bldP spid="31" grpId="0"/>
      <p:bldP spid="32" grpId="0"/>
      <p:bldP spid="33" grpId="0"/>
      <p:bldP spid="3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6CB89DCC-E663-38ED-2536-82B1AF455BD3}"/>
              </a:ext>
            </a:extLst>
          </p:cNvPr>
          <p:cNvGrpSpPr/>
          <p:nvPr/>
        </p:nvGrpSpPr>
        <p:grpSpPr>
          <a:xfrm>
            <a:off x="87521" y="188159"/>
            <a:ext cx="7344519" cy="3287032"/>
            <a:chOff x="412641" y="198319"/>
            <a:chExt cx="7344519" cy="3287032"/>
          </a:xfrm>
        </p:grpSpPr>
        <mc:AlternateContent xmlns:mc="http://schemas.openxmlformats.org/markup-compatibility/2006" xmlns:a14="http://schemas.microsoft.com/office/drawing/2010/main">
          <mc:Choice Requires="a14">
            <p:sp>
              <p:nvSpPr>
                <p:cNvPr id="24" name="Rectangle 23"/>
                <p:cNvSpPr/>
                <p:nvPr/>
              </p:nvSpPr>
              <p:spPr>
                <a:xfrm>
                  <a:off x="5617088" y="756922"/>
                  <a:ext cx="2022285" cy="55399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IN" sz="3000" i="1" smtClean="0">
                            <a:solidFill>
                              <a:srgbClr val="FFFF00"/>
                            </a:solidFill>
                            <a:latin typeface="Cambria Math" panose="02040503050406030204" pitchFamily="18" charset="0"/>
                          </a:rPr>
                          <m:t>𝐴</m:t>
                        </m:r>
                        <m:r>
                          <a:rPr lang="en-IN" sz="3000" i="0">
                            <a:solidFill>
                              <a:srgbClr val="FFFF00"/>
                            </a:solidFill>
                            <a:latin typeface="Cambria Math" panose="02040503050406030204" pitchFamily="18" charset="0"/>
                          </a:rPr>
                          <m:t>+</m:t>
                        </m:r>
                        <m:r>
                          <a:rPr lang="en-IN" sz="3000" i="1">
                            <a:solidFill>
                              <a:srgbClr val="FFFF00"/>
                            </a:solidFill>
                            <a:latin typeface="Cambria Math" panose="02040503050406030204" pitchFamily="18" charset="0"/>
                          </a:rPr>
                          <m:t>𝐵</m:t>
                        </m:r>
                        <m:r>
                          <a:rPr lang="en-IN" sz="3000" i="0">
                            <a:solidFill>
                              <a:srgbClr val="FFFF00"/>
                            </a:solidFill>
                            <a:latin typeface="Cambria Math" panose="02040503050406030204" pitchFamily="18" charset="0"/>
                          </a:rPr>
                          <m:t>→</m:t>
                        </m:r>
                        <m:r>
                          <a:rPr lang="en-IN" sz="3000" i="1">
                            <a:solidFill>
                              <a:srgbClr val="FFFF00"/>
                            </a:solidFill>
                            <a:latin typeface="Cambria Math" panose="02040503050406030204" pitchFamily="18" charset="0"/>
                          </a:rPr>
                          <m:t>𝐶</m:t>
                        </m:r>
                      </m:oMath>
                    </m:oMathPara>
                  </a14:m>
                  <a:endParaRPr lang="en-IN" sz="3000" dirty="0">
                    <a:solidFill>
                      <a:srgbClr val="FFFF00"/>
                    </a:solidFill>
                  </a:endParaRPr>
                </a:p>
              </p:txBody>
            </p:sp>
          </mc:Choice>
          <mc:Fallback xmlns="">
            <p:sp>
              <p:nvSpPr>
                <p:cNvPr id="24" name="Rectangle 23"/>
                <p:cNvSpPr>
                  <a:spLocks noRot="1" noChangeAspect="1" noMove="1" noResize="1" noEditPoints="1" noAdjustHandles="1" noChangeArrowheads="1" noChangeShapeType="1" noTextEdit="1"/>
                </p:cNvSpPr>
                <p:nvPr/>
              </p:nvSpPr>
              <p:spPr>
                <a:xfrm>
                  <a:off x="5617088" y="756922"/>
                  <a:ext cx="2022285" cy="553998"/>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Rectangle 24"/>
                <p:cNvSpPr/>
                <p:nvPr/>
              </p:nvSpPr>
              <p:spPr>
                <a:xfrm>
                  <a:off x="515294" y="1295259"/>
                  <a:ext cx="4871462" cy="1477328"/>
                </a:xfrm>
                <a:prstGeom prst="rect">
                  <a:avLst/>
                </a:prstGeom>
              </p:spPr>
              <p:txBody>
                <a:bodyPr wrap="none">
                  <a:spAutoFit/>
                </a:bodyPr>
                <a:lstStyle/>
                <a:p>
                  <a:r>
                    <a:rPr lang="en-US" sz="3000" i="0" dirty="0">
                      <a:solidFill>
                        <a:srgbClr val="FFFF00"/>
                      </a:solidFill>
                      <a:latin typeface="+mj-lt"/>
                    </a:rPr>
                    <a:t>Binding energy of A </a:t>
                  </a:r>
                  <a14:m>
                    <m:oMath xmlns:m="http://schemas.openxmlformats.org/officeDocument/2006/math">
                      <m:r>
                        <a:rPr lang="en-IN" sz="3000" i="1" dirty="0" smtClean="0">
                          <a:solidFill>
                            <a:srgbClr val="FFFF00"/>
                          </a:solidFill>
                          <a:latin typeface="Cambria Math" panose="02040503050406030204" pitchFamily="18" charset="0"/>
                        </a:rPr>
                        <m:t>=</m:t>
                      </m:r>
                      <m:r>
                        <a:rPr lang="en-GB" sz="3000" b="0" i="1" dirty="0" smtClean="0">
                          <a:solidFill>
                            <a:srgbClr val="FFFF00"/>
                          </a:solidFill>
                          <a:latin typeface="Cambria Math" panose="02040503050406030204" pitchFamily="18" charset="0"/>
                        </a:rPr>
                        <m:t>13</m:t>
                      </m:r>
                      <m:r>
                        <a:rPr lang="en-GB" sz="3000" b="0" i="1" dirty="0" smtClean="0">
                          <a:solidFill>
                            <a:srgbClr val="FFFF00"/>
                          </a:solidFill>
                          <a:latin typeface="Cambria Math" panose="02040503050406030204" pitchFamily="18" charset="0"/>
                        </a:rPr>
                        <m:t>𝑀𝑒𝑉</m:t>
                      </m:r>
                    </m:oMath>
                  </a14:m>
                  <a:endParaRPr lang="en-GB" sz="3000" b="0" i="0" dirty="0">
                    <a:solidFill>
                      <a:srgbClr val="FFFF00"/>
                    </a:solidFill>
                    <a:latin typeface="+mj-lt"/>
                  </a:endParaRPr>
                </a:p>
                <a:p>
                  <a:r>
                    <a:rPr lang="en-US" sz="3000" dirty="0">
                      <a:solidFill>
                        <a:srgbClr val="FFFF00"/>
                      </a:solidFill>
                    </a:rPr>
                    <a:t>Binding energy of B </a:t>
                  </a:r>
                  <a14:m>
                    <m:oMath xmlns:m="http://schemas.openxmlformats.org/officeDocument/2006/math">
                      <m:r>
                        <a:rPr lang="en-IN" sz="3000" i="1" dirty="0" smtClean="0">
                          <a:solidFill>
                            <a:srgbClr val="FFFF00"/>
                          </a:solidFill>
                          <a:latin typeface="Cambria Math" panose="02040503050406030204" pitchFamily="18" charset="0"/>
                        </a:rPr>
                        <m:t>=</m:t>
                      </m:r>
                      <m:r>
                        <a:rPr lang="en-GB" sz="3000" b="0" i="1" dirty="0" smtClean="0">
                          <a:solidFill>
                            <a:srgbClr val="FFFF00"/>
                          </a:solidFill>
                          <a:latin typeface="Cambria Math" panose="02040503050406030204" pitchFamily="18" charset="0"/>
                        </a:rPr>
                        <m:t>18</m:t>
                      </m:r>
                      <m:r>
                        <a:rPr lang="en-GB" sz="3000" i="1" dirty="0" smtClean="0">
                          <a:solidFill>
                            <a:srgbClr val="FFFF00"/>
                          </a:solidFill>
                          <a:latin typeface="Cambria Math" panose="02040503050406030204" pitchFamily="18" charset="0"/>
                        </a:rPr>
                        <m:t>𝑀𝑒𝑉</m:t>
                      </m:r>
                    </m:oMath>
                  </a14:m>
                  <a:endParaRPr lang="en-GB" sz="3000" i="0" dirty="0">
                    <a:solidFill>
                      <a:srgbClr val="FFFF00"/>
                    </a:solidFill>
                    <a:latin typeface="+mj-lt"/>
                  </a:endParaRPr>
                </a:p>
                <a:p>
                  <a:r>
                    <a:rPr lang="en-US" sz="3000" dirty="0">
                      <a:solidFill>
                        <a:srgbClr val="FFFF00"/>
                      </a:solidFill>
                    </a:rPr>
                    <a:t>Binding energy of C </a:t>
                  </a:r>
                  <a14:m>
                    <m:oMath xmlns:m="http://schemas.openxmlformats.org/officeDocument/2006/math">
                      <m:r>
                        <a:rPr lang="en-IN" sz="3000" i="1" dirty="0" smtClean="0">
                          <a:solidFill>
                            <a:srgbClr val="FFFF00"/>
                          </a:solidFill>
                          <a:latin typeface="Cambria Math" panose="02040503050406030204" pitchFamily="18" charset="0"/>
                        </a:rPr>
                        <m:t>=</m:t>
                      </m:r>
                      <m:r>
                        <a:rPr lang="en-GB" sz="3000" b="0" i="1" dirty="0" smtClean="0">
                          <a:solidFill>
                            <a:srgbClr val="FFFF00"/>
                          </a:solidFill>
                          <a:latin typeface="Cambria Math" panose="02040503050406030204" pitchFamily="18" charset="0"/>
                        </a:rPr>
                        <m:t>26</m:t>
                      </m:r>
                      <m:r>
                        <a:rPr lang="en-GB" sz="3000" i="1" dirty="0" smtClean="0">
                          <a:solidFill>
                            <a:srgbClr val="FFFF00"/>
                          </a:solidFill>
                          <a:latin typeface="Cambria Math" panose="02040503050406030204" pitchFamily="18" charset="0"/>
                        </a:rPr>
                        <m:t>𝑀𝑒𝑉</m:t>
                      </m:r>
                    </m:oMath>
                  </a14:m>
                  <a:endParaRPr lang="en-IN" sz="3000" dirty="0">
                    <a:solidFill>
                      <a:srgbClr val="FFFF00"/>
                    </a:solidFill>
                  </a:endParaRPr>
                </a:p>
              </p:txBody>
            </p:sp>
          </mc:Choice>
          <mc:Fallback xmlns="">
            <p:sp>
              <p:nvSpPr>
                <p:cNvPr id="25" name="Rectangle 24"/>
                <p:cNvSpPr>
                  <a:spLocks noRot="1" noChangeAspect="1" noMove="1" noResize="1" noEditPoints="1" noAdjustHandles="1" noChangeArrowheads="1" noChangeShapeType="1" noTextEdit="1"/>
                </p:cNvSpPr>
                <p:nvPr/>
              </p:nvSpPr>
              <p:spPr>
                <a:xfrm>
                  <a:off x="515294" y="1295259"/>
                  <a:ext cx="4871462" cy="1477328"/>
                </a:xfrm>
                <a:prstGeom prst="rect">
                  <a:avLst/>
                </a:prstGeom>
                <a:blipFill>
                  <a:blip r:embed="rId4"/>
                  <a:stretch>
                    <a:fillRect l="-2879" t="-4959" b="-12397"/>
                  </a:stretch>
                </a:blipFill>
              </p:spPr>
              <p:txBody>
                <a:bodyPr/>
                <a:lstStyle/>
                <a:p>
                  <a:r>
                    <a:rPr lang="en-US">
                      <a:noFill/>
                    </a:rPr>
                    <a:t> </a:t>
                  </a:r>
                </a:p>
              </p:txBody>
            </p:sp>
          </mc:Fallback>
        </mc:AlternateContent>
        <p:sp>
          <p:nvSpPr>
            <p:cNvPr id="10" name="Rectangle 9">
              <a:extLst>
                <a:ext uri="{FF2B5EF4-FFF2-40B4-BE49-F238E27FC236}">
                  <a16:creationId xmlns:a16="http://schemas.microsoft.com/office/drawing/2014/main" id="{F50BD6E6-37C7-C697-AD6C-F194D8FFF83A}"/>
                </a:ext>
              </a:extLst>
            </p:cNvPr>
            <p:cNvSpPr/>
            <p:nvPr/>
          </p:nvSpPr>
          <p:spPr>
            <a:xfrm>
              <a:off x="412641" y="198319"/>
              <a:ext cx="1541576" cy="523220"/>
            </a:xfrm>
            <a:prstGeom prst="rect">
              <a:avLst/>
            </a:prstGeom>
            <a:noFill/>
          </p:spPr>
          <p:txBody>
            <a:bodyPr wrap="none" lIns="91440" tIns="45720" rIns="91440" bIns="45720">
              <a:spAutoFit/>
            </a:bodyPr>
            <a:lstStyle/>
            <a:p>
              <a:pPr algn="ctr"/>
              <a:r>
                <a:rPr lang="en-US" sz="2800" b="1"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rPr>
                <a:t>Question</a:t>
              </a:r>
            </a:p>
          </p:txBody>
        </p:sp>
        <p:sp>
          <p:nvSpPr>
            <p:cNvPr id="15" name="TextBox 14">
              <a:extLst>
                <a:ext uri="{FF2B5EF4-FFF2-40B4-BE49-F238E27FC236}">
                  <a16:creationId xmlns:a16="http://schemas.microsoft.com/office/drawing/2014/main" id="{1A70E856-5AF8-C6E1-72E7-D2A01BF556FA}"/>
                </a:ext>
              </a:extLst>
            </p:cNvPr>
            <p:cNvSpPr txBox="1"/>
            <p:nvPr/>
          </p:nvSpPr>
          <p:spPr>
            <a:xfrm>
              <a:off x="425386" y="752317"/>
              <a:ext cx="5887616" cy="523220"/>
            </a:xfrm>
            <a:prstGeom prst="rect">
              <a:avLst/>
            </a:prstGeom>
            <a:noFill/>
          </p:spPr>
          <p:txBody>
            <a:bodyPr wrap="square" rtlCol="0">
              <a:spAutoFit/>
            </a:bodyPr>
            <a:lstStyle/>
            <a:p>
              <a:pPr algn="l"/>
              <a:r>
                <a:rPr lang="en-US" sz="2800" dirty="0">
                  <a:solidFill>
                    <a:srgbClr val="FFFF00"/>
                  </a:solidFill>
                </a:rPr>
                <a:t>Find energy emitted in the reaction </a:t>
              </a:r>
            </a:p>
          </p:txBody>
        </p:sp>
        <p:sp>
          <p:nvSpPr>
            <p:cNvPr id="16" name="Rectangle: Rounded Corners 15">
              <a:extLst>
                <a:ext uri="{FF2B5EF4-FFF2-40B4-BE49-F238E27FC236}">
                  <a16:creationId xmlns:a16="http://schemas.microsoft.com/office/drawing/2014/main" id="{898900ED-304A-CC95-2FB4-6346E16BB350}"/>
                </a:ext>
              </a:extLst>
            </p:cNvPr>
            <p:cNvSpPr/>
            <p:nvPr/>
          </p:nvSpPr>
          <p:spPr>
            <a:xfrm>
              <a:off x="457200" y="2792853"/>
              <a:ext cx="7299960" cy="56351"/>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462D1A8C-B547-C96F-EA76-0109368DFD10}"/>
                </a:ext>
              </a:extLst>
            </p:cNvPr>
            <p:cNvSpPr/>
            <p:nvPr/>
          </p:nvSpPr>
          <p:spPr>
            <a:xfrm>
              <a:off x="515294" y="2962131"/>
              <a:ext cx="1425390" cy="523220"/>
            </a:xfrm>
            <a:prstGeom prst="rect">
              <a:avLst/>
            </a:prstGeom>
            <a:noFill/>
          </p:spPr>
          <p:txBody>
            <a:bodyPr wrap="none" lIns="91440" tIns="45720" rIns="91440" bIns="45720">
              <a:spAutoFit/>
            </a:bodyPr>
            <a:lstStyle/>
            <a:p>
              <a:pPr algn="ctr"/>
              <a:r>
                <a:rPr lang="en-US" sz="2800" b="1"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rPr>
                <a:t>Solution</a:t>
              </a:r>
            </a:p>
          </p:txBody>
        </p:sp>
      </p:gr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3C90DB8B-DC77-5BE7-61CD-8D3141F5BDE6}"/>
                  </a:ext>
                </a:extLst>
              </p:cNvPr>
              <p:cNvSpPr txBox="1"/>
              <p:nvPr/>
            </p:nvSpPr>
            <p:spPr>
              <a:xfrm>
                <a:off x="190174" y="3485577"/>
                <a:ext cx="5476451" cy="523220"/>
              </a:xfrm>
              <a:prstGeom prst="rect">
                <a:avLst/>
              </a:prstGeom>
              <a:noFill/>
            </p:spPr>
            <p:txBody>
              <a:bodyPr wrap="square" rtlCol="0">
                <a:spAutoFit/>
              </a:bodyPr>
              <a:lstStyle/>
              <a:p>
                <a:pPr algn="l"/>
                <a:r>
                  <a:rPr lang="en-US" sz="2800" dirty="0">
                    <a:solidFill>
                      <a:schemeClr val="bg1"/>
                    </a:solidFill>
                  </a:rPr>
                  <a:t>If your answer is 5</a:t>
                </a:r>
                <a14:m>
                  <m:oMath xmlns:m="http://schemas.openxmlformats.org/officeDocument/2006/math">
                    <m:r>
                      <a:rPr lang="en-US" sz="2800" b="0" i="1" smtClean="0">
                        <a:solidFill>
                          <a:schemeClr val="bg1"/>
                        </a:solidFill>
                        <a:latin typeface="Cambria Math" panose="02040503050406030204" pitchFamily="18" charset="0"/>
                      </a:rPr>
                      <m:t>𝑀𝑒𝑉</m:t>
                    </m:r>
                  </m:oMath>
                </a14:m>
                <a:r>
                  <a:rPr lang="en-US" sz="2800" dirty="0">
                    <a:solidFill>
                      <a:schemeClr val="bg1"/>
                    </a:solidFill>
                  </a:rPr>
                  <a:t> then it is </a:t>
                </a:r>
              </a:p>
            </p:txBody>
          </p:sp>
        </mc:Choice>
        <mc:Fallback xmlns="">
          <p:sp>
            <p:nvSpPr>
              <p:cNvPr id="19" name="TextBox 18">
                <a:extLst>
                  <a:ext uri="{FF2B5EF4-FFF2-40B4-BE49-F238E27FC236}">
                    <a16:creationId xmlns:a16="http://schemas.microsoft.com/office/drawing/2014/main" id="{3C90DB8B-DC77-5BE7-61CD-8D3141F5BDE6}"/>
                  </a:ext>
                </a:extLst>
              </p:cNvPr>
              <p:cNvSpPr txBox="1">
                <a:spLocks noRot="1" noChangeAspect="1" noMove="1" noResize="1" noEditPoints="1" noAdjustHandles="1" noChangeArrowheads="1" noChangeShapeType="1" noTextEdit="1"/>
              </p:cNvSpPr>
              <p:nvPr/>
            </p:nvSpPr>
            <p:spPr>
              <a:xfrm>
                <a:off x="190174" y="3485577"/>
                <a:ext cx="5476451" cy="523220"/>
              </a:xfrm>
              <a:prstGeom prst="rect">
                <a:avLst/>
              </a:prstGeom>
              <a:blipFill>
                <a:blip r:embed="rId5"/>
                <a:stretch>
                  <a:fillRect l="-2225" t="-11628" b="-32558"/>
                </a:stretch>
              </a:blipFill>
            </p:spPr>
            <p:txBody>
              <a:bodyPr/>
              <a:lstStyle/>
              <a:p>
                <a:r>
                  <a:rPr lang="en-US">
                    <a:noFill/>
                  </a:rPr>
                  <a:t> </a:t>
                </a:r>
              </a:p>
            </p:txBody>
          </p:sp>
        </mc:Fallback>
      </mc:AlternateContent>
      <p:grpSp>
        <p:nvGrpSpPr>
          <p:cNvPr id="27" name="Group 26">
            <a:extLst>
              <a:ext uri="{FF2B5EF4-FFF2-40B4-BE49-F238E27FC236}">
                <a16:creationId xmlns:a16="http://schemas.microsoft.com/office/drawing/2014/main" id="{2FFCAD35-80B9-0BA8-4A56-8566D6D673D0}"/>
              </a:ext>
            </a:extLst>
          </p:cNvPr>
          <p:cNvGrpSpPr/>
          <p:nvPr/>
        </p:nvGrpSpPr>
        <p:grpSpPr>
          <a:xfrm>
            <a:off x="4976809" y="3261361"/>
            <a:ext cx="2368921" cy="1095000"/>
            <a:chOff x="4976809" y="3261361"/>
            <a:chExt cx="2368921" cy="1095000"/>
          </a:xfrm>
        </p:grpSpPr>
        <p:sp>
          <p:nvSpPr>
            <p:cNvPr id="28" name="Rectangle 27">
              <a:extLst>
                <a:ext uri="{FF2B5EF4-FFF2-40B4-BE49-F238E27FC236}">
                  <a16:creationId xmlns:a16="http://schemas.microsoft.com/office/drawing/2014/main" id="{83126CC5-EC18-C4AB-3715-B19405A69E79}"/>
                </a:ext>
              </a:extLst>
            </p:cNvPr>
            <p:cNvSpPr/>
            <p:nvPr/>
          </p:nvSpPr>
          <p:spPr>
            <a:xfrm>
              <a:off x="5061636" y="3285522"/>
              <a:ext cx="2104935" cy="923330"/>
            </a:xfrm>
            <a:prstGeom prst="rect">
              <a:avLst/>
            </a:prstGeom>
            <a:noFill/>
          </p:spPr>
          <p:txBody>
            <a:bodyPr wrap="none" lIns="91440" tIns="45720" rIns="91440" bIns="45720">
              <a:spAutoFit/>
            </a:bodyPr>
            <a:lstStyle/>
            <a:p>
              <a:pPr algn="ctr"/>
              <a:r>
                <a:rPr lang="en-US" sz="5400" b="1"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rPr>
                <a:t>Wrong</a:t>
              </a:r>
            </a:p>
          </p:txBody>
        </p:sp>
        <p:sp>
          <p:nvSpPr>
            <p:cNvPr id="29" name="Freeform: Shape 28">
              <a:extLst>
                <a:ext uri="{FF2B5EF4-FFF2-40B4-BE49-F238E27FC236}">
                  <a16:creationId xmlns:a16="http://schemas.microsoft.com/office/drawing/2014/main" id="{9AB2B859-A2F2-5386-4501-B9ABD2CAB809}"/>
                </a:ext>
              </a:extLst>
            </p:cNvPr>
            <p:cNvSpPr/>
            <p:nvPr/>
          </p:nvSpPr>
          <p:spPr>
            <a:xfrm>
              <a:off x="4976809" y="3261361"/>
              <a:ext cx="2368921" cy="1095000"/>
            </a:xfrm>
            <a:custGeom>
              <a:avLst/>
              <a:gdLst>
                <a:gd name="connsiteX0" fmla="*/ 62551 w 2368921"/>
                <a:gd name="connsiteY0" fmla="*/ 243840 h 1334417"/>
                <a:gd name="connsiteX1" fmla="*/ 296231 w 2368921"/>
                <a:gd name="connsiteY1" fmla="*/ 0 h 1334417"/>
                <a:gd name="connsiteX2" fmla="*/ 296231 w 2368921"/>
                <a:gd name="connsiteY2" fmla="*/ 0 h 1334417"/>
                <a:gd name="connsiteX3" fmla="*/ 956631 w 2368921"/>
                <a:gd name="connsiteY3" fmla="*/ 30480 h 1334417"/>
                <a:gd name="connsiteX4" fmla="*/ 1434151 w 2368921"/>
                <a:gd name="connsiteY4" fmla="*/ 81280 h 1334417"/>
                <a:gd name="connsiteX5" fmla="*/ 1810071 w 2368921"/>
                <a:gd name="connsiteY5" fmla="*/ 50800 h 1334417"/>
                <a:gd name="connsiteX6" fmla="*/ 2175831 w 2368921"/>
                <a:gd name="connsiteY6" fmla="*/ 121920 h 1334417"/>
                <a:gd name="connsiteX7" fmla="*/ 2368871 w 2368921"/>
                <a:gd name="connsiteY7" fmla="*/ 650240 h 1334417"/>
                <a:gd name="connsiteX8" fmla="*/ 2185991 w 2368921"/>
                <a:gd name="connsiteY8" fmla="*/ 1198880 h 1334417"/>
                <a:gd name="connsiteX9" fmla="*/ 1505271 w 2368921"/>
                <a:gd name="connsiteY9" fmla="*/ 1178560 h 1334417"/>
                <a:gd name="connsiteX10" fmla="*/ 712791 w 2368921"/>
                <a:gd name="connsiteY10" fmla="*/ 1117600 h 1334417"/>
                <a:gd name="connsiteX11" fmla="*/ 133671 w 2368921"/>
                <a:gd name="connsiteY11" fmla="*/ 1300480 h 1334417"/>
                <a:gd name="connsiteX12" fmla="*/ 1591 w 2368921"/>
                <a:gd name="connsiteY12" fmla="*/ 325120 h 1334417"/>
                <a:gd name="connsiteX13" fmla="*/ 62551 w 2368921"/>
                <a:gd name="connsiteY13" fmla="*/ 243840 h 13344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68921" h="1334417">
                  <a:moveTo>
                    <a:pt x="62551" y="243840"/>
                  </a:moveTo>
                  <a:lnTo>
                    <a:pt x="296231" y="0"/>
                  </a:lnTo>
                  <a:lnTo>
                    <a:pt x="296231" y="0"/>
                  </a:lnTo>
                  <a:cubicBezTo>
                    <a:pt x="406298" y="5080"/>
                    <a:pt x="766978" y="16933"/>
                    <a:pt x="956631" y="30480"/>
                  </a:cubicBezTo>
                  <a:cubicBezTo>
                    <a:pt x="1146284" y="44027"/>
                    <a:pt x="1291911" y="77893"/>
                    <a:pt x="1434151" y="81280"/>
                  </a:cubicBezTo>
                  <a:cubicBezTo>
                    <a:pt x="1576391" y="84667"/>
                    <a:pt x="1686458" y="44027"/>
                    <a:pt x="1810071" y="50800"/>
                  </a:cubicBezTo>
                  <a:cubicBezTo>
                    <a:pt x="1933684" y="57573"/>
                    <a:pt x="2082698" y="22013"/>
                    <a:pt x="2175831" y="121920"/>
                  </a:cubicBezTo>
                  <a:cubicBezTo>
                    <a:pt x="2268964" y="221827"/>
                    <a:pt x="2367178" y="470747"/>
                    <a:pt x="2368871" y="650240"/>
                  </a:cubicBezTo>
                  <a:cubicBezTo>
                    <a:pt x="2370564" y="829733"/>
                    <a:pt x="2329924" y="1110827"/>
                    <a:pt x="2185991" y="1198880"/>
                  </a:cubicBezTo>
                  <a:cubicBezTo>
                    <a:pt x="2042058" y="1286933"/>
                    <a:pt x="1750804" y="1192107"/>
                    <a:pt x="1505271" y="1178560"/>
                  </a:cubicBezTo>
                  <a:cubicBezTo>
                    <a:pt x="1259738" y="1165013"/>
                    <a:pt x="941391" y="1097280"/>
                    <a:pt x="712791" y="1117600"/>
                  </a:cubicBezTo>
                  <a:cubicBezTo>
                    <a:pt x="484191" y="1137920"/>
                    <a:pt x="252204" y="1432560"/>
                    <a:pt x="133671" y="1300480"/>
                  </a:cubicBezTo>
                  <a:cubicBezTo>
                    <a:pt x="15138" y="1168400"/>
                    <a:pt x="11751" y="497840"/>
                    <a:pt x="1591" y="325120"/>
                  </a:cubicBezTo>
                  <a:cubicBezTo>
                    <a:pt x="-8569" y="152400"/>
                    <a:pt x="32071" y="208280"/>
                    <a:pt x="62551" y="243840"/>
                  </a:cubicBezTo>
                  <a:close/>
                </a:path>
              </a:pathLst>
            </a:custGeom>
            <a:noFill/>
            <a:ln>
              <a:solidFill>
                <a:schemeClr val="bg1"/>
              </a:solidFill>
            </a:ln>
            <a:effectLst>
              <a:glow rad="101600">
                <a:schemeClr val="accent1">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0" name="Rectangle 29">
            <a:extLst>
              <a:ext uri="{FF2B5EF4-FFF2-40B4-BE49-F238E27FC236}">
                <a16:creationId xmlns:a16="http://schemas.microsoft.com/office/drawing/2014/main" id="{7604EAEA-6E29-2ED3-9B6D-9683C62C3DD5}"/>
              </a:ext>
            </a:extLst>
          </p:cNvPr>
          <p:cNvSpPr/>
          <p:nvPr/>
        </p:nvSpPr>
        <p:spPr>
          <a:xfrm>
            <a:off x="7599438" y="1740678"/>
            <a:ext cx="4270308" cy="2800767"/>
          </a:xfrm>
          <a:prstGeom prst="rect">
            <a:avLst/>
          </a:prstGeom>
          <a:noFill/>
        </p:spPr>
        <p:txBody>
          <a:bodyPr wrap="square" lIns="91440" tIns="45720" rIns="91440" bIns="45720">
            <a:spAutoFit/>
          </a:bodyPr>
          <a:lstStyle/>
          <a:p>
            <a:pPr algn="ctr"/>
            <a:r>
              <a:rPr lang="en-US" sz="4400" b="1"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rPr>
              <a:t>Let’s Understand relation of Binding energy to Total energy</a:t>
            </a:r>
          </a:p>
        </p:txBody>
      </p:sp>
    </p:spTree>
    <p:extLst>
      <p:ext uri="{BB962C8B-B14F-4D97-AF65-F5344CB8AC3E}">
        <p14:creationId xmlns:p14="http://schemas.microsoft.com/office/powerpoint/2010/main" val="3291698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fade">
                                      <p:cBhvr>
                                        <p:cTn id="12" dur="500"/>
                                        <p:tgtEl>
                                          <p:spTgt spid="2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fade">
                                      <p:cBhvr>
                                        <p:cTn id="17"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3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a &quot;realistic&quot; image showing a section of ground in lower 10% is showing earth inside above 50% is showing some building and remaining show transition to space">
            <a:extLst>
              <a:ext uri="{FF2B5EF4-FFF2-40B4-BE49-F238E27FC236}">
                <a16:creationId xmlns:a16="http://schemas.microsoft.com/office/drawing/2014/main" id="{CA9B466C-2A20-AC02-0FE6-C20F3E79F30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9728" y="710680"/>
            <a:ext cx="5436636" cy="5436640"/>
          </a:xfrm>
          <a:prstGeom prst="rect">
            <a:avLst/>
          </a:prstGeom>
          <a:noFill/>
          <a:extLst>
            <a:ext uri="{909E8E84-426E-40DD-AFC4-6F175D3DCCD1}">
              <a14:hiddenFill xmlns:a14="http://schemas.microsoft.com/office/drawing/2010/main">
                <a:solidFill>
                  <a:srgbClr val="FFFFFF"/>
                </a:solidFill>
              </a14:hiddenFill>
            </a:ext>
          </a:extLst>
        </p:spPr>
      </p:pic>
      <p:sp>
        <p:nvSpPr>
          <p:cNvPr id="5" name="Oval 4">
            <a:extLst>
              <a:ext uri="{FF2B5EF4-FFF2-40B4-BE49-F238E27FC236}">
                <a16:creationId xmlns:a16="http://schemas.microsoft.com/office/drawing/2014/main" id="{DFBB8FD3-8752-C4DA-B049-36611900CBC6}"/>
              </a:ext>
            </a:extLst>
          </p:cNvPr>
          <p:cNvSpPr/>
          <p:nvPr/>
        </p:nvSpPr>
        <p:spPr>
          <a:xfrm>
            <a:off x="3310085" y="3176312"/>
            <a:ext cx="195942" cy="195942"/>
          </a:xfrm>
          <a:prstGeom prst="ellipse">
            <a:avLst/>
          </a:prstGeom>
          <a:ln>
            <a:solidFill>
              <a:schemeClr val="bg1"/>
            </a:solidFill>
          </a:ln>
          <a:effectLst>
            <a:glow rad="139700">
              <a:schemeClr val="accent1">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6" name="Oval 5">
            <a:extLst>
              <a:ext uri="{FF2B5EF4-FFF2-40B4-BE49-F238E27FC236}">
                <a16:creationId xmlns:a16="http://schemas.microsoft.com/office/drawing/2014/main" id="{52DD9B99-DF89-432B-45BD-6A09FAC824BB}"/>
              </a:ext>
            </a:extLst>
          </p:cNvPr>
          <p:cNvSpPr/>
          <p:nvPr/>
        </p:nvSpPr>
        <p:spPr>
          <a:xfrm>
            <a:off x="3454813" y="4924247"/>
            <a:ext cx="195942" cy="195942"/>
          </a:xfrm>
          <a:prstGeom prst="ellipse">
            <a:avLst/>
          </a:prstGeom>
          <a:ln>
            <a:solidFill>
              <a:schemeClr val="bg1"/>
            </a:solidFill>
          </a:ln>
          <a:effectLst>
            <a:glow rad="139700">
              <a:schemeClr val="accent1">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2</a:t>
            </a:r>
          </a:p>
        </p:txBody>
      </p:sp>
      <p:grpSp>
        <p:nvGrpSpPr>
          <p:cNvPr id="11" name="Group 10">
            <a:extLst>
              <a:ext uri="{FF2B5EF4-FFF2-40B4-BE49-F238E27FC236}">
                <a16:creationId xmlns:a16="http://schemas.microsoft.com/office/drawing/2014/main" id="{81D90EAC-6B90-6989-9EF9-E21A45B34CB4}"/>
              </a:ext>
            </a:extLst>
          </p:cNvPr>
          <p:cNvGrpSpPr/>
          <p:nvPr/>
        </p:nvGrpSpPr>
        <p:grpSpPr>
          <a:xfrm>
            <a:off x="3775164" y="3277912"/>
            <a:ext cx="2357948" cy="1754327"/>
            <a:chOff x="3846284" y="3257592"/>
            <a:chExt cx="3722916" cy="1754327"/>
          </a:xfrm>
        </p:grpSpPr>
        <p:cxnSp>
          <p:nvCxnSpPr>
            <p:cNvPr id="8" name="Straight Connector 7">
              <a:extLst>
                <a:ext uri="{FF2B5EF4-FFF2-40B4-BE49-F238E27FC236}">
                  <a16:creationId xmlns:a16="http://schemas.microsoft.com/office/drawing/2014/main" id="{CE1ED856-3A02-0246-951F-24F9AC0AD70F}"/>
                </a:ext>
              </a:extLst>
            </p:cNvPr>
            <p:cNvCxnSpPr>
              <a:cxnSpLocks/>
            </p:cNvCxnSpPr>
            <p:nvPr/>
          </p:nvCxnSpPr>
          <p:spPr>
            <a:xfrm>
              <a:off x="3846284" y="3257592"/>
              <a:ext cx="3722916" cy="0"/>
            </a:xfrm>
            <a:prstGeom prst="line">
              <a:avLst/>
            </a:prstGeom>
            <a:ln w="28575">
              <a:solidFill>
                <a:schemeClr val="bg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DABD32C-5C79-61AA-786E-9354A3856BB1}"/>
                </a:ext>
              </a:extLst>
            </p:cNvPr>
            <p:cNvCxnSpPr>
              <a:cxnSpLocks/>
            </p:cNvCxnSpPr>
            <p:nvPr/>
          </p:nvCxnSpPr>
          <p:spPr>
            <a:xfrm>
              <a:off x="3846284" y="5011919"/>
              <a:ext cx="3722916" cy="0"/>
            </a:xfrm>
            <a:prstGeom prst="line">
              <a:avLst/>
            </a:prstGeom>
            <a:ln w="28575">
              <a:solidFill>
                <a:schemeClr val="bg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12" name="Rectangle 11">
            <a:extLst>
              <a:ext uri="{FF2B5EF4-FFF2-40B4-BE49-F238E27FC236}">
                <a16:creationId xmlns:a16="http://schemas.microsoft.com/office/drawing/2014/main" id="{C12CF3C6-D5FD-30B7-C2A7-962243C230CF}"/>
              </a:ext>
            </a:extLst>
          </p:cNvPr>
          <p:cNvSpPr/>
          <p:nvPr/>
        </p:nvSpPr>
        <p:spPr>
          <a:xfrm>
            <a:off x="5862320" y="325735"/>
            <a:ext cx="2275852" cy="1384995"/>
          </a:xfrm>
          <a:prstGeom prst="rect">
            <a:avLst/>
          </a:prstGeom>
          <a:noFill/>
        </p:spPr>
        <p:txBody>
          <a:bodyPr wrap="square" lIns="91440" tIns="45720" rIns="91440" bIns="45720">
            <a:spAutoFit/>
          </a:bodyPr>
          <a:lstStyle/>
          <a:p>
            <a:pPr algn="ctr"/>
            <a:r>
              <a:rPr lang="en-US" sz="2800" b="1"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rPr>
              <a:t>Which bal</a:t>
            </a:r>
            <a:r>
              <a:rPr lang="en-US" sz="2800" b="1" dirty="0">
                <a:ln w="10160">
                  <a:solidFill>
                    <a:schemeClr val="accent5"/>
                  </a:solidFill>
                  <a:prstDash val="solid"/>
                </a:ln>
                <a:solidFill>
                  <a:srgbClr val="FFFFFF"/>
                </a:solidFill>
                <a:effectLst>
                  <a:outerShdw blurRad="38100" dist="22860" dir="5400000" algn="tl" rotWithShape="0">
                    <a:srgbClr val="000000">
                      <a:alpha val="30000"/>
                    </a:srgbClr>
                  </a:outerShdw>
                </a:effectLst>
              </a:rPr>
              <a:t>l have greater energy</a:t>
            </a:r>
            <a:endParaRPr lang="en-US" sz="2800" b="1"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endParaRPr>
          </a:p>
        </p:txBody>
      </p:sp>
      <p:sp>
        <p:nvSpPr>
          <p:cNvPr id="13" name="Rectangle 12">
            <a:extLst>
              <a:ext uri="{FF2B5EF4-FFF2-40B4-BE49-F238E27FC236}">
                <a16:creationId xmlns:a16="http://schemas.microsoft.com/office/drawing/2014/main" id="{AC4AA409-765D-B647-CD94-54F7F2486016}"/>
              </a:ext>
            </a:extLst>
          </p:cNvPr>
          <p:cNvSpPr/>
          <p:nvPr/>
        </p:nvSpPr>
        <p:spPr>
          <a:xfrm>
            <a:off x="8961120" y="339745"/>
            <a:ext cx="2275852" cy="1815882"/>
          </a:xfrm>
          <a:prstGeom prst="rect">
            <a:avLst/>
          </a:prstGeom>
          <a:noFill/>
        </p:spPr>
        <p:txBody>
          <a:bodyPr wrap="square" lIns="91440" tIns="45720" rIns="91440" bIns="45720">
            <a:spAutoFit/>
          </a:bodyPr>
          <a:lstStyle/>
          <a:p>
            <a:pPr algn="ctr"/>
            <a:r>
              <a:rPr lang="en-US" sz="2800" b="1"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rPr>
              <a:t>Which bal</a:t>
            </a:r>
            <a:r>
              <a:rPr lang="en-US" sz="2800" b="1" dirty="0">
                <a:ln w="10160">
                  <a:solidFill>
                    <a:schemeClr val="accent5"/>
                  </a:solidFill>
                  <a:prstDash val="solid"/>
                </a:ln>
                <a:solidFill>
                  <a:srgbClr val="FFFFFF"/>
                </a:solidFill>
                <a:effectLst>
                  <a:outerShdw blurRad="38100" dist="22860" dir="5400000" algn="tl" rotWithShape="0">
                    <a:srgbClr val="000000">
                      <a:alpha val="30000"/>
                    </a:srgbClr>
                  </a:outerShdw>
                </a:effectLst>
              </a:rPr>
              <a:t>l have greater Binding energy</a:t>
            </a:r>
            <a:endParaRPr lang="en-US" sz="2800" b="1"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endParaRPr>
          </a:p>
        </p:txBody>
      </p:sp>
      <p:sp>
        <p:nvSpPr>
          <p:cNvPr id="14" name="Rectangle 13">
            <a:extLst>
              <a:ext uri="{FF2B5EF4-FFF2-40B4-BE49-F238E27FC236}">
                <a16:creationId xmlns:a16="http://schemas.microsoft.com/office/drawing/2014/main" id="{D8883317-CDE0-D95D-BCE2-C5DA160F7724}"/>
              </a:ext>
            </a:extLst>
          </p:cNvPr>
          <p:cNvSpPr/>
          <p:nvPr/>
        </p:nvSpPr>
        <p:spPr>
          <a:xfrm>
            <a:off x="6732384" y="3688695"/>
            <a:ext cx="535724" cy="923330"/>
          </a:xfrm>
          <a:prstGeom prst="rect">
            <a:avLst/>
          </a:prstGeom>
          <a:noFill/>
        </p:spPr>
        <p:txBody>
          <a:bodyPr wrap="none" lIns="91440" tIns="45720" rIns="91440" bIns="45720">
            <a:spAutoFit/>
          </a:bodyPr>
          <a:lstStyle/>
          <a:p>
            <a:pPr algn="ctr"/>
            <a:r>
              <a:rPr lang="en-US" sz="5400" b="1"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rPr>
              <a:t>1</a:t>
            </a:r>
          </a:p>
        </p:txBody>
      </p:sp>
      <p:sp>
        <p:nvSpPr>
          <p:cNvPr id="15" name="Rectangle 14">
            <a:extLst>
              <a:ext uri="{FF2B5EF4-FFF2-40B4-BE49-F238E27FC236}">
                <a16:creationId xmlns:a16="http://schemas.microsoft.com/office/drawing/2014/main" id="{A158C2FE-A9FC-B6F6-56B1-DFE46A3118D2}"/>
              </a:ext>
            </a:extLst>
          </p:cNvPr>
          <p:cNvSpPr/>
          <p:nvPr/>
        </p:nvSpPr>
        <p:spPr>
          <a:xfrm>
            <a:off x="9831184" y="3688695"/>
            <a:ext cx="535724" cy="923330"/>
          </a:xfrm>
          <a:prstGeom prst="rect">
            <a:avLst/>
          </a:prstGeom>
          <a:noFill/>
        </p:spPr>
        <p:txBody>
          <a:bodyPr wrap="none" lIns="91440" tIns="45720" rIns="91440" bIns="45720">
            <a:spAutoFit/>
          </a:bodyPr>
          <a:lstStyle/>
          <a:p>
            <a:pPr algn="ctr"/>
            <a:r>
              <a:rPr lang="en-US" sz="5400" b="1"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rPr>
              <a:t>2</a:t>
            </a:r>
          </a:p>
        </p:txBody>
      </p:sp>
    </p:spTree>
    <p:extLst>
      <p:ext uri="{BB962C8B-B14F-4D97-AF65-F5344CB8AC3E}">
        <p14:creationId xmlns:p14="http://schemas.microsoft.com/office/powerpoint/2010/main" val="15260927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C67339-09B5-8C17-5752-B0D9030D9F74}"/>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E2E8881-1065-7A2C-2047-E49E9202895B}"/>
              </a:ext>
            </a:extLst>
          </p:cNvPr>
          <p:cNvSpPr txBox="1"/>
          <p:nvPr/>
        </p:nvSpPr>
        <p:spPr>
          <a:xfrm>
            <a:off x="102655" y="2099200"/>
            <a:ext cx="5314414" cy="523220"/>
          </a:xfrm>
          <a:prstGeom prst="rect">
            <a:avLst/>
          </a:prstGeom>
          <a:noFill/>
        </p:spPr>
        <p:txBody>
          <a:bodyPr wrap="square" rtlCol="0">
            <a:spAutoFit/>
          </a:bodyPr>
          <a:lstStyle/>
          <a:p>
            <a:pPr marL="285750" indent="-285750">
              <a:buFont typeface="Wingdings" panose="05000000000000000000" pitchFamily="2" charset="2"/>
              <a:buChar char="Ø"/>
            </a:pPr>
            <a:r>
              <a:rPr lang="en-GB" sz="2800" dirty="0">
                <a:solidFill>
                  <a:schemeClr val="bg1"/>
                </a:solidFill>
              </a:rPr>
              <a:t>This reaction is ______________</a:t>
            </a:r>
            <a:endParaRPr lang="en-IN" sz="2800" dirty="0">
              <a:solidFill>
                <a:schemeClr val="bg1"/>
              </a:solidFill>
            </a:endParaRPr>
          </a:p>
        </p:txBody>
      </p:sp>
      <p:sp>
        <p:nvSpPr>
          <p:cNvPr id="3" name="TextBox 2">
            <a:extLst>
              <a:ext uri="{FF2B5EF4-FFF2-40B4-BE49-F238E27FC236}">
                <a16:creationId xmlns:a16="http://schemas.microsoft.com/office/drawing/2014/main" id="{7527BF4B-5561-1C36-704C-502CA65BCE19}"/>
              </a:ext>
            </a:extLst>
          </p:cNvPr>
          <p:cNvSpPr txBox="1"/>
          <p:nvPr/>
        </p:nvSpPr>
        <p:spPr>
          <a:xfrm>
            <a:off x="2968206" y="2050875"/>
            <a:ext cx="2083146" cy="523220"/>
          </a:xfrm>
          <a:prstGeom prst="rect">
            <a:avLst/>
          </a:prstGeom>
          <a:noFill/>
        </p:spPr>
        <p:txBody>
          <a:bodyPr wrap="square" rtlCol="0">
            <a:spAutoFit/>
          </a:bodyPr>
          <a:lstStyle/>
          <a:p>
            <a:r>
              <a:rPr lang="en-IN" sz="2800" dirty="0">
                <a:solidFill>
                  <a:srgbClr val="FFFF00"/>
                </a:solidFill>
              </a:rPr>
              <a:t>Not Possible </a:t>
            </a:r>
          </a:p>
        </p:txBody>
      </p:sp>
      <p:grpSp>
        <p:nvGrpSpPr>
          <p:cNvPr id="10" name="Group 9">
            <a:extLst>
              <a:ext uri="{FF2B5EF4-FFF2-40B4-BE49-F238E27FC236}">
                <a16:creationId xmlns:a16="http://schemas.microsoft.com/office/drawing/2014/main" id="{E25BA8CB-7325-3BDB-7430-48B3B71A2648}"/>
              </a:ext>
            </a:extLst>
          </p:cNvPr>
          <p:cNvGrpSpPr/>
          <p:nvPr/>
        </p:nvGrpSpPr>
        <p:grpSpPr>
          <a:xfrm>
            <a:off x="0" y="0"/>
            <a:ext cx="8742030" cy="2113636"/>
            <a:chOff x="412641" y="198319"/>
            <a:chExt cx="8742030" cy="2113636"/>
          </a:xfrm>
        </p:grpSpPr>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4D16F134-692D-7BCA-34DF-104281EAA695}"/>
                    </a:ext>
                  </a:extLst>
                </p:cNvPr>
                <p:cNvSpPr/>
                <p:nvPr/>
              </p:nvSpPr>
              <p:spPr>
                <a:xfrm>
                  <a:off x="7132386" y="271007"/>
                  <a:ext cx="2022285" cy="55399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IN" sz="3000" i="1" smtClean="0">
                            <a:solidFill>
                              <a:srgbClr val="FFFF00"/>
                            </a:solidFill>
                            <a:latin typeface="Cambria Math" panose="02040503050406030204" pitchFamily="18" charset="0"/>
                          </a:rPr>
                          <m:t>𝐴</m:t>
                        </m:r>
                        <m:r>
                          <a:rPr lang="en-IN" sz="3000" i="0">
                            <a:solidFill>
                              <a:srgbClr val="FFFF00"/>
                            </a:solidFill>
                            <a:latin typeface="Cambria Math" panose="02040503050406030204" pitchFamily="18" charset="0"/>
                          </a:rPr>
                          <m:t>+</m:t>
                        </m:r>
                        <m:r>
                          <a:rPr lang="en-IN" sz="3000" i="1">
                            <a:solidFill>
                              <a:srgbClr val="FFFF00"/>
                            </a:solidFill>
                            <a:latin typeface="Cambria Math" panose="02040503050406030204" pitchFamily="18" charset="0"/>
                          </a:rPr>
                          <m:t>𝐵</m:t>
                        </m:r>
                        <m:r>
                          <a:rPr lang="en-IN" sz="3000" i="0">
                            <a:solidFill>
                              <a:srgbClr val="FFFF00"/>
                            </a:solidFill>
                            <a:latin typeface="Cambria Math" panose="02040503050406030204" pitchFamily="18" charset="0"/>
                          </a:rPr>
                          <m:t>→</m:t>
                        </m:r>
                        <m:r>
                          <a:rPr lang="en-IN" sz="3000" i="1">
                            <a:solidFill>
                              <a:srgbClr val="FFFF00"/>
                            </a:solidFill>
                            <a:latin typeface="Cambria Math" panose="02040503050406030204" pitchFamily="18" charset="0"/>
                          </a:rPr>
                          <m:t>𝐶</m:t>
                        </m:r>
                      </m:oMath>
                    </m:oMathPara>
                  </a14:m>
                  <a:endParaRPr lang="en-IN" sz="3000" dirty="0">
                    <a:solidFill>
                      <a:srgbClr val="FFFF00"/>
                    </a:solidFill>
                  </a:endParaRPr>
                </a:p>
              </p:txBody>
            </p:sp>
          </mc:Choice>
          <mc:Fallback xmlns="">
            <p:sp>
              <p:nvSpPr>
                <p:cNvPr id="15" name="Rectangle 14">
                  <a:extLst>
                    <a:ext uri="{FF2B5EF4-FFF2-40B4-BE49-F238E27FC236}">
                      <a16:creationId xmlns:a16="http://schemas.microsoft.com/office/drawing/2014/main" id="{4D16F134-692D-7BCA-34DF-104281EAA695}"/>
                    </a:ext>
                  </a:extLst>
                </p:cNvPr>
                <p:cNvSpPr>
                  <a:spLocks noRot="1" noChangeAspect="1" noMove="1" noResize="1" noEditPoints="1" noAdjustHandles="1" noChangeArrowheads="1" noChangeShapeType="1" noTextEdit="1"/>
                </p:cNvSpPr>
                <p:nvPr/>
              </p:nvSpPr>
              <p:spPr>
                <a:xfrm>
                  <a:off x="7132386" y="271007"/>
                  <a:ext cx="2022285" cy="553998"/>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Rectangle 15">
                  <a:extLst>
                    <a:ext uri="{FF2B5EF4-FFF2-40B4-BE49-F238E27FC236}">
                      <a16:creationId xmlns:a16="http://schemas.microsoft.com/office/drawing/2014/main" id="{4974B49C-8AF0-0670-62CB-9A95D1AF6D71}"/>
                    </a:ext>
                  </a:extLst>
                </p:cNvPr>
                <p:cNvSpPr/>
                <p:nvPr/>
              </p:nvSpPr>
              <p:spPr>
                <a:xfrm>
                  <a:off x="1938908" y="717128"/>
                  <a:ext cx="4871462" cy="1477328"/>
                </a:xfrm>
                <a:prstGeom prst="rect">
                  <a:avLst/>
                </a:prstGeom>
              </p:spPr>
              <p:txBody>
                <a:bodyPr wrap="none">
                  <a:spAutoFit/>
                </a:bodyPr>
                <a:lstStyle/>
                <a:p>
                  <a:r>
                    <a:rPr lang="en-US" sz="3000" i="0" dirty="0">
                      <a:solidFill>
                        <a:srgbClr val="FFFF00"/>
                      </a:solidFill>
                      <a:latin typeface="+mj-lt"/>
                    </a:rPr>
                    <a:t>Binding energy of A </a:t>
                  </a:r>
                  <a14:m>
                    <m:oMath xmlns:m="http://schemas.openxmlformats.org/officeDocument/2006/math">
                      <m:r>
                        <a:rPr lang="en-IN" sz="3000" i="1" dirty="0" smtClean="0">
                          <a:solidFill>
                            <a:srgbClr val="FFFF00"/>
                          </a:solidFill>
                          <a:latin typeface="Cambria Math" panose="02040503050406030204" pitchFamily="18" charset="0"/>
                        </a:rPr>
                        <m:t>=</m:t>
                      </m:r>
                      <m:r>
                        <a:rPr lang="en-GB" sz="3000" b="0" i="1" dirty="0" smtClean="0">
                          <a:solidFill>
                            <a:srgbClr val="FFFF00"/>
                          </a:solidFill>
                          <a:latin typeface="Cambria Math" panose="02040503050406030204" pitchFamily="18" charset="0"/>
                        </a:rPr>
                        <m:t>13</m:t>
                      </m:r>
                      <m:r>
                        <a:rPr lang="en-GB" sz="3000" b="0" i="1" dirty="0" smtClean="0">
                          <a:solidFill>
                            <a:srgbClr val="FFFF00"/>
                          </a:solidFill>
                          <a:latin typeface="Cambria Math" panose="02040503050406030204" pitchFamily="18" charset="0"/>
                        </a:rPr>
                        <m:t>𝑀𝑒𝑉</m:t>
                      </m:r>
                    </m:oMath>
                  </a14:m>
                  <a:endParaRPr lang="en-GB" sz="3000" b="0" i="0" dirty="0">
                    <a:solidFill>
                      <a:srgbClr val="FFFF00"/>
                    </a:solidFill>
                    <a:latin typeface="+mj-lt"/>
                  </a:endParaRPr>
                </a:p>
                <a:p>
                  <a:r>
                    <a:rPr lang="en-US" sz="3000" dirty="0">
                      <a:solidFill>
                        <a:srgbClr val="FFFF00"/>
                      </a:solidFill>
                    </a:rPr>
                    <a:t>Binding energy of B </a:t>
                  </a:r>
                  <a14:m>
                    <m:oMath xmlns:m="http://schemas.openxmlformats.org/officeDocument/2006/math">
                      <m:r>
                        <a:rPr lang="en-IN" sz="3000" i="1" dirty="0" smtClean="0">
                          <a:solidFill>
                            <a:srgbClr val="FFFF00"/>
                          </a:solidFill>
                          <a:latin typeface="Cambria Math" panose="02040503050406030204" pitchFamily="18" charset="0"/>
                        </a:rPr>
                        <m:t>=</m:t>
                      </m:r>
                      <m:r>
                        <a:rPr lang="en-GB" sz="3000" b="0" i="1" dirty="0" smtClean="0">
                          <a:solidFill>
                            <a:srgbClr val="FFFF00"/>
                          </a:solidFill>
                          <a:latin typeface="Cambria Math" panose="02040503050406030204" pitchFamily="18" charset="0"/>
                        </a:rPr>
                        <m:t>18</m:t>
                      </m:r>
                      <m:r>
                        <a:rPr lang="en-GB" sz="3000" i="1" dirty="0" smtClean="0">
                          <a:solidFill>
                            <a:srgbClr val="FFFF00"/>
                          </a:solidFill>
                          <a:latin typeface="Cambria Math" panose="02040503050406030204" pitchFamily="18" charset="0"/>
                        </a:rPr>
                        <m:t>𝑀𝑒𝑉</m:t>
                      </m:r>
                    </m:oMath>
                  </a14:m>
                  <a:endParaRPr lang="en-GB" sz="3000" i="0" dirty="0">
                    <a:solidFill>
                      <a:srgbClr val="FFFF00"/>
                    </a:solidFill>
                    <a:latin typeface="+mj-lt"/>
                  </a:endParaRPr>
                </a:p>
                <a:p>
                  <a:r>
                    <a:rPr lang="en-US" sz="3000" dirty="0">
                      <a:solidFill>
                        <a:srgbClr val="FFFF00"/>
                      </a:solidFill>
                    </a:rPr>
                    <a:t>Binding energy of C </a:t>
                  </a:r>
                  <a14:m>
                    <m:oMath xmlns:m="http://schemas.openxmlformats.org/officeDocument/2006/math">
                      <m:r>
                        <a:rPr lang="en-IN" sz="3000" i="1" dirty="0" smtClean="0">
                          <a:solidFill>
                            <a:srgbClr val="FFFF00"/>
                          </a:solidFill>
                          <a:latin typeface="Cambria Math" panose="02040503050406030204" pitchFamily="18" charset="0"/>
                        </a:rPr>
                        <m:t>=</m:t>
                      </m:r>
                      <m:r>
                        <a:rPr lang="en-GB" sz="3000" b="0" i="1" dirty="0" smtClean="0">
                          <a:solidFill>
                            <a:srgbClr val="FFFF00"/>
                          </a:solidFill>
                          <a:latin typeface="Cambria Math" panose="02040503050406030204" pitchFamily="18" charset="0"/>
                        </a:rPr>
                        <m:t>26</m:t>
                      </m:r>
                      <m:r>
                        <a:rPr lang="en-GB" sz="3000" i="1" dirty="0" smtClean="0">
                          <a:solidFill>
                            <a:srgbClr val="FFFF00"/>
                          </a:solidFill>
                          <a:latin typeface="Cambria Math" panose="02040503050406030204" pitchFamily="18" charset="0"/>
                        </a:rPr>
                        <m:t>𝑀𝑒𝑉</m:t>
                      </m:r>
                    </m:oMath>
                  </a14:m>
                  <a:endParaRPr lang="en-IN" sz="3000" dirty="0">
                    <a:solidFill>
                      <a:srgbClr val="FFFF00"/>
                    </a:solidFill>
                  </a:endParaRPr>
                </a:p>
              </p:txBody>
            </p:sp>
          </mc:Choice>
          <mc:Fallback xmlns="">
            <p:sp>
              <p:nvSpPr>
                <p:cNvPr id="16" name="Rectangle 15">
                  <a:extLst>
                    <a:ext uri="{FF2B5EF4-FFF2-40B4-BE49-F238E27FC236}">
                      <a16:creationId xmlns:a16="http://schemas.microsoft.com/office/drawing/2014/main" id="{4974B49C-8AF0-0670-62CB-9A95D1AF6D71}"/>
                    </a:ext>
                  </a:extLst>
                </p:cNvPr>
                <p:cNvSpPr>
                  <a:spLocks noRot="1" noChangeAspect="1" noMove="1" noResize="1" noEditPoints="1" noAdjustHandles="1" noChangeArrowheads="1" noChangeShapeType="1" noTextEdit="1"/>
                </p:cNvSpPr>
                <p:nvPr/>
              </p:nvSpPr>
              <p:spPr>
                <a:xfrm>
                  <a:off x="1938908" y="717128"/>
                  <a:ext cx="4871462" cy="1477328"/>
                </a:xfrm>
                <a:prstGeom prst="rect">
                  <a:avLst/>
                </a:prstGeom>
                <a:blipFill>
                  <a:blip r:embed="rId4"/>
                  <a:stretch>
                    <a:fillRect l="-2879" t="-4959" b="-12397"/>
                  </a:stretch>
                </a:blipFill>
              </p:spPr>
              <p:txBody>
                <a:bodyPr/>
                <a:lstStyle/>
                <a:p>
                  <a:r>
                    <a:rPr lang="en-US">
                      <a:noFill/>
                    </a:rPr>
                    <a:t> </a:t>
                  </a:r>
                </a:p>
              </p:txBody>
            </p:sp>
          </mc:Fallback>
        </mc:AlternateContent>
        <p:sp>
          <p:nvSpPr>
            <p:cNvPr id="17" name="Rectangle 16">
              <a:extLst>
                <a:ext uri="{FF2B5EF4-FFF2-40B4-BE49-F238E27FC236}">
                  <a16:creationId xmlns:a16="http://schemas.microsoft.com/office/drawing/2014/main" id="{D725C42A-F4B9-E793-E96C-FB45B196FEB0}"/>
                </a:ext>
              </a:extLst>
            </p:cNvPr>
            <p:cNvSpPr/>
            <p:nvPr/>
          </p:nvSpPr>
          <p:spPr>
            <a:xfrm>
              <a:off x="412641" y="198319"/>
              <a:ext cx="1541576" cy="523220"/>
            </a:xfrm>
            <a:prstGeom prst="rect">
              <a:avLst/>
            </a:prstGeom>
            <a:noFill/>
          </p:spPr>
          <p:txBody>
            <a:bodyPr wrap="none" lIns="91440" tIns="45720" rIns="91440" bIns="45720">
              <a:spAutoFit/>
            </a:bodyPr>
            <a:lstStyle/>
            <a:p>
              <a:pPr algn="ctr"/>
              <a:r>
                <a:rPr lang="en-US" sz="2800" b="1"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rPr>
                <a:t>Question</a:t>
              </a:r>
            </a:p>
          </p:txBody>
        </p:sp>
        <p:sp>
          <p:nvSpPr>
            <p:cNvPr id="18" name="TextBox 17">
              <a:extLst>
                <a:ext uri="{FF2B5EF4-FFF2-40B4-BE49-F238E27FC236}">
                  <a16:creationId xmlns:a16="http://schemas.microsoft.com/office/drawing/2014/main" id="{101C1161-1BCC-6BDB-D2F4-3CEA059903EE}"/>
                </a:ext>
              </a:extLst>
            </p:cNvPr>
            <p:cNvSpPr txBox="1"/>
            <p:nvPr/>
          </p:nvSpPr>
          <p:spPr>
            <a:xfrm>
              <a:off x="1940684" y="266402"/>
              <a:ext cx="5887616" cy="523220"/>
            </a:xfrm>
            <a:prstGeom prst="rect">
              <a:avLst/>
            </a:prstGeom>
            <a:noFill/>
          </p:spPr>
          <p:txBody>
            <a:bodyPr wrap="square" rtlCol="0">
              <a:spAutoFit/>
            </a:bodyPr>
            <a:lstStyle/>
            <a:p>
              <a:pPr algn="l"/>
              <a:r>
                <a:rPr lang="en-US" sz="2800" dirty="0">
                  <a:solidFill>
                    <a:srgbClr val="FFFF00"/>
                  </a:solidFill>
                </a:rPr>
                <a:t>Find energy emitted in the reaction </a:t>
              </a:r>
            </a:p>
          </p:txBody>
        </p:sp>
        <p:sp>
          <p:nvSpPr>
            <p:cNvPr id="19" name="Rectangle: Rounded Corners 18">
              <a:extLst>
                <a:ext uri="{FF2B5EF4-FFF2-40B4-BE49-F238E27FC236}">
                  <a16:creationId xmlns:a16="http://schemas.microsoft.com/office/drawing/2014/main" id="{62425835-3D8E-22C7-F2A1-E7FFC6226762}"/>
                </a:ext>
              </a:extLst>
            </p:cNvPr>
            <p:cNvSpPr/>
            <p:nvPr/>
          </p:nvSpPr>
          <p:spPr>
            <a:xfrm>
              <a:off x="457200" y="2213811"/>
              <a:ext cx="7299960" cy="56351"/>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2A6C2530-5099-2EF1-DBA6-7FA4108BD5E5}"/>
                </a:ext>
              </a:extLst>
            </p:cNvPr>
            <p:cNvSpPr/>
            <p:nvPr/>
          </p:nvSpPr>
          <p:spPr>
            <a:xfrm>
              <a:off x="515294" y="1788735"/>
              <a:ext cx="1425390" cy="523220"/>
            </a:xfrm>
            <a:prstGeom prst="rect">
              <a:avLst/>
            </a:prstGeom>
            <a:noFill/>
          </p:spPr>
          <p:txBody>
            <a:bodyPr wrap="none" lIns="91440" tIns="45720" rIns="91440" bIns="45720">
              <a:spAutoFit/>
            </a:bodyPr>
            <a:lstStyle/>
            <a:p>
              <a:pPr algn="ctr"/>
              <a:r>
                <a:rPr lang="en-US" sz="2800" b="1"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rPr>
                <a:t>Solution</a:t>
              </a:r>
            </a:p>
          </p:txBody>
        </p:sp>
      </p:grpSp>
      <p:sp>
        <p:nvSpPr>
          <p:cNvPr id="21" name="TextBox 20">
            <a:extLst>
              <a:ext uri="{FF2B5EF4-FFF2-40B4-BE49-F238E27FC236}">
                <a16:creationId xmlns:a16="http://schemas.microsoft.com/office/drawing/2014/main" id="{37254F1A-E505-F881-BD2D-E5547B9BB47D}"/>
              </a:ext>
            </a:extLst>
          </p:cNvPr>
          <p:cNvSpPr txBox="1"/>
          <p:nvPr/>
        </p:nvSpPr>
        <p:spPr>
          <a:xfrm>
            <a:off x="102655" y="2634410"/>
            <a:ext cx="7814248" cy="523220"/>
          </a:xfrm>
          <a:prstGeom prst="rect">
            <a:avLst/>
          </a:prstGeom>
          <a:noFill/>
        </p:spPr>
        <p:txBody>
          <a:bodyPr wrap="square" rtlCol="0">
            <a:spAutoFit/>
          </a:bodyPr>
          <a:lstStyle/>
          <a:p>
            <a:pPr marL="285750" indent="-285750">
              <a:buFont typeface="Wingdings" panose="05000000000000000000" pitchFamily="2" charset="2"/>
              <a:buChar char="Ø"/>
            </a:pPr>
            <a:r>
              <a:rPr lang="en-GB" sz="2800" dirty="0">
                <a:solidFill>
                  <a:schemeClr val="bg1"/>
                </a:solidFill>
              </a:rPr>
              <a:t>All reaction take place to __________ stability</a:t>
            </a:r>
            <a:endParaRPr lang="en-IN" sz="2800" dirty="0">
              <a:solidFill>
                <a:schemeClr val="bg1"/>
              </a:solidFill>
            </a:endParaRPr>
          </a:p>
        </p:txBody>
      </p:sp>
      <p:sp>
        <p:nvSpPr>
          <p:cNvPr id="27" name="TextBox 26">
            <a:extLst>
              <a:ext uri="{FF2B5EF4-FFF2-40B4-BE49-F238E27FC236}">
                <a16:creationId xmlns:a16="http://schemas.microsoft.com/office/drawing/2014/main" id="{B61A4845-E188-EC68-A23E-0D8F7E96D5E3}"/>
              </a:ext>
            </a:extLst>
          </p:cNvPr>
          <p:cNvSpPr txBox="1"/>
          <p:nvPr/>
        </p:nvSpPr>
        <p:spPr>
          <a:xfrm>
            <a:off x="4332566" y="2594200"/>
            <a:ext cx="2083146" cy="523220"/>
          </a:xfrm>
          <a:prstGeom prst="rect">
            <a:avLst/>
          </a:prstGeom>
          <a:noFill/>
        </p:spPr>
        <p:txBody>
          <a:bodyPr wrap="square" rtlCol="0">
            <a:spAutoFit/>
          </a:bodyPr>
          <a:lstStyle/>
          <a:p>
            <a:r>
              <a:rPr lang="en-IN" sz="2800" dirty="0">
                <a:solidFill>
                  <a:srgbClr val="FFFF00"/>
                </a:solidFill>
              </a:rPr>
              <a:t>Increase </a:t>
            </a:r>
          </a:p>
        </p:txBody>
      </p:sp>
      <p:sp>
        <p:nvSpPr>
          <p:cNvPr id="34" name="TextBox 33">
            <a:extLst>
              <a:ext uri="{FF2B5EF4-FFF2-40B4-BE49-F238E27FC236}">
                <a16:creationId xmlns:a16="http://schemas.microsoft.com/office/drawing/2014/main" id="{6D2906A6-9C3A-3284-2CEA-E74F5D6BC14A}"/>
              </a:ext>
            </a:extLst>
          </p:cNvPr>
          <p:cNvSpPr txBox="1"/>
          <p:nvPr/>
        </p:nvSpPr>
        <p:spPr>
          <a:xfrm>
            <a:off x="102655" y="3205161"/>
            <a:ext cx="9458150" cy="523220"/>
          </a:xfrm>
          <a:prstGeom prst="rect">
            <a:avLst/>
          </a:prstGeom>
          <a:noFill/>
        </p:spPr>
        <p:txBody>
          <a:bodyPr wrap="square" rtlCol="0">
            <a:spAutoFit/>
          </a:bodyPr>
          <a:lstStyle/>
          <a:p>
            <a:pPr marL="285750" indent="-285750">
              <a:buFont typeface="Wingdings" panose="05000000000000000000" pitchFamily="2" charset="2"/>
              <a:buChar char="Ø"/>
            </a:pPr>
            <a:r>
              <a:rPr lang="en-GB" sz="2800" dirty="0">
                <a:solidFill>
                  <a:schemeClr val="bg1"/>
                </a:solidFill>
              </a:rPr>
              <a:t>All reaction take place to _________ there stored energy</a:t>
            </a:r>
            <a:endParaRPr lang="en-IN" sz="2800" dirty="0">
              <a:solidFill>
                <a:schemeClr val="bg1"/>
              </a:solidFill>
            </a:endParaRPr>
          </a:p>
        </p:txBody>
      </p:sp>
      <p:sp>
        <p:nvSpPr>
          <p:cNvPr id="35" name="TextBox 34">
            <a:extLst>
              <a:ext uri="{FF2B5EF4-FFF2-40B4-BE49-F238E27FC236}">
                <a16:creationId xmlns:a16="http://schemas.microsoft.com/office/drawing/2014/main" id="{01397F69-277A-DE36-B12B-6576608BEDCD}"/>
              </a:ext>
            </a:extLst>
          </p:cNvPr>
          <p:cNvSpPr txBox="1"/>
          <p:nvPr/>
        </p:nvSpPr>
        <p:spPr>
          <a:xfrm>
            <a:off x="4163382" y="3184112"/>
            <a:ext cx="2083146" cy="523220"/>
          </a:xfrm>
          <a:prstGeom prst="rect">
            <a:avLst/>
          </a:prstGeom>
          <a:noFill/>
        </p:spPr>
        <p:txBody>
          <a:bodyPr wrap="square" rtlCol="0">
            <a:spAutoFit/>
          </a:bodyPr>
          <a:lstStyle/>
          <a:p>
            <a:r>
              <a:rPr lang="en-IN" sz="2800" dirty="0">
                <a:solidFill>
                  <a:srgbClr val="FFFF00"/>
                </a:solidFill>
              </a:rPr>
              <a:t>Decrease</a:t>
            </a:r>
          </a:p>
        </p:txBody>
      </p:sp>
      <p:sp>
        <p:nvSpPr>
          <p:cNvPr id="39" name="TextBox 38">
            <a:extLst>
              <a:ext uri="{FF2B5EF4-FFF2-40B4-BE49-F238E27FC236}">
                <a16:creationId xmlns:a16="http://schemas.microsoft.com/office/drawing/2014/main" id="{87348C91-A2C4-E749-143B-46451003E4CB}"/>
              </a:ext>
            </a:extLst>
          </p:cNvPr>
          <p:cNvSpPr txBox="1"/>
          <p:nvPr/>
        </p:nvSpPr>
        <p:spPr>
          <a:xfrm>
            <a:off x="102655" y="3710798"/>
            <a:ext cx="9458150" cy="523220"/>
          </a:xfrm>
          <a:prstGeom prst="rect">
            <a:avLst/>
          </a:prstGeom>
          <a:noFill/>
        </p:spPr>
        <p:txBody>
          <a:bodyPr wrap="square" rtlCol="0">
            <a:spAutoFit/>
          </a:bodyPr>
          <a:lstStyle/>
          <a:p>
            <a:pPr marL="285750" indent="-285750">
              <a:buFont typeface="Wingdings" panose="05000000000000000000" pitchFamily="2" charset="2"/>
              <a:buChar char="Ø"/>
            </a:pPr>
            <a:r>
              <a:rPr lang="en-GB" sz="2800" dirty="0">
                <a:solidFill>
                  <a:schemeClr val="bg1"/>
                </a:solidFill>
              </a:rPr>
              <a:t>For stability to increase binding energy should ____________</a:t>
            </a:r>
            <a:endParaRPr lang="en-IN" sz="2800" dirty="0">
              <a:solidFill>
                <a:schemeClr val="bg1"/>
              </a:solidFill>
            </a:endParaRPr>
          </a:p>
        </p:txBody>
      </p:sp>
      <p:sp>
        <p:nvSpPr>
          <p:cNvPr id="41" name="TextBox 40">
            <a:extLst>
              <a:ext uri="{FF2B5EF4-FFF2-40B4-BE49-F238E27FC236}">
                <a16:creationId xmlns:a16="http://schemas.microsoft.com/office/drawing/2014/main" id="{762286AC-3560-A36C-9180-5EC264243B95}"/>
              </a:ext>
            </a:extLst>
          </p:cNvPr>
          <p:cNvSpPr txBox="1"/>
          <p:nvPr/>
        </p:nvSpPr>
        <p:spPr>
          <a:xfrm>
            <a:off x="7306578" y="3623057"/>
            <a:ext cx="2083146" cy="523220"/>
          </a:xfrm>
          <a:prstGeom prst="rect">
            <a:avLst/>
          </a:prstGeom>
          <a:noFill/>
        </p:spPr>
        <p:txBody>
          <a:bodyPr wrap="square" rtlCol="0">
            <a:spAutoFit/>
          </a:bodyPr>
          <a:lstStyle/>
          <a:p>
            <a:r>
              <a:rPr lang="en-IN" sz="2800" dirty="0">
                <a:solidFill>
                  <a:srgbClr val="FFFF00"/>
                </a:solidFill>
              </a:rPr>
              <a:t>Also increase</a:t>
            </a:r>
          </a:p>
        </p:txBody>
      </p:sp>
      <p:sp>
        <p:nvSpPr>
          <p:cNvPr id="43" name="TextBox 42">
            <a:extLst>
              <a:ext uri="{FF2B5EF4-FFF2-40B4-BE49-F238E27FC236}">
                <a16:creationId xmlns:a16="http://schemas.microsoft.com/office/drawing/2014/main" id="{76E5741E-795C-D915-74F0-FCB1887A10A9}"/>
              </a:ext>
            </a:extLst>
          </p:cNvPr>
          <p:cNvSpPr txBox="1"/>
          <p:nvPr/>
        </p:nvSpPr>
        <p:spPr>
          <a:xfrm>
            <a:off x="102653" y="4246008"/>
            <a:ext cx="12089347" cy="523220"/>
          </a:xfrm>
          <a:prstGeom prst="rect">
            <a:avLst/>
          </a:prstGeom>
          <a:noFill/>
        </p:spPr>
        <p:txBody>
          <a:bodyPr wrap="square" rtlCol="0">
            <a:spAutoFit/>
          </a:bodyPr>
          <a:lstStyle/>
          <a:p>
            <a:pPr marL="285750" indent="-285750">
              <a:buFont typeface="Wingdings" panose="05000000000000000000" pitchFamily="2" charset="2"/>
              <a:buChar char="Ø"/>
            </a:pPr>
            <a:r>
              <a:rPr lang="en-GB" sz="2800" dirty="0">
                <a:solidFill>
                  <a:schemeClr val="bg1"/>
                </a:solidFill>
              </a:rPr>
              <a:t>If binding energy of A, B, and C are </a:t>
            </a:r>
            <a:r>
              <a:rPr lang="en-GB" sz="2800" dirty="0" err="1">
                <a:solidFill>
                  <a:schemeClr val="bg1"/>
                </a:solidFill>
              </a:rPr>
              <a:t>a,b,c</a:t>
            </a:r>
            <a:r>
              <a:rPr lang="en-GB" sz="2800" dirty="0">
                <a:solidFill>
                  <a:schemeClr val="bg1"/>
                </a:solidFill>
              </a:rPr>
              <a:t> then released  energy  is __________</a:t>
            </a:r>
            <a:endParaRPr lang="en-IN" sz="2800" dirty="0">
              <a:solidFill>
                <a:schemeClr val="bg1"/>
              </a:solidFill>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1B287179-A7FA-8C37-B875-5A17BDC89A9B}"/>
                  </a:ext>
                </a:extLst>
              </p:cNvPr>
              <p:cNvSpPr txBox="1"/>
              <p:nvPr/>
            </p:nvSpPr>
            <p:spPr>
              <a:xfrm>
                <a:off x="9773563" y="4196600"/>
                <a:ext cx="2083146"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IN" sz="2800" b="0" i="1" dirty="0" smtClean="0">
                          <a:solidFill>
                            <a:srgbClr val="FFFF00"/>
                          </a:solidFill>
                          <a:latin typeface="Cambria Math" panose="02040503050406030204" pitchFamily="18" charset="0"/>
                        </a:rPr>
                        <m:t>𝑐</m:t>
                      </m:r>
                      <m:r>
                        <a:rPr lang="en-IN" sz="2800" b="0" i="1" dirty="0" smtClean="0">
                          <a:solidFill>
                            <a:srgbClr val="FFFF00"/>
                          </a:solidFill>
                          <a:latin typeface="Cambria Math" panose="02040503050406030204" pitchFamily="18" charset="0"/>
                        </a:rPr>
                        <m:t>−</m:t>
                      </m:r>
                      <m:r>
                        <a:rPr lang="en-IN" sz="2800" b="0" i="1" dirty="0" smtClean="0">
                          <a:solidFill>
                            <a:srgbClr val="FFFF00"/>
                          </a:solidFill>
                          <a:latin typeface="Cambria Math" panose="02040503050406030204" pitchFamily="18" charset="0"/>
                        </a:rPr>
                        <m:t>𝑎</m:t>
                      </m:r>
                      <m:r>
                        <a:rPr lang="en-IN" sz="2800" b="0" i="1" dirty="0" smtClean="0">
                          <a:solidFill>
                            <a:srgbClr val="FFFF00"/>
                          </a:solidFill>
                          <a:latin typeface="Cambria Math" panose="02040503050406030204" pitchFamily="18" charset="0"/>
                        </a:rPr>
                        <m:t>−</m:t>
                      </m:r>
                      <m:r>
                        <a:rPr lang="en-IN" sz="2800" b="0" i="1" dirty="0" smtClean="0">
                          <a:solidFill>
                            <a:srgbClr val="FFFF00"/>
                          </a:solidFill>
                          <a:latin typeface="Cambria Math" panose="02040503050406030204" pitchFamily="18" charset="0"/>
                        </a:rPr>
                        <m:t>𝑏</m:t>
                      </m:r>
                    </m:oMath>
                  </m:oMathPara>
                </a14:m>
                <a:endParaRPr lang="en-IN" sz="2800" dirty="0">
                  <a:solidFill>
                    <a:srgbClr val="FFFF00"/>
                  </a:solidFill>
                </a:endParaRPr>
              </a:p>
            </p:txBody>
          </p:sp>
        </mc:Choice>
        <mc:Fallback xmlns="">
          <p:sp>
            <p:nvSpPr>
              <p:cNvPr id="44" name="TextBox 43">
                <a:extLst>
                  <a:ext uri="{FF2B5EF4-FFF2-40B4-BE49-F238E27FC236}">
                    <a16:creationId xmlns:a16="http://schemas.microsoft.com/office/drawing/2014/main" id="{1B287179-A7FA-8C37-B875-5A17BDC89A9B}"/>
                  </a:ext>
                </a:extLst>
              </p:cNvPr>
              <p:cNvSpPr txBox="1">
                <a:spLocks noRot="1" noChangeAspect="1" noMove="1" noResize="1" noEditPoints="1" noAdjustHandles="1" noChangeArrowheads="1" noChangeShapeType="1" noTextEdit="1"/>
              </p:cNvSpPr>
              <p:nvPr/>
            </p:nvSpPr>
            <p:spPr>
              <a:xfrm>
                <a:off x="9773563" y="4196600"/>
                <a:ext cx="2083146" cy="523220"/>
              </a:xfrm>
              <a:prstGeom prst="rect">
                <a:avLst/>
              </a:prstGeom>
              <a:blipFill>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9684200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fade">
                                      <p:cBhvr>
                                        <p:cTn id="17" dur="500"/>
                                        <p:tgtEl>
                                          <p:spTgt spid="2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500"/>
                                        <p:tgtEl>
                                          <p:spTgt spid="2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fade">
                                      <p:cBhvr>
                                        <p:cTn id="27" dur="500"/>
                                        <p:tgtEl>
                                          <p:spTgt spid="3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5"/>
                                        </p:tgtEl>
                                        <p:attrNameLst>
                                          <p:attrName>style.visibility</p:attrName>
                                        </p:attrNameLst>
                                      </p:cBhvr>
                                      <p:to>
                                        <p:strVal val="visible"/>
                                      </p:to>
                                    </p:set>
                                    <p:animEffect transition="in" filter="fade">
                                      <p:cBhvr>
                                        <p:cTn id="32" dur="500"/>
                                        <p:tgtEl>
                                          <p:spTgt spid="35"/>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9"/>
                                        </p:tgtEl>
                                        <p:attrNameLst>
                                          <p:attrName>style.visibility</p:attrName>
                                        </p:attrNameLst>
                                      </p:cBhvr>
                                      <p:to>
                                        <p:strVal val="visible"/>
                                      </p:to>
                                    </p:set>
                                    <p:animEffect transition="in" filter="fade">
                                      <p:cBhvr>
                                        <p:cTn id="37" dur="500"/>
                                        <p:tgtEl>
                                          <p:spTgt spid="3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41"/>
                                        </p:tgtEl>
                                        <p:attrNameLst>
                                          <p:attrName>style.visibility</p:attrName>
                                        </p:attrNameLst>
                                      </p:cBhvr>
                                      <p:to>
                                        <p:strVal val="visible"/>
                                      </p:to>
                                    </p:set>
                                    <p:animEffect transition="in" filter="fade">
                                      <p:cBhvr>
                                        <p:cTn id="42" dur="500"/>
                                        <p:tgtEl>
                                          <p:spTgt spid="41"/>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43"/>
                                        </p:tgtEl>
                                        <p:attrNameLst>
                                          <p:attrName>style.visibility</p:attrName>
                                        </p:attrNameLst>
                                      </p:cBhvr>
                                      <p:to>
                                        <p:strVal val="visible"/>
                                      </p:to>
                                    </p:set>
                                    <p:animEffect transition="in" filter="fade">
                                      <p:cBhvr>
                                        <p:cTn id="47" dur="500"/>
                                        <p:tgtEl>
                                          <p:spTgt spid="43"/>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44"/>
                                        </p:tgtEl>
                                        <p:attrNameLst>
                                          <p:attrName>style.visibility</p:attrName>
                                        </p:attrNameLst>
                                      </p:cBhvr>
                                      <p:to>
                                        <p:strVal val="visible"/>
                                      </p:to>
                                    </p:set>
                                    <p:animEffect transition="in" filter="fade">
                                      <p:cBhvr>
                                        <p:cTn id="52"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3" grpId="0"/>
      <p:bldP spid="21" grpId="0"/>
      <p:bldP spid="27" grpId="0"/>
      <p:bldP spid="34" grpId="0"/>
      <p:bldP spid="35" grpId="0"/>
      <p:bldP spid="39" grpId="0"/>
      <p:bldP spid="41" grpId="0"/>
      <p:bldP spid="43" grpId="0"/>
      <p:bldP spid="4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0EA075-1E95-2B8E-E61E-FBD37E745FD7}"/>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5" name="Rectangle 24">
                <a:extLst>
                  <a:ext uri="{FF2B5EF4-FFF2-40B4-BE49-F238E27FC236}">
                    <a16:creationId xmlns:a16="http://schemas.microsoft.com/office/drawing/2014/main" id="{A5A2C9E5-964F-D265-84E4-0CE891C97774}"/>
                  </a:ext>
                </a:extLst>
              </p:cNvPr>
              <p:cNvSpPr/>
              <p:nvPr/>
            </p:nvSpPr>
            <p:spPr>
              <a:xfrm>
                <a:off x="1671112" y="598177"/>
                <a:ext cx="5092997" cy="147732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nor/>
                        </m:rPr>
                        <a:rPr lang="en-US" sz="3000" dirty="0" smtClean="0">
                          <a:solidFill>
                            <a:srgbClr val="FFFF00"/>
                          </a:solidFill>
                        </a:rPr>
                        <m:t>Binding</m:t>
                      </m:r>
                      <m:r>
                        <m:rPr>
                          <m:nor/>
                        </m:rPr>
                        <a:rPr lang="en-US" sz="3000" dirty="0" smtClean="0">
                          <a:solidFill>
                            <a:srgbClr val="FFFF00"/>
                          </a:solidFill>
                        </a:rPr>
                        <m:t> </m:t>
                      </m:r>
                      <m:r>
                        <m:rPr>
                          <m:nor/>
                        </m:rPr>
                        <a:rPr lang="en-US" sz="3000" dirty="0" smtClean="0">
                          <a:solidFill>
                            <a:srgbClr val="FFFF00"/>
                          </a:solidFill>
                        </a:rPr>
                        <m:t>energy</m:t>
                      </m:r>
                      <m:r>
                        <m:rPr>
                          <m:nor/>
                        </m:rPr>
                        <a:rPr lang="en-US" sz="3000" dirty="0" smtClean="0">
                          <a:solidFill>
                            <a:srgbClr val="FFFF00"/>
                          </a:solidFill>
                        </a:rPr>
                        <m:t> </m:t>
                      </m:r>
                      <m:r>
                        <m:rPr>
                          <m:nor/>
                        </m:rPr>
                        <a:rPr lang="en-US" sz="3000" dirty="0" smtClean="0">
                          <a:solidFill>
                            <a:srgbClr val="FFFF00"/>
                          </a:solidFill>
                        </a:rPr>
                        <m:t>of</m:t>
                      </m:r>
                      <m:r>
                        <m:rPr>
                          <m:nor/>
                        </m:rPr>
                        <a:rPr lang="en-US" sz="3000" dirty="0" smtClean="0">
                          <a:solidFill>
                            <a:srgbClr val="FFFF00"/>
                          </a:solidFill>
                        </a:rPr>
                        <m:t> </m:t>
                      </m:r>
                      <m:r>
                        <m:rPr>
                          <m:nor/>
                        </m:rPr>
                        <a:rPr lang="en-US" sz="3000" dirty="0" smtClean="0">
                          <a:solidFill>
                            <a:srgbClr val="FFFF00"/>
                          </a:solidFill>
                        </a:rPr>
                        <m:t>A</m:t>
                      </m:r>
                      <m:r>
                        <m:rPr>
                          <m:nor/>
                        </m:rPr>
                        <a:rPr lang="en-US" sz="3000" dirty="0" smtClean="0">
                          <a:solidFill>
                            <a:srgbClr val="FFFF00"/>
                          </a:solidFill>
                        </a:rPr>
                        <m:t> </m:t>
                      </m:r>
                      <m:r>
                        <a:rPr lang="en-IN" sz="3000" i="1" dirty="0">
                          <a:solidFill>
                            <a:srgbClr val="FFFF00"/>
                          </a:solidFill>
                          <a:latin typeface="Cambria Math" panose="02040503050406030204" pitchFamily="18" charset="0"/>
                        </a:rPr>
                        <m:t>=</m:t>
                      </m:r>
                      <m:r>
                        <a:rPr lang="en-GB" sz="3000" i="1" dirty="0">
                          <a:solidFill>
                            <a:srgbClr val="FFFF00"/>
                          </a:solidFill>
                          <a:latin typeface="Cambria Math" panose="02040503050406030204" pitchFamily="18" charset="0"/>
                        </a:rPr>
                        <m:t>13</m:t>
                      </m:r>
                      <m:r>
                        <a:rPr lang="en-GB" sz="3000" i="1" dirty="0">
                          <a:solidFill>
                            <a:srgbClr val="FFFF00"/>
                          </a:solidFill>
                          <a:latin typeface="Cambria Math" panose="02040503050406030204" pitchFamily="18" charset="0"/>
                        </a:rPr>
                        <m:t>𝑀𝑒𝑉</m:t>
                      </m:r>
                    </m:oMath>
                  </m:oMathPara>
                </a14:m>
                <a:endParaRPr lang="en-GB" sz="3000" dirty="0">
                  <a:solidFill>
                    <a:srgbClr val="FFFF00"/>
                  </a:solidFill>
                </a:endParaRPr>
              </a:p>
              <a:p>
                <a:pPr/>
                <a14:m>
                  <m:oMathPara xmlns:m="http://schemas.openxmlformats.org/officeDocument/2006/math">
                    <m:oMathParaPr>
                      <m:jc m:val="centerGroup"/>
                    </m:oMathParaPr>
                    <m:oMath xmlns:m="http://schemas.openxmlformats.org/officeDocument/2006/math">
                      <m:r>
                        <m:rPr>
                          <m:nor/>
                        </m:rPr>
                        <a:rPr lang="en-US" sz="3000" dirty="0">
                          <a:solidFill>
                            <a:srgbClr val="FFFF00"/>
                          </a:solidFill>
                        </a:rPr>
                        <m:t>Binding</m:t>
                      </m:r>
                      <m:r>
                        <m:rPr>
                          <m:nor/>
                        </m:rPr>
                        <a:rPr lang="en-US" sz="3000" dirty="0">
                          <a:solidFill>
                            <a:srgbClr val="FFFF00"/>
                          </a:solidFill>
                        </a:rPr>
                        <m:t> </m:t>
                      </m:r>
                      <m:r>
                        <m:rPr>
                          <m:nor/>
                        </m:rPr>
                        <a:rPr lang="en-US" sz="3000" dirty="0">
                          <a:solidFill>
                            <a:srgbClr val="FFFF00"/>
                          </a:solidFill>
                        </a:rPr>
                        <m:t>energy</m:t>
                      </m:r>
                      <m:r>
                        <m:rPr>
                          <m:nor/>
                        </m:rPr>
                        <a:rPr lang="en-US" sz="3000" dirty="0">
                          <a:solidFill>
                            <a:srgbClr val="FFFF00"/>
                          </a:solidFill>
                        </a:rPr>
                        <m:t> </m:t>
                      </m:r>
                      <m:r>
                        <m:rPr>
                          <m:nor/>
                        </m:rPr>
                        <a:rPr lang="en-US" sz="3000" dirty="0">
                          <a:solidFill>
                            <a:srgbClr val="FFFF00"/>
                          </a:solidFill>
                        </a:rPr>
                        <m:t>of</m:t>
                      </m:r>
                      <m:r>
                        <m:rPr>
                          <m:nor/>
                        </m:rPr>
                        <a:rPr lang="en-US" sz="3000" dirty="0">
                          <a:solidFill>
                            <a:srgbClr val="FFFF00"/>
                          </a:solidFill>
                        </a:rPr>
                        <m:t> </m:t>
                      </m:r>
                      <m:r>
                        <m:rPr>
                          <m:nor/>
                        </m:rPr>
                        <a:rPr lang="en-US" sz="3000" dirty="0">
                          <a:solidFill>
                            <a:srgbClr val="FFFF00"/>
                          </a:solidFill>
                        </a:rPr>
                        <m:t>B</m:t>
                      </m:r>
                      <m:r>
                        <m:rPr>
                          <m:nor/>
                        </m:rPr>
                        <a:rPr lang="en-US" sz="3000" dirty="0">
                          <a:solidFill>
                            <a:srgbClr val="FFFF00"/>
                          </a:solidFill>
                        </a:rPr>
                        <m:t> </m:t>
                      </m:r>
                      <m:r>
                        <a:rPr lang="en-IN" sz="3000" i="1" dirty="0">
                          <a:solidFill>
                            <a:srgbClr val="FFFF00"/>
                          </a:solidFill>
                          <a:latin typeface="Cambria Math" panose="02040503050406030204" pitchFamily="18" charset="0"/>
                        </a:rPr>
                        <m:t>=</m:t>
                      </m:r>
                      <m:r>
                        <a:rPr lang="en-GB" sz="3000" i="1" dirty="0">
                          <a:solidFill>
                            <a:srgbClr val="FFFF00"/>
                          </a:solidFill>
                          <a:latin typeface="Cambria Math" panose="02040503050406030204" pitchFamily="18" charset="0"/>
                        </a:rPr>
                        <m:t>1</m:t>
                      </m:r>
                      <m:r>
                        <a:rPr lang="en-US" sz="3000" b="0" i="1" dirty="0" smtClean="0">
                          <a:solidFill>
                            <a:srgbClr val="FFFF00"/>
                          </a:solidFill>
                          <a:latin typeface="Cambria Math" panose="02040503050406030204" pitchFamily="18" charset="0"/>
                        </a:rPr>
                        <m:t>1</m:t>
                      </m:r>
                      <m:r>
                        <a:rPr lang="en-GB" sz="3000" i="1" dirty="0">
                          <a:solidFill>
                            <a:srgbClr val="FFFF00"/>
                          </a:solidFill>
                          <a:latin typeface="Cambria Math" panose="02040503050406030204" pitchFamily="18" charset="0"/>
                        </a:rPr>
                        <m:t>𝑀𝑒𝑉</m:t>
                      </m:r>
                    </m:oMath>
                  </m:oMathPara>
                </a14:m>
                <a:endParaRPr lang="en-GB" sz="3000" dirty="0">
                  <a:solidFill>
                    <a:srgbClr val="FFFF00"/>
                  </a:solidFill>
                </a:endParaRPr>
              </a:p>
              <a:p>
                <a:pPr/>
                <a14:m>
                  <m:oMathPara xmlns:m="http://schemas.openxmlformats.org/officeDocument/2006/math">
                    <m:oMathParaPr>
                      <m:jc m:val="centerGroup"/>
                    </m:oMathParaPr>
                    <m:oMath xmlns:m="http://schemas.openxmlformats.org/officeDocument/2006/math">
                      <m:r>
                        <m:rPr>
                          <m:nor/>
                        </m:rPr>
                        <a:rPr lang="en-US" sz="3000" dirty="0">
                          <a:solidFill>
                            <a:srgbClr val="FFFF00"/>
                          </a:solidFill>
                        </a:rPr>
                        <m:t>Binding</m:t>
                      </m:r>
                      <m:r>
                        <m:rPr>
                          <m:nor/>
                        </m:rPr>
                        <a:rPr lang="en-US" sz="3000" dirty="0">
                          <a:solidFill>
                            <a:srgbClr val="FFFF00"/>
                          </a:solidFill>
                        </a:rPr>
                        <m:t> </m:t>
                      </m:r>
                      <m:r>
                        <m:rPr>
                          <m:nor/>
                        </m:rPr>
                        <a:rPr lang="en-US" sz="3000" dirty="0">
                          <a:solidFill>
                            <a:srgbClr val="FFFF00"/>
                          </a:solidFill>
                        </a:rPr>
                        <m:t>energy</m:t>
                      </m:r>
                      <m:r>
                        <m:rPr>
                          <m:nor/>
                        </m:rPr>
                        <a:rPr lang="en-US" sz="3000" dirty="0">
                          <a:solidFill>
                            <a:srgbClr val="FFFF00"/>
                          </a:solidFill>
                        </a:rPr>
                        <m:t> </m:t>
                      </m:r>
                      <m:r>
                        <m:rPr>
                          <m:nor/>
                        </m:rPr>
                        <a:rPr lang="en-US" sz="3000" dirty="0">
                          <a:solidFill>
                            <a:srgbClr val="FFFF00"/>
                          </a:solidFill>
                        </a:rPr>
                        <m:t>of</m:t>
                      </m:r>
                      <m:r>
                        <m:rPr>
                          <m:nor/>
                        </m:rPr>
                        <a:rPr lang="en-US" sz="3000" dirty="0">
                          <a:solidFill>
                            <a:srgbClr val="FFFF00"/>
                          </a:solidFill>
                        </a:rPr>
                        <m:t> </m:t>
                      </m:r>
                      <m:r>
                        <m:rPr>
                          <m:nor/>
                        </m:rPr>
                        <a:rPr lang="en-US" sz="3000" dirty="0">
                          <a:solidFill>
                            <a:srgbClr val="FFFF00"/>
                          </a:solidFill>
                        </a:rPr>
                        <m:t>C</m:t>
                      </m:r>
                      <m:r>
                        <m:rPr>
                          <m:nor/>
                        </m:rPr>
                        <a:rPr lang="en-US" sz="3000" dirty="0">
                          <a:solidFill>
                            <a:srgbClr val="FFFF00"/>
                          </a:solidFill>
                        </a:rPr>
                        <m:t> </m:t>
                      </m:r>
                      <m:r>
                        <a:rPr lang="en-IN" sz="3000" i="1" dirty="0">
                          <a:solidFill>
                            <a:srgbClr val="FFFF00"/>
                          </a:solidFill>
                          <a:latin typeface="Cambria Math" panose="02040503050406030204" pitchFamily="18" charset="0"/>
                        </a:rPr>
                        <m:t>=</m:t>
                      </m:r>
                      <m:r>
                        <a:rPr lang="en-GB" sz="3000" i="1" dirty="0">
                          <a:solidFill>
                            <a:srgbClr val="FFFF00"/>
                          </a:solidFill>
                          <a:latin typeface="Cambria Math" panose="02040503050406030204" pitchFamily="18" charset="0"/>
                        </a:rPr>
                        <m:t>26</m:t>
                      </m:r>
                      <m:r>
                        <a:rPr lang="en-GB" sz="3000" i="1" dirty="0">
                          <a:solidFill>
                            <a:srgbClr val="FFFF00"/>
                          </a:solidFill>
                          <a:latin typeface="Cambria Math" panose="02040503050406030204" pitchFamily="18" charset="0"/>
                        </a:rPr>
                        <m:t>𝑀𝑒𝑉</m:t>
                      </m:r>
                    </m:oMath>
                  </m:oMathPara>
                </a14:m>
                <a:endParaRPr lang="en-IN" sz="3000" dirty="0">
                  <a:solidFill>
                    <a:srgbClr val="FFFF00"/>
                  </a:solidFill>
                </a:endParaRPr>
              </a:p>
            </p:txBody>
          </p:sp>
        </mc:Choice>
        <mc:Fallback xmlns="">
          <p:sp>
            <p:nvSpPr>
              <p:cNvPr id="25" name="Rectangle 24">
                <a:extLst>
                  <a:ext uri="{FF2B5EF4-FFF2-40B4-BE49-F238E27FC236}">
                    <a16:creationId xmlns:a16="http://schemas.microsoft.com/office/drawing/2014/main" id="{A5A2C9E5-964F-D265-84E4-0CE891C97774}"/>
                  </a:ext>
                </a:extLst>
              </p:cNvPr>
              <p:cNvSpPr>
                <a:spLocks noRot="1" noChangeAspect="1" noMove="1" noResize="1" noEditPoints="1" noAdjustHandles="1" noChangeArrowheads="1" noChangeShapeType="1" noTextEdit="1"/>
              </p:cNvSpPr>
              <p:nvPr/>
            </p:nvSpPr>
            <p:spPr>
              <a:xfrm>
                <a:off x="1671112" y="598177"/>
                <a:ext cx="5092997" cy="1477328"/>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92E5823-B6F9-B910-49B7-36B7D04964FF}"/>
                  </a:ext>
                </a:extLst>
              </p:cNvPr>
              <p:cNvSpPr txBox="1"/>
              <p:nvPr/>
            </p:nvSpPr>
            <p:spPr>
              <a:xfrm>
                <a:off x="187628" y="2203537"/>
                <a:ext cx="2083146"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IN" sz="2800" b="0" i="1" dirty="0" smtClean="0">
                          <a:solidFill>
                            <a:schemeClr val="bg1"/>
                          </a:solidFill>
                          <a:latin typeface="Cambria Math" panose="02040503050406030204" pitchFamily="18" charset="0"/>
                        </a:rPr>
                        <m:t>𝐸𝑛𝑒𝑟𝑔𝑦</m:t>
                      </m:r>
                      <m:r>
                        <a:rPr lang="en-IN" sz="2800" b="0" i="1" dirty="0" smtClean="0">
                          <a:solidFill>
                            <a:schemeClr val="bg1"/>
                          </a:solidFill>
                          <a:latin typeface="Cambria Math" panose="02040503050406030204" pitchFamily="18" charset="0"/>
                        </a:rPr>
                        <m:t>→</m:t>
                      </m:r>
                    </m:oMath>
                  </m:oMathPara>
                </a14:m>
                <a:endParaRPr lang="en-IN" sz="2800" dirty="0">
                  <a:solidFill>
                    <a:schemeClr val="bg1"/>
                  </a:solidFill>
                </a:endParaRPr>
              </a:p>
            </p:txBody>
          </p:sp>
        </mc:Choice>
        <mc:Fallback xmlns="">
          <p:sp>
            <p:nvSpPr>
              <p:cNvPr id="13" name="TextBox 12">
                <a:extLst>
                  <a:ext uri="{FF2B5EF4-FFF2-40B4-BE49-F238E27FC236}">
                    <a16:creationId xmlns:a16="http://schemas.microsoft.com/office/drawing/2014/main" id="{892E5823-B6F9-B910-49B7-36B7D04964FF}"/>
                  </a:ext>
                </a:extLst>
              </p:cNvPr>
              <p:cNvSpPr txBox="1">
                <a:spLocks noRot="1" noChangeAspect="1" noMove="1" noResize="1" noEditPoints="1" noAdjustHandles="1" noChangeArrowheads="1" noChangeShapeType="1" noTextEdit="1"/>
              </p:cNvSpPr>
              <p:nvPr/>
            </p:nvSpPr>
            <p:spPr>
              <a:xfrm>
                <a:off x="187628" y="2203537"/>
                <a:ext cx="2083146" cy="523220"/>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18EF326-D361-6D23-8AB8-7DBB72C6C9BB}"/>
                  </a:ext>
                </a:extLst>
              </p:cNvPr>
              <p:cNvSpPr txBox="1"/>
              <p:nvPr/>
            </p:nvSpPr>
            <p:spPr>
              <a:xfrm>
                <a:off x="1954304" y="2220745"/>
                <a:ext cx="1484036"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IN" sz="2800" b="0" i="1" dirty="0" smtClean="0">
                          <a:solidFill>
                            <a:schemeClr val="bg1"/>
                          </a:solidFill>
                          <a:latin typeface="Cambria Math" panose="02040503050406030204" pitchFamily="18" charset="0"/>
                        </a:rPr>
                        <m:t>2</m:t>
                      </m:r>
                      <m:r>
                        <a:rPr lang="en-IN" sz="2800" b="0" i="1" dirty="0" smtClean="0">
                          <a:solidFill>
                            <a:schemeClr val="bg1"/>
                          </a:solidFill>
                          <a:latin typeface="Cambria Math" panose="02040503050406030204" pitchFamily="18" charset="0"/>
                        </a:rPr>
                        <m:t>𝑀𝑒𝑉</m:t>
                      </m:r>
                    </m:oMath>
                  </m:oMathPara>
                </a14:m>
                <a:endParaRPr lang="en-IN" sz="2800" dirty="0">
                  <a:solidFill>
                    <a:schemeClr val="bg1"/>
                  </a:solidFill>
                </a:endParaRPr>
              </a:p>
            </p:txBody>
          </p:sp>
        </mc:Choice>
        <mc:Fallback xmlns="">
          <p:sp>
            <p:nvSpPr>
              <p:cNvPr id="10" name="TextBox 9">
                <a:extLst>
                  <a:ext uri="{FF2B5EF4-FFF2-40B4-BE49-F238E27FC236}">
                    <a16:creationId xmlns:a16="http://schemas.microsoft.com/office/drawing/2014/main" id="{318EF326-D361-6D23-8AB8-7DBB72C6C9BB}"/>
                  </a:ext>
                </a:extLst>
              </p:cNvPr>
              <p:cNvSpPr txBox="1">
                <a:spLocks noRot="1" noChangeAspect="1" noMove="1" noResize="1" noEditPoints="1" noAdjustHandles="1" noChangeArrowheads="1" noChangeShapeType="1" noTextEdit="1"/>
              </p:cNvSpPr>
              <p:nvPr/>
            </p:nvSpPr>
            <p:spPr>
              <a:xfrm>
                <a:off x="1954304" y="2220745"/>
                <a:ext cx="1484036" cy="523220"/>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1CC8498E-CEC8-0D82-09AE-8B82713AF44B}"/>
                  </a:ext>
                </a:extLst>
              </p:cNvPr>
              <p:cNvSpPr/>
              <p:nvPr/>
            </p:nvSpPr>
            <p:spPr>
              <a:xfrm>
                <a:off x="6862814" y="147645"/>
                <a:ext cx="2022285" cy="55399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IN" sz="3000" i="1" smtClean="0">
                          <a:solidFill>
                            <a:srgbClr val="FFFF00"/>
                          </a:solidFill>
                          <a:latin typeface="Cambria Math" panose="02040503050406030204" pitchFamily="18" charset="0"/>
                        </a:rPr>
                        <m:t>𝐴</m:t>
                      </m:r>
                      <m:r>
                        <a:rPr lang="en-IN" sz="3000" i="0">
                          <a:solidFill>
                            <a:srgbClr val="FFFF00"/>
                          </a:solidFill>
                          <a:latin typeface="Cambria Math" panose="02040503050406030204" pitchFamily="18" charset="0"/>
                        </a:rPr>
                        <m:t>+</m:t>
                      </m:r>
                      <m:r>
                        <a:rPr lang="en-IN" sz="3000" i="1">
                          <a:solidFill>
                            <a:srgbClr val="FFFF00"/>
                          </a:solidFill>
                          <a:latin typeface="Cambria Math" panose="02040503050406030204" pitchFamily="18" charset="0"/>
                        </a:rPr>
                        <m:t>𝐵</m:t>
                      </m:r>
                      <m:r>
                        <a:rPr lang="en-IN" sz="3000" i="0">
                          <a:solidFill>
                            <a:srgbClr val="FFFF00"/>
                          </a:solidFill>
                          <a:latin typeface="Cambria Math" panose="02040503050406030204" pitchFamily="18" charset="0"/>
                        </a:rPr>
                        <m:t>→</m:t>
                      </m:r>
                      <m:r>
                        <a:rPr lang="en-IN" sz="3000" i="1">
                          <a:solidFill>
                            <a:srgbClr val="FFFF00"/>
                          </a:solidFill>
                          <a:latin typeface="Cambria Math" panose="02040503050406030204" pitchFamily="18" charset="0"/>
                        </a:rPr>
                        <m:t>𝐶</m:t>
                      </m:r>
                    </m:oMath>
                  </m:oMathPara>
                </a14:m>
                <a:endParaRPr lang="en-IN" sz="3000" dirty="0">
                  <a:solidFill>
                    <a:srgbClr val="FFFF00"/>
                  </a:solidFill>
                </a:endParaRPr>
              </a:p>
            </p:txBody>
          </p:sp>
        </mc:Choice>
        <mc:Fallback xmlns="">
          <p:sp>
            <p:nvSpPr>
              <p:cNvPr id="3" name="Rectangle 2">
                <a:extLst>
                  <a:ext uri="{FF2B5EF4-FFF2-40B4-BE49-F238E27FC236}">
                    <a16:creationId xmlns:a16="http://schemas.microsoft.com/office/drawing/2014/main" id="{1CC8498E-CEC8-0D82-09AE-8B82713AF44B}"/>
                  </a:ext>
                </a:extLst>
              </p:cNvPr>
              <p:cNvSpPr>
                <a:spLocks noRot="1" noChangeAspect="1" noMove="1" noResize="1" noEditPoints="1" noAdjustHandles="1" noChangeArrowheads="1" noChangeShapeType="1" noTextEdit="1"/>
              </p:cNvSpPr>
              <p:nvPr/>
            </p:nvSpPr>
            <p:spPr>
              <a:xfrm>
                <a:off x="6862814" y="147645"/>
                <a:ext cx="2022285" cy="553998"/>
              </a:xfrm>
              <a:prstGeom prst="rect">
                <a:avLst/>
              </a:prstGeom>
              <a:blipFill>
                <a:blip r:embed="rId6"/>
                <a:stretch>
                  <a:fillRect/>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F65491A0-9243-F571-D91E-57DE815E64D0}"/>
              </a:ext>
            </a:extLst>
          </p:cNvPr>
          <p:cNvSpPr txBox="1"/>
          <p:nvPr/>
        </p:nvSpPr>
        <p:spPr>
          <a:xfrm>
            <a:off x="1671112" y="143040"/>
            <a:ext cx="5887616" cy="523220"/>
          </a:xfrm>
          <a:prstGeom prst="rect">
            <a:avLst/>
          </a:prstGeom>
          <a:noFill/>
        </p:spPr>
        <p:txBody>
          <a:bodyPr wrap="square" rtlCol="0">
            <a:spAutoFit/>
          </a:bodyPr>
          <a:lstStyle/>
          <a:p>
            <a:pPr algn="l"/>
            <a:r>
              <a:rPr lang="en-US" sz="2800" dirty="0">
                <a:solidFill>
                  <a:srgbClr val="FFFF00"/>
                </a:solidFill>
              </a:rPr>
              <a:t>Find energy emitted in the reaction </a:t>
            </a:r>
          </a:p>
        </p:txBody>
      </p:sp>
      <p:sp>
        <p:nvSpPr>
          <p:cNvPr id="5" name="Rectangle 4">
            <a:extLst>
              <a:ext uri="{FF2B5EF4-FFF2-40B4-BE49-F238E27FC236}">
                <a16:creationId xmlns:a16="http://schemas.microsoft.com/office/drawing/2014/main" id="{F51FCE39-0A52-9F4C-D6FC-60611B0E3A30}"/>
              </a:ext>
            </a:extLst>
          </p:cNvPr>
          <p:cNvSpPr/>
          <p:nvPr/>
        </p:nvSpPr>
        <p:spPr>
          <a:xfrm>
            <a:off x="143069" y="74957"/>
            <a:ext cx="1541576" cy="523220"/>
          </a:xfrm>
          <a:prstGeom prst="rect">
            <a:avLst/>
          </a:prstGeom>
          <a:noFill/>
        </p:spPr>
        <p:txBody>
          <a:bodyPr wrap="none" lIns="91440" tIns="45720" rIns="91440" bIns="45720">
            <a:spAutoFit/>
          </a:bodyPr>
          <a:lstStyle/>
          <a:p>
            <a:pPr algn="ctr"/>
            <a:r>
              <a:rPr lang="en-US" sz="2800" b="1"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rPr>
              <a:t>Question</a:t>
            </a:r>
          </a:p>
        </p:txBody>
      </p:sp>
      <p:sp>
        <p:nvSpPr>
          <p:cNvPr id="6" name="Rectangle: Rounded Corners 5">
            <a:extLst>
              <a:ext uri="{FF2B5EF4-FFF2-40B4-BE49-F238E27FC236}">
                <a16:creationId xmlns:a16="http://schemas.microsoft.com/office/drawing/2014/main" id="{BB5DDA25-D41E-E03D-44C5-5ABA316C234C}"/>
              </a:ext>
            </a:extLst>
          </p:cNvPr>
          <p:cNvSpPr/>
          <p:nvPr/>
        </p:nvSpPr>
        <p:spPr>
          <a:xfrm>
            <a:off x="187628" y="2090449"/>
            <a:ext cx="7299960" cy="56351"/>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7" name="Rectangle 6">
            <a:extLst>
              <a:ext uri="{FF2B5EF4-FFF2-40B4-BE49-F238E27FC236}">
                <a16:creationId xmlns:a16="http://schemas.microsoft.com/office/drawing/2014/main" id="{B99AAF92-894C-3727-6819-2F9CF7032D0B}"/>
              </a:ext>
            </a:extLst>
          </p:cNvPr>
          <p:cNvSpPr/>
          <p:nvPr/>
        </p:nvSpPr>
        <p:spPr>
          <a:xfrm>
            <a:off x="245722" y="1665373"/>
            <a:ext cx="1425390" cy="523220"/>
          </a:xfrm>
          <a:prstGeom prst="rect">
            <a:avLst/>
          </a:prstGeom>
          <a:noFill/>
        </p:spPr>
        <p:txBody>
          <a:bodyPr wrap="none" lIns="91440" tIns="45720" rIns="91440" bIns="45720">
            <a:spAutoFit/>
          </a:bodyPr>
          <a:lstStyle/>
          <a:p>
            <a:pPr algn="ctr"/>
            <a:r>
              <a:rPr lang="en-US" sz="2800" b="1"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rPr>
              <a:t>Solution</a:t>
            </a:r>
          </a:p>
        </p:txBody>
      </p:sp>
    </p:spTree>
    <p:extLst>
      <p:ext uri="{BB962C8B-B14F-4D97-AF65-F5344CB8AC3E}">
        <p14:creationId xmlns:p14="http://schemas.microsoft.com/office/powerpoint/2010/main" val="35715301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C578AD-B569-0843-6C02-7071AA275F54}"/>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5" name="Rectangle 24">
                <a:extLst>
                  <a:ext uri="{FF2B5EF4-FFF2-40B4-BE49-F238E27FC236}">
                    <a16:creationId xmlns:a16="http://schemas.microsoft.com/office/drawing/2014/main" id="{773A8CF7-F7E5-B8DD-C554-B50F2B5D4523}"/>
                  </a:ext>
                </a:extLst>
              </p:cNvPr>
              <p:cNvSpPr/>
              <p:nvPr/>
            </p:nvSpPr>
            <p:spPr>
              <a:xfrm>
                <a:off x="1680443" y="812780"/>
                <a:ext cx="7010189" cy="147732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nor/>
                        </m:rPr>
                        <a:rPr lang="en-US" sz="3000" dirty="0" smtClean="0">
                          <a:solidFill>
                            <a:srgbClr val="FFFF00"/>
                          </a:solidFill>
                        </a:rPr>
                        <m:t>Binding</m:t>
                      </m:r>
                      <m:r>
                        <m:rPr>
                          <m:nor/>
                        </m:rPr>
                        <a:rPr lang="en-US" sz="3000" dirty="0" smtClean="0">
                          <a:solidFill>
                            <a:srgbClr val="FFFF00"/>
                          </a:solidFill>
                        </a:rPr>
                        <m:t> </m:t>
                      </m:r>
                      <m:r>
                        <m:rPr>
                          <m:nor/>
                        </m:rPr>
                        <a:rPr lang="en-US" sz="3000" dirty="0" smtClean="0">
                          <a:solidFill>
                            <a:srgbClr val="FFFF00"/>
                          </a:solidFill>
                        </a:rPr>
                        <m:t>energy</m:t>
                      </m:r>
                      <m:r>
                        <m:rPr>
                          <m:nor/>
                        </m:rPr>
                        <a:rPr lang="en-US" sz="3000" dirty="0" smtClean="0">
                          <a:solidFill>
                            <a:srgbClr val="FFFF00"/>
                          </a:solidFill>
                        </a:rPr>
                        <m:t> </m:t>
                      </m:r>
                      <m:r>
                        <m:rPr>
                          <m:nor/>
                        </m:rPr>
                        <a:rPr lang="en-US" sz="3000" b="0" i="0" dirty="0" smtClean="0">
                          <a:solidFill>
                            <a:srgbClr val="FFFF00"/>
                          </a:solidFill>
                        </a:rPr>
                        <m:t>per</m:t>
                      </m:r>
                      <m:r>
                        <m:rPr>
                          <m:nor/>
                        </m:rPr>
                        <a:rPr lang="en-US" sz="3000" b="0" i="0" dirty="0" smtClean="0">
                          <a:solidFill>
                            <a:srgbClr val="FFFF00"/>
                          </a:solidFill>
                        </a:rPr>
                        <m:t> </m:t>
                      </m:r>
                      <m:r>
                        <m:rPr>
                          <m:nor/>
                        </m:rPr>
                        <a:rPr lang="en-US" sz="3000" b="0" i="0" dirty="0" smtClean="0">
                          <a:solidFill>
                            <a:srgbClr val="FFFF00"/>
                          </a:solidFill>
                        </a:rPr>
                        <m:t>nuclion</m:t>
                      </m:r>
                      <m:r>
                        <m:rPr>
                          <m:nor/>
                        </m:rPr>
                        <a:rPr lang="en-US" sz="3000" b="0" i="0" dirty="0" smtClean="0">
                          <a:solidFill>
                            <a:srgbClr val="FFFF00"/>
                          </a:solidFill>
                        </a:rPr>
                        <m:t> </m:t>
                      </m:r>
                      <m:r>
                        <m:rPr>
                          <m:nor/>
                        </m:rPr>
                        <a:rPr lang="en-US" sz="3000" dirty="0" smtClean="0">
                          <a:solidFill>
                            <a:srgbClr val="FFFF00"/>
                          </a:solidFill>
                        </a:rPr>
                        <m:t>of</m:t>
                      </m:r>
                      <m:r>
                        <m:rPr>
                          <m:nor/>
                        </m:rPr>
                        <a:rPr lang="en-US" sz="3000" dirty="0" smtClean="0">
                          <a:solidFill>
                            <a:srgbClr val="FFFF00"/>
                          </a:solidFill>
                        </a:rPr>
                        <m:t> </m:t>
                      </m:r>
                      <m:r>
                        <m:rPr>
                          <m:nor/>
                        </m:rPr>
                        <a:rPr lang="en-US" sz="3000" b="0" i="0" dirty="0" smtClean="0">
                          <a:solidFill>
                            <a:srgbClr val="FFFF00"/>
                          </a:solidFill>
                        </a:rPr>
                        <m:t>X</m:t>
                      </m:r>
                      <m:r>
                        <m:rPr>
                          <m:nor/>
                        </m:rPr>
                        <a:rPr lang="en-US" sz="3000" dirty="0" smtClean="0">
                          <a:solidFill>
                            <a:srgbClr val="FFFF00"/>
                          </a:solidFill>
                        </a:rPr>
                        <m:t> </m:t>
                      </m:r>
                      <m:r>
                        <a:rPr lang="en-IN" sz="3000" i="1" dirty="0">
                          <a:solidFill>
                            <a:srgbClr val="FFFF00"/>
                          </a:solidFill>
                          <a:latin typeface="Cambria Math" panose="02040503050406030204" pitchFamily="18" charset="0"/>
                        </a:rPr>
                        <m:t>=</m:t>
                      </m:r>
                      <m:r>
                        <a:rPr lang="en-US" sz="3000" b="0" i="1" dirty="0" smtClean="0">
                          <a:solidFill>
                            <a:srgbClr val="FFFF00"/>
                          </a:solidFill>
                          <a:latin typeface="Cambria Math" panose="02040503050406030204" pitchFamily="18" charset="0"/>
                        </a:rPr>
                        <m:t>7.2</m:t>
                      </m:r>
                      <m:r>
                        <a:rPr lang="en-GB" sz="3000" i="1" dirty="0">
                          <a:solidFill>
                            <a:srgbClr val="FFFF00"/>
                          </a:solidFill>
                          <a:latin typeface="Cambria Math" panose="02040503050406030204" pitchFamily="18" charset="0"/>
                        </a:rPr>
                        <m:t>𝑀𝑒𝑉</m:t>
                      </m:r>
                    </m:oMath>
                  </m:oMathPara>
                </a14:m>
                <a:endParaRPr lang="en-GB" sz="3000" dirty="0">
                  <a:solidFill>
                    <a:srgbClr val="FFFF00"/>
                  </a:solidFill>
                </a:endParaRPr>
              </a:p>
              <a:p>
                <a:pPr/>
                <a14:m>
                  <m:oMathPara xmlns:m="http://schemas.openxmlformats.org/officeDocument/2006/math">
                    <m:oMathParaPr>
                      <m:jc m:val="centerGroup"/>
                    </m:oMathParaPr>
                    <m:oMath xmlns:m="http://schemas.openxmlformats.org/officeDocument/2006/math">
                      <m:r>
                        <m:rPr>
                          <m:nor/>
                        </m:rPr>
                        <a:rPr lang="en-US" sz="3000" dirty="0">
                          <a:solidFill>
                            <a:srgbClr val="FFFF00"/>
                          </a:solidFill>
                        </a:rPr>
                        <m:t>Binding</m:t>
                      </m:r>
                      <m:r>
                        <m:rPr>
                          <m:nor/>
                        </m:rPr>
                        <a:rPr lang="en-US" sz="3000" dirty="0">
                          <a:solidFill>
                            <a:srgbClr val="FFFF00"/>
                          </a:solidFill>
                        </a:rPr>
                        <m:t> </m:t>
                      </m:r>
                      <m:r>
                        <m:rPr>
                          <m:nor/>
                        </m:rPr>
                        <a:rPr lang="en-US" sz="3000" dirty="0">
                          <a:solidFill>
                            <a:srgbClr val="FFFF00"/>
                          </a:solidFill>
                        </a:rPr>
                        <m:t>energy</m:t>
                      </m:r>
                      <m:r>
                        <m:rPr>
                          <m:nor/>
                        </m:rPr>
                        <a:rPr lang="en-US" sz="3000" dirty="0">
                          <a:solidFill>
                            <a:srgbClr val="FFFF00"/>
                          </a:solidFill>
                        </a:rPr>
                        <m:t> </m:t>
                      </m:r>
                      <m:r>
                        <m:rPr>
                          <m:nor/>
                        </m:rPr>
                        <a:rPr lang="en-US" sz="3000" dirty="0">
                          <a:solidFill>
                            <a:srgbClr val="FFFF00"/>
                          </a:solidFill>
                        </a:rPr>
                        <m:t>per</m:t>
                      </m:r>
                      <m:r>
                        <m:rPr>
                          <m:nor/>
                        </m:rPr>
                        <a:rPr lang="en-US" sz="3000" dirty="0">
                          <a:solidFill>
                            <a:srgbClr val="FFFF00"/>
                          </a:solidFill>
                        </a:rPr>
                        <m:t> </m:t>
                      </m:r>
                      <m:r>
                        <m:rPr>
                          <m:nor/>
                        </m:rPr>
                        <a:rPr lang="en-US" sz="3000" dirty="0">
                          <a:solidFill>
                            <a:srgbClr val="FFFF00"/>
                          </a:solidFill>
                        </a:rPr>
                        <m:t>nuclion</m:t>
                      </m:r>
                      <m:r>
                        <m:rPr>
                          <m:nor/>
                        </m:rPr>
                        <a:rPr lang="en-US" sz="3000" dirty="0">
                          <a:solidFill>
                            <a:srgbClr val="FFFF00"/>
                          </a:solidFill>
                        </a:rPr>
                        <m:t> </m:t>
                      </m:r>
                      <m:r>
                        <m:rPr>
                          <m:nor/>
                        </m:rPr>
                        <a:rPr lang="en-US" sz="3000" dirty="0">
                          <a:solidFill>
                            <a:srgbClr val="FFFF00"/>
                          </a:solidFill>
                        </a:rPr>
                        <m:t>of</m:t>
                      </m:r>
                      <m:r>
                        <m:rPr>
                          <m:nor/>
                        </m:rPr>
                        <a:rPr lang="en-US" sz="3000" b="0" i="0" dirty="0" smtClean="0">
                          <a:solidFill>
                            <a:srgbClr val="FFFF00"/>
                          </a:solidFill>
                        </a:rPr>
                        <m:t> </m:t>
                      </m:r>
                      <m:r>
                        <m:rPr>
                          <m:nor/>
                        </m:rPr>
                        <a:rPr lang="en-US" sz="3000" b="0" i="0" dirty="0" smtClean="0">
                          <a:solidFill>
                            <a:srgbClr val="FFFF00"/>
                          </a:solidFill>
                        </a:rPr>
                        <m:t>Y</m:t>
                      </m:r>
                      <m:r>
                        <m:rPr>
                          <m:nor/>
                        </m:rPr>
                        <a:rPr lang="en-US" sz="3000" dirty="0">
                          <a:solidFill>
                            <a:srgbClr val="FFFF00"/>
                          </a:solidFill>
                        </a:rPr>
                        <m:t> </m:t>
                      </m:r>
                      <m:r>
                        <a:rPr lang="en-IN" sz="3000" i="1" dirty="0">
                          <a:solidFill>
                            <a:srgbClr val="FFFF00"/>
                          </a:solidFill>
                          <a:latin typeface="Cambria Math" panose="02040503050406030204" pitchFamily="18" charset="0"/>
                        </a:rPr>
                        <m:t>=</m:t>
                      </m:r>
                      <m:r>
                        <a:rPr lang="en-US" sz="3000" i="1" dirty="0" smtClean="0">
                          <a:solidFill>
                            <a:srgbClr val="FFFF00"/>
                          </a:solidFill>
                          <a:latin typeface="Cambria Math" panose="02040503050406030204" pitchFamily="18" charset="0"/>
                        </a:rPr>
                        <m:t>7</m:t>
                      </m:r>
                      <m:r>
                        <a:rPr lang="en-US" sz="3000" b="0" i="1" dirty="0" smtClean="0">
                          <a:solidFill>
                            <a:srgbClr val="FFFF00"/>
                          </a:solidFill>
                          <a:latin typeface="Cambria Math" panose="02040503050406030204" pitchFamily="18" charset="0"/>
                        </a:rPr>
                        <m:t>.5</m:t>
                      </m:r>
                      <m:r>
                        <a:rPr lang="en-GB" sz="3000" i="1" dirty="0">
                          <a:solidFill>
                            <a:srgbClr val="FFFF00"/>
                          </a:solidFill>
                          <a:latin typeface="Cambria Math" panose="02040503050406030204" pitchFamily="18" charset="0"/>
                        </a:rPr>
                        <m:t>𝑀𝑒𝑉</m:t>
                      </m:r>
                    </m:oMath>
                  </m:oMathPara>
                </a14:m>
                <a:endParaRPr lang="en-GB" sz="3000" dirty="0">
                  <a:solidFill>
                    <a:srgbClr val="FFFF00"/>
                  </a:solidFill>
                </a:endParaRPr>
              </a:p>
              <a:p>
                <a:pPr/>
                <a14:m>
                  <m:oMathPara xmlns:m="http://schemas.openxmlformats.org/officeDocument/2006/math">
                    <m:oMathParaPr>
                      <m:jc m:val="centerGroup"/>
                    </m:oMathParaPr>
                    <m:oMath xmlns:m="http://schemas.openxmlformats.org/officeDocument/2006/math">
                      <m:r>
                        <m:rPr>
                          <m:nor/>
                        </m:rPr>
                        <a:rPr lang="en-US" sz="3000" dirty="0">
                          <a:solidFill>
                            <a:srgbClr val="FFFF00"/>
                          </a:solidFill>
                        </a:rPr>
                        <m:t>Binding</m:t>
                      </m:r>
                      <m:r>
                        <m:rPr>
                          <m:nor/>
                        </m:rPr>
                        <a:rPr lang="en-US" sz="3000" dirty="0">
                          <a:solidFill>
                            <a:srgbClr val="FFFF00"/>
                          </a:solidFill>
                        </a:rPr>
                        <m:t> </m:t>
                      </m:r>
                      <m:r>
                        <m:rPr>
                          <m:nor/>
                        </m:rPr>
                        <a:rPr lang="en-US" sz="3000" dirty="0">
                          <a:solidFill>
                            <a:srgbClr val="FFFF00"/>
                          </a:solidFill>
                        </a:rPr>
                        <m:t>energy</m:t>
                      </m:r>
                      <m:r>
                        <m:rPr>
                          <m:nor/>
                        </m:rPr>
                        <a:rPr lang="en-US" sz="3000" dirty="0">
                          <a:solidFill>
                            <a:srgbClr val="FFFF00"/>
                          </a:solidFill>
                        </a:rPr>
                        <m:t> </m:t>
                      </m:r>
                      <m:r>
                        <m:rPr>
                          <m:nor/>
                        </m:rPr>
                        <a:rPr lang="en-US" sz="3000" dirty="0">
                          <a:solidFill>
                            <a:srgbClr val="FFFF00"/>
                          </a:solidFill>
                        </a:rPr>
                        <m:t>per</m:t>
                      </m:r>
                      <m:r>
                        <m:rPr>
                          <m:nor/>
                        </m:rPr>
                        <a:rPr lang="en-US" sz="3000" dirty="0">
                          <a:solidFill>
                            <a:srgbClr val="FFFF00"/>
                          </a:solidFill>
                        </a:rPr>
                        <m:t> </m:t>
                      </m:r>
                      <m:r>
                        <m:rPr>
                          <m:nor/>
                        </m:rPr>
                        <a:rPr lang="en-US" sz="3000" dirty="0">
                          <a:solidFill>
                            <a:srgbClr val="FFFF00"/>
                          </a:solidFill>
                        </a:rPr>
                        <m:t>nuclion</m:t>
                      </m:r>
                      <m:r>
                        <m:rPr>
                          <m:nor/>
                        </m:rPr>
                        <a:rPr lang="en-US" sz="3000" dirty="0">
                          <a:solidFill>
                            <a:srgbClr val="FFFF00"/>
                          </a:solidFill>
                        </a:rPr>
                        <m:t> </m:t>
                      </m:r>
                      <m:r>
                        <m:rPr>
                          <m:nor/>
                        </m:rPr>
                        <a:rPr lang="en-US" sz="3000" dirty="0">
                          <a:solidFill>
                            <a:srgbClr val="FFFF00"/>
                          </a:solidFill>
                        </a:rPr>
                        <m:t>of</m:t>
                      </m:r>
                      <m:r>
                        <m:rPr>
                          <m:nor/>
                        </m:rPr>
                        <a:rPr lang="en-US" sz="3000" b="0" i="0" dirty="0" smtClean="0">
                          <a:solidFill>
                            <a:srgbClr val="FFFF00"/>
                          </a:solidFill>
                        </a:rPr>
                        <m:t> </m:t>
                      </m:r>
                      <m:r>
                        <m:rPr>
                          <m:nor/>
                        </m:rPr>
                        <a:rPr lang="en-US" sz="3000" b="0" i="0" dirty="0" smtClean="0">
                          <a:solidFill>
                            <a:srgbClr val="FFFF00"/>
                          </a:solidFill>
                        </a:rPr>
                        <m:t>Z</m:t>
                      </m:r>
                      <m:r>
                        <m:rPr>
                          <m:nor/>
                        </m:rPr>
                        <a:rPr lang="en-US" sz="3000" dirty="0">
                          <a:solidFill>
                            <a:srgbClr val="FFFF00"/>
                          </a:solidFill>
                        </a:rPr>
                        <m:t> </m:t>
                      </m:r>
                      <m:r>
                        <a:rPr lang="en-IN" sz="3000" i="1" dirty="0">
                          <a:solidFill>
                            <a:srgbClr val="FFFF00"/>
                          </a:solidFill>
                          <a:latin typeface="Cambria Math" panose="02040503050406030204" pitchFamily="18" charset="0"/>
                        </a:rPr>
                        <m:t>=</m:t>
                      </m:r>
                      <m:r>
                        <a:rPr lang="en-US" sz="3000" b="0" i="1" dirty="0" smtClean="0">
                          <a:solidFill>
                            <a:srgbClr val="FFFF00"/>
                          </a:solidFill>
                          <a:latin typeface="Cambria Math" panose="02040503050406030204" pitchFamily="18" charset="0"/>
                        </a:rPr>
                        <m:t>8</m:t>
                      </m:r>
                      <m:r>
                        <a:rPr lang="en-GB" sz="3000" i="1" dirty="0">
                          <a:solidFill>
                            <a:srgbClr val="FFFF00"/>
                          </a:solidFill>
                          <a:latin typeface="Cambria Math" panose="02040503050406030204" pitchFamily="18" charset="0"/>
                        </a:rPr>
                        <m:t>𝑀𝑒𝑉</m:t>
                      </m:r>
                    </m:oMath>
                  </m:oMathPara>
                </a14:m>
                <a:endParaRPr lang="en-IN" sz="3000" dirty="0">
                  <a:solidFill>
                    <a:srgbClr val="FFFF00"/>
                  </a:solidFill>
                </a:endParaRPr>
              </a:p>
            </p:txBody>
          </p:sp>
        </mc:Choice>
        <mc:Fallback xmlns="">
          <p:sp>
            <p:nvSpPr>
              <p:cNvPr id="25" name="Rectangle 24">
                <a:extLst>
                  <a:ext uri="{FF2B5EF4-FFF2-40B4-BE49-F238E27FC236}">
                    <a16:creationId xmlns:a16="http://schemas.microsoft.com/office/drawing/2014/main" id="{773A8CF7-F7E5-B8DD-C554-B50F2B5D4523}"/>
                  </a:ext>
                </a:extLst>
              </p:cNvPr>
              <p:cNvSpPr>
                <a:spLocks noRot="1" noChangeAspect="1" noMove="1" noResize="1" noEditPoints="1" noAdjustHandles="1" noChangeArrowheads="1" noChangeShapeType="1" noTextEdit="1"/>
              </p:cNvSpPr>
              <p:nvPr/>
            </p:nvSpPr>
            <p:spPr>
              <a:xfrm>
                <a:off x="1680443" y="812780"/>
                <a:ext cx="7010189" cy="1477328"/>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979FCF60-2724-07AD-66CD-7E40F6F768B9}"/>
                  </a:ext>
                </a:extLst>
              </p:cNvPr>
              <p:cNvSpPr/>
              <p:nvPr/>
            </p:nvSpPr>
            <p:spPr>
              <a:xfrm>
                <a:off x="6872145" y="362248"/>
                <a:ext cx="2697213" cy="57560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Pre>
                        <m:sPrePr>
                          <m:ctrlPr>
                            <a:rPr lang="en-IN" sz="3000" i="1">
                              <a:solidFill>
                                <a:srgbClr val="FFFF00"/>
                              </a:solidFill>
                              <a:latin typeface="Cambria Math" panose="02040503050406030204" pitchFamily="18" charset="0"/>
                            </a:rPr>
                          </m:ctrlPr>
                        </m:sPrePr>
                        <m:sub>
                          <m:r>
                            <a:rPr lang="en-IN" sz="3000">
                              <a:solidFill>
                                <a:srgbClr val="FFFF00"/>
                              </a:solidFill>
                              <a:latin typeface="Cambria Math" panose="02040503050406030204" pitchFamily="18" charset="0"/>
                            </a:rPr>
                            <m:t>2</m:t>
                          </m:r>
                        </m:sub>
                        <m:sup>
                          <m:r>
                            <a:rPr lang="en-IN" sz="3000">
                              <a:solidFill>
                                <a:srgbClr val="FFFF00"/>
                              </a:solidFill>
                              <a:latin typeface="Cambria Math" panose="02040503050406030204" pitchFamily="18" charset="0"/>
                            </a:rPr>
                            <m:t>5</m:t>
                          </m:r>
                        </m:sup>
                        <m:e>
                          <m:r>
                            <a:rPr lang="en-IN" sz="3000" i="1">
                              <a:solidFill>
                                <a:srgbClr val="FFFF00"/>
                              </a:solidFill>
                              <a:latin typeface="Cambria Math" panose="02040503050406030204" pitchFamily="18" charset="0"/>
                            </a:rPr>
                            <m:t>𝑋</m:t>
                          </m:r>
                        </m:e>
                      </m:sPre>
                      <m:r>
                        <a:rPr lang="en-IN" sz="3000">
                          <a:solidFill>
                            <a:srgbClr val="FFFF00"/>
                          </a:solidFill>
                          <a:latin typeface="Cambria Math" panose="02040503050406030204" pitchFamily="18" charset="0"/>
                        </a:rPr>
                        <m:t>+</m:t>
                      </m:r>
                      <m:sPre>
                        <m:sPrePr>
                          <m:ctrlPr>
                            <a:rPr lang="en-IN" sz="3000" i="1">
                              <a:solidFill>
                                <a:srgbClr val="FFFF00"/>
                              </a:solidFill>
                              <a:latin typeface="Cambria Math" panose="02040503050406030204" pitchFamily="18" charset="0"/>
                            </a:rPr>
                          </m:ctrlPr>
                        </m:sPrePr>
                        <m:sub>
                          <m:r>
                            <a:rPr lang="en-IN" sz="3000">
                              <a:solidFill>
                                <a:srgbClr val="FFFF00"/>
                              </a:solidFill>
                              <a:latin typeface="Cambria Math" panose="02040503050406030204" pitchFamily="18" charset="0"/>
                            </a:rPr>
                            <m:t>3</m:t>
                          </m:r>
                        </m:sub>
                        <m:sup>
                          <m:r>
                            <a:rPr lang="en-IN" sz="3000">
                              <a:solidFill>
                                <a:srgbClr val="FFFF00"/>
                              </a:solidFill>
                              <a:latin typeface="Cambria Math" panose="02040503050406030204" pitchFamily="18" charset="0"/>
                            </a:rPr>
                            <m:t>8</m:t>
                          </m:r>
                        </m:sup>
                        <m:e>
                          <m:r>
                            <a:rPr lang="en-IN" sz="3000" i="1">
                              <a:solidFill>
                                <a:srgbClr val="FFFF00"/>
                              </a:solidFill>
                              <a:latin typeface="Cambria Math" panose="02040503050406030204" pitchFamily="18" charset="0"/>
                            </a:rPr>
                            <m:t>𝑌</m:t>
                          </m:r>
                        </m:e>
                      </m:sPre>
                      <m:r>
                        <a:rPr lang="en-IN" sz="3000">
                          <a:solidFill>
                            <a:srgbClr val="FFFF00"/>
                          </a:solidFill>
                          <a:latin typeface="Cambria Math" panose="02040503050406030204" pitchFamily="18" charset="0"/>
                        </a:rPr>
                        <m:t>→</m:t>
                      </m:r>
                      <m:sPre>
                        <m:sPrePr>
                          <m:ctrlPr>
                            <a:rPr lang="en-IN" sz="3000" i="1">
                              <a:solidFill>
                                <a:srgbClr val="FFFF00"/>
                              </a:solidFill>
                              <a:latin typeface="Cambria Math" panose="02040503050406030204" pitchFamily="18" charset="0"/>
                            </a:rPr>
                          </m:ctrlPr>
                        </m:sPrePr>
                        <m:sub>
                          <m:r>
                            <a:rPr lang="en-IN" sz="3000">
                              <a:solidFill>
                                <a:srgbClr val="FFFF00"/>
                              </a:solidFill>
                              <a:latin typeface="Cambria Math" panose="02040503050406030204" pitchFamily="18" charset="0"/>
                            </a:rPr>
                            <m:t>5</m:t>
                          </m:r>
                        </m:sub>
                        <m:sup>
                          <m:r>
                            <a:rPr lang="en-IN" sz="3000">
                              <a:solidFill>
                                <a:srgbClr val="FFFF00"/>
                              </a:solidFill>
                              <a:latin typeface="Cambria Math" panose="02040503050406030204" pitchFamily="18" charset="0"/>
                            </a:rPr>
                            <m:t>13</m:t>
                          </m:r>
                        </m:sup>
                        <m:e>
                          <m:r>
                            <a:rPr lang="en-IN" sz="3000" i="1">
                              <a:solidFill>
                                <a:srgbClr val="FFFF00"/>
                              </a:solidFill>
                              <a:latin typeface="Cambria Math" panose="02040503050406030204" pitchFamily="18" charset="0"/>
                            </a:rPr>
                            <m:t>𝑍</m:t>
                          </m:r>
                        </m:e>
                      </m:sPre>
                    </m:oMath>
                  </m:oMathPara>
                </a14:m>
                <a:endParaRPr lang="en-IN" sz="3000" dirty="0">
                  <a:solidFill>
                    <a:srgbClr val="FFFF00"/>
                  </a:solidFill>
                </a:endParaRPr>
              </a:p>
            </p:txBody>
          </p:sp>
        </mc:Choice>
        <mc:Fallback xmlns="">
          <p:sp>
            <p:nvSpPr>
              <p:cNvPr id="3" name="Rectangle 2">
                <a:extLst>
                  <a:ext uri="{FF2B5EF4-FFF2-40B4-BE49-F238E27FC236}">
                    <a16:creationId xmlns:a16="http://schemas.microsoft.com/office/drawing/2014/main" id="{979FCF60-2724-07AD-66CD-7E40F6F768B9}"/>
                  </a:ext>
                </a:extLst>
              </p:cNvPr>
              <p:cNvSpPr>
                <a:spLocks noRot="1" noChangeAspect="1" noMove="1" noResize="1" noEditPoints="1" noAdjustHandles="1" noChangeArrowheads="1" noChangeShapeType="1" noTextEdit="1"/>
              </p:cNvSpPr>
              <p:nvPr/>
            </p:nvSpPr>
            <p:spPr>
              <a:xfrm>
                <a:off x="6872145" y="362248"/>
                <a:ext cx="2697213" cy="575607"/>
              </a:xfrm>
              <a:prstGeom prst="rect">
                <a:avLst/>
              </a:prstGeom>
              <a:blipFill>
                <a:blip r:embed="rId4"/>
                <a:stretch>
                  <a:fillRect/>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AA76697F-265E-2B9D-8D0D-3CB7A3A05BCB}"/>
              </a:ext>
            </a:extLst>
          </p:cNvPr>
          <p:cNvSpPr txBox="1"/>
          <p:nvPr/>
        </p:nvSpPr>
        <p:spPr>
          <a:xfrm>
            <a:off x="1680443" y="357643"/>
            <a:ext cx="5887616" cy="523220"/>
          </a:xfrm>
          <a:prstGeom prst="rect">
            <a:avLst/>
          </a:prstGeom>
          <a:noFill/>
        </p:spPr>
        <p:txBody>
          <a:bodyPr wrap="square" rtlCol="0">
            <a:spAutoFit/>
          </a:bodyPr>
          <a:lstStyle/>
          <a:p>
            <a:pPr algn="l"/>
            <a:r>
              <a:rPr lang="en-US" sz="2800" dirty="0">
                <a:solidFill>
                  <a:srgbClr val="FFFF00"/>
                </a:solidFill>
              </a:rPr>
              <a:t>Find energy emitted in the reaction </a:t>
            </a:r>
          </a:p>
        </p:txBody>
      </p:sp>
      <p:sp>
        <p:nvSpPr>
          <p:cNvPr id="5" name="Rectangle 4">
            <a:extLst>
              <a:ext uri="{FF2B5EF4-FFF2-40B4-BE49-F238E27FC236}">
                <a16:creationId xmlns:a16="http://schemas.microsoft.com/office/drawing/2014/main" id="{BD9DDB73-9EAB-1551-0369-B6B47D762A49}"/>
              </a:ext>
            </a:extLst>
          </p:cNvPr>
          <p:cNvSpPr/>
          <p:nvPr/>
        </p:nvSpPr>
        <p:spPr>
          <a:xfrm>
            <a:off x="152400" y="289560"/>
            <a:ext cx="1541576" cy="523220"/>
          </a:xfrm>
          <a:prstGeom prst="rect">
            <a:avLst/>
          </a:prstGeom>
          <a:noFill/>
        </p:spPr>
        <p:txBody>
          <a:bodyPr wrap="none" lIns="91440" tIns="45720" rIns="91440" bIns="45720">
            <a:spAutoFit/>
          </a:bodyPr>
          <a:lstStyle/>
          <a:p>
            <a:pPr algn="ctr"/>
            <a:r>
              <a:rPr lang="en-US" sz="2800" b="1"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rPr>
              <a:t>Question</a:t>
            </a:r>
          </a:p>
        </p:txBody>
      </p:sp>
      <p:sp>
        <p:nvSpPr>
          <p:cNvPr id="6" name="Rectangle: Rounded Corners 5">
            <a:extLst>
              <a:ext uri="{FF2B5EF4-FFF2-40B4-BE49-F238E27FC236}">
                <a16:creationId xmlns:a16="http://schemas.microsoft.com/office/drawing/2014/main" id="{E71E19FD-D319-64D4-AE00-47DBF6BB4C4E}"/>
              </a:ext>
            </a:extLst>
          </p:cNvPr>
          <p:cNvSpPr/>
          <p:nvPr/>
        </p:nvSpPr>
        <p:spPr>
          <a:xfrm>
            <a:off x="196959" y="2305052"/>
            <a:ext cx="7299960" cy="56351"/>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7" name="Rectangle 6">
            <a:extLst>
              <a:ext uri="{FF2B5EF4-FFF2-40B4-BE49-F238E27FC236}">
                <a16:creationId xmlns:a16="http://schemas.microsoft.com/office/drawing/2014/main" id="{63B71F73-3254-1417-68CB-59C25260055F}"/>
              </a:ext>
            </a:extLst>
          </p:cNvPr>
          <p:cNvSpPr/>
          <p:nvPr/>
        </p:nvSpPr>
        <p:spPr>
          <a:xfrm>
            <a:off x="255053" y="1879976"/>
            <a:ext cx="1425390" cy="523220"/>
          </a:xfrm>
          <a:prstGeom prst="rect">
            <a:avLst/>
          </a:prstGeom>
          <a:noFill/>
        </p:spPr>
        <p:txBody>
          <a:bodyPr wrap="none" lIns="91440" tIns="45720" rIns="91440" bIns="45720">
            <a:spAutoFit/>
          </a:bodyPr>
          <a:lstStyle/>
          <a:p>
            <a:pPr algn="ctr"/>
            <a:r>
              <a:rPr lang="en-US" sz="2800" b="1"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rPr>
              <a:t>Solution</a:t>
            </a: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A8997D93-D7BF-7FCB-BFBD-6B28EB8DFA75}"/>
                  </a:ext>
                </a:extLst>
              </p:cNvPr>
              <p:cNvSpPr txBox="1"/>
              <p:nvPr/>
            </p:nvSpPr>
            <p:spPr>
              <a:xfrm>
                <a:off x="1773389" y="2622453"/>
                <a:ext cx="1094082"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IN" sz="2800" b="0" i="1" smtClean="0">
                          <a:solidFill>
                            <a:schemeClr val="bg1"/>
                          </a:solidFill>
                          <a:latin typeface="Cambria Math" panose="02040503050406030204" pitchFamily="18" charset="0"/>
                        </a:rPr>
                        <m:t>13</m:t>
                      </m:r>
                      <m:r>
                        <a:rPr lang="en-US" sz="2800" b="0" i="1" smtClean="0">
                          <a:solidFill>
                            <a:schemeClr val="bg1"/>
                          </a:solidFill>
                          <a:latin typeface="Cambria Math" panose="02040503050406030204" pitchFamily="18" charset="0"/>
                        </a:rPr>
                        <m:t>×</m:t>
                      </m:r>
                      <m:r>
                        <a:rPr lang="en-IN" sz="2800" b="0" i="1" smtClean="0">
                          <a:solidFill>
                            <a:schemeClr val="bg1"/>
                          </a:solidFill>
                          <a:latin typeface="Cambria Math" panose="02040503050406030204" pitchFamily="18" charset="0"/>
                        </a:rPr>
                        <m:t>8</m:t>
                      </m:r>
                    </m:oMath>
                  </m:oMathPara>
                </a14:m>
                <a:endParaRPr lang="en-IN" sz="2800" dirty="0">
                  <a:solidFill>
                    <a:schemeClr val="bg1"/>
                  </a:solidFill>
                </a:endParaRPr>
              </a:p>
            </p:txBody>
          </p:sp>
        </mc:Choice>
        <mc:Fallback xmlns="">
          <p:sp>
            <p:nvSpPr>
              <p:cNvPr id="24" name="TextBox 23">
                <a:extLst>
                  <a:ext uri="{FF2B5EF4-FFF2-40B4-BE49-F238E27FC236}">
                    <a16:creationId xmlns:a16="http://schemas.microsoft.com/office/drawing/2014/main" id="{A8997D93-D7BF-7FCB-BFBD-6B28EB8DFA75}"/>
                  </a:ext>
                </a:extLst>
              </p:cNvPr>
              <p:cNvSpPr txBox="1">
                <a:spLocks noRot="1" noChangeAspect="1" noMove="1" noResize="1" noEditPoints="1" noAdjustHandles="1" noChangeArrowheads="1" noChangeShapeType="1" noTextEdit="1"/>
              </p:cNvSpPr>
              <p:nvPr/>
            </p:nvSpPr>
            <p:spPr>
              <a:xfrm>
                <a:off x="1773389" y="2622453"/>
                <a:ext cx="1094082" cy="430887"/>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337864B-80D3-3F5E-EC34-7B8DFDB11BEE}"/>
                  </a:ext>
                </a:extLst>
              </p:cNvPr>
              <p:cNvSpPr txBox="1"/>
              <p:nvPr/>
            </p:nvSpPr>
            <p:spPr>
              <a:xfrm>
                <a:off x="4777067" y="2622452"/>
                <a:ext cx="1167820"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IN" sz="2800" i="1" smtClean="0">
                          <a:solidFill>
                            <a:schemeClr val="bg1"/>
                          </a:solidFill>
                          <a:latin typeface="Cambria Math" panose="02040503050406030204" pitchFamily="18" charset="0"/>
                        </a:rPr>
                        <m:t>8</m:t>
                      </m:r>
                      <m:r>
                        <a:rPr lang="en-US" sz="2800" i="1">
                          <a:solidFill>
                            <a:schemeClr val="bg1"/>
                          </a:solidFill>
                          <a:latin typeface="Cambria Math" panose="02040503050406030204" pitchFamily="18" charset="0"/>
                        </a:rPr>
                        <m:t>×</m:t>
                      </m:r>
                      <m:r>
                        <a:rPr lang="en-IN" sz="2800" i="1" smtClean="0">
                          <a:solidFill>
                            <a:schemeClr val="bg1"/>
                          </a:solidFill>
                          <a:latin typeface="Cambria Math" panose="02040503050406030204" pitchFamily="18" charset="0"/>
                        </a:rPr>
                        <m:t>7.5</m:t>
                      </m:r>
                    </m:oMath>
                  </m:oMathPara>
                </a14:m>
                <a:endParaRPr lang="en-IN" sz="2800" dirty="0">
                  <a:solidFill>
                    <a:schemeClr val="bg1"/>
                  </a:solidFill>
                </a:endParaRPr>
              </a:p>
            </p:txBody>
          </p:sp>
        </mc:Choice>
        <mc:Fallback xmlns="">
          <p:sp>
            <p:nvSpPr>
              <p:cNvPr id="2" name="TextBox 1">
                <a:extLst>
                  <a:ext uri="{FF2B5EF4-FFF2-40B4-BE49-F238E27FC236}">
                    <a16:creationId xmlns:a16="http://schemas.microsoft.com/office/drawing/2014/main" id="{5337864B-80D3-3F5E-EC34-7B8DFDB11BEE}"/>
                  </a:ext>
                </a:extLst>
              </p:cNvPr>
              <p:cNvSpPr txBox="1">
                <a:spLocks noRot="1" noChangeAspect="1" noMove="1" noResize="1" noEditPoints="1" noAdjustHandles="1" noChangeArrowheads="1" noChangeShapeType="1" noTextEdit="1"/>
              </p:cNvSpPr>
              <p:nvPr/>
            </p:nvSpPr>
            <p:spPr>
              <a:xfrm>
                <a:off x="4777067" y="2622452"/>
                <a:ext cx="1167820" cy="430887"/>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FFA06B62-3D6E-3A9D-7851-234CD25E8112}"/>
                  </a:ext>
                </a:extLst>
              </p:cNvPr>
              <p:cNvSpPr txBox="1"/>
              <p:nvPr/>
            </p:nvSpPr>
            <p:spPr>
              <a:xfrm>
                <a:off x="4389266" y="2612828"/>
                <a:ext cx="349455"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IN" sz="2800" b="0" i="1" smtClean="0">
                          <a:solidFill>
                            <a:schemeClr val="bg1"/>
                          </a:solidFill>
                          <a:latin typeface="Cambria Math" panose="02040503050406030204" pitchFamily="18" charset="0"/>
                        </a:rPr>
                        <m:t>+</m:t>
                      </m:r>
                    </m:oMath>
                  </m:oMathPara>
                </a14:m>
                <a:endParaRPr lang="en-IN" sz="2800" dirty="0">
                  <a:solidFill>
                    <a:schemeClr val="bg1"/>
                  </a:solidFill>
                </a:endParaRPr>
              </a:p>
            </p:txBody>
          </p:sp>
        </mc:Choice>
        <mc:Fallback xmlns="">
          <p:sp>
            <p:nvSpPr>
              <p:cNvPr id="26" name="TextBox 25">
                <a:extLst>
                  <a:ext uri="{FF2B5EF4-FFF2-40B4-BE49-F238E27FC236}">
                    <a16:creationId xmlns:a16="http://schemas.microsoft.com/office/drawing/2014/main" id="{FFA06B62-3D6E-3A9D-7851-234CD25E8112}"/>
                  </a:ext>
                </a:extLst>
              </p:cNvPr>
              <p:cNvSpPr txBox="1">
                <a:spLocks noRot="1" noChangeAspect="1" noMove="1" noResize="1" noEditPoints="1" noAdjustHandles="1" noChangeArrowheads="1" noChangeShapeType="1" noTextEdit="1"/>
              </p:cNvSpPr>
              <p:nvPr/>
            </p:nvSpPr>
            <p:spPr>
              <a:xfrm>
                <a:off x="4389266" y="2612828"/>
                <a:ext cx="349455" cy="430887"/>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3F80636B-2DE6-38B8-1E60-9AF8854DA51F}"/>
                  </a:ext>
                </a:extLst>
              </p:cNvPr>
              <p:cNvSpPr txBox="1"/>
              <p:nvPr/>
            </p:nvSpPr>
            <p:spPr>
              <a:xfrm>
                <a:off x="3256876" y="2631544"/>
                <a:ext cx="1167820"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IN" sz="2800" b="0" i="1" smtClean="0">
                          <a:solidFill>
                            <a:schemeClr val="bg1"/>
                          </a:solidFill>
                          <a:latin typeface="Cambria Math" panose="02040503050406030204" pitchFamily="18" charset="0"/>
                        </a:rPr>
                        <m:t>5</m:t>
                      </m:r>
                      <m:r>
                        <a:rPr lang="en-US" sz="2800" i="1">
                          <a:solidFill>
                            <a:schemeClr val="bg1"/>
                          </a:solidFill>
                          <a:latin typeface="Cambria Math" panose="02040503050406030204" pitchFamily="18" charset="0"/>
                        </a:rPr>
                        <m:t>×</m:t>
                      </m:r>
                      <m:r>
                        <a:rPr lang="en-IN" sz="2800" b="0" i="1" smtClean="0">
                          <a:solidFill>
                            <a:schemeClr val="bg1"/>
                          </a:solidFill>
                          <a:latin typeface="Cambria Math" panose="02040503050406030204" pitchFamily="18" charset="0"/>
                        </a:rPr>
                        <m:t>7.2</m:t>
                      </m:r>
                    </m:oMath>
                  </m:oMathPara>
                </a14:m>
                <a:endParaRPr lang="en-IN" sz="2800" dirty="0">
                  <a:solidFill>
                    <a:schemeClr val="bg1"/>
                  </a:solidFill>
                </a:endParaRPr>
              </a:p>
            </p:txBody>
          </p:sp>
        </mc:Choice>
        <mc:Fallback xmlns="">
          <p:sp>
            <p:nvSpPr>
              <p:cNvPr id="27" name="TextBox 26">
                <a:extLst>
                  <a:ext uri="{FF2B5EF4-FFF2-40B4-BE49-F238E27FC236}">
                    <a16:creationId xmlns:a16="http://schemas.microsoft.com/office/drawing/2014/main" id="{3F80636B-2DE6-38B8-1E60-9AF8854DA51F}"/>
                  </a:ext>
                </a:extLst>
              </p:cNvPr>
              <p:cNvSpPr txBox="1">
                <a:spLocks noRot="1" noChangeAspect="1" noMove="1" noResize="1" noEditPoints="1" noAdjustHandles="1" noChangeArrowheads="1" noChangeShapeType="1" noTextEdit="1"/>
              </p:cNvSpPr>
              <p:nvPr/>
            </p:nvSpPr>
            <p:spPr>
              <a:xfrm>
                <a:off x="3256876" y="2631544"/>
                <a:ext cx="1167820" cy="430887"/>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4E7BFB8-787E-57E3-E4A7-C1C803BB22AC}"/>
                  </a:ext>
                </a:extLst>
              </p:cNvPr>
              <p:cNvSpPr txBox="1"/>
              <p:nvPr/>
            </p:nvSpPr>
            <p:spPr>
              <a:xfrm>
                <a:off x="2831651" y="2612828"/>
                <a:ext cx="349455"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IN" sz="2800" b="0" i="1" smtClean="0">
                          <a:solidFill>
                            <a:schemeClr val="bg1"/>
                          </a:solidFill>
                          <a:latin typeface="Cambria Math" panose="02040503050406030204" pitchFamily="18" charset="0"/>
                        </a:rPr>
                        <m:t>−</m:t>
                      </m:r>
                    </m:oMath>
                  </m:oMathPara>
                </a14:m>
                <a:endParaRPr lang="en-IN" sz="2800" dirty="0">
                  <a:solidFill>
                    <a:schemeClr val="bg1"/>
                  </a:solidFill>
                </a:endParaRPr>
              </a:p>
            </p:txBody>
          </p:sp>
        </mc:Choice>
        <mc:Fallback xmlns="">
          <p:sp>
            <p:nvSpPr>
              <p:cNvPr id="28" name="TextBox 27">
                <a:extLst>
                  <a:ext uri="{FF2B5EF4-FFF2-40B4-BE49-F238E27FC236}">
                    <a16:creationId xmlns:a16="http://schemas.microsoft.com/office/drawing/2014/main" id="{14E7BFB8-787E-57E3-E4A7-C1C803BB22AC}"/>
                  </a:ext>
                </a:extLst>
              </p:cNvPr>
              <p:cNvSpPr txBox="1">
                <a:spLocks noRot="1" noChangeAspect="1" noMove="1" noResize="1" noEditPoints="1" noAdjustHandles="1" noChangeArrowheads="1" noChangeShapeType="1" noTextEdit="1"/>
              </p:cNvSpPr>
              <p:nvPr/>
            </p:nvSpPr>
            <p:spPr>
              <a:xfrm>
                <a:off x="2831651" y="2612828"/>
                <a:ext cx="349455" cy="430887"/>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FC1C44A8-B662-2FBD-F345-0873955D17CD}"/>
                  </a:ext>
                </a:extLst>
              </p:cNvPr>
              <p:cNvSpPr txBox="1"/>
              <p:nvPr/>
            </p:nvSpPr>
            <p:spPr>
              <a:xfrm>
                <a:off x="6291736" y="2616231"/>
                <a:ext cx="1000467"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IN" sz="2800" i="1" smtClean="0">
                          <a:solidFill>
                            <a:schemeClr val="bg1"/>
                          </a:solidFill>
                          <a:latin typeface="Cambria Math" panose="02040503050406030204" pitchFamily="18" charset="0"/>
                        </a:rPr>
                        <m:t>8</m:t>
                      </m:r>
                      <m:r>
                        <a:rPr lang="en-US" sz="2800" b="0" i="1" smtClean="0">
                          <a:solidFill>
                            <a:schemeClr val="bg1"/>
                          </a:solidFill>
                          <a:latin typeface="Cambria Math" panose="02040503050406030204" pitchFamily="18" charset="0"/>
                        </a:rPr>
                        <m:t>𝑀𝑒𝑉</m:t>
                      </m:r>
                    </m:oMath>
                  </m:oMathPara>
                </a14:m>
                <a:endParaRPr lang="en-IN" sz="2800" dirty="0">
                  <a:solidFill>
                    <a:schemeClr val="bg1"/>
                  </a:solidFill>
                </a:endParaRPr>
              </a:p>
            </p:txBody>
          </p:sp>
        </mc:Choice>
        <mc:Fallback xmlns="">
          <p:sp>
            <p:nvSpPr>
              <p:cNvPr id="8" name="TextBox 7">
                <a:extLst>
                  <a:ext uri="{FF2B5EF4-FFF2-40B4-BE49-F238E27FC236}">
                    <a16:creationId xmlns:a16="http://schemas.microsoft.com/office/drawing/2014/main" id="{FC1C44A8-B662-2FBD-F345-0873955D17CD}"/>
                  </a:ext>
                </a:extLst>
              </p:cNvPr>
              <p:cNvSpPr txBox="1">
                <a:spLocks noRot="1" noChangeAspect="1" noMove="1" noResize="1" noEditPoints="1" noAdjustHandles="1" noChangeArrowheads="1" noChangeShapeType="1" noTextEdit="1"/>
              </p:cNvSpPr>
              <p:nvPr/>
            </p:nvSpPr>
            <p:spPr>
              <a:xfrm>
                <a:off x="6291736" y="2616231"/>
                <a:ext cx="1000467" cy="430887"/>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4F665A1-2680-18C4-BFAB-40CD177B6172}"/>
                  </a:ext>
                </a:extLst>
              </p:cNvPr>
              <p:cNvSpPr txBox="1"/>
              <p:nvPr/>
            </p:nvSpPr>
            <p:spPr>
              <a:xfrm>
                <a:off x="5922597" y="2606607"/>
                <a:ext cx="349455"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800" b="0" i="1" smtClean="0">
                          <a:solidFill>
                            <a:schemeClr val="bg1"/>
                          </a:solidFill>
                          <a:latin typeface="Cambria Math" panose="02040503050406030204" pitchFamily="18" charset="0"/>
                        </a:rPr>
                        <m:t>=</m:t>
                      </m:r>
                    </m:oMath>
                  </m:oMathPara>
                </a14:m>
                <a:endParaRPr lang="en-IN" sz="2800" dirty="0">
                  <a:solidFill>
                    <a:schemeClr val="bg1"/>
                  </a:solidFill>
                </a:endParaRPr>
              </a:p>
            </p:txBody>
          </p:sp>
        </mc:Choice>
        <mc:Fallback xmlns="">
          <p:sp>
            <p:nvSpPr>
              <p:cNvPr id="9" name="TextBox 8">
                <a:extLst>
                  <a:ext uri="{FF2B5EF4-FFF2-40B4-BE49-F238E27FC236}">
                    <a16:creationId xmlns:a16="http://schemas.microsoft.com/office/drawing/2014/main" id="{C4F665A1-2680-18C4-BFAB-40CD177B6172}"/>
                  </a:ext>
                </a:extLst>
              </p:cNvPr>
              <p:cNvSpPr txBox="1">
                <a:spLocks noRot="1" noChangeAspect="1" noMove="1" noResize="1" noEditPoints="1" noAdjustHandles="1" noChangeArrowheads="1" noChangeShapeType="1" noTextEdit="1"/>
              </p:cNvSpPr>
              <p:nvPr/>
            </p:nvSpPr>
            <p:spPr>
              <a:xfrm>
                <a:off x="5922597" y="2606607"/>
                <a:ext cx="349455" cy="430887"/>
              </a:xfrm>
              <a:prstGeom prst="rect">
                <a:avLst/>
              </a:prstGeom>
              <a:blipFill>
                <a:blip r:embed="rId11"/>
                <a:stretch>
                  <a:fillRect/>
                </a:stretch>
              </a:blipFill>
            </p:spPr>
            <p:txBody>
              <a:bodyPr/>
              <a:lstStyle/>
              <a:p>
                <a:r>
                  <a:rPr lang="en-US">
                    <a:noFill/>
                  </a:rPr>
                  <a:t> </a:t>
                </a:r>
              </a:p>
            </p:txBody>
          </p:sp>
        </mc:Fallback>
      </mc:AlternateContent>
      <p:sp>
        <p:nvSpPr>
          <p:cNvPr id="10" name="Rectangle 9">
            <a:extLst>
              <a:ext uri="{FF2B5EF4-FFF2-40B4-BE49-F238E27FC236}">
                <a16:creationId xmlns:a16="http://schemas.microsoft.com/office/drawing/2014/main" id="{5DE98E7E-F6EF-8B78-AF8F-E2BC52CFE507}"/>
              </a:ext>
            </a:extLst>
          </p:cNvPr>
          <p:cNvSpPr/>
          <p:nvPr/>
        </p:nvSpPr>
        <p:spPr>
          <a:xfrm>
            <a:off x="996965" y="3116625"/>
            <a:ext cx="7809446" cy="923330"/>
          </a:xfrm>
          <a:prstGeom prst="rect">
            <a:avLst/>
          </a:prstGeom>
          <a:noFill/>
        </p:spPr>
        <p:txBody>
          <a:bodyPr wrap="none" lIns="91440" tIns="45720" rIns="91440" bIns="45720">
            <a:spAutoFit/>
          </a:bodyPr>
          <a:lstStyle/>
          <a:p>
            <a:pPr algn="ctr"/>
            <a:r>
              <a:rPr lang="en-US" sz="5400" b="1"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rPr>
              <a:t>Or with reference  7.2MeV</a:t>
            </a:r>
          </a:p>
        </p:txBody>
      </p:sp>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187C7ED6-D1BD-C001-8AEE-BE6833BE3AAB}"/>
                  </a:ext>
                </a:extLst>
              </p:cNvPr>
              <p:cNvSpPr txBox="1"/>
              <p:nvPr/>
            </p:nvSpPr>
            <p:spPr>
              <a:xfrm>
                <a:off x="1673862" y="4239759"/>
                <a:ext cx="1366593"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IN" sz="2800" b="0" i="1" smtClean="0">
                          <a:solidFill>
                            <a:schemeClr val="bg1"/>
                          </a:solidFill>
                          <a:latin typeface="Cambria Math" panose="02040503050406030204" pitchFamily="18" charset="0"/>
                        </a:rPr>
                        <m:t>13</m:t>
                      </m:r>
                      <m:r>
                        <a:rPr lang="en-US" sz="2800" i="1">
                          <a:solidFill>
                            <a:schemeClr val="bg1"/>
                          </a:solidFill>
                          <a:latin typeface="Cambria Math" panose="02040503050406030204" pitchFamily="18" charset="0"/>
                        </a:rPr>
                        <m:t>×0.8</m:t>
                      </m:r>
                    </m:oMath>
                  </m:oMathPara>
                </a14:m>
                <a:endParaRPr lang="en-IN" sz="2800" dirty="0">
                  <a:solidFill>
                    <a:schemeClr val="bg1"/>
                  </a:solidFill>
                </a:endParaRPr>
              </a:p>
            </p:txBody>
          </p:sp>
        </mc:Choice>
        <mc:Fallback>
          <p:sp>
            <p:nvSpPr>
              <p:cNvPr id="11" name="TextBox 10">
                <a:extLst>
                  <a:ext uri="{FF2B5EF4-FFF2-40B4-BE49-F238E27FC236}">
                    <a16:creationId xmlns:a16="http://schemas.microsoft.com/office/drawing/2014/main" id="{187C7ED6-D1BD-C001-8AEE-BE6833BE3AAB}"/>
                  </a:ext>
                </a:extLst>
              </p:cNvPr>
              <p:cNvSpPr txBox="1">
                <a:spLocks noRot="1" noChangeAspect="1" noMove="1" noResize="1" noEditPoints="1" noAdjustHandles="1" noChangeArrowheads="1" noChangeShapeType="1" noTextEdit="1"/>
              </p:cNvSpPr>
              <p:nvPr/>
            </p:nvSpPr>
            <p:spPr>
              <a:xfrm>
                <a:off x="1673862" y="4239759"/>
                <a:ext cx="1366593" cy="430887"/>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6BDB8941-2DB6-0EBF-FB34-EB657FFF2544}"/>
                  </a:ext>
                </a:extLst>
              </p:cNvPr>
              <p:cNvSpPr txBox="1"/>
              <p:nvPr/>
            </p:nvSpPr>
            <p:spPr>
              <a:xfrm>
                <a:off x="5032099" y="4239758"/>
                <a:ext cx="1167820"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IN" sz="2800" i="1" smtClean="0">
                          <a:solidFill>
                            <a:schemeClr val="bg1"/>
                          </a:solidFill>
                          <a:latin typeface="Cambria Math" panose="02040503050406030204" pitchFamily="18" charset="0"/>
                        </a:rPr>
                        <m:t>8</m:t>
                      </m:r>
                      <m:r>
                        <a:rPr lang="en-US" sz="2800" i="1">
                          <a:solidFill>
                            <a:schemeClr val="bg1"/>
                          </a:solidFill>
                          <a:latin typeface="Cambria Math" panose="02040503050406030204" pitchFamily="18" charset="0"/>
                        </a:rPr>
                        <m:t>×0</m:t>
                      </m:r>
                      <m:r>
                        <a:rPr lang="en-IN" sz="2800" i="1" smtClean="0">
                          <a:solidFill>
                            <a:schemeClr val="bg1"/>
                          </a:solidFill>
                          <a:latin typeface="Cambria Math" panose="02040503050406030204" pitchFamily="18" charset="0"/>
                        </a:rPr>
                        <m:t>.</m:t>
                      </m:r>
                      <m:r>
                        <a:rPr lang="en-US" sz="2800" b="0" i="1" smtClean="0">
                          <a:solidFill>
                            <a:schemeClr val="bg1"/>
                          </a:solidFill>
                          <a:latin typeface="Cambria Math" panose="02040503050406030204" pitchFamily="18" charset="0"/>
                        </a:rPr>
                        <m:t>3</m:t>
                      </m:r>
                    </m:oMath>
                  </m:oMathPara>
                </a14:m>
                <a:endParaRPr lang="en-IN" sz="2800" dirty="0">
                  <a:solidFill>
                    <a:schemeClr val="bg1"/>
                  </a:solidFill>
                </a:endParaRPr>
              </a:p>
            </p:txBody>
          </p:sp>
        </mc:Choice>
        <mc:Fallback xmlns="">
          <p:sp>
            <p:nvSpPr>
              <p:cNvPr id="12" name="TextBox 11">
                <a:extLst>
                  <a:ext uri="{FF2B5EF4-FFF2-40B4-BE49-F238E27FC236}">
                    <a16:creationId xmlns:a16="http://schemas.microsoft.com/office/drawing/2014/main" id="{6BDB8941-2DB6-0EBF-FB34-EB657FFF2544}"/>
                  </a:ext>
                </a:extLst>
              </p:cNvPr>
              <p:cNvSpPr txBox="1">
                <a:spLocks noRot="1" noChangeAspect="1" noMove="1" noResize="1" noEditPoints="1" noAdjustHandles="1" noChangeArrowheads="1" noChangeShapeType="1" noTextEdit="1"/>
              </p:cNvSpPr>
              <p:nvPr/>
            </p:nvSpPr>
            <p:spPr>
              <a:xfrm>
                <a:off x="5032099" y="4239758"/>
                <a:ext cx="1167820" cy="430887"/>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5B3DB11D-5210-4434-2E34-D2CFE6D76291}"/>
                  </a:ext>
                </a:extLst>
              </p:cNvPr>
              <p:cNvSpPr txBox="1"/>
              <p:nvPr/>
            </p:nvSpPr>
            <p:spPr>
              <a:xfrm>
                <a:off x="4662960" y="4230134"/>
                <a:ext cx="349455"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IN" sz="2800" b="0" i="1" smtClean="0">
                          <a:solidFill>
                            <a:schemeClr val="bg1"/>
                          </a:solidFill>
                          <a:latin typeface="Cambria Math" panose="02040503050406030204" pitchFamily="18" charset="0"/>
                        </a:rPr>
                        <m:t>+</m:t>
                      </m:r>
                    </m:oMath>
                  </m:oMathPara>
                </a14:m>
                <a:endParaRPr lang="en-IN" sz="2800" dirty="0">
                  <a:solidFill>
                    <a:schemeClr val="bg1"/>
                  </a:solidFill>
                </a:endParaRPr>
              </a:p>
            </p:txBody>
          </p:sp>
        </mc:Choice>
        <mc:Fallback xmlns="">
          <p:sp>
            <p:nvSpPr>
              <p:cNvPr id="13" name="TextBox 12">
                <a:extLst>
                  <a:ext uri="{FF2B5EF4-FFF2-40B4-BE49-F238E27FC236}">
                    <a16:creationId xmlns:a16="http://schemas.microsoft.com/office/drawing/2014/main" id="{5B3DB11D-5210-4434-2E34-D2CFE6D76291}"/>
                  </a:ext>
                </a:extLst>
              </p:cNvPr>
              <p:cNvSpPr txBox="1">
                <a:spLocks noRot="1" noChangeAspect="1" noMove="1" noResize="1" noEditPoints="1" noAdjustHandles="1" noChangeArrowheads="1" noChangeShapeType="1" noTextEdit="1"/>
              </p:cNvSpPr>
              <p:nvPr/>
            </p:nvSpPr>
            <p:spPr>
              <a:xfrm>
                <a:off x="4662960" y="4230134"/>
                <a:ext cx="349455" cy="430887"/>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0CF92DA4-7DB5-B597-6A47-4CB0750BD6BA}"/>
                  </a:ext>
                </a:extLst>
              </p:cNvPr>
              <p:cNvSpPr txBox="1"/>
              <p:nvPr/>
            </p:nvSpPr>
            <p:spPr>
              <a:xfrm>
                <a:off x="3623877" y="4248850"/>
                <a:ext cx="895309"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IN" sz="2800" b="0" i="1" smtClean="0">
                          <a:solidFill>
                            <a:schemeClr val="bg1"/>
                          </a:solidFill>
                          <a:latin typeface="Cambria Math" panose="02040503050406030204" pitchFamily="18" charset="0"/>
                        </a:rPr>
                        <m:t>5</m:t>
                      </m:r>
                      <m:r>
                        <a:rPr lang="en-US" sz="2800" i="1">
                          <a:solidFill>
                            <a:schemeClr val="bg1"/>
                          </a:solidFill>
                          <a:latin typeface="Cambria Math" panose="02040503050406030204" pitchFamily="18" charset="0"/>
                        </a:rPr>
                        <m:t>×0</m:t>
                      </m:r>
                    </m:oMath>
                  </m:oMathPara>
                </a14:m>
                <a:endParaRPr lang="en-IN" sz="2800" dirty="0">
                  <a:solidFill>
                    <a:schemeClr val="bg1"/>
                  </a:solidFill>
                </a:endParaRPr>
              </a:p>
            </p:txBody>
          </p:sp>
        </mc:Choice>
        <mc:Fallback xmlns="">
          <p:sp>
            <p:nvSpPr>
              <p:cNvPr id="14" name="TextBox 13">
                <a:extLst>
                  <a:ext uri="{FF2B5EF4-FFF2-40B4-BE49-F238E27FC236}">
                    <a16:creationId xmlns:a16="http://schemas.microsoft.com/office/drawing/2014/main" id="{0CF92DA4-7DB5-B597-6A47-4CB0750BD6BA}"/>
                  </a:ext>
                </a:extLst>
              </p:cNvPr>
              <p:cNvSpPr txBox="1">
                <a:spLocks noRot="1" noChangeAspect="1" noMove="1" noResize="1" noEditPoints="1" noAdjustHandles="1" noChangeArrowheads="1" noChangeShapeType="1" noTextEdit="1"/>
              </p:cNvSpPr>
              <p:nvPr/>
            </p:nvSpPr>
            <p:spPr>
              <a:xfrm>
                <a:off x="3623877" y="4248850"/>
                <a:ext cx="895309" cy="430887"/>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24A1EAFB-B4E6-65BA-092D-9905C90D1358}"/>
                  </a:ext>
                </a:extLst>
              </p:cNvPr>
              <p:cNvSpPr txBox="1"/>
              <p:nvPr/>
            </p:nvSpPr>
            <p:spPr>
              <a:xfrm>
                <a:off x="3198652" y="4230134"/>
                <a:ext cx="349455"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IN" sz="2800" b="0" i="1" smtClean="0">
                          <a:solidFill>
                            <a:schemeClr val="bg1"/>
                          </a:solidFill>
                          <a:latin typeface="Cambria Math" panose="02040503050406030204" pitchFamily="18" charset="0"/>
                        </a:rPr>
                        <m:t>−</m:t>
                      </m:r>
                    </m:oMath>
                  </m:oMathPara>
                </a14:m>
                <a:endParaRPr lang="en-IN" sz="2800" dirty="0">
                  <a:solidFill>
                    <a:schemeClr val="bg1"/>
                  </a:solidFill>
                </a:endParaRPr>
              </a:p>
            </p:txBody>
          </p:sp>
        </mc:Choice>
        <mc:Fallback xmlns="">
          <p:sp>
            <p:nvSpPr>
              <p:cNvPr id="15" name="TextBox 14">
                <a:extLst>
                  <a:ext uri="{FF2B5EF4-FFF2-40B4-BE49-F238E27FC236}">
                    <a16:creationId xmlns:a16="http://schemas.microsoft.com/office/drawing/2014/main" id="{24A1EAFB-B4E6-65BA-092D-9905C90D1358}"/>
                  </a:ext>
                </a:extLst>
              </p:cNvPr>
              <p:cNvSpPr txBox="1">
                <a:spLocks noRot="1" noChangeAspect="1" noMove="1" noResize="1" noEditPoints="1" noAdjustHandles="1" noChangeArrowheads="1" noChangeShapeType="1" noTextEdit="1"/>
              </p:cNvSpPr>
              <p:nvPr/>
            </p:nvSpPr>
            <p:spPr>
              <a:xfrm>
                <a:off x="3198652" y="4230134"/>
                <a:ext cx="349455" cy="430887"/>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74F4F27D-951F-A46B-133D-339D51066A85}"/>
                  </a:ext>
                </a:extLst>
              </p:cNvPr>
              <p:cNvSpPr txBox="1"/>
              <p:nvPr/>
            </p:nvSpPr>
            <p:spPr>
              <a:xfrm>
                <a:off x="6546768" y="4233537"/>
                <a:ext cx="1000467"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IN" sz="2800" i="1" smtClean="0">
                          <a:solidFill>
                            <a:schemeClr val="bg1"/>
                          </a:solidFill>
                          <a:latin typeface="Cambria Math" panose="02040503050406030204" pitchFamily="18" charset="0"/>
                        </a:rPr>
                        <m:t>8</m:t>
                      </m:r>
                      <m:r>
                        <a:rPr lang="en-US" sz="2800" b="0" i="1" smtClean="0">
                          <a:solidFill>
                            <a:schemeClr val="bg1"/>
                          </a:solidFill>
                          <a:latin typeface="Cambria Math" panose="02040503050406030204" pitchFamily="18" charset="0"/>
                        </a:rPr>
                        <m:t>𝑀𝑒𝑉</m:t>
                      </m:r>
                    </m:oMath>
                  </m:oMathPara>
                </a14:m>
                <a:endParaRPr lang="en-IN" sz="2800" dirty="0">
                  <a:solidFill>
                    <a:schemeClr val="bg1"/>
                  </a:solidFill>
                </a:endParaRPr>
              </a:p>
            </p:txBody>
          </p:sp>
        </mc:Choice>
        <mc:Fallback xmlns="">
          <p:sp>
            <p:nvSpPr>
              <p:cNvPr id="16" name="TextBox 15">
                <a:extLst>
                  <a:ext uri="{FF2B5EF4-FFF2-40B4-BE49-F238E27FC236}">
                    <a16:creationId xmlns:a16="http://schemas.microsoft.com/office/drawing/2014/main" id="{74F4F27D-951F-A46B-133D-339D51066A85}"/>
                  </a:ext>
                </a:extLst>
              </p:cNvPr>
              <p:cNvSpPr txBox="1">
                <a:spLocks noRot="1" noChangeAspect="1" noMove="1" noResize="1" noEditPoints="1" noAdjustHandles="1" noChangeArrowheads="1" noChangeShapeType="1" noTextEdit="1"/>
              </p:cNvSpPr>
              <p:nvPr/>
            </p:nvSpPr>
            <p:spPr>
              <a:xfrm>
                <a:off x="6546768" y="4233537"/>
                <a:ext cx="1000467" cy="430887"/>
              </a:xfrm>
              <a:prstGeom prst="rect">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96519037-F2F8-879E-4C74-3C287E9D78B4}"/>
                  </a:ext>
                </a:extLst>
              </p:cNvPr>
              <p:cNvSpPr txBox="1"/>
              <p:nvPr/>
            </p:nvSpPr>
            <p:spPr>
              <a:xfrm>
                <a:off x="6177629" y="4223913"/>
                <a:ext cx="349455"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800" b="0" i="1" smtClean="0">
                          <a:solidFill>
                            <a:schemeClr val="bg1"/>
                          </a:solidFill>
                          <a:latin typeface="Cambria Math" panose="02040503050406030204" pitchFamily="18" charset="0"/>
                        </a:rPr>
                        <m:t>=</m:t>
                      </m:r>
                    </m:oMath>
                  </m:oMathPara>
                </a14:m>
                <a:endParaRPr lang="en-IN" sz="2800" dirty="0">
                  <a:solidFill>
                    <a:schemeClr val="bg1"/>
                  </a:solidFill>
                </a:endParaRPr>
              </a:p>
            </p:txBody>
          </p:sp>
        </mc:Choice>
        <mc:Fallback xmlns="">
          <p:sp>
            <p:nvSpPr>
              <p:cNvPr id="17" name="TextBox 16">
                <a:extLst>
                  <a:ext uri="{FF2B5EF4-FFF2-40B4-BE49-F238E27FC236}">
                    <a16:creationId xmlns:a16="http://schemas.microsoft.com/office/drawing/2014/main" id="{96519037-F2F8-879E-4C74-3C287E9D78B4}"/>
                  </a:ext>
                </a:extLst>
              </p:cNvPr>
              <p:cNvSpPr txBox="1">
                <a:spLocks noRot="1" noChangeAspect="1" noMove="1" noResize="1" noEditPoints="1" noAdjustHandles="1" noChangeArrowheads="1" noChangeShapeType="1" noTextEdit="1"/>
              </p:cNvSpPr>
              <p:nvPr/>
            </p:nvSpPr>
            <p:spPr>
              <a:xfrm>
                <a:off x="6177629" y="4223913"/>
                <a:ext cx="349455" cy="430887"/>
              </a:xfrm>
              <a:prstGeom prst="rect">
                <a:avLst/>
              </a:prstGeom>
              <a:blipFill>
                <a:blip r:embed="rId18"/>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9178616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500"/>
                                        <p:tgtEl>
                                          <p:spTgt spid="2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fade">
                                      <p:cBhvr>
                                        <p:cTn id="17" dur="500"/>
                                        <p:tgtEl>
                                          <p:spTgt spid="2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fade">
                                      <p:cBhvr>
                                        <p:cTn id="22" dur="500"/>
                                        <p:tgtEl>
                                          <p:spTgt spid="2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fade">
                                      <p:cBhvr>
                                        <p:cTn id="27" dur="500"/>
                                        <p:tgtEl>
                                          <p:spTgt spid="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fade">
                                      <p:cBhvr>
                                        <p:cTn id="37" dur="500"/>
                                        <p:tgtEl>
                                          <p:spTgt spid="8"/>
                                        </p:tgtEl>
                                      </p:cBhvr>
                                    </p:animEffec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10"/>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11"/>
                                        </p:tgtEl>
                                        <p:attrNameLst>
                                          <p:attrName>style.visibility</p:attrName>
                                        </p:attrNameLst>
                                      </p:cBhvr>
                                      <p:to>
                                        <p:strVal val="visible"/>
                                      </p:to>
                                    </p:set>
                                    <p:animEffect transition="in" filter="fade">
                                      <p:cBhvr>
                                        <p:cTn id="46" dur="500"/>
                                        <p:tgtEl>
                                          <p:spTgt spid="11"/>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15"/>
                                        </p:tgtEl>
                                        <p:attrNameLst>
                                          <p:attrName>style.visibility</p:attrName>
                                        </p:attrNameLst>
                                      </p:cBhvr>
                                      <p:to>
                                        <p:strVal val="visible"/>
                                      </p:to>
                                    </p:set>
                                    <p:animEffect transition="in" filter="fade">
                                      <p:cBhvr>
                                        <p:cTn id="51" dur="500"/>
                                        <p:tgtEl>
                                          <p:spTgt spid="15"/>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14"/>
                                        </p:tgtEl>
                                        <p:attrNameLst>
                                          <p:attrName>style.visibility</p:attrName>
                                        </p:attrNameLst>
                                      </p:cBhvr>
                                      <p:to>
                                        <p:strVal val="visible"/>
                                      </p:to>
                                    </p:set>
                                    <p:animEffect transition="in" filter="fade">
                                      <p:cBhvr>
                                        <p:cTn id="56" dur="500"/>
                                        <p:tgtEl>
                                          <p:spTgt spid="14"/>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13"/>
                                        </p:tgtEl>
                                        <p:attrNameLst>
                                          <p:attrName>style.visibility</p:attrName>
                                        </p:attrNameLst>
                                      </p:cBhvr>
                                      <p:to>
                                        <p:strVal val="visible"/>
                                      </p:to>
                                    </p:set>
                                    <p:animEffect transition="in" filter="fade">
                                      <p:cBhvr>
                                        <p:cTn id="61" dur="500"/>
                                        <p:tgtEl>
                                          <p:spTgt spid="13"/>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grpId="0" nodeType="clickEffect">
                                  <p:stCondLst>
                                    <p:cond delay="0"/>
                                  </p:stCondLst>
                                  <p:childTnLst>
                                    <p:set>
                                      <p:cBhvr>
                                        <p:cTn id="65" dur="1" fill="hold">
                                          <p:stCondLst>
                                            <p:cond delay="0"/>
                                          </p:stCondLst>
                                        </p:cTn>
                                        <p:tgtEl>
                                          <p:spTgt spid="12"/>
                                        </p:tgtEl>
                                        <p:attrNameLst>
                                          <p:attrName>style.visibility</p:attrName>
                                        </p:attrNameLst>
                                      </p:cBhvr>
                                      <p:to>
                                        <p:strVal val="visible"/>
                                      </p:to>
                                    </p:set>
                                    <p:animEffect transition="in" filter="fade">
                                      <p:cBhvr>
                                        <p:cTn id="66" dur="500"/>
                                        <p:tgtEl>
                                          <p:spTgt spid="12"/>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17"/>
                                        </p:tgtEl>
                                        <p:attrNameLst>
                                          <p:attrName>style.visibility</p:attrName>
                                        </p:attrNameLst>
                                      </p:cBhvr>
                                      <p:to>
                                        <p:strVal val="visible"/>
                                      </p:to>
                                    </p:set>
                                    <p:animEffect transition="in" filter="fade">
                                      <p:cBhvr>
                                        <p:cTn id="71" dur="500"/>
                                        <p:tgtEl>
                                          <p:spTgt spid="17"/>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grpId="0" nodeType="clickEffect">
                                  <p:stCondLst>
                                    <p:cond delay="0"/>
                                  </p:stCondLst>
                                  <p:childTnLst>
                                    <p:set>
                                      <p:cBhvr>
                                        <p:cTn id="75" dur="1" fill="hold">
                                          <p:stCondLst>
                                            <p:cond delay="0"/>
                                          </p:stCondLst>
                                        </p:cTn>
                                        <p:tgtEl>
                                          <p:spTgt spid="16"/>
                                        </p:tgtEl>
                                        <p:attrNameLst>
                                          <p:attrName>style.visibility</p:attrName>
                                        </p:attrNameLst>
                                      </p:cBhvr>
                                      <p:to>
                                        <p:strVal val="visible"/>
                                      </p:to>
                                    </p:set>
                                    <p:animEffect transition="in" filter="fade">
                                      <p:cBhvr>
                                        <p:cTn id="76"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 grpId="0"/>
      <p:bldP spid="26" grpId="0"/>
      <p:bldP spid="27" grpId="0"/>
      <p:bldP spid="28" grpId="0"/>
      <p:bldP spid="8" grpId="0"/>
      <p:bldP spid="9" grpId="0"/>
      <p:bldP spid="10" grpId="0"/>
      <p:bldP spid="11" grpId="0"/>
      <p:bldP spid="12" grpId="0"/>
      <p:bldP spid="13" grpId="0"/>
      <p:bldP spid="14" grpId="0"/>
      <p:bldP spid="15" grpId="0"/>
      <p:bldP spid="16" grpId="0"/>
      <p:bldP spid="1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 name="Rectangle 8"/>
              <p:cNvSpPr/>
              <p:nvPr/>
            </p:nvSpPr>
            <p:spPr>
              <a:xfrm>
                <a:off x="259040" y="1247430"/>
                <a:ext cx="3730637" cy="199208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m>
                        <m:mPr>
                          <m:mcs>
                            <m:mc>
                              <m:mcPr>
                                <m:count m:val="1"/>
                                <m:mcJc m:val="center"/>
                              </m:mcPr>
                            </m:mc>
                          </m:mcs>
                          <m:ctrlPr>
                            <a:rPr lang="en-IN" sz="2800" i="1" smtClean="0">
                              <a:solidFill>
                                <a:srgbClr val="FFFF00"/>
                              </a:solidFill>
                              <a:latin typeface="Cambria Math" panose="02040503050406030204" pitchFamily="18" charset="0"/>
                            </a:rPr>
                          </m:ctrlPr>
                        </m:mPr>
                        <m:mr>
                          <m:e>
                            <m:sPre>
                              <m:sPrePr>
                                <m:ctrlPr>
                                  <a:rPr lang="en-IN" sz="2800" i="1">
                                    <a:solidFill>
                                      <a:srgbClr val="FFFF00"/>
                                    </a:solidFill>
                                    <a:latin typeface="Cambria Math" panose="02040503050406030204" pitchFamily="18" charset="0"/>
                                  </a:rPr>
                                </m:ctrlPr>
                              </m:sPrePr>
                              <m:sub>
                                <m:r>
                                  <a:rPr lang="en-IN" sz="2800" i="0">
                                    <a:solidFill>
                                      <a:srgbClr val="FFFF00"/>
                                    </a:solidFill>
                                    <a:latin typeface="Cambria Math" panose="02040503050406030204" pitchFamily="18" charset="0"/>
                                  </a:rPr>
                                  <m:t>2</m:t>
                                </m:r>
                              </m:sub>
                              <m:sup>
                                <m:r>
                                  <a:rPr lang="en-IN" sz="2800" i="0">
                                    <a:solidFill>
                                      <a:srgbClr val="FFFF00"/>
                                    </a:solidFill>
                                    <a:latin typeface="Cambria Math" panose="02040503050406030204" pitchFamily="18" charset="0"/>
                                  </a:rPr>
                                  <m:t>5</m:t>
                                </m:r>
                              </m:sup>
                              <m:e>
                                <m:r>
                                  <a:rPr lang="en-IN" sz="2800" i="1">
                                    <a:solidFill>
                                      <a:srgbClr val="FFFF00"/>
                                    </a:solidFill>
                                    <a:latin typeface="Cambria Math" panose="02040503050406030204" pitchFamily="18" charset="0"/>
                                  </a:rPr>
                                  <m:t>𝑋</m:t>
                                </m:r>
                              </m:e>
                            </m:sPre>
                            <m:r>
                              <a:rPr lang="en-IN" sz="2800" i="0">
                                <a:solidFill>
                                  <a:srgbClr val="FFFF00"/>
                                </a:solidFill>
                                <a:latin typeface="Cambria Math" panose="02040503050406030204" pitchFamily="18" charset="0"/>
                              </a:rPr>
                              <m:t>+</m:t>
                            </m:r>
                            <m:sPre>
                              <m:sPrePr>
                                <m:ctrlPr>
                                  <a:rPr lang="en-IN" sz="2800" i="1">
                                    <a:solidFill>
                                      <a:srgbClr val="FFFF00"/>
                                    </a:solidFill>
                                    <a:latin typeface="Cambria Math" panose="02040503050406030204" pitchFamily="18" charset="0"/>
                                  </a:rPr>
                                </m:ctrlPr>
                              </m:sPrePr>
                              <m:sub>
                                <m:r>
                                  <a:rPr lang="en-IN" sz="2800" i="0">
                                    <a:solidFill>
                                      <a:srgbClr val="FFFF00"/>
                                    </a:solidFill>
                                    <a:latin typeface="Cambria Math" panose="02040503050406030204" pitchFamily="18" charset="0"/>
                                  </a:rPr>
                                  <m:t>3</m:t>
                                </m:r>
                              </m:sub>
                              <m:sup>
                                <m:r>
                                  <a:rPr lang="en-IN" sz="2800" i="0">
                                    <a:solidFill>
                                      <a:srgbClr val="FFFF00"/>
                                    </a:solidFill>
                                    <a:latin typeface="Cambria Math" panose="02040503050406030204" pitchFamily="18" charset="0"/>
                                  </a:rPr>
                                  <m:t>8</m:t>
                                </m:r>
                              </m:sup>
                              <m:e>
                                <m:r>
                                  <a:rPr lang="en-IN" sz="2800" i="1">
                                    <a:solidFill>
                                      <a:srgbClr val="FFFF00"/>
                                    </a:solidFill>
                                    <a:latin typeface="Cambria Math" panose="02040503050406030204" pitchFamily="18" charset="0"/>
                                  </a:rPr>
                                  <m:t>𝑌</m:t>
                                </m:r>
                              </m:e>
                            </m:sPre>
                            <m:r>
                              <a:rPr lang="en-IN" sz="2800" i="0">
                                <a:solidFill>
                                  <a:srgbClr val="FFFF00"/>
                                </a:solidFill>
                                <a:latin typeface="Cambria Math" panose="02040503050406030204" pitchFamily="18" charset="0"/>
                              </a:rPr>
                              <m:t>→</m:t>
                            </m:r>
                            <m:r>
                              <a:rPr lang="en-GB" sz="2800" b="0" i="0" smtClean="0">
                                <a:solidFill>
                                  <a:srgbClr val="FFFF00"/>
                                </a:solidFill>
                                <a:latin typeface="Cambria Math" panose="02040503050406030204" pitchFamily="18" charset="0"/>
                              </a:rPr>
                              <m:t>2</m:t>
                            </m:r>
                            <m:sPre>
                              <m:sPrePr>
                                <m:ctrlPr>
                                  <a:rPr lang="en-IN" sz="2800" i="1">
                                    <a:solidFill>
                                      <a:srgbClr val="FFFF00"/>
                                    </a:solidFill>
                                    <a:latin typeface="Cambria Math" panose="02040503050406030204" pitchFamily="18" charset="0"/>
                                  </a:rPr>
                                </m:ctrlPr>
                              </m:sPrePr>
                              <m:sub>
                                <m:r>
                                  <a:rPr lang="en-GB" sz="2800" b="0" i="0" smtClean="0">
                                    <a:solidFill>
                                      <a:srgbClr val="FFFF00"/>
                                    </a:solidFill>
                                    <a:latin typeface="Cambria Math" panose="02040503050406030204" pitchFamily="18" charset="0"/>
                                  </a:rPr>
                                  <m:t>2</m:t>
                                </m:r>
                              </m:sub>
                              <m:sup>
                                <m:r>
                                  <a:rPr lang="en-GB" sz="2800" b="0" i="0" smtClean="0">
                                    <a:solidFill>
                                      <a:srgbClr val="FFFF00"/>
                                    </a:solidFill>
                                    <a:latin typeface="Cambria Math" panose="02040503050406030204" pitchFamily="18" charset="0"/>
                                  </a:rPr>
                                  <m:t>6</m:t>
                                </m:r>
                              </m:sup>
                              <m:e>
                                <m:r>
                                  <a:rPr lang="en-IN" sz="2800" i="1">
                                    <a:solidFill>
                                      <a:srgbClr val="FFFF00"/>
                                    </a:solidFill>
                                    <a:latin typeface="Cambria Math" panose="02040503050406030204" pitchFamily="18" charset="0"/>
                                  </a:rPr>
                                  <m:t>𝑍</m:t>
                                </m:r>
                              </m:e>
                            </m:sPre>
                            <m:r>
                              <a:rPr lang="en-GB" sz="2800" b="0" i="1" smtClean="0">
                                <a:solidFill>
                                  <a:srgbClr val="FFFF00"/>
                                </a:solidFill>
                                <a:latin typeface="Cambria Math" panose="02040503050406030204" pitchFamily="18" charset="0"/>
                              </a:rPr>
                              <m:t>+</m:t>
                            </m:r>
                            <m:r>
                              <a:rPr lang="en-GB" sz="2800" b="0" i="1" smtClean="0">
                                <a:solidFill>
                                  <a:srgbClr val="FFFF00"/>
                                </a:solidFill>
                                <a:latin typeface="Cambria Math" panose="02040503050406030204" pitchFamily="18" charset="0"/>
                              </a:rPr>
                              <m:t>𝑝</m:t>
                            </m:r>
                          </m:e>
                        </m:mr>
                        <m:mr>
                          <m:e>
                            <m:r>
                              <m:rPr>
                                <m:nor/>
                              </m:rPr>
                              <a:rPr lang="en-IN" sz="2800" i="1">
                                <a:solidFill>
                                  <a:srgbClr val="FFFF00"/>
                                </a:solidFill>
                                <a:latin typeface="Cambria Math" panose="02040503050406030204" pitchFamily="18" charset="0"/>
                              </a:rPr>
                              <m:t>      </m:t>
                            </m:r>
                            <m:sSub>
                              <m:sSubPr>
                                <m:ctrlPr>
                                  <a:rPr lang="en-IN" sz="2800" i="1">
                                    <a:solidFill>
                                      <a:srgbClr val="FFFF00"/>
                                    </a:solidFill>
                                    <a:latin typeface="Cambria Math" panose="02040503050406030204" pitchFamily="18" charset="0"/>
                                  </a:rPr>
                                </m:ctrlPr>
                              </m:sSubPr>
                              <m:e>
                                <m:r>
                                  <a:rPr lang="en-IN" sz="2800" i="1">
                                    <a:solidFill>
                                      <a:srgbClr val="FFFF00"/>
                                    </a:solidFill>
                                    <a:latin typeface="Cambria Math" panose="02040503050406030204" pitchFamily="18" charset="0"/>
                                  </a:rPr>
                                  <m:t>𝐸</m:t>
                                </m:r>
                              </m:e>
                              <m:sub>
                                <m:f>
                                  <m:fPr>
                                    <m:type m:val="lin"/>
                                    <m:ctrlPr>
                                      <a:rPr lang="en-IN" sz="2800" i="1">
                                        <a:solidFill>
                                          <a:srgbClr val="FFFF00"/>
                                        </a:solidFill>
                                        <a:latin typeface="Cambria Math" panose="02040503050406030204" pitchFamily="18" charset="0"/>
                                      </a:rPr>
                                    </m:ctrlPr>
                                  </m:fPr>
                                  <m:num>
                                    <m:r>
                                      <a:rPr lang="en-IN" sz="2800" i="1">
                                        <a:solidFill>
                                          <a:srgbClr val="FFFF00"/>
                                        </a:solidFill>
                                        <a:latin typeface="Cambria Math" panose="02040503050406030204" pitchFamily="18" charset="0"/>
                                      </a:rPr>
                                      <m:t>𝑏</m:t>
                                    </m:r>
                                  </m:num>
                                  <m:den>
                                    <m:r>
                                      <a:rPr lang="en-IN" sz="2800" i="1">
                                        <a:solidFill>
                                          <a:srgbClr val="FFFF00"/>
                                        </a:solidFill>
                                        <a:latin typeface="Cambria Math" panose="02040503050406030204" pitchFamily="18" charset="0"/>
                                      </a:rPr>
                                      <m:t>𝑛</m:t>
                                    </m:r>
                                  </m:den>
                                </m:f>
                              </m:sub>
                            </m:sSub>
                            <m:r>
                              <m:rPr>
                                <m:nor/>
                              </m:rPr>
                              <a:rPr lang="en-IN" sz="2800" i="1">
                                <a:solidFill>
                                  <a:srgbClr val="FFFF00"/>
                                </a:solidFill>
                                <a:latin typeface="Cambria Math" panose="02040503050406030204" pitchFamily="18" charset="0"/>
                              </a:rPr>
                              <m:t> </m:t>
                            </m:r>
                            <m:r>
                              <a:rPr lang="en-IN" sz="2800" i="1">
                                <a:solidFill>
                                  <a:srgbClr val="FFFF00"/>
                                </a:solidFill>
                                <a:latin typeface="Cambria Math" panose="02040503050406030204" pitchFamily="18" charset="0"/>
                              </a:rPr>
                              <m:t>𝑜𝑓</m:t>
                            </m:r>
                            <m:r>
                              <m:rPr>
                                <m:nor/>
                              </m:rPr>
                              <a:rPr lang="en-IN" sz="2800" i="1">
                                <a:solidFill>
                                  <a:srgbClr val="FFFF00"/>
                                </a:solidFill>
                                <a:latin typeface="Cambria Math" panose="02040503050406030204" pitchFamily="18" charset="0"/>
                              </a:rPr>
                              <m:t> </m:t>
                            </m:r>
                            <m:r>
                              <a:rPr lang="en-IN" sz="2800" i="1">
                                <a:solidFill>
                                  <a:srgbClr val="FFFF00"/>
                                </a:solidFill>
                                <a:latin typeface="Cambria Math" panose="02040503050406030204" pitchFamily="18" charset="0"/>
                              </a:rPr>
                              <m:t>𝑋</m:t>
                            </m:r>
                            <m:r>
                              <a:rPr lang="en-IN" sz="2800" i="0">
                                <a:solidFill>
                                  <a:srgbClr val="FFFF00"/>
                                </a:solidFill>
                                <a:latin typeface="Cambria Math" panose="02040503050406030204" pitchFamily="18" charset="0"/>
                              </a:rPr>
                              <m:t>=7.2</m:t>
                            </m:r>
                            <m:r>
                              <a:rPr lang="en-IN" sz="2800" i="1">
                                <a:solidFill>
                                  <a:srgbClr val="FFFF00"/>
                                </a:solidFill>
                                <a:latin typeface="Cambria Math" panose="02040503050406030204" pitchFamily="18" charset="0"/>
                              </a:rPr>
                              <m:t>𝑀𝑒𝑉</m:t>
                            </m:r>
                          </m:e>
                        </m:mr>
                        <m:mr>
                          <m:e>
                            <m:r>
                              <m:rPr>
                                <m:nor/>
                              </m:rPr>
                              <a:rPr lang="en-IN" sz="2800" i="1">
                                <a:solidFill>
                                  <a:srgbClr val="FFFF00"/>
                                </a:solidFill>
                                <a:latin typeface="Cambria Math" panose="02040503050406030204" pitchFamily="18" charset="0"/>
                              </a:rPr>
                              <m:t>      </m:t>
                            </m:r>
                            <m:sSub>
                              <m:sSubPr>
                                <m:ctrlPr>
                                  <a:rPr lang="en-IN" sz="2800" i="1">
                                    <a:solidFill>
                                      <a:srgbClr val="FFFF00"/>
                                    </a:solidFill>
                                    <a:latin typeface="Cambria Math" panose="02040503050406030204" pitchFamily="18" charset="0"/>
                                  </a:rPr>
                                </m:ctrlPr>
                              </m:sSubPr>
                              <m:e>
                                <m:r>
                                  <a:rPr lang="en-IN" sz="2800" i="1">
                                    <a:solidFill>
                                      <a:srgbClr val="FFFF00"/>
                                    </a:solidFill>
                                    <a:latin typeface="Cambria Math" panose="02040503050406030204" pitchFamily="18" charset="0"/>
                                  </a:rPr>
                                  <m:t>𝐸</m:t>
                                </m:r>
                              </m:e>
                              <m:sub>
                                <m:f>
                                  <m:fPr>
                                    <m:type m:val="lin"/>
                                    <m:ctrlPr>
                                      <a:rPr lang="en-IN" sz="2800" i="1">
                                        <a:solidFill>
                                          <a:srgbClr val="FFFF00"/>
                                        </a:solidFill>
                                        <a:latin typeface="Cambria Math" panose="02040503050406030204" pitchFamily="18" charset="0"/>
                                      </a:rPr>
                                    </m:ctrlPr>
                                  </m:fPr>
                                  <m:num>
                                    <m:r>
                                      <a:rPr lang="en-IN" sz="2800" i="1">
                                        <a:solidFill>
                                          <a:srgbClr val="FFFF00"/>
                                        </a:solidFill>
                                        <a:latin typeface="Cambria Math" panose="02040503050406030204" pitchFamily="18" charset="0"/>
                                      </a:rPr>
                                      <m:t>𝑏</m:t>
                                    </m:r>
                                  </m:num>
                                  <m:den>
                                    <m:r>
                                      <a:rPr lang="en-IN" sz="2800" i="1">
                                        <a:solidFill>
                                          <a:srgbClr val="FFFF00"/>
                                        </a:solidFill>
                                        <a:latin typeface="Cambria Math" panose="02040503050406030204" pitchFamily="18" charset="0"/>
                                      </a:rPr>
                                      <m:t>𝑛</m:t>
                                    </m:r>
                                  </m:den>
                                </m:f>
                              </m:sub>
                            </m:sSub>
                            <m:r>
                              <m:rPr>
                                <m:nor/>
                              </m:rPr>
                              <a:rPr lang="en-IN" sz="2800" i="1">
                                <a:solidFill>
                                  <a:srgbClr val="FFFF00"/>
                                </a:solidFill>
                                <a:latin typeface="Cambria Math" panose="02040503050406030204" pitchFamily="18" charset="0"/>
                              </a:rPr>
                              <m:t> </m:t>
                            </m:r>
                            <m:r>
                              <a:rPr lang="en-IN" sz="2800" i="1">
                                <a:solidFill>
                                  <a:srgbClr val="FFFF00"/>
                                </a:solidFill>
                                <a:latin typeface="Cambria Math" panose="02040503050406030204" pitchFamily="18" charset="0"/>
                              </a:rPr>
                              <m:t>𝑜𝑓</m:t>
                            </m:r>
                            <m:r>
                              <m:rPr>
                                <m:nor/>
                              </m:rPr>
                              <a:rPr lang="en-IN" sz="2800" i="1">
                                <a:solidFill>
                                  <a:srgbClr val="FFFF00"/>
                                </a:solidFill>
                                <a:latin typeface="Cambria Math" panose="02040503050406030204" pitchFamily="18" charset="0"/>
                              </a:rPr>
                              <m:t> </m:t>
                            </m:r>
                            <m:r>
                              <a:rPr lang="en-IN" sz="2800" i="1">
                                <a:solidFill>
                                  <a:srgbClr val="FFFF00"/>
                                </a:solidFill>
                                <a:latin typeface="Cambria Math" panose="02040503050406030204" pitchFamily="18" charset="0"/>
                              </a:rPr>
                              <m:t>𝑌</m:t>
                            </m:r>
                            <m:r>
                              <a:rPr lang="en-IN" sz="2800" i="0">
                                <a:solidFill>
                                  <a:srgbClr val="FFFF00"/>
                                </a:solidFill>
                                <a:latin typeface="Cambria Math" panose="02040503050406030204" pitchFamily="18" charset="0"/>
                              </a:rPr>
                              <m:t>=7.5</m:t>
                            </m:r>
                            <m:r>
                              <a:rPr lang="en-IN" sz="2800" i="1">
                                <a:solidFill>
                                  <a:srgbClr val="FFFF00"/>
                                </a:solidFill>
                                <a:latin typeface="Cambria Math" panose="02040503050406030204" pitchFamily="18" charset="0"/>
                              </a:rPr>
                              <m:t>𝑀𝑒𝑉</m:t>
                            </m:r>
                          </m:e>
                        </m:mr>
                        <m:mr>
                          <m:e>
                            <m:r>
                              <m:rPr>
                                <m:nor/>
                              </m:rPr>
                              <a:rPr lang="en-IN" sz="2800" i="1">
                                <a:solidFill>
                                  <a:srgbClr val="FFFF00"/>
                                </a:solidFill>
                                <a:latin typeface="Cambria Math" panose="02040503050406030204" pitchFamily="18" charset="0"/>
                              </a:rPr>
                              <m:t>      </m:t>
                            </m:r>
                            <m:sSub>
                              <m:sSubPr>
                                <m:ctrlPr>
                                  <a:rPr lang="en-IN" sz="2800" i="1">
                                    <a:solidFill>
                                      <a:srgbClr val="FFFF00"/>
                                    </a:solidFill>
                                    <a:latin typeface="Cambria Math" panose="02040503050406030204" pitchFamily="18" charset="0"/>
                                  </a:rPr>
                                </m:ctrlPr>
                              </m:sSubPr>
                              <m:e>
                                <m:r>
                                  <a:rPr lang="en-IN" sz="2800" i="1">
                                    <a:solidFill>
                                      <a:srgbClr val="FFFF00"/>
                                    </a:solidFill>
                                    <a:latin typeface="Cambria Math" panose="02040503050406030204" pitchFamily="18" charset="0"/>
                                  </a:rPr>
                                  <m:t>𝐸</m:t>
                                </m:r>
                              </m:e>
                              <m:sub>
                                <m:f>
                                  <m:fPr>
                                    <m:type m:val="lin"/>
                                    <m:ctrlPr>
                                      <a:rPr lang="en-IN" sz="2800" i="1">
                                        <a:solidFill>
                                          <a:srgbClr val="FFFF00"/>
                                        </a:solidFill>
                                        <a:latin typeface="Cambria Math" panose="02040503050406030204" pitchFamily="18" charset="0"/>
                                      </a:rPr>
                                    </m:ctrlPr>
                                  </m:fPr>
                                  <m:num>
                                    <m:r>
                                      <a:rPr lang="en-IN" sz="2800" i="1">
                                        <a:solidFill>
                                          <a:srgbClr val="FFFF00"/>
                                        </a:solidFill>
                                        <a:latin typeface="Cambria Math" panose="02040503050406030204" pitchFamily="18" charset="0"/>
                                      </a:rPr>
                                      <m:t>𝑏</m:t>
                                    </m:r>
                                  </m:num>
                                  <m:den>
                                    <m:r>
                                      <a:rPr lang="en-IN" sz="2800" i="1">
                                        <a:solidFill>
                                          <a:srgbClr val="FFFF00"/>
                                        </a:solidFill>
                                        <a:latin typeface="Cambria Math" panose="02040503050406030204" pitchFamily="18" charset="0"/>
                                      </a:rPr>
                                      <m:t>𝑛</m:t>
                                    </m:r>
                                  </m:den>
                                </m:f>
                              </m:sub>
                            </m:sSub>
                            <m:r>
                              <m:rPr>
                                <m:nor/>
                              </m:rPr>
                              <a:rPr lang="en-IN" sz="2800" i="1">
                                <a:solidFill>
                                  <a:srgbClr val="FFFF00"/>
                                </a:solidFill>
                                <a:latin typeface="Cambria Math" panose="02040503050406030204" pitchFamily="18" charset="0"/>
                              </a:rPr>
                              <m:t> </m:t>
                            </m:r>
                            <m:r>
                              <a:rPr lang="en-IN" sz="2800" i="1">
                                <a:solidFill>
                                  <a:srgbClr val="FFFF00"/>
                                </a:solidFill>
                                <a:latin typeface="Cambria Math" panose="02040503050406030204" pitchFamily="18" charset="0"/>
                              </a:rPr>
                              <m:t>𝑜𝑓</m:t>
                            </m:r>
                            <m:r>
                              <m:rPr>
                                <m:nor/>
                              </m:rPr>
                              <a:rPr lang="en-IN" sz="2800" i="1">
                                <a:solidFill>
                                  <a:srgbClr val="FFFF00"/>
                                </a:solidFill>
                                <a:latin typeface="Cambria Math" panose="02040503050406030204" pitchFamily="18" charset="0"/>
                              </a:rPr>
                              <m:t> </m:t>
                            </m:r>
                            <m:r>
                              <a:rPr lang="en-IN" sz="2800" i="1">
                                <a:solidFill>
                                  <a:srgbClr val="FFFF00"/>
                                </a:solidFill>
                                <a:latin typeface="Cambria Math" panose="02040503050406030204" pitchFamily="18" charset="0"/>
                              </a:rPr>
                              <m:t>𝑍</m:t>
                            </m:r>
                            <m:r>
                              <a:rPr lang="en-IN" sz="2800" i="0">
                                <a:solidFill>
                                  <a:srgbClr val="FFFF00"/>
                                </a:solidFill>
                                <a:latin typeface="Cambria Math" panose="02040503050406030204" pitchFamily="18" charset="0"/>
                              </a:rPr>
                              <m:t>=8</m:t>
                            </m:r>
                            <m:r>
                              <a:rPr lang="en-GB" sz="2800" b="0" i="1" smtClean="0">
                                <a:solidFill>
                                  <a:srgbClr val="FFFF00"/>
                                </a:solidFill>
                                <a:latin typeface="Cambria Math" panose="02040503050406030204" pitchFamily="18" charset="0"/>
                              </a:rPr>
                              <m:t>.5</m:t>
                            </m:r>
                            <m:r>
                              <a:rPr lang="en-IN" sz="2800" i="1">
                                <a:solidFill>
                                  <a:srgbClr val="FFFF00"/>
                                </a:solidFill>
                                <a:latin typeface="Cambria Math" panose="02040503050406030204" pitchFamily="18" charset="0"/>
                              </a:rPr>
                              <m:t>𝑀𝑒𝑉</m:t>
                            </m:r>
                          </m:e>
                        </m:mr>
                      </m:m>
                    </m:oMath>
                  </m:oMathPara>
                </a14:m>
                <a:endParaRPr lang="en-IN" sz="2800" dirty="0">
                  <a:solidFill>
                    <a:srgbClr val="FFFF00"/>
                  </a:solidFill>
                </a:endParaRPr>
              </a:p>
            </p:txBody>
          </p:sp>
        </mc:Choice>
        <mc:Fallback xmlns="">
          <p:sp>
            <p:nvSpPr>
              <p:cNvPr id="9" name="Rectangle 8"/>
              <p:cNvSpPr>
                <a:spLocks noRot="1" noChangeAspect="1" noMove="1" noResize="1" noEditPoints="1" noAdjustHandles="1" noChangeArrowheads="1" noChangeShapeType="1" noTextEdit="1"/>
              </p:cNvSpPr>
              <p:nvPr/>
            </p:nvSpPr>
            <p:spPr>
              <a:xfrm>
                <a:off x="259040" y="1247430"/>
                <a:ext cx="3730637" cy="1992084"/>
              </a:xfrm>
              <a:prstGeom prst="rect">
                <a:avLst/>
              </a:prstGeom>
              <a:blipFill>
                <a:blip r:embed="rId3"/>
                <a:stretch>
                  <a:fillRect/>
                </a:stretch>
              </a:blipFill>
            </p:spPr>
            <p:txBody>
              <a:bodyPr/>
              <a:lstStyle/>
              <a:p>
                <a:r>
                  <a:rPr lang="en-US">
                    <a:noFill/>
                  </a:rPr>
                  <a:t> </a:t>
                </a:r>
              </a:p>
            </p:txBody>
          </p:sp>
        </mc:Fallback>
      </mc:AlternateContent>
      <p:sp>
        <p:nvSpPr>
          <p:cNvPr id="10" name="Rectangle 9">
            <a:extLst>
              <a:ext uri="{FF2B5EF4-FFF2-40B4-BE49-F238E27FC236}">
                <a16:creationId xmlns:a16="http://schemas.microsoft.com/office/drawing/2014/main" id="{F4263C8D-ABD1-14F3-67FB-2ECBBFB793ED}"/>
              </a:ext>
            </a:extLst>
          </p:cNvPr>
          <p:cNvSpPr/>
          <p:nvPr/>
        </p:nvSpPr>
        <p:spPr>
          <a:xfrm>
            <a:off x="559708" y="3650013"/>
            <a:ext cx="2875085" cy="457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3000">
              <a:solidFill>
                <a:schemeClr val="bg1"/>
              </a:solidFill>
            </a:endParaRP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1F54CC85-A7A8-51EA-DEC4-A59A0645EA95}"/>
                  </a:ext>
                </a:extLst>
              </p:cNvPr>
              <p:cNvSpPr txBox="1"/>
              <p:nvPr/>
            </p:nvSpPr>
            <p:spPr>
              <a:xfrm>
                <a:off x="436560" y="4041969"/>
                <a:ext cx="1077796"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IN" sz="2800" b="0" i="1" smtClean="0">
                          <a:solidFill>
                            <a:schemeClr val="bg1"/>
                          </a:solidFill>
                          <a:latin typeface="Cambria Math" panose="02040503050406030204" pitchFamily="18" charset="0"/>
                        </a:rPr>
                        <m:t>𝑆𝑜𝑙</m:t>
                      </m:r>
                      <m:r>
                        <a:rPr lang="en-IN" sz="2800" b="0" i="1" smtClean="0">
                          <a:solidFill>
                            <a:schemeClr val="bg1"/>
                          </a:solidFill>
                          <a:latin typeface="Cambria Math" panose="02040503050406030204" pitchFamily="18" charset="0"/>
                        </a:rPr>
                        <m:t>⇒ </m:t>
                      </m:r>
                    </m:oMath>
                  </m:oMathPara>
                </a14:m>
                <a:endParaRPr lang="en-IN" sz="2800" dirty="0">
                  <a:solidFill>
                    <a:schemeClr val="bg1"/>
                  </a:solidFill>
                </a:endParaRPr>
              </a:p>
            </p:txBody>
          </p:sp>
        </mc:Choice>
        <mc:Fallback xmlns="">
          <p:sp>
            <p:nvSpPr>
              <p:cNvPr id="11" name="TextBox 10">
                <a:extLst>
                  <a:ext uri="{FF2B5EF4-FFF2-40B4-BE49-F238E27FC236}">
                    <a16:creationId xmlns:a16="http://schemas.microsoft.com/office/drawing/2014/main" id="{1F54CC85-A7A8-51EA-DEC4-A59A0645EA95}"/>
                  </a:ext>
                </a:extLst>
              </p:cNvPr>
              <p:cNvSpPr txBox="1">
                <a:spLocks noRot="1" noChangeAspect="1" noMove="1" noResize="1" noEditPoints="1" noAdjustHandles="1" noChangeArrowheads="1" noChangeShapeType="1" noTextEdit="1"/>
              </p:cNvSpPr>
              <p:nvPr/>
            </p:nvSpPr>
            <p:spPr>
              <a:xfrm>
                <a:off x="436560" y="4041969"/>
                <a:ext cx="1077796" cy="430887"/>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E6BE578F-6AD8-A034-0CD5-BD59EC75B164}"/>
                  </a:ext>
                </a:extLst>
              </p:cNvPr>
              <p:cNvSpPr txBox="1"/>
              <p:nvPr/>
            </p:nvSpPr>
            <p:spPr>
              <a:xfrm>
                <a:off x="1929756" y="4032878"/>
                <a:ext cx="1167820"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IN" sz="2800" b="0" i="1" smtClean="0">
                          <a:solidFill>
                            <a:schemeClr val="bg1"/>
                          </a:solidFill>
                          <a:latin typeface="Cambria Math" panose="02040503050406030204" pitchFamily="18" charset="0"/>
                        </a:rPr>
                        <m:t>6</m:t>
                      </m:r>
                      <m:r>
                        <a:rPr lang="en-IN" sz="2800" i="1">
                          <a:solidFill>
                            <a:schemeClr val="bg1"/>
                          </a:solidFill>
                          <a:latin typeface="Cambria Math" panose="02040503050406030204" pitchFamily="18" charset="0"/>
                        </a:rPr>
                        <m:t>×</m:t>
                      </m:r>
                      <m:r>
                        <a:rPr lang="en-IN" sz="2800" b="0" i="1" smtClean="0">
                          <a:solidFill>
                            <a:schemeClr val="bg1"/>
                          </a:solidFill>
                          <a:latin typeface="Cambria Math" panose="02040503050406030204" pitchFamily="18" charset="0"/>
                        </a:rPr>
                        <m:t>8.5</m:t>
                      </m:r>
                    </m:oMath>
                  </m:oMathPara>
                </a14:m>
                <a:endParaRPr lang="en-IN" sz="2800" dirty="0">
                  <a:solidFill>
                    <a:schemeClr val="bg1"/>
                  </a:solidFill>
                </a:endParaRPr>
              </a:p>
            </p:txBody>
          </p:sp>
        </mc:Choice>
        <mc:Fallback xmlns="">
          <p:sp>
            <p:nvSpPr>
              <p:cNvPr id="12" name="TextBox 11">
                <a:extLst>
                  <a:ext uri="{FF2B5EF4-FFF2-40B4-BE49-F238E27FC236}">
                    <a16:creationId xmlns:a16="http://schemas.microsoft.com/office/drawing/2014/main" id="{E6BE578F-6AD8-A034-0CD5-BD59EC75B164}"/>
                  </a:ext>
                </a:extLst>
              </p:cNvPr>
              <p:cNvSpPr txBox="1">
                <a:spLocks noRot="1" noChangeAspect="1" noMove="1" noResize="1" noEditPoints="1" noAdjustHandles="1" noChangeArrowheads="1" noChangeShapeType="1" noTextEdit="1"/>
              </p:cNvSpPr>
              <p:nvPr/>
            </p:nvSpPr>
            <p:spPr>
              <a:xfrm>
                <a:off x="1929756" y="4032878"/>
                <a:ext cx="1167820" cy="430887"/>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2F601AC9-E736-42D4-ADB0-F3F5D3F4B244}"/>
                  </a:ext>
                </a:extLst>
              </p:cNvPr>
              <p:cNvSpPr txBox="1"/>
              <p:nvPr/>
            </p:nvSpPr>
            <p:spPr>
              <a:xfrm>
                <a:off x="4805294" y="4032877"/>
                <a:ext cx="1167820"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IN" sz="2800" i="1" smtClean="0">
                          <a:solidFill>
                            <a:schemeClr val="bg1"/>
                          </a:solidFill>
                          <a:latin typeface="Cambria Math" panose="02040503050406030204" pitchFamily="18" charset="0"/>
                        </a:rPr>
                        <m:t>8</m:t>
                      </m:r>
                      <m:r>
                        <a:rPr lang="en-IN" sz="2800" b="0" i="1" smtClean="0">
                          <a:solidFill>
                            <a:schemeClr val="bg1"/>
                          </a:solidFill>
                          <a:latin typeface="Cambria Math" panose="02040503050406030204" pitchFamily="18" charset="0"/>
                        </a:rPr>
                        <m:t>×</m:t>
                      </m:r>
                      <m:r>
                        <a:rPr lang="en-IN" sz="2800" i="1" smtClean="0">
                          <a:solidFill>
                            <a:schemeClr val="bg1"/>
                          </a:solidFill>
                          <a:latin typeface="Cambria Math" panose="02040503050406030204" pitchFamily="18" charset="0"/>
                        </a:rPr>
                        <m:t>7.5</m:t>
                      </m:r>
                    </m:oMath>
                  </m:oMathPara>
                </a14:m>
                <a:endParaRPr lang="en-IN" sz="2800" dirty="0">
                  <a:solidFill>
                    <a:schemeClr val="bg1"/>
                  </a:solidFill>
                </a:endParaRPr>
              </a:p>
            </p:txBody>
          </p:sp>
        </mc:Choice>
        <mc:Fallback xmlns="">
          <p:sp>
            <p:nvSpPr>
              <p:cNvPr id="15" name="TextBox 14">
                <a:extLst>
                  <a:ext uri="{FF2B5EF4-FFF2-40B4-BE49-F238E27FC236}">
                    <a16:creationId xmlns:a16="http://schemas.microsoft.com/office/drawing/2014/main" id="{2F601AC9-E736-42D4-ADB0-F3F5D3F4B244}"/>
                  </a:ext>
                </a:extLst>
              </p:cNvPr>
              <p:cNvSpPr txBox="1">
                <a:spLocks noRot="1" noChangeAspect="1" noMove="1" noResize="1" noEditPoints="1" noAdjustHandles="1" noChangeArrowheads="1" noChangeShapeType="1" noTextEdit="1"/>
              </p:cNvSpPr>
              <p:nvPr/>
            </p:nvSpPr>
            <p:spPr>
              <a:xfrm>
                <a:off x="4805294" y="4032877"/>
                <a:ext cx="1167820" cy="430887"/>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A6B6F602-AEEE-57AF-06CF-3307AC907850}"/>
                  </a:ext>
                </a:extLst>
              </p:cNvPr>
              <p:cNvSpPr txBox="1"/>
              <p:nvPr/>
            </p:nvSpPr>
            <p:spPr>
              <a:xfrm>
                <a:off x="4482808" y="4023253"/>
                <a:ext cx="349455"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IN" sz="2800" b="0" i="1" smtClean="0">
                          <a:solidFill>
                            <a:schemeClr val="bg1"/>
                          </a:solidFill>
                          <a:latin typeface="Cambria Math" panose="02040503050406030204" pitchFamily="18" charset="0"/>
                        </a:rPr>
                        <m:t>+</m:t>
                      </m:r>
                    </m:oMath>
                  </m:oMathPara>
                </a14:m>
                <a:endParaRPr lang="en-IN" sz="2800" dirty="0">
                  <a:solidFill>
                    <a:schemeClr val="bg1"/>
                  </a:solidFill>
                </a:endParaRPr>
              </a:p>
            </p:txBody>
          </p:sp>
        </mc:Choice>
        <mc:Fallback xmlns="">
          <p:sp>
            <p:nvSpPr>
              <p:cNvPr id="16" name="TextBox 15">
                <a:extLst>
                  <a:ext uri="{FF2B5EF4-FFF2-40B4-BE49-F238E27FC236}">
                    <a16:creationId xmlns:a16="http://schemas.microsoft.com/office/drawing/2014/main" id="{A6B6F602-AEEE-57AF-06CF-3307AC907850}"/>
                  </a:ext>
                </a:extLst>
              </p:cNvPr>
              <p:cNvSpPr txBox="1">
                <a:spLocks noRot="1" noChangeAspect="1" noMove="1" noResize="1" noEditPoints="1" noAdjustHandles="1" noChangeArrowheads="1" noChangeShapeType="1" noTextEdit="1"/>
              </p:cNvSpPr>
              <p:nvPr/>
            </p:nvSpPr>
            <p:spPr>
              <a:xfrm>
                <a:off x="4482808" y="4023253"/>
                <a:ext cx="349455" cy="430887"/>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94F4A6DA-443B-07BA-D5AF-132727A25D45}"/>
                  </a:ext>
                </a:extLst>
              </p:cNvPr>
              <p:cNvSpPr txBox="1"/>
              <p:nvPr/>
            </p:nvSpPr>
            <p:spPr>
              <a:xfrm>
                <a:off x="3431904" y="4041969"/>
                <a:ext cx="1167820"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IN" sz="2800" b="0" i="1" smtClean="0">
                          <a:solidFill>
                            <a:schemeClr val="bg1"/>
                          </a:solidFill>
                          <a:latin typeface="Cambria Math" panose="02040503050406030204" pitchFamily="18" charset="0"/>
                        </a:rPr>
                        <m:t>5</m:t>
                      </m:r>
                      <m:r>
                        <a:rPr lang="en-IN" sz="2800" i="1">
                          <a:solidFill>
                            <a:schemeClr val="bg1"/>
                          </a:solidFill>
                          <a:latin typeface="Cambria Math" panose="02040503050406030204" pitchFamily="18" charset="0"/>
                        </a:rPr>
                        <m:t>×</m:t>
                      </m:r>
                      <m:r>
                        <a:rPr lang="en-IN" sz="2800" b="0" i="1" smtClean="0">
                          <a:solidFill>
                            <a:schemeClr val="bg1"/>
                          </a:solidFill>
                          <a:latin typeface="Cambria Math" panose="02040503050406030204" pitchFamily="18" charset="0"/>
                        </a:rPr>
                        <m:t>7.2</m:t>
                      </m:r>
                    </m:oMath>
                  </m:oMathPara>
                </a14:m>
                <a:endParaRPr lang="en-IN" sz="2800" dirty="0">
                  <a:solidFill>
                    <a:schemeClr val="bg1"/>
                  </a:solidFill>
                </a:endParaRPr>
              </a:p>
            </p:txBody>
          </p:sp>
        </mc:Choice>
        <mc:Fallback xmlns="">
          <p:sp>
            <p:nvSpPr>
              <p:cNvPr id="17" name="TextBox 16">
                <a:extLst>
                  <a:ext uri="{FF2B5EF4-FFF2-40B4-BE49-F238E27FC236}">
                    <a16:creationId xmlns:a16="http://schemas.microsoft.com/office/drawing/2014/main" id="{94F4A6DA-443B-07BA-D5AF-132727A25D45}"/>
                  </a:ext>
                </a:extLst>
              </p:cNvPr>
              <p:cNvSpPr txBox="1">
                <a:spLocks noRot="1" noChangeAspect="1" noMove="1" noResize="1" noEditPoints="1" noAdjustHandles="1" noChangeArrowheads="1" noChangeShapeType="1" noTextEdit="1"/>
              </p:cNvSpPr>
              <p:nvPr/>
            </p:nvSpPr>
            <p:spPr>
              <a:xfrm>
                <a:off x="3431904" y="4041969"/>
                <a:ext cx="1167820" cy="430887"/>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3BCB190F-7C71-6DB3-D1BF-AA315114E5C7}"/>
                  </a:ext>
                </a:extLst>
              </p:cNvPr>
              <p:cNvSpPr txBox="1"/>
              <p:nvPr/>
            </p:nvSpPr>
            <p:spPr>
              <a:xfrm>
                <a:off x="3034672" y="4023253"/>
                <a:ext cx="349455"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IN" sz="2800" b="0" i="1" smtClean="0">
                          <a:solidFill>
                            <a:schemeClr val="bg1"/>
                          </a:solidFill>
                          <a:latin typeface="Cambria Math" panose="02040503050406030204" pitchFamily="18" charset="0"/>
                        </a:rPr>
                        <m:t>−</m:t>
                      </m:r>
                    </m:oMath>
                  </m:oMathPara>
                </a14:m>
                <a:endParaRPr lang="en-IN" sz="2800" dirty="0">
                  <a:solidFill>
                    <a:schemeClr val="bg1"/>
                  </a:solidFill>
                </a:endParaRPr>
              </a:p>
            </p:txBody>
          </p:sp>
        </mc:Choice>
        <mc:Fallback xmlns="">
          <p:sp>
            <p:nvSpPr>
              <p:cNvPr id="18" name="TextBox 17">
                <a:extLst>
                  <a:ext uri="{FF2B5EF4-FFF2-40B4-BE49-F238E27FC236}">
                    <a16:creationId xmlns:a16="http://schemas.microsoft.com/office/drawing/2014/main" id="{3BCB190F-7C71-6DB3-D1BF-AA315114E5C7}"/>
                  </a:ext>
                </a:extLst>
              </p:cNvPr>
              <p:cNvSpPr txBox="1">
                <a:spLocks noRot="1" noChangeAspect="1" noMove="1" noResize="1" noEditPoints="1" noAdjustHandles="1" noChangeArrowheads="1" noChangeShapeType="1" noTextEdit="1"/>
              </p:cNvSpPr>
              <p:nvPr/>
            </p:nvSpPr>
            <p:spPr>
              <a:xfrm>
                <a:off x="3034672" y="4023253"/>
                <a:ext cx="349455" cy="430887"/>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1A2D2547-7C39-F08F-3EA8-ACF8FF953244}"/>
                  </a:ext>
                </a:extLst>
              </p:cNvPr>
              <p:cNvSpPr txBox="1"/>
              <p:nvPr/>
            </p:nvSpPr>
            <p:spPr>
              <a:xfrm>
                <a:off x="1272880" y="3986711"/>
                <a:ext cx="851479"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IN" sz="2800" b="0" i="1" smtClean="0">
                          <a:solidFill>
                            <a:schemeClr val="bg1"/>
                          </a:solidFill>
                          <a:latin typeface="Cambria Math" panose="02040503050406030204" pitchFamily="18" charset="0"/>
                        </a:rPr>
                        <m:t>2</m:t>
                      </m:r>
                      <m:r>
                        <a:rPr lang="en-IN" sz="2800" i="1">
                          <a:solidFill>
                            <a:schemeClr val="bg1"/>
                          </a:solidFill>
                          <a:latin typeface="Cambria Math" panose="02040503050406030204" pitchFamily="18" charset="0"/>
                        </a:rPr>
                        <m:t>×</m:t>
                      </m:r>
                    </m:oMath>
                  </m:oMathPara>
                </a14:m>
                <a:endParaRPr lang="en-IN" sz="2800" dirty="0">
                  <a:solidFill>
                    <a:schemeClr val="bg1"/>
                  </a:solidFill>
                </a:endParaRPr>
              </a:p>
            </p:txBody>
          </p:sp>
        </mc:Choice>
        <mc:Fallback xmlns="">
          <p:sp>
            <p:nvSpPr>
              <p:cNvPr id="20" name="TextBox 19">
                <a:extLst>
                  <a:ext uri="{FF2B5EF4-FFF2-40B4-BE49-F238E27FC236}">
                    <a16:creationId xmlns:a16="http://schemas.microsoft.com/office/drawing/2014/main" id="{1A2D2547-7C39-F08F-3EA8-ACF8FF953244}"/>
                  </a:ext>
                </a:extLst>
              </p:cNvPr>
              <p:cNvSpPr txBox="1">
                <a:spLocks noRot="1" noChangeAspect="1" noMove="1" noResize="1" noEditPoints="1" noAdjustHandles="1" noChangeArrowheads="1" noChangeShapeType="1" noTextEdit="1"/>
              </p:cNvSpPr>
              <p:nvPr/>
            </p:nvSpPr>
            <p:spPr>
              <a:xfrm>
                <a:off x="1272880" y="3986711"/>
                <a:ext cx="851479"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CD925C8A-C563-F6F4-6D66-43CAEB6037F8}"/>
                  </a:ext>
                </a:extLst>
              </p:cNvPr>
              <p:cNvSpPr/>
              <p:nvPr/>
            </p:nvSpPr>
            <p:spPr>
              <a:xfrm>
                <a:off x="5973114" y="1247430"/>
                <a:ext cx="4459148" cy="187397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m>
                        <m:mPr>
                          <m:mcs>
                            <m:mc>
                              <m:mcPr>
                                <m:count m:val="1"/>
                                <m:mcJc m:val="center"/>
                              </m:mcPr>
                            </m:mc>
                          </m:mcs>
                          <m:ctrlPr>
                            <a:rPr lang="en-IN" sz="2800" i="1" smtClean="0">
                              <a:solidFill>
                                <a:srgbClr val="FFFF00"/>
                              </a:solidFill>
                              <a:latin typeface="Cambria Math" panose="02040503050406030204" pitchFamily="18" charset="0"/>
                            </a:rPr>
                          </m:ctrlPr>
                        </m:mPr>
                        <m:mr>
                          <m:e>
                            <m:sPre>
                              <m:sPrePr>
                                <m:ctrlPr>
                                  <a:rPr lang="en-IN" sz="2800" i="1">
                                    <a:solidFill>
                                      <a:srgbClr val="FFFF00"/>
                                    </a:solidFill>
                                    <a:latin typeface="Cambria Math" panose="02040503050406030204" pitchFamily="18" charset="0"/>
                                  </a:rPr>
                                </m:ctrlPr>
                              </m:sPrePr>
                              <m:sub>
                                <m:r>
                                  <a:rPr lang="en-IN" sz="2800" i="0">
                                    <a:solidFill>
                                      <a:srgbClr val="FFFF00"/>
                                    </a:solidFill>
                                    <a:latin typeface="Cambria Math" panose="02040503050406030204" pitchFamily="18" charset="0"/>
                                  </a:rPr>
                                  <m:t>2</m:t>
                                </m:r>
                              </m:sub>
                              <m:sup>
                                <m:r>
                                  <a:rPr lang="en-IN" sz="2800" i="0">
                                    <a:solidFill>
                                      <a:srgbClr val="FFFF00"/>
                                    </a:solidFill>
                                    <a:latin typeface="Cambria Math" panose="02040503050406030204" pitchFamily="18" charset="0"/>
                                  </a:rPr>
                                  <m:t>5</m:t>
                                </m:r>
                              </m:sup>
                              <m:e>
                                <m:r>
                                  <a:rPr lang="en-IN" sz="2800" i="1">
                                    <a:solidFill>
                                      <a:srgbClr val="FFFF00"/>
                                    </a:solidFill>
                                    <a:latin typeface="Cambria Math" panose="02040503050406030204" pitchFamily="18" charset="0"/>
                                  </a:rPr>
                                  <m:t>𝑋</m:t>
                                </m:r>
                              </m:e>
                            </m:sPre>
                            <m:r>
                              <a:rPr lang="en-IN" sz="2800" i="0">
                                <a:solidFill>
                                  <a:srgbClr val="FFFF00"/>
                                </a:solidFill>
                                <a:latin typeface="Cambria Math" panose="02040503050406030204" pitchFamily="18" charset="0"/>
                              </a:rPr>
                              <m:t>+</m:t>
                            </m:r>
                            <m:sPre>
                              <m:sPrePr>
                                <m:ctrlPr>
                                  <a:rPr lang="en-IN" sz="2800" i="1">
                                    <a:solidFill>
                                      <a:srgbClr val="FFFF00"/>
                                    </a:solidFill>
                                    <a:latin typeface="Cambria Math" panose="02040503050406030204" pitchFamily="18" charset="0"/>
                                  </a:rPr>
                                </m:ctrlPr>
                              </m:sPrePr>
                              <m:sub>
                                <m:r>
                                  <a:rPr lang="en-IN" sz="2800" i="0">
                                    <a:solidFill>
                                      <a:srgbClr val="FFFF00"/>
                                    </a:solidFill>
                                    <a:latin typeface="Cambria Math" panose="02040503050406030204" pitchFamily="18" charset="0"/>
                                  </a:rPr>
                                  <m:t>3</m:t>
                                </m:r>
                              </m:sub>
                              <m:sup>
                                <m:r>
                                  <a:rPr lang="en-IN" sz="2800" i="0">
                                    <a:solidFill>
                                      <a:srgbClr val="FFFF00"/>
                                    </a:solidFill>
                                    <a:latin typeface="Cambria Math" panose="02040503050406030204" pitchFamily="18" charset="0"/>
                                  </a:rPr>
                                  <m:t>8</m:t>
                                </m:r>
                              </m:sup>
                              <m:e>
                                <m:r>
                                  <a:rPr lang="en-IN" sz="2800" i="1">
                                    <a:solidFill>
                                      <a:srgbClr val="FFFF00"/>
                                    </a:solidFill>
                                    <a:latin typeface="Cambria Math" panose="02040503050406030204" pitchFamily="18" charset="0"/>
                                  </a:rPr>
                                  <m:t>𝑌</m:t>
                                </m:r>
                              </m:e>
                            </m:sPre>
                            <m:r>
                              <a:rPr lang="en-IN" sz="2800" i="0">
                                <a:solidFill>
                                  <a:srgbClr val="FFFF00"/>
                                </a:solidFill>
                                <a:latin typeface="Cambria Math" panose="02040503050406030204" pitchFamily="18" charset="0"/>
                              </a:rPr>
                              <m:t>→</m:t>
                            </m:r>
                            <m:r>
                              <a:rPr lang="en-GB" sz="2800" b="0" i="0" smtClean="0">
                                <a:solidFill>
                                  <a:srgbClr val="FFFF00"/>
                                </a:solidFill>
                                <a:latin typeface="Cambria Math" panose="02040503050406030204" pitchFamily="18" charset="0"/>
                              </a:rPr>
                              <m:t>2</m:t>
                            </m:r>
                            <m:sPre>
                              <m:sPrePr>
                                <m:ctrlPr>
                                  <a:rPr lang="en-IN" sz="2800" i="1">
                                    <a:solidFill>
                                      <a:srgbClr val="FFFF00"/>
                                    </a:solidFill>
                                    <a:latin typeface="Cambria Math" panose="02040503050406030204" pitchFamily="18" charset="0"/>
                                  </a:rPr>
                                </m:ctrlPr>
                              </m:sPrePr>
                              <m:sub>
                                <m:r>
                                  <a:rPr lang="en-GB" sz="2800" b="0" i="0" smtClean="0">
                                    <a:solidFill>
                                      <a:srgbClr val="FFFF00"/>
                                    </a:solidFill>
                                    <a:latin typeface="Cambria Math" panose="02040503050406030204" pitchFamily="18" charset="0"/>
                                  </a:rPr>
                                  <m:t>2</m:t>
                                </m:r>
                              </m:sub>
                              <m:sup>
                                <m:r>
                                  <a:rPr lang="en-GB" sz="2800" b="0" i="0" smtClean="0">
                                    <a:solidFill>
                                      <a:srgbClr val="FFFF00"/>
                                    </a:solidFill>
                                    <a:latin typeface="Cambria Math" panose="02040503050406030204" pitchFamily="18" charset="0"/>
                                  </a:rPr>
                                  <m:t>6</m:t>
                                </m:r>
                              </m:sup>
                              <m:e>
                                <m:r>
                                  <a:rPr lang="en-IN" sz="2800" i="1">
                                    <a:solidFill>
                                      <a:srgbClr val="FFFF00"/>
                                    </a:solidFill>
                                    <a:latin typeface="Cambria Math" panose="02040503050406030204" pitchFamily="18" charset="0"/>
                                  </a:rPr>
                                  <m:t>𝑍</m:t>
                                </m:r>
                              </m:e>
                            </m:sPre>
                            <m:r>
                              <a:rPr lang="en-GB" sz="2800" b="0" i="1" smtClean="0">
                                <a:solidFill>
                                  <a:srgbClr val="FFFF00"/>
                                </a:solidFill>
                                <a:latin typeface="Cambria Math" panose="02040503050406030204" pitchFamily="18" charset="0"/>
                              </a:rPr>
                              <m:t>+</m:t>
                            </m:r>
                            <m:r>
                              <a:rPr lang="en-GB" sz="2800" b="0" i="1" smtClean="0">
                                <a:solidFill>
                                  <a:srgbClr val="FFFF00"/>
                                </a:solidFill>
                                <a:latin typeface="Cambria Math" panose="02040503050406030204" pitchFamily="18" charset="0"/>
                              </a:rPr>
                              <m:t>𝑝</m:t>
                            </m:r>
                          </m:e>
                        </m:mr>
                        <m:mr>
                          <m:e>
                            <m:r>
                              <a:rPr lang="en-IN" sz="2800" b="0" i="1" smtClean="0">
                                <a:solidFill>
                                  <a:srgbClr val="FFFF00"/>
                                </a:solidFill>
                                <a:latin typeface="Cambria Math" panose="02040503050406030204" pitchFamily="18" charset="0"/>
                              </a:rPr>
                              <m:t>𝑚𝑎𝑠𝑠</m:t>
                            </m:r>
                            <m:r>
                              <m:rPr>
                                <m:nor/>
                              </m:rPr>
                              <a:rPr lang="en-IN" sz="2800" i="1">
                                <a:solidFill>
                                  <a:srgbClr val="FFFF00"/>
                                </a:solidFill>
                                <a:latin typeface="Cambria Math" panose="02040503050406030204" pitchFamily="18" charset="0"/>
                              </a:rPr>
                              <m:t> </m:t>
                            </m:r>
                            <m:r>
                              <a:rPr lang="en-IN" sz="2800" i="1">
                                <a:solidFill>
                                  <a:srgbClr val="FFFF00"/>
                                </a:solidFill>
                                <a:latin typeface="Cambria Math" panose="02040503050406030204" pitchFamily="18" charset="0"/>
                              </a:rPr>
                              <m:t>𝑜𝑓</m:t>
                            </m:r>
                            <m:r>
                              <m:rPr>
                                <m:nor/>
                              </m:rPr>
                              <a:rPr lang="en-IN" sz="2800" i="1">
                                <a:solidFill>
                                  <a:srgbClr val="FFFF00"/>
                                </a:solidFill>
                                <a:latin typeface="Cambria Math" panose="02040503050406030204" pitchFamily="18" charset="0"/>
                              </a:rPr>
                              <m:t> </m:t>
                            </m:r>
                            <m:r>
                              <a:rPr lang="en-IN" sz="2800" i="1">
                                <a:solidFill>
                                  <a:srgbClr val="FFFF00"/>
                                </a:solidFill>
                                <a:latin typeface="Cambria Math" panose="02040503050406030204" pitchFamily="18" charset="0"/>
                              </a:rPr>
                              <m:t>𝑋</m:t>
                            </m:r>
                            <m:r>
                              <a:rPr lang="en-IN" sz="2800" i="0">
                                <a:solidFill>
                                  <a:srgbClr val="FFFF00"/>
                                </a:solidFill>
                                <a:latin typeface="Cambria Math" panose="02040503050406030204" pitchFamily="18" charset="0"/>
                              </a:rPr>
                              <m:t>=</m:t>
                            </m:r>
                            <m:r>
                              <a:rPr lang="en-IN" sz="2800" b="0" i="0" smtClean="0">
                                <a:solidFill>
                                  <a:srgbClr val="FFFF00"/>
                                </a:solidFill>
                                <a:latin typeface="Cambria Math" panose="02040503050406030204" pitchFamily="18" charset="0"/>
                              </a:rPr>
                              <m:t>5.5 </m:t>
                            </m:r>
                            <m:r>
                              <m:rPr>
                                <m:sty m:val="p"/>
                              </m:rPr>
                              <a:rPr lang="en-IN" sz="2800" b="0" i="0" smtClean="0">
                                <a:solidFill>
                                  <a:srgbClr val="FFFF00"/>
                                </a:solidFill>
                                <a:latin typeface="Cambria Math" panose="02040503050406030204" pitchFamily="18" charset="0"/>
                              </a:rPr>
                              <m:t>amu</m:t>
                            </m:r>
                          </m:e>
                        </m:mr>
                        <m:mr>
                          <m:e>
                            <m:r>
                              <a:rPr lang="en-IN" sz="2800" b="0" i="1" smtClean="0">
                                <a:solidFill>
                                  <a:srgbClr val="FFFF00"/>
                                </a:solidFill>
                                <a:latin typeface="Cambria Math" panose="02040503050406030204" pitchFamily="18" charset="0"/>
                              </a:rPr>
                              <m:t>𝑚𝑎𝑠𝑠</m:t>
                            </m:r>
                            <m:r>
                              <m:rPr>
                                <m:nor/>
                              </m:rPr>
                              <a:rPr lang="en-IN" sz="2800" i="1">
                                <a:solidFill>
                                  <a:srgbClr val="FFFF00"/>
                                </a:solidFill>
                                <a:latin typeface="Cambria Math" panose="02040503050406030204" pitchFamily="18" charset="0"/>
                              </a:rPr>
                              <m:t> </m:t>
                            </m:r>
                            <m:r>
                              <a:rPr lang="en-IN" sz="2800" i="1">
                                <a:solidFill>
                                  <a:srgbClr val="FFFF00"/>
                                </a:solidFill>
                                <a:latin typeface="Cambria Math" panose="02040503050406030204" pitchFamily="18" charset="0"/>
                              </a:rPr>
                              <m:t>𝑜𝑓</m:t>
                            </m:r>
                            <m:r>
                              <m:rPr>
                                <m:nor/>
                              </m:rPr>
                              <a:rPr lang="en-IN" sz="2800" i="1">
                                <a:solidFill>
                                  <a:srgbClr val="FFFF00"/>
                                </a:solidFill>
                                <a:latin typeface="Cambria Math" panose="02040503050406030204" pitchFamily="18" charset="0"/>
                              </a:rPr>
                              <m:t> </m:t>
                            </m:r>
                            <m:r>
                              <a:rPr lang="en-IN" sz="2800" i="1">
                                <a:solidFill>
                                  <a:srgbClr val="FFFF00"/>
                                </a:solidFill>
                                <a:latin typeface="Cambria Math" panose="02040503050406030204" pitchFamily="18" charset="0"/>
                              </a:rPr>
                              <m:t>𝑌</m:t>
                            </m:r>
                            <m:r>
                              <a:rPr lang="en-IN" sz="2800" i="0">
                                <a:solidFill>
                                  <a:srgbClr val="FFFF00"/>
                                </a:solidFill>
                                <a:latin typeface="Cambria Math" panose="02040503050406030204" pitchFamily="18" charset="0"/>
                              </a:rPr>
                              <m:t>=</m:t>
                            </m:r>
                            <m:r>
                              <a:rPr lang="en-IN" sz="2800" b="0" i="0" smtClean="0">
                                <a:solidFill>
                                  <a:srgbClr val="FFFF00"/>
                                </a:solidFill>
                                <a:latin typeface="Cambria Math" panose="02040503050406030204" pitchFamily="18" charset="0"/>
                              </a:rPr>
                              <m:t>9</m:t>
                            </m:r>
                            <m:r>
                              <a:rPr lang="en-IN" sz="2800" b="0" i="1" smtClean="0">
                                <a:solidFill>
                                  <a:srgbClr val="FFFF00"/>
                                </a:solidFill>
                                <a:latin typeface="Cambria Math" panose="02040503050406030204" pitchFamily="18" charset="0"/>
                              </a:rPr>
                              <m:t>𝑎𝑚𝑢</m:t>
                            </m:r>
                          </m:e>
                        </m:mr>
                        <m:mr>
                          <m:e>
                            <m:r>
                              <a:rPr lang="en-IN" sz="2800" b="0" i="1" smtClean="0">
                                <a:solidFill>
                                  <a:srgbClr val="FFFF00"/>
                                </a:solidFill>
                                <a:latin typeface="Cambria Math" panose="02040503050406030204" pitchFamily="18" charset="0"/>
                              </a:rPr>
                              <m:t>𝑚𝑎𝑠𝑠</m:t>
                            </m:r>
                            <m:r>
                              <m:rPr>
                                <m:nor/>
                              </m:rPr>
                              <a:rPr lang="en-IN" sz="2800" i="1">
                                <a:solidFill>
                                  <a:srgbClr val="FFFF00"/>
                                </a:solidFill>
                                <a:latin typeface="Cambria Math" panose="02040503050406030204" pitchFamily="18" charset="0"/>
                              </a:rPr>
                              <m:t> </m:t>
                            </m:r>
                            <m:r>
                              <a:rPr lang="en-IN" sz="2800" i="1">
                                <a:solidFill>
                                  <a:srgbClr val="FFFF00"/>
                                </a:solidFill>
                                <a:latin typeface="Cambria Math" panose="02040503050406030204" pitchFamily="18" charset="0"/>
                              </a:rPr>
                              <m:t>𝑜𝑓</m:t>
                            </m:r>
                            <m:r>
                              <m:rPr>
                                <m:nor/>
                              </m:rPr>
                              <a:rPr lang="en-IN" sz="2800" i="1">
                                <a:solidFill>
                                  <a:srgbClr val="FFFF00"/>
                                </a:solidFill>
                                <a:latin typeface="Cambria Math" panose="02040503050406030204" pitchFamily="18" charset="0"/>
                              </a:rPr>
                              <m:t> </m:t>
                            </m:r>
                            <m:r>
                              <a:rPr lang="en-IN" sz="2800" i="1">
                                <a:solidFill>
                                  <a:srgbClr val="FFFF00"/>
                                </a:solidFill>
                                <a:latin typeface="Cambria Math" panose="02040503050406030204" pitchFamily="18" charset="0"/>
                              </a:rPr>
                              <m:t>𝑍</m:t>
                            </m:r>
                            <m:r>
                              <a:rPr lang="en-IN" sz="2800" b="0" i="0" smtClean="0">
                                <a:solidFill>
                                  <a:srgbClr val="FFFF00"/>
                                </a:solidFill>
                                <a:latin typeface="Cambria Math" panose="02040503050406030204" pitchFamily="18" charset="0"/>
                              </a:rPr>
                              <m:t> </m:t>
                            </m:r>
                            <m:r>
                              <m:rPr>
                                <m:sty m:val="p"/>
                              </m:rPr>
                              <a:rPr lang="en-IN" sz="2800" b="0" i="0" smtClean="0">
                                <a:solidFill>
                                  <a:srgbClr val="FFFF00"/>
                                </a:solidFill>
                                <a:latin typeface="Cambria Math" panose="02040503050406030204" pitchFamily="18" charset="0"/>
                              </a:rPr>
                              <m:t>atom</m:t>
                            </m:r>
                            <m:r>
                              <a:rPr lang="en-IN" sz="2800" i="0">
                                <a:solidFill>
                                  <a:srgbClr val="FFFF00"/>
                                </a:solidFill>
                                <a:latin typeface="Cambria Math" panose="02040503050406030204" pitchFamily="18" charset="0"/>
                              </a:rPr>
                              <m:t>=</m:t>
                            </m:r>
                            <m:r>
                              <a:rPr lang="en-IN" sz="2800" i="1" smtClean="0">
                                <a:solidFill>
                                  <a:srgbClr val="FFFF00"/>
                                </a:solidFill>
                                <a:latin typeface="Cambria Math" panose="02040503050406030204" pitchFamily="18" charset="0"/>
                              </a:rPr>
                              <m:t>6</m:t>
                            </m:r>
                            <m:r>
                              <a:rPr lang="en-IN" sz="2800" b="0" i="1" smtClean="0">
                                <a:solidFill>
                                  <a:srgbClr val="FFFF00"/>
                                </a:solidFill>
                                <a:latin typeface="Cambria Math" panose="02040503050406030204" pitchFamily="18" charset="0"/>
                              </a:rPr>
                              <m:t>.5 </m:t>
                            </m:r>
                            <m:r>
                              <a:rPr lang="en-IN" sz="2800" b="0" i="1" smtClean="0">
                                <a:solidFill>
                                  <a:srgbClr val="FFFF00"/>
                                </a:solidFill>
                                <a:latin typeface="Cambria Math" panose="02040503050406030204" pitchFamily="18" charset="0"/>
                              </a:rPr>
                              <m:t>𝑎𝑚𝑢</m:t>
                            </m:r>
                          </m:e>
                        </m:mr>
                      </m:m>
                    </m:oMath>
                  </m:oMathPara>
                </a14:m>
                <a:endParaRPr lang="en-IN" sz="2800" dirty="0">
                  <a:solidFill>
                    <a:srgbClr val="FFFF00"/>
                  </a:solidFill>
                </a:endParaRPr>
              </a:p>
            </p:txBody>
          </p:sp>
        </mc:Choice>
        <mc:Fallback xmlns="">
          <p:sp>
            <p:nvSpPr>
              <p:cNvPr id="2" name="Rectangle 1">
                <a:extLst>
                  <a:ext uri="{FF2B5EF4-FFF2-40B4-BE49-F238E27FC236}">
                    <a16:creationId xmlns:a16="http://schemas.microsoft.com/office/drawing/2014/main" id="{CD925C8A-C563-F6F4-6D66-43CAEB6037F8}"/>
                  </a:ext>
                </a:extLst>
              </p:cNvPr>
              <p:cNvSpPr>
                <a:spLocks noRot="1" noChangeAspect="1" noMove="1" noResize="1" noEditPoints="1" noAdjustHandles="1" noChangeArrowheads="1" noChangeShapeType="1" noTextEdit="1"/>
              </p:cNvSpPr>
              <p:nvPr/>
            </p:nvSpPr>
            <p:spPr>
              <a:xfrm>
                <a:off x="5973114" y="1247430"/>
                <a:ext cx="4459148" cy="1873975"/>
              </a:xfrm>
              <a:prstGeom prst="rect">
                <a:avLst/>
              </a:prstGeom>
              <a:blipFill>
                <a:blip r:embed="rId11"/>
                <a:stretch>
                  <a:fillRect/>
                </a:stretch>
              </a:blipFill>
            </p:spPr>
            <p:txBody>
              <a:bodyPr/>
              <a:lstStyle/>
              <a:p>
                <a:r>
                  <a:rPr lang="en-US">
                    <a:noFill/>
                  </a:rPr>
                  <a:t> </a:t>
                </a:r>
              </a:p>
            </p:txBody>
          </p:sp>
        </mc:Fallback>
      </mc:AlternateContent>
      <p:sp>
        <p:nvSpPr>
          <p:cNvPr id="3" name="Rectangle 2">
            <a:extLst>
              <a:ext uri="{FF2B5EF4-FFF2-40B4-BE49-F238E27FC236}">
                <a16:creationId xmlns:a16="http://schemas.microsoft.com/office/drawing/2014/main" id="{77B5EF7F-E54E-994C-2C9A-F4138DCAF9F7}"/>
              </a:ext>
            </a:extLst>
          </p:cNvPr>
          <p:cNvSpPr/>
          <p:nvPr/>
        </p:nvSpPr>
        <p:spPr>
          <a:xfrm>
            <a:off x="6572420" y="3686979"/>
            <a:ext cx="2875085" cy="457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3000">
              <a:solidFill>
                <a:schemeClr val="bg1"/>
              </a:solidFill>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2CC8BF13-4FD9-4396-5B76-73BC407A4408}"/>
                  </a:ext>
                </a:extLst>
              </p:cNvPr>
              <p:cNvSpPr txBox="1"/>
              <p:nvPr/>
            </p:nvSpPr>
            <p:spPr>
              <a:xfrm>
                <a:off x="6590601" y="4106386"/>
                <a:ext cx="1077796"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IN" sz="2800" b="0" i="1" smtClean="0">
                          <a:solidFill>
                            <a:schemeClr val="bg1"/>
                          </a:solidFill>
                          <a:latin typeface="Cambria Math" panose="02040503050406030204" pitchFamily="18" charset="0"/>
                        </a:rPr>
                        <m:t>𝑆𝑜𝑙</m:t>
                      </m:r>
                      <m:r>
                        <a:rPr lang="en-IN" sz="2800" b="0" i="1" smtClean="0">
                          <a:solidFill>
                            <a:schemeClr val="bg1"/>
                          </a:solidFill>
                          <a:latin typeface="Cambria Math" panose="02040503050406030204" pitchFamily="18" charset="0"/>
                        </a:rPr>
                        <m:t>⇒ </m:t>
                      </m:r>
                    </m:oMath>
                  </m:oMathPara>
                </a14:m>
                <a:endParaRPr lang="en-IN" sz="2800" dirty="0">
                  <a:solidFill>
                    <a:schemeClr val="bg1"/>
                  </a:solidFill>
                </a:endParaRPr>
              </a:p>
            </p:txBody>
          </p:sp>
        </mc:Choice>
        <mc:Fallback xmlns="">
          <p:sp>
            <p:nvSpPr>
              <p:cNvPr id="6" name="TextBox 5">
                <a:extLst>
                  <a:ext uri="{FF2B5EF4-FFF2-40B4-BE49-F238E27FC236}">
                    <a16:creationId xmlns:a16="http://schemas.microsoft.com/office/drawing/2014/main" id="{2CC8BF13-4FD9-4396-5B76-73BC407A4408}"/>
                  </a:ext>
                </a:extLst>
              </p:cNvPr>
              <p:cNvSpPr txBox="1">
                <a:spLocks noRot="1" noChangeAspect="1" noMove="1" noResize="1" noEditPoints="1" noAdjustHandles="1" noChangeArrowheads="1" noChangeShapeType="1" noTextEdit="1"/>
              </p:cNvSpPr>
              <p:nvPr/>
            </p:nvSpPr>
            <p:spPr>
              <a:xfrm>
                <a:off x="6590601" y="4106386"/>
                <a:ext cx="1077796" cy="430887"/>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296CA0EC-6B0C-CF4E-D3B9-EBD6A04760F1}"/>
                  </a:ext>
                </a:extLst>
              </p:cNvPr>
              <p:cNvSpPr txBox="1"/>
              <p:nvPr/>
            </p:nvSpPr>
            <p:spPr>
              <a:xfrm>
                <a:off x="7731452" y="4116009"/>
                <a:ext cx="927754" cy="430887"/>
              </a:xfrm>
              <a:prstGeom prst="rect">
                <a:avLst/>
              </a:prstGeom>
              <a:noFill/>
            </p:spPr>
            <p:txBody>
              <a:bodyPr wrap="none" lIns="0" tIns="0" rIns="0" bIns="0" rtlCol="0">
                <a:spAutoFit/>
              </a:bodyPr>
              <a:lstStyle/>
              <a:p>
                <a:r>
                  <a:rPr lang="en-IN" sz="2800" b="0" dirty="0">
                    <a:solidFill>
                      <a:schemeClr val="bg1"/>
                    </a:solidFill>
                  </a:rPr>
                  <a:t>(</a:t>
                </a:r>
                <a14:m>
                  <m:oMath xmlns:m="http://schemas.openxmlformats.org/officeDocument/2006/math">
                    <m:r>
                      <a:rPr lang="en-IN" sz="2800" b="0" i="1" smtClean="0">
                        <a:solidFill>
                          <a:schemeClr val="bg1"/>
                        </a:solidFill>
                        <a:latin typeface="Cambria Math" panose="02040503050406030204" pitchFamily="18" charset="0"/>
                      </a:rPr>
                      <m:t>5.5+</m:t>
                    </m:r>
                  </m:oMath>
                </a14:m>
                <a:endParaRPr lang="en-IN" sz="2800" dirty="0">
                  <a:solidFill>
                    <a:schemeClr val="bg1"/>
                  </a:solidFill>
                </a:endParaRPr>
              </a:p>
            </p:txBody>
          </p:sp>
        </mc:Choice>
        <mc:Fallback xmlns="">
          <p:sp>
            <p:nvSpPr>
              <p:cNvPr id="7" name="TextBox 6">
                <a:extLst>
                  <a:ext uri="{FF2B5EF4-FFF2-40B4-BE49-F238E27FC236}">
                    <a16:creationId xmlns:a16="http://schemas.microsoft.com/office/drawing/2014/main" id="{296CA0EC-6B0C-CF4E-D3B9-EBD6A04760F1}"/>
                  </a:ext>
                </a:extLst>
              </p:cNvPr>
              <p:cNvSpPr txBox="1">
                <a:spLocks noRot="1" noChangeAspect="1" noMove="1" noResize="1" noEditPoints="1" noAdjustHandles="1" noChangeArrowheads="1" noChangeShapeType="1" noTextEdit="1"/>
              </p:cNvSpPr>
              <p:nvPr/>
            </p:nvSpPr>
            <p:spPr>
              <a:xfrm>
                <a:off x="7731452" y="4116009"/>
                <a:ext cx="927754" cy="430887"/>
              </a:xfrm>
              <a:prstGeom prst="rect">
                <a:avLst/>
              </a:prstGeom>
              <a:blipFill>
                <a:blip r:embed="rId13"/>
                <a:stretch>
                  <a:fillRect l="-23026" t="-23944" b="-50704"/>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1779BAFB-343D-7A21-06BF-58EDF1A3AB86}"/>
                  </a:ext>
                </a:extLst>
              </p:cNvPr>
              <p:cNvSpPr txBox="1"/>
              <p:nvPr/>
            </p:nvSpPr>
            <p:spPr>
              <a:xfrm>
                <a:off x="8722261" y="4115716"/>
                <a:ext cx="280525"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IN" sz="2800" b="0" i="1" smtClean="0">
                          <a:solidFill>
                            <a:schemeClr val="bg1"/>
                          </a:solidFill>
                          <a:latin typeface="Cambria Math" panose="02040503050406030204" pitchFamily="18" charset="0"/>
                        </a:rPr>
                        <m:t>9</m:t>
                      </m:r>
                    </m:oMath>
                  </m:oMathPara>
                </a14:m>
                <a:endParaRPr lang="en-IN" sz="2800" dirty="0">
                  <a:solidFill>
                    <a:schemeClr val="bg1"/>
                  </a:solidFill>
                </a:endParaRPr>
              </a:p>
            </p:txBody>
          </p:sp>
        </mc:Choice>
        <mc:Fallback xmlns="">
          <p:sp>
            <p:nvSpPr>
              <p:cNvPr id="8" name="TextBox 7">
                <a:extLst>
                  <a:ext uri="{FF2B5EF4-FFF2-40B4-BE49-F238E27FC236}">
                    <a16:creationId xmlns:a16="http://schemas.microsoft.com/office/drawing/2014/main" id="{1779BAFB-343D-7A21-06BF-58EDF1A3AB86}"/>
                  </a:ext>
                </a:extLst>
              </p:cNvPr>
              <p:cNvSpPr txBox="1">
                <a:spLocks noRot="1" noChangeAspect="1" noMove="1" noResize="1" noEditPoints="1" noAdjustHandles="1" noChangeArrowheads="1" noChangeShapeType="1" noTextEdit="1"/>
              </p:cNvSpPr>
              <p:nvPr/>
            </p:nvSpPr>
            <p:spPr>
              <a:xfrm>
                <a:off x="8722261" y="4115716"/>
                <a:ext cx="280525" cy="430887"/>
              </a:xfrm>
              <a:prstGeom prst="rect">
                <a:avLst/>
              </a:prstGeom>
              <a:blipFill>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15752A45-EDB7-8284-07A6-60522F80CFDB}"/>
                  </a:ext>
                </a:extLst>
              </p:cNvPr>
              <p:cNvSpPr txBox="1"/>
              <p:nvPr/>
            </p:nvSpPr>
            <p:spPr>
              <a:xfrm>
                <a:off x="9027353" y="4125101"/>
                <a:ext cx="746999"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IN" sz="2800" b="0" i="1" smtClean="0">
                          <a:solidFill>
                            <a:schemeClr val="bg1"/>
                          </a:solidFill>
                          <a:latin typeface="Cambria Math" panose="02040503050406030204" pitchFamily="18" charset="0"/>
                        </a:rPr>
                        <m:t>−13</m:t>
                      </m:r>
                    </m:oMath>
                  </m:oMathPara>
                </a14:m>
                <a:endParaRPr lang="en-IN" sz="2800" dirty="0">
                  <a:solidFill>
                    <a:schemeClr val="bg1"/>
                  </a:solidFill>
                </a:endParaRPr>
              </a:p>
            </p:txBody>
          </p:sp>
        </mc:Choice>
        <mc:Fallback xmlns="">
          <p:sp>
            <p:nvSpPr>
              <p:cNvPr id="13" name="TextBox 12">
                <a:extLst>
                  <a:ext uri="{FF2B5EF4-FFF2-40B4-BE49-F238E27FC236}">
                    <a16:creationId xmlns:a16="http://schemas.microsoft.com/office/drawing/2014/main" id="{15752A45-EDB7-8284-07A6-60522F80CFDB}"/>
                  </a:ext>
                </a:extLst>
              </p:cNvPr>
              <p:cNvSpPr txBox="1">
                <a:spLocks noRot="1" noChangeAspect="1" noMove="1" noResize="1" noEditPoints="1" noAdjustHandles="1" noChangeArrowheads="1" noChangeShapeType="1" noTextEdit="1"/>
              </p:cNvSpPr>
              <p:nvPr/>
            </p:nvSpPr>
            <p:spPr>
              <a:xfrm>
                <a:off x="9027353" y="4125101"/>
                <a:ext cx="746999" cy="430887"/>
              </a:xfrm>
              <a:prstGeom prst="rect">
                <a:avLst/>
              </a:prstGeom>
              <a:blipFill>
                <a:blip r:embed="rId1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360318C6-BD24-4404-459F-4F126979D6F1}"/>
                  </a:ext>
                </a:extLst>
              </p:cNvPr>
              <p:cNvSpPr txBox="1"/>
              <p:nvPr/>
            </p:nvSpPr>
            <p:spPr>
              <a:xfrm>
                <a:off x="9773186" y="4106385"/>
                <a:ext cx="548227"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IN" sz="2800" b="0" i="1" smtClean="0">
                          <a:solidFill>
                            <a:schemeClr val="bg1"/>
                          </a:solidFill>
                          <a:latin typeface="Cambria Math" panose="02040503050406030204" pitchFamily="18" charset="0"/>
                        </a:rPr>
                        <m:t>−1</m:t>
                      </m:r>
                    </m:oMath>
                  </m:oMathPara>
                </a14:m>
                <a:endParaRPr lang="en-IN" sz="2800" dirty="0">
                  <a:solidFill>
                    <a:schemeClr val="bg1"/>
                  </a:solidFill>
                </a:endParaRPr>
              </a:p>
            </p:txBody>
          </p:sp>
        </mc:Choice>
        <mc:Fallback xmlns="">
          <p:sp>
            <p:nvSpPr>
              <p:cNvPr id="14" name="TextBox 13">
                <a:extLst>
                  <a:ext uri="{FF2B5EF4-FFF2-40B4-BE49-F238E27FC236}">
                    <a16:creationId xmlns:a16="http://schemas.microsoft.com/office/drawing/2014/main" id="{360318C6-BD24-4404-459F-4F126979D6F1}"/>
                  </a:ext>
                </a:extLst>
              </p:cNvPr>
              <p:cNvSpPr txBox="1">
                <a:spLocks noRot="1" noChangeAspect="1" noMove="1" noResize="1" noEditPoints="1" noAdjustHandles="1" noChangeArrowheads="1" noChangeShapeType="1" noTextEdit="1"/>
              </p:cNvSpPr>
              <p:nvPr/>
            </p:nvSpPr>
            <p:spPr>
              <a:xfrm>
                <a:off x="9773186" y="4106385"/>
                <a:ext cx="548227" cy="430887"/>
              </a:xfrm>
              <a:prstGeom prst="rect">
                <a:avLst/>
              </a:prstGeom>
              <a:blipFill>
                <a:blip r:embed="rId1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FBA07DCC-009A-1A09-D26C-1AF5A846DA07}"/>
                  </a:ext>
                </a:extLst>
              </p:cNvPr>
              <p:cNvSpPr txBox="1"/>
              <p:nvPr/>
            </p:nvSpPr>
            <p:spPr>
              <a:xfrm>
                <a:off x="10308008" y="4086386"/>
                <a:ext cx="1243161"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IN" sz="2800" b="0" i="1" smtClean="0">
                          <a:solidFill>
                            <a:schemeClr val="bg1"/>
                          </a:solidFill>
                          <a:latin typeface="Cambria Math" panose="02040503050406030204" pitchFamily="18" charset="0"/>
                        </a:rPr>
                        <m:t>)</m:t>
                      </m:r>
                      <m:r>
                        <a:rPr lang="en-IN" sz="2800" i="1">
                          <a:solidFill>
                            <a:schemeClr val="bg1"/>
                          </a:solidFill>
                          <a:latin typeface="Cambria Math" panose="02040503050406030204" pitchFamily="18" charset="0"/>
                        </a:rPr>
                        <m:t>×</m:t>
                      </m:r>
                      <m:r>
                        <a:rPr lang="en-IN" sz="2800" b="0" i="1" smtClean="0">
                          <a:solidFill>
                            <a:schemeClr val="bg1"/>
                          </a:solidFill>
                          <a:latin typeface="Cambria Math" panose="02040503050406030204" pitchFamily="18" charset="0"/>
                        </a:rPr>
                        <m:t>931</m:t>
                      </m:r>
                    </m:oMath>
                  </m:oMathPara>
                </a14:m>
                <a:endParaRPr lang="en-IN" sz="2800" dirty="0">
                  <a:solidFill>
                    <a:schemeClr val="bg1"/>
                  </a:solidFill>
                </a:endParaRPr>
              </a:p>
            </p:txBody>
          </p:sp>
        </mc:Choice>
        <mc:Fallback xmlns="">
          <p:sp>
            <p:nvSpPr>
              <p:cNvPr id="19" name="TextBox 18">
                <a:extLst>
                  <a:ext uri="{FF2B5EF4-FFF2-40B4-BE49-F238E27FC236}">
                    <a16:creationId xmlns:a16="http://schemas.microsoft.com/office/drawing/2014/main" id="{FBA07DCC-009A-1A09-D26C-1AF5A846DA07}"/>
                  </a:ext>
                </a:extLst>
              </p:cNvPr>
              <p:cNvSpPr txBox="1">
                <a:spLocks noRot="1" noChangeAspect="1" noMove="1" noResize="1" noEditPoints="1" noAdjustHandles="1" noChangeArrowheads="1" noChangeShapeType="1" noTextEdit="1"/>
              </p:cNvSpPr>
              <p:nvPr/>
            </p:nvSpPr>
            <p:spPr>
              <a:xfrm>
                <a:off x="10308008" y="4086386"/>
                <a:ext cx="1243161" cy="430887"/>
              </a:xfrm>
              <a:prstGeom prst="rect">
                <a:avLst/>
              </a:prstGeom>
              <a:blipFill>
                <a:blip r:embed="rId17"/>
                <a:stretch>
                  <a:fillRect/>
                </a:stretch>
              </a:blipFill>
            </p:spPr>
            <p:txBody>
              <a:bodyPr/>
              <a:lstStyle/>
              <a:p>
                <a:r>
                  <a:rPr lang="en-IN">
                    <a:noFill/>
                  </a:rPr>
                  <a:t> </a:t>
                </a:r>
              </a:p>
            </p:txBody>
          </p:sp>
        </mc:Fallback>
      </mc:AlternateContent>
      <p:sp>
        <p:nvSpPr>
          <p:cNvPr id="4" name="TextBox 3">
            <a:extLst>
              <a:ext uri="{FF2B5EF4-FFF2-40B4-BE49-F238E27FC236}">
                <a16:creationId xmlns:a16="http://schemas.microsoft.com/office/drawing/2014/main" id="{C2304CA7-F034-2205-F065-7257774FC360}"/>
              </a:ext>
            </a:extLst>
          </p:cNvPr>
          <p:cNvSpPr txBox="1"/>
          <p:nvPr/>
        </p:nvSpPr>
        <p:spPr>
          <a:xfrm>
            <a:off x="153768" y="768495"/>
            <a:ext cx="5887616" cy="523220"/>
          </a:xfrm>
          <a:prstGeom prst="rect">
            <a:avLst/>
          </a:prstGeom>
          <a:noFill/>
        </p:spPr>
        <p:txBody>
          <a:bodyPr wrap="square" rtlCol="0">
            <a:spAutoFit/>
          </a:bodyPr>
          <a:lstStyle/>
          <a:p>
            <a:pPr algn="l"/>
            <a:r>
              <a:rPr lang="en-US" sz="2800" dirty="0">
                <a:solidFill>
                  <a:srgbClr val="FFFF00"/>
                </a:solidFill>
              </a:rPr>
              <a:t>Find energy emitted in the reaction </a:t>
            </a:r>
          </a:p>
        </p:txBody>
      </p:sp>
      <p:sp>
        <p:nvSpPr>
          <p:cNvPr id="21" name="Rectangle 20">
            <a:extLst>
              <a:ext uri="{FF2B5EF4-FFF2-40B4-BE49-F238E27FC236}">
                <a16:creationId xmlns:a16="http://schemas.microsoft.com/office/drawing/2014/main" id="{A767BC4A-B697-EC96-EEF8-DAB417FC03B7}"/>
              </a:ext>
            </a:extLst>
          </p:cNvPr>
          <p:cNvSpPr/>
          <p:nvPr/>
        </p:nvSpPr>
        <p:spPr>
          <a:xfrm>
            <a:off x="152400" y="289560"/>
            <a:ext cx="1541576" cy="523220"/>
          </a:xfrm>
          <a:prstGeom prst="rect">
            <a:avLst/>
          </a:prstGeom>
          <a:noFill/>
        </p:spPr>
        <p:txBody>
          <a:bodyPr wrap="none" lIns="91440" tIns="45720" rIns="91440" bIns="45720">
            <a:spAutoFit/>
          </a:bodyPr>
          <a:lstStyle/>
          <a:p>
            <a:pPr algn="ctr"/>
            <a:r>
              <a:rPr lang="en-US" sz="2800" b="1"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rPr>
              <a:t>Question</a:t>
            </a:r>
          </a:p>
        </p:txBody>
      </p:sp>
      <p:sp>
        <p:nvSpPr>
          <p:cNvPr id="22" name="TextBox 21">
            <a:extLst>
              <a:ext uri="{FF2B5EF4-FFF2-40B4-BE49-F238E27FC236}">
                <a16:creationId xmlns:a16="http://schemas.microsoft.com/office/drawing/2014/main" id="{2579F20F-186E-C3F4-20BE-64E13D41BE45}"/>
              </a:ext>
            </a:extLst>
          </p:cNvPr>
          <p:cNvSpPr txBox="1"/>
          <p:nvPr/>
        </p:nvSpPr>
        <p:spPr>
          <a:xfrm>
            <a:off x="6058978" y="736353"/>
            <a:ext cx="5887616" cy="523220"/>
          </a:xfrm>
          <a:prstGeom prst="rect">
            <a:avLst/>
          </a:prstGeom>
          <a:noFill/>
        </p:spPr>
        <p:txBody>
          <a:bodyPr wrap="square" rtlCol="0">
            <a:spAutoFit/>
          </a:bodyPr>
          <a:lstStyle/>
          <a:p>
            <a:pPr algn="l"/>
            <a:r>
              <a:rPr lang="en-US" sz="2800" dirty="0">
                <a:solidFill>
                  <a:srgbClr val="FFFF00"/>
                </a:solidFill>
              </a:rPr>
              <a:t>Find energy emitted in the reaction </a:t>
            </a:r>
          </a:p>
        </p:txBody>
      </p:sp>
      <p:sp>
        <p:nvSpPr>
          <p:cNvPr id="23" name="Rectangle 22">
            <a:extLst>
              <a:ext uri="{FF2B5EF4-FFF2-40B4-BE49-F238E27FC236}">
                <a16:creationId xmlns:a16="http://schemas.microsoft.com/office/drawing/2014/main" id="{68538D9B-CBA7-645B-7435-FD96B6373E75}"/>
              </a:ext>
            </a:extLst>
          </p:cNvPr>
          <p:cNvSpPr/>
          <p:nvPr/>
        </p:nvSpPr>
        <p:spPr>
          <a:xfrm>
            <a:off x="6057610" y="257418"/>
            <a:ext cx="1541576" cy="523220"/>
          </a:xfrm>
          <a:prstGeom prst="rect">
            <a:avLst/>
          </a:prstGeom>
          <a:noFill/>
        </p:spPr>
        <p:txBody>
          <a:bodyPr wrap="none" lIns="91440" tIns="45720" rIns="91440" bIns="45720">
            <a:spAutoFit/>
          </a:bodyPr>
          <a:lstStyle/>
          <a:p>
            <a:pPr algn="ctr"/>
            <a:r>
              <a:rPr lang="en-US" sz="2800" b="1"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rPr>
              <a:t>Question</a:t>
            </a:r>
          </a:p>
        </p:txBody>
      </p:sp>
    </p:spTree>
    <p:extLst>
      <p:ext uri="{BB962C8B-B14F-4D97-AF65-F5344CB8AC3E}">
        <p14:creationId xmlns:p14="http://schemas.microsoft.com/office/powerpoint/2010/main" val="25699232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500"/>
                                        <p:tgtEl>
                                          <p:spTgt spid="2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500"/>
                                        <p:tgtEl>
                                          <p:spTgt spid="1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500"/>
                                        <p:tgtEl>
                                          <p:spTgt spid="1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500"/>
                                        <p:tgtEl>
                                          <p:spTgt spid="16"/>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500"/>
                                        <p:tgtEl>
                                          <p:spTgt spid="15"/>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6"/>
                                        </p:tgtEl>
                                        <p:attrNameLst>
                                          <p:attrName>style.visibility</p:attrName>
                                        </p:attrNameLst>
                                      </p:cBhvr>
                                      <p:to>
                                        <p:strVal val="visible"/>
                                      </p:to>
                                    </p:set>
                                    <p:animEffect transition="in" filter="fade">
                                      <p:cBhvr>
                                        <p:cTn id="42" dur="500"/>
                                        <p:tgtEl>
                                          <p:spTgt spid="6"/>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7"/>
                                        </p:tgtEl>
                                        <p:attrNameLst>
                                          <p:attrName>style.visibility</p:attrName>
                                        </p:attrNameLst>
                                      </p:cBhvr>
                                      <p:to>
                                        <p:strVal val="visible"/>
                                      </p:to>
                                    </p:set>
                                    <p:animEffect transition="in" filter="fade">
                                      <p:cBhvr>
                                        <p:cTn id="47" dur="500"/>
                                        <p:tgtEl>
                                          <p:spTgt spid="7"/>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8"/>
                                        </p:tgtEl>
                                        <p:attrNameLst>
                                          <p:attrName>style.visibility</p:attrName>
                                        </p:attrNameLst>
                                      </p:cBhvr>
                                      <p:to>
                                        <p:strVal val="visible"/>
                                      </p:to>
                                    </p:set>
                                    <p:animEffect transition="in" filter="fade">
                                      <p:cBhvr>
                                        <p:cTn id="52" dur="500"/>
                                        <p:tgtEl>
                                          <p:spTgt spid="8"/>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13"/>
                                        </p:tgtEl>
                                        <p:attrNameLst>
                                          <p:attrName>style.visibility</p:attrName>
                                        </p:attrNameLst>
                                      </p:cBhvr>
                                      <p:to>
                                        <p:strVal val="visible"/>
                                      </p:to>
                                    </p:set>
                                    <p:animEffect transition="in" filter="fade">
                                      <p:cBhvr>
                                        <p:cTn id="57" dur="500"/>
                                        <p:tgtEl>
                                          <p:spTgt spid="13"/>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14"/>
                                        </p:tgtEl>
                                        <p:attrNameLst>
                                          <p:attrName>style.visibility</p:attrName>
                                        </p:attrNameLst>
                                      </p:cBhvr>
                                      <p:to>
                                        <p:strVal val="visible"/>
                                      </p:to>
                                    </p:set>
                                    <p:animEffect transition="in" filter="fade">
                                      <p:cBhvr>
                                        <p:cTn id="62" dur="500"/>
                                        <p:tgtEl>
                                          <p:spTgt spid="14"/>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19"/>
                                        </p:tgtEl>
                                        <p:attrNameLst>
                                          <p:attrName>style.visibility</p:attrName>
                                        </p:attrNameLst>
                                      </p:cBhvr>
                                      <p:to>
                                        <p:strVal val="visible"/>
                                      </p:to>
                                    </p:set>
                                    <p:animEffect transition="in" filter="fade">
                                      <p:cBhvr>
                                        <p:cTn id="6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5" grpId="0"/>
      <p:bldP spid="16" grpId="0"/>
      <p:bldP spid="17" grpId="0"/>
      <p:bldP spid="18" grpId="0"/>
      <p:bldP spid="20" grpId="0"/>
      <p:bldP spid="6" grpId="0"/>
      <p:bldP spid="7" grpId="0"/>
      <p:bldP spid="8" grpId="0"/>
      <p:bldP spid="13" grpId="0"/>
      <p:bldP spid="14" grpId="0"/>
      <p:bldP spid="1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A91834A-237C-EC23-E1B2-70B709BF9D55}"/>
              </a:ext>
            </a:extLst>
          </p:cNvPr>
          <p:cNvSpPr/>
          <p:nvPr/>
        </p:nvSpPr>
        <p:spPr>
          <a:xfrm>
            <a:off x="78325" y="102636"/>
            <a:ext cx="1995611" cy="923330"/>
          </a:xfrm>
          <a:prstGeom prst="rect">
            <a:avLst/>
          </a:prstGeom>
          <a:noFill/>
        </p:spPr>
        <p:txBody>
          <a:bodyPr wrap="none" lIns="91440" tIns="45720" rIns="91440" bIns="45720">
            <a:spAutoFit/>
          </a:bodyPr>
          <a:lstStyle/>
          <a:p>
            <a:pPr algn="ctr"/>
            <a:r>
              <a:rPr lang="en-US" sz="5400" b="1"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rPr>
              <a:t>Note:-</a:t>
            </a:r>
          </a:p>
        </p:txBody>
      </p:sp>
      <p:sp>
        <p:nvSpPr>
          <p:cNvPr id="4" name="TextBox 3">
            <a:extLst>
              <a:ext uri="{FF2B5EF4-FFF2-40B4-BE49-F238E27FC236}">
                <a16:creationId xmlns:a16="http://schemas.microsoft.com/office/drawing/2014/main" id="{D8066505-AA88-A615-1C61-42DC026D1963}"/>
              </a:ext>
            </a:extLst>
          </p:cNvPr>
          <p:cNvSpPr txBox="1"/>
          <p:nvPr/>
        </p:nvSpPr>
        <p:spPr>
          <a:xfrm>
            <a:off x="830425" y="1025966"/>
            <a:ext cx="10049069" cy="523220"/>
          </a:xfrm>
          <a:prstGeom prst="rect">
            <a:avLst/>
          </a:prstGeom>
          <a:noFill/>
        </p:spPr>
        <p:txBody>
          <a:bodyPr wrap="square" rtlCol="0">
            <a:spAutoFit/>
          </a:bodyPr>
          <a:lstStyle/>
          <a:p>
            <a:pPr algn="l"/>
            <a:r>
              <a:rPr lang="en-IN" sz="2800" dirty="0">
                <a:solidFill>
                  <a:srgbClr val="FFFF00"/>
                </a:solidFill>
              </a:rPr>
              <a:t>Binding energy of hydrogen atom/Single proton/Single neutron </a:t>
            </a:r>
          </a:p>
        </p:txBody>
      </p:sp>
      <p:sp>
        <p:nvSpPr>
          <p:cNvPr id="5" name="TextBox 4">
            <a:extLst>
              <a:ext uri="{FF2B5EF4-FFF2-40B4-BE49-F238E27FC236}">
                <a16:creationId xmlns:a16="http://schemas.microsoft.com/office/drawing/2014/main" id="{28E45862-F263-A92E-9D6B-0032E4186D1E}"/>
              </a:ext>
            </a:extLst>
          </p:cNvPr>
          <p:cNvSpPr txBox="1"/>
          <p:nvPr/>
        </p:nvSpPr>
        <p:spPr>
          <a:xfrm>
            <a:off x="832966" y="2072406"/>
            <a:ext cx="9943892" cy="523220"/>
          </a:xfrm>
          <a:prstGeom prst="rect">
            <a:avLst/>
          </a:prstGeom>
          <a:noFill/>
        </p:spPr>
        <p:txBody>
          <a:bodyPr wrap="square" rtlCol="0">
            <a:spAutoFit/>
          </a:bodyPr>
          <a:lstStyle/>
          <a:p>
            <a:r>
              <a:rPr lang="en-IN" sz="2800" dirty="0">
                <a:solidFill>
                  <a:srgbClr val="FFFF00"/>
                </a:solidFill>
              </a:rPr>
              <a:t>Mass of hydrogen atom/Single proton/Single neutron </a:t>
            </a:r>
          </a:p>
        </p:txBody>
      </p:sp>
      <p:sp>
        <p:nvSpPr>
          <p:cNvPr id="6" name="TextBox 5">
            <a:extLst>
              <a:ext uri="{FF2B5EF4-FFF2-40B4-BE49-F238E27FC236}">
                <a16:creationId xmlns:a16="http://schemas.microsoft.com/office/drawing/2014/main" id="{190477E8-07DC-BEB9-F45D-077B7E947880}"/>
              </a:ext>
            </a:extLst>
          </p:cNvPr>
          <p:cNvSpPr txBox="1"/>
          <p:nvPr/>
        </p:nvSpPr>
        <p:spPr>
          <a:xfrm>
            <a:off x="1557074" y="1549186"/>
            <a:ext cx="1359746" cy="523220"/>
          </a:xfrm>
          <a:prstGeom prst="rect">
            <a:avLst/>
          </a:prstGeom>
          <a:noFill/>
        </p:spPr>
        <p:txBody>
          <a:bodyPr wrap="square" rtlCol="0">
            <a:spAutoFit/>
          </a:bodyPr>
          <a:lstStyle/>
          <a:p>
            <a:pPr algn="l"/>
            <a:r>
              <a:rPr lang="en-IN" sz="2800" dirty="0">
                <a:solidFill>
                  <a:schemeClr val="bg1"/>
                </a:solidFill>
              </a:rPr>
              <a:t>0</a:t>
            </a:r>
          </a:p>
        </p:txBody>
      </p:sp>
      <p:sp>
        <p:nvSpPr>
          <p:cNvPr id="7" name="TextBox 6">
            <a:extLst>
              <a:ext uri="{FF2B5EF4-FFF2-40B4-BE49-F238E27FC236}">
                <a16:creationId xmlns:a16="http://schemas.microsoft.com/office/drawing/2014/main" id="{87BDDA59-8DD7-C67D-6D30-05993837A51A}"/>
              </a:ext>
            </a:extLst>
          </p:cNvPr>
          <p:cNvSpPr txBox="1"/>
          <p:nvPr/>
        </p:nvSpPr>
        <p:spPr>
          <a:xfrm>
            <a:off x="1559615" y="2595626"/>
            <a:ext cx="1359746" cy="523220"/>
          </a:xfrm>
          <a:prstGeom prst="rect">
            <a:avLst/>
          </a:prstGeom>
          <a:noFill/>
        </p:spPr>
        <p:txBody>
          <a:bodyPr wrap="square" rtlCol="0">
            <a:spAutoFit/>
          </a:bodyPr>
          <a:lstStyle/>
          <a:p>
            <a:pPr algn="l"/>
            <a:r>
              <a:rPr lang="en-IN" sz="2800" dirty="0">
                <a:solidFill>
                  <a:schemeClr val="bg1"/>
                </a:solidFill>
              </a:rPr>
              <a:t>1 amu</a:t>
            </a:r>
          </a:p>
        </p:txBody>
      </p:sp>
    </p:spTree>
    <p:extLst>
      <p:ext uri="{BB962C8B-B14F-4D97-AF65-F5344CB8AC3E}">
        <p14:creationId xmlns:p14="http://schemas.microsoft.com/office/powerpoint/2010/main" val="2056213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B1CF7EC2-42F7-5D56-5BA9-6A2495DA8A9A}"/>
              </a:ext>
            </a:extLst>
          </p:cNvPr>
          <p:cNvGrpSpPr/>
          <p:nvPr/>
        </p:nvGrpSpPr>
        <p:grpSpPr>
          <a:xfrm>
            <a:off x="868773" y="3069820"/>
            <a:ext cx="3898824" cy="718359"/>
            <a:chOff x="371062" y="261468"/>
            <a:chExt cx="3898824" cy="718359"/>
          </a:xfrm>
        </p:grpSpPr>
        <p:sp>
          <p:nvSpPr>
            <p:cNvPr id="3" name="Freeform 62">
              <a:extLst>
                <a:ext uri="{FF2B5EF4-FFF2-40B4-BE49-F238E27FC236}">
                  <a16:creationId xmlns:a16="http://schemas.microsoft.com/office/drawing/2014/main" id="{64F54C63-979B-B557-4417-DB8ED4912AD6}"/>
                </a:ext>
              </a:extLst>
            </p:cNvPr>
            <p:cNvSpPr>
              <a:spLocks noEditPoints="1"/>
            </p:cNvSpPr>
            <p:nvPr/>
          </p:nvSpPr>
          <p:spPr bwMode="invGray">
            <a:xfrm>
              <a:off x="371062" y="799817"/>
              <a:ext cx="2046675" cy="180010"/>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sz="2800">
                <a:ln>
                  <a:noFill/>
                </a:ln>
              </a:endParaRPr>
            </a:p>
          </p:txBody>
        </p:sp>
        <p:sp>
          <p:nvSpPr>
            <p:cNvPr id="4" name="TextBox 3">
              <a:extLst>
                <a:ext uri="{FF2B5EF4-FFF2-40B4-BE49-F238E27FC236}">
                  <a16:creationId xmlns:a16="http://schemas.microsoft.com/office/drawing/2014/main" id="{DD6B3F7B-7253-D29E-0BF8-E6B6D6C470AF}"/>
                </a:ext>
              </a:extLst>
            </p:cNvPr>
            <p:cNvSpPr txBox="1"/>
            <p:nvPr/>
          </p:nvSpPr>
          <p:spPr>
            <a:xfrm>
              <a:off x="371062" y="261468"/>
              <a:ext cx="3898824" cy="523220"/>
            </a:xfrm>
            <a:prstGeom prst="rect">
              <a:avLst/>
            </a:prstGeom>
            <a:noFill/>
          </p:spPr>
          <p:txBody>
            <a:bodyPr wrap="none" rtlCol="0">
              <a:spAutoFit/>
            </a:bodyPr>
            <a:lstStyle/>
            <a:p>
              <a:r>
                <a:rPr lang="en-US" sz="2800" b="1" dirty="0">
                  <a:solidFill>
                    <a:srgbClr val="FFFF00"/>
                  </a:solidFill>
                  <a:latin typeface="Cambria" panose="02040503050406030204" pitchFamily="18" charset="0"/>
                  <a:ea typeface="Cambria" panose="02040503050406030204" pitchFamily="18" charset="0"/>
                </a:rPr>
                <a:t>Discussion on stability</a:t>
              </a:r>
            </a:p>
          </p:txBody>
        </p:sp>
      </p:grpSp>
    </p:spTree>
    <p:extLst>
      <p:ext uri="{BB962C8B-B14F-4D97-AF65-F5344CB8AC3E}">
        <p14:creationId xmlns:p14="http://schemas.microsoft.com/office/powerpoint/2010/main" val="37215176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1DD8A331-1C3B-A3C0-C4BE-87B393AB332F}"/>
              </a:ext>
            </a:extLst>
          </p:cNvPr>
          <p:cNvSpPr/>
          <p:nvPr/>
        </p:nvSpPr>
        <p:spPr>
          <a:xfrm>
            <a:off x="4729238" y="186612"/>
            <a:ext cx="6971350" cy="5038531"/>
          </a:xfrm>
          <a:prstGeom prst="roundRect">
            <a:avLst>
              <a:gd name="adj" fmla="val 5006"/>
            </a:avLst>
          </a:prstGeom>
          <a:noFill/>
          <a:ln>
            <a:solidFill>
              <a:schemeClr val="bg1"/>
            </a:solidFill>
          </a:ln>
          <a:effectLst>
            <a:glow rad="63500">
              <a:schemeClr val="accent1">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a:extLst>
              <a:ext uri="{FF2B5EF4-FFF2-40B4-BE49-F238E27FC236}">
                <a16:creationId xmlns:a16="http://schemas.microsoft.com/office/drawing/2014/main" id="{016AB6CB-C23D-438C-6A82-6A84F42D1E9B}"/>
              </a:ext>
            </a:extLst>
          </p:cNvPr>
          <p:cNvSpPr/>
          <p:nvPr/>
        </p:nvSpPr>
        <p:spPr>
          <a:xfrm>
            <a:off x="4703738" y="236498"/>
            <a:ext cx="5692425" cy="523220"/>
          </a:xfrm>
          <a:prstGeom prst="rect">
            <a:avLst/>
          </a:prstGeom>
        </p:spPr>
        <p:txBody>
          <a:bodyPr wrap="square">
            <a:spAutoFit/>
          </a:bodyPr>
          <a:lstStyle/>
          <a:p>
            <a:pPr marL="514350" indent="-285750" fontAlgn="base">
              <a:buFont typeface="Wingdings" panose="05000000000000000000" pitchFamily="2" charset="2"/>
              <a:buChar char="q"/>
            </a:pPr>
            <a:r>
              <a:rPr lang="en-GB" sz="2800" dirty="0">
                <a:solidFill>
                  <a:schemeClr val="bg1"/>
                </a:solidFill>
                <a:latin typeface="Cambria Math" panose="02040503050406030204" pitchFamily="18" charset="0"/>
              </a:rPr>
              <a:t>M-A/A</a:t>
            </a:r>
            <a:endParaRPr lang="en-GB" sz="2800" dirty="0">
              <a:solidFill>
                <a:schemeClr val="bg1"/>
              </a:solidFill>
              <a:latin typeface="Noto Sans Symbols"/>
            </a:endParaRPr>
          </a:p>
        </p:txBody>
      </p:sp>
      <p:grpSp>
        <p:nvGrpSpPr>
          <p:cNvPr id="18" name="Group 17">
            <a:extLst>
              <a:ext uri="{FF2B5EF4-FFF2-40B4-BE49-F238E27FC236}">
                <a16:creationId xmlns:a16="http://schemas.microsoft.com/office/drawing/2014/main" id="{DEFDF023-18A0-5E4F-B6C1-E9E25F01828C}"/>
              </a:ext>
            </a:extLst>
          </p:cNvPr>
          <p:cNvGrpSpPr/>
          <p:nvPr/>
        </p:nvGrpSpPr>
        <p:grpSpPr>
          <a:xfrm>
            <a:off x="5161384" y="740559"/>
            <a:ext cx="6052457" cy="2659225"/>
            <a:chOff x="5301343" y="3265714"/>
            <a:chExt cx="6052457" cy="2659225"/>
          </a:xfrm>
        </p:grpSpPr>
        <p:cxnSp>
          <p:nvCxnSpPr>
            <p:cNvPr id="15" name="Straight Arrow Connector 14">
              <a:extLst>
                <a:ext uri="{FF2B5EF4-FFF2-40B4-BE49-F238E27FC236}">
                  <a16:creationId xmlns:a16="http://schemas.microsoft.com/office/drawing/2014/main" id="{6886D0F7-5AA7-30F8-738F-B5C83C515639}"/>
                </a:ext>
              </a:extLst>
            </p:cNvPr>
            <p:cNvCxnSpPr/>
            <p:nvPr/>
          </p:nvCxnSpPr>
          <p:spPr>
            <a:xfrm flipV="1">
              <a:off x="5383763" y="3265714"/>
              <a:ext cx="0" cy="2659225"/>
            </a:xfrm>
            <a:prstGeom prst="straightConnector1">
              <a:avLst/>
            </a:prstGeom>
            <a:ln w="12700">
              <a:solidFill>
                <a:schemeClr val="bg1"/>
              </a:solidFill>
              <a:tailEnd type="triangle"/>
            </a:ln>
            <a:effectLst>
              <a:glow rad="63500">
                <a:schemeClr val="accent1">
                  <a:satMod val="175000"/>
                  <a:alpha val="40000"/>
                </a:schemeClr>
              </a:glow>
            </a:effectLst>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B61AD141-58AE-4667-A62D-FE7650B911D5}"/>
                </a:ext>
              </a:extLst>
            </p:cNvPr>
            <p:cNvCxnSpPr>
              <a:cxnSpLocks/>
            </p:cNvCxnSpPr>
            <p:nvPr/>
          </p:nvCxnSpPr>
          <p:spPr>
            <a:xfrm>
              <a:off x="5301343" y="5162939"/>
              <a:ext cx="6052457" cy="0"/>
            </a:xfrm>
            <a:prstGeom prst="straightConnector1">
              <a:avLst/>
            </a:prstGeom>
            <a:ln w="12700">
              <a:solidFill>
                <a:schemeClr val="bg1"/>
              </a:solidFill>
              <a:tailEnd type="triangle"/>
            </a:ln>
            <a:effectLst>
              <a:glow rad="63500">
                <a:schemeClr val="accent1">
                  <a:satMod val="175000"/>
                  <a:alpha val="40000"/>
                </a:schemeClr>
              </a:glow>
            </a:effectLst>
          </p:spPr>
          <p:style>
            <a:lnRef idx="1">
              <a:schemeClr val="accent1"/>
            </a:lnRef>
            <a:fillRef idx="0">
              <a:schemeClr val="accent1"/>
            </a:fillRef>
            <a:effectRef idx="0">
              <a:schemeClr val="accent1"/>
            </a:effectRef>
            <a:fontRef idx="minor">
              <a:schemeClr val="tx1"/>
            </a:fontRef>
          </p:style>
        </p:cxnSp>
      </p:grpSp>
      <p:sp>
        <p:nvSpPr>
          <p:cNvPr id="19" name="Freeform: Shape 18">
            <a:extLst>
              <a:ext uri="{FF2B5EF4-FFF2-40B4-BE49-F238E27FC236}">
                <a16:creationId xmlns:a16="http://schemas.microsoft.com/office/drawing/2014/main" id="{F459E43D-FDC1-96E6-C9EC-68972C83229A}"/>
              </a:ext>
            </a:extLst>
          </p:cNvPr>
          <p:cNvSpPr/>
          <p:nvPr/>
        </p:nvSpPr>
        <p:spPr>
          <a:xfrm>
            <a:off x="5411756" y="1029809"/>
            <a:ext cx="5542384" cy="2231435"/>
          </a:xfrm>
          <a:custGeom>
            <a:avLst/>
            <a:gdLst>
              <a:gd name="connsiteX0" fmla="*/ 0 w 5542384"/>
              <a:gd name="connsiteY0" fmla="*/ 0 h 2231435"/>
              <a:gd name="connsiteX1" fmla="*/ 1147666 w 5542384"/>
              <a:gd name="connsiteY1" fmla="*/ 2183364 h 2231435"/>
              <a:gd name="connsiteX2" fmla="*/ 5542384 w 5542384"/>
              <a:gd name="connsiteY2" fmla="*/ 1296955 h 2231435"/>
            </a:gdLst>
            <a:ahLst/>
            <a:cxnLst>
              <a:cxn ang="0">
                <a:pos x="connsiteX0" y="connsiteY0"/>
              </a:cxn>
              <a:cxn ang="0">
                <a:pos x="connsiteX1" y="connsiteY1"/>
              </a:cxn>
              <a:cxn ang="0">
                <a:pos x="connsiteX2" y="connsiteY2"/>
              </a:cxn>
            </a:cxnLst>
            <a:rect l="l" t="t" r="r" b="b"/>
            <a:pathLst>
              <a:path w="5542384" h="2231435">
                <a:moveTo>
                  <a:pt x="0" y="0"/>
                </a:moveTo>
                <a:cubicBezTo>
                  <a:pt x="111967" y="983602"/>
                  <a:pt x="223935" y="1967205"/>
                  <a:pt x="1147666" y="2183364"/>
                </a:cubicBezTo>
                <a:cubicBezTo>
                  <a:pt x="2071397" y="2399523"/>
                  <a:pt x="3806890" y="1848239"/>
                  <a:pt x="5542384" y="1296955"/>
                </a:cubicBezTo>
              </a:path>
            </a:pathLst>
          </a:cu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Oval 20">
            <a:extLst>
              <a:ext uri="{FF2B5EF4-FFF2-40B4-BE49-F238E27FC236}">
                <a16:creationId xmlns:a16="http://schemas.microsoft.com/office/drawing/2014/main" id="{E2712174-3BA5-1BCD-335F-948B547E922A}"/>
              </a:ext>
            </a:extLst>
          </p:cNvPr>
          <p:cNvSpPr/>
          <p:nvPr/>
        </p:nvSpPr>
        <p:spPr>
          <a:xfrm>
            <a:off x="5377465" y="1056675"/>
            <a:ext cx="76200" cy="76200"/>
          </a:xfrm>
          <a:prstGeom prst="ellipse">
            <a:avLst/>
          </a:prstGeom>
          <a:effectLst>
            <a:glow rad="63500">
              <a:schemeClr val="accent1">
                <a:satMod val="175000"/>
                <a:alpha val="40000"/>
              </a:schemeClr>
            </a:glow>
          </a:effectLst>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22" name="Oval 21">
            <a:extLst>
              <a:ext uri="{FF2B5EF4-FFF2-40B4-BE49-F238E27FC236}">
                <a16:creationId xmlns:a16="http://schemas.microsoft.com/office/drawing/2014/main" id="{DEBC06F0-19B3-00A7-B550-44D4771946D4}"/>
              </a:ext>
            </a:extLst>
          </p:cNvPr>
          <p:cNvSpPr/>
          <p:nvPr/>
        </p:nvSpPr>
        <p:spPr>
          <a:xfrm>
            <a:off x="5424364" y="1346411"/>
            <a:ext cx="76200" cy="76200"/>
          </a:xfrm>
          <a:prstGeom prst="ellipse">
            <a:avLst/>
          </a:prstGeom>
          <a:effectLst>
            <a:glow rad="63500">
              <a:schemeClr val="accent1">
                <a:satMod val="175000"/>
                <a:alpha val="40000"/>
              </a:schemeClr>
            </a:glow>
          </a:effectLst>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23" name="Oval 22">
            <a:extLst>
              <a:ext uri="{FF2B5EF4-FFF2-40B4-BE49-F238E27FC236}">
                <a16:creationId xmlns:a16="http://schemas.microsoft.com/office/drawing/2014/main" id="{64E0EC1C-DCFC-69FD-FB75-0614FD5FE9C9}"/>
              </a:ext>
            </a:extLst>
          </p:cNvPr>
          <p:cNvSpPr/>
          <p:nvPr/>
        </p:nvSpPr>
        <p:spPr>
          <a:xfrm>
            <a:off x="5450308" y="1504195"/>
            <a:ext cx="76200" cy="76200"/>
          </a:xfrm>
          <a:prstGeom prst="ellipse">
            <a:avLst/>
          </a:prstGeom>
          <a:effectLst>
            <a:glow rad="63500">
              <a:schemeClr val="accent1">
                <a:satMod val="175000"/>
                <a:alpha val="40000"/>
              </a:schemeClr>
            </a:glow>
          </a:effectLst>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24" name="Oval 23">
            <a:extLst>
              <a:ext uri="{FF2B5EF4-FFF2-40B4-BE49-F238E27FC236}">
                <a16:creationId xmlns:a16="http://schemas.microsoft.com/office/drawing/2014/main" id="{25C2D4F2-D2CA-076A-5975-83A259051C26}"/>
              </a:ext>
            </a:extLst>
          </p:cNvPr>
          <p:cNvSpPr/>
          <p:nvPr/>
        </p:nvSpPr>
        <p:spPr>
          <a:xfrm>
            <a:off x="5471898" y="1656121"/>
            <a:ext cx="76200" cy="76200"/>
          </a:xfrm>
          <a:prstGeom prst="ellipse">
            <a:avLst/>
          </a:prstGeom>
          <a:effectLst>
            <a:glow rad="63500">
              <a:schemeClr val="accent1">
                <a:satMod val="175000"/>
                <a:alpha val="40000"/>
              </a:schemeClr>
            </a:glow>
          </a:effectLst>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25" name="Oval 24">
            <a:extLst>
              <a:ext uri="{FF2B5EF4-FFF2-40B4-BE49-F238E27FC236}">
                <a16:creationId xmlns:a16="http://schemas.microsoft.com/office/drawing/2014/main" id="{AFABFE5D-53E7-A648-9750-D64FA776614F}"/>
              </a:ext>
            </a:extLst>
          </p:cNvPr>
          <p:cNvSpPr/>
          <p:nvPr/>
        </p:nvSpPr>
        <p:spPr>
          <a:xfrm>
            <a:off x="5513717" y="1921915"/>
            <a:ext cx="76200" cy="76200"/>
          </a:xfrm>
          <a:prstGeom prst="ellipse">
            <a:avLst/>
          </a:prstGeom>
          <a:effectLst>
            <a:glow rad="63500">
              <a:schemeClr val="accent1">
                <a:satMod val="175000"/>
                <a:alpha val="40000"/>
              </a:schemeClr>
            </a:glow>
          </a:effectLst>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26" name="Oval 25">
            <a:extLst>
              <a:ext uri="{FF2B5EF4-FFF2-40B4-BE49-F238E27FC236}">
                <a16:creationId xmlns:a16="http://schemas.microsoft.com/office/drawing/2014/main" id="{43FFD426-9ADA-4A9D-CBF9-3266F8B0E12D}"/>
              </a:ext>
            </a:extLst>
          </p:cNvPr>
          <p:cNvSpPr/>
          <p:nvPr/>
        </p:nvSpPr>
        <p:spPr>
          <a:xfrm>
            <a:off x="5536668" y="2061566"/>
            <a:ext cx="76200" cy="76200"/>
          </a:xfrm>
          <a:prstGeom prst="ellipse">
            <a:avLst/>
          </a:prstGeom>
          <a:effectLst>
            <a:glow rad="63500">
              <a:schemeClr val="accent1">
                <a:satMod val="175000"/>
                <a:alpha val="40000"/>
              </a:schemeClr>
            </a:glow>
          </a:effectLst>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27" name="Oval 26">
            <a:extLst>
              <a:ext uri="{FF2B5EF4-FFF2-40B4-BE49-F238E27FC236}">
                <a16:creationId xmlns:a16="http://schemas.microsoft.com/office/drawing/2014/main" id="{094C3EEA-A9B8-DA46-5CEE-8241C9DEEEC7}"/>
              </a:ext>
            </a:extLst>
          </p:cNvPr>
          <p:cNvSpPr/>
          <p:nvPr/>
        </p:nvSpPr>
        <p:spPr>
          <a:xfrm>
            <a:off x="5670835" y="2445955"/>
            <a:ext cx="76200" cy="76200"/>
          </a:xfrm>
          <a:prstGeom prst="ellipse">
            <a:avLst/>
          </a:prstGeom>
          <a:effectLst>
            <a:glow rad="63500">
              <a:schemeClr val="accent1">
                <a:satMod val="175000"/>
                <a:alpha val="40000"/>
              </a:schemeClr>
            </a:glow>
          </a:effectLst>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28" name="Oval 27">
            <a:extLst>
              <a:ext uri="{FF2B5EF4-FFF2-40B4-BE49-F238E27FC236}">
                <a16:creationId xmlns:a16="http://schemas.microsoft.com/office/drawing/2014/main" id="{EBEB89F5-3D7C-2D18-0962-F5F42091D75D}"/>
              </a:ext>
            </a:extLst>
          </p:cNvPr>
          <p:cNvSpPr/>
          <p:nvPr/>
        </p:nvSpPr>
        <p:spPr>
          <a:xfrm>
            <a:off x="5754655" y="2596373"/>
            <a:ext cx="76200" cy="76200"/>
          </a:xfrm>
          <a:prstGeom prst="ellipse">
            <a:avLst/>
          </a:prstGeom>
          <a:effectLst>
            <a:glow rad="63500">
              <a:schemeClr val="accent1">
                <a:satMod val="175000"/>
                <a:alpha val="40000"/>
              </a:schemeClr>
            </a:glow>
          </a:effectLst>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29" name="Oval 28">
            <a:extLst>
              <a:ext uri="{FF2B5EF4-FFF2-40B4-BE49-F238E27FC236}">
                <a16:creationId xmlns:a16="http://schemas.microsoft.com/office/drawing/2014/main" id="{9E94C3B6-DF0B-3422-524F-BD425FAFB0FF}"/>
              </a:ext>
            </a:extLst>
          </p:cNvPr>
          <p:cNvSpPr/>
          <p:nvPr/>
        </p:nvSpPr>
        <p:spPr>
          <a:xfrm>
            <a:off x="5854985" y="2751815"/>
            <a:ext cx="76200" cy="76200"/>
          </a:xfrm>
          <a:prstGeom prst="ellipse">
            <a:avLst/>
          </a:prstGeom>
          <a:effectLst>
            <a:glow rad="63500">
              <a:schemeClr val="accent1">
                <a:satMod val="175000"/>
                <a:alpha val="40000"/>
              </a:schemeClr>
            </a:glow>
          </a:effectLst>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30" name="Oval 29">
            <a:extLst>
              <a:ext uri="{FF2B5EF4-FFF2-40B4-BE49-F238E27FC236}">
                <a16:creationId xmlns:a16="http://schemas.microsoft.com/office/drawing/2014/main" id="{9F0964DF-EE48-0B98-63D8-825D22E0DCF4}"/>
              </a:ext>
            </a:extLst>
          </p:cNvPr>
          <p:cNvSpPr/>
          <p:nvPr/>
        </p:nvSpPr>
        <p:spPr>
          <a:xfrm>
            <a:off x="5956239" y="2858732"/>
            <a:ext cx="76200" cy="76200"/>
          </a:xfrm>
          <a:prstGeom prst="ellipse">
            <a:avLst/>
          </a:prstGeom>
          <a:effectLst>
            <a:glow rad="63500">
              <a:schemeClr val="accent1">
                <a:satMod val="175000"/>
                <a:alpha val="40000"/>
              </a:schemeClr>
            </a:glow>
          </a:effectLst>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31" name="Oval 30">
            <a:extLst>
              <a:ext uri="{FF2B5EF4-FFF2-40B4-BE49-F238E27FC236}">
                <a16:creationId xmlns:a16="http://schemas.microsoft.com/office/drawing/2014/main" id="{9531718B-360F-D67F-5E42-C4559126BD4D}"/>
              </a:ext>
            </a:extLst>
          </p:cNvPr>
          <p:cNvSpPr/>
          <p:nvPr/>
        </p:nvSpPr>
        <p:spPr>
          <a:xfrm>
            <a:off x="6057493" y="2965649"/>
            <a:ext cx="76200" cy="76200"/>
          </a:xfrm>
          <a:prstGeom prst="ellipse">
            <a:avLst/>
          </a:prstGeom>
          <a:effectLst>
            <a:glow rad="63500">
              <a:schemeClr val="accent1">
                <a:satMod val="175000"/>
                <a:alpha val="40000"/>
              </a:schemeClr>
            </a:glow>
          </a:effectLst>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32" name="Oval 31">
            <a:extLst>
              <a:ext uri="{FF2B5EF4-FFF2-40B4-BE49-F238E27FC236}">
                <a16:creationId xmlns:a16="http://schemas.microsoft.com/office/drawing/2014/main" id="{88EEF7F2-5167-0C75-455A-C3D30644318E}"/>
              </a:ext>
            </a:extLst>
          </p:cNvPr>
          <p:cNvSpPr/>
          <p:nvPr/>
        </p:nvSpPr>
        <p:spPr>
          <a:xfrm>
            <a:off x="6194307" y="3049170"/>
            <a:ext cx="76200" cy="76200"/>
          </a:xfrm>
          <a:prstGeom prst="ellipse">
            <a:avLst/>
          </a:prstGeom>
          <a:effectLst>
            <a:glow rad="63500">
              <a:schemeClr val="accent1">
                <a:satMod val="175000"/>
                <a:alpha val="40000"/>
              </a:schemeClr>
            </a:glow>
          </a:effectLst>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33" name="Oval 32">
            <a:extLst>
              <a:ext uri="{FF2B5EF4-FFF2-40B4-BE49-F238E27FC236}">
                <a16:creationId xmlns:a16="http://schemas.microsoft.com/office/drawing/2014/main" id="{2B06E4AC-FF55-415A-46C2-AABEA5F1294B}"/>
              </a:ext>
            </a:extLst>
          </p:cNvPr>
          <p:cNvSpPr/>
          <p:nvPr/>
        </p:nvSpPr>
        <p:spPr>
          <a:xfrm>
            <a:off x="6331121" y="3119991"/>
            <a:ext cx="76200" cy="76200"/>
          </a:xfrm>
          <a:prstGeom prst="ellipse">
            <a:avLst/>
          </a:prstGeom>
          <a:effectLst>
            <a:glow rad="63500">
              <a:schemeClr val="accent1">
                <a:satMod val="175000"/>
                <a:alpha val="40000"/>
              </a:schemeClr>
            </a:glow>
          </a:effectLst>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34" name="Oval 33">
            <a:extLst>
              <a:ext uri="{FF2B5EF4-FFF2-40B4-BE49-F238E27FC236}">
                <a16:creationId xmlns:a16="http://schemas.microsoft.com/office/drawing/2014/main" id="{99988734-BDDA-9FC8-FB3A-33BE7ED18700}"/>
              </a:ext>
            </a:extLst>
          </p:cNvPr>
          <p:cNvSpPr/>
          <p:nvPr/>
        </p:nvSpPr>
        <p:spPr>
          <a:xfrm>
            <a:off x="6467935" y="3165412"/>
            <a:ext cx="76200" cy="76200"/>
          </a:xfrm>
          <a:prstGeom prst="ellipse">
            <a:avLst/>
          </a:prstGeom>
          <a:effectLst>
            <a:glow rad="63500">
              <a:schemeClr val="accent1">
                <a:satMod val="175000"/>
                <a:alpha val="40000"/>
              </a:schemeClr>
            </a:glow>
          </a:effectLst>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35" name="Oval 34">
            <a:extLst>
              <a:ext uri="{FF2B5EF4-FFF2-40B4-BE49-F238E27FC236}">
                <a16:creationId xmlns:a16="http://schemas.microsoft.com/office/drawing/2014/main" id="{F6BA17C8-C17F-90FB-9761-A1A981E12CF6}"/>
              </a:ext>
            </a:extLst>
          </p:cNvPr>
          <p:cNvSpPr/>
          <p:nvPr/>
        </p:nvSpPr>
        <p:spPr>
          <a:xfrm>
            <a:off x="6604749" y="3198133"/>
            <a:ext cx="76200" cy="76200"/>
          </a:xfrm>
          <a:prstGeom prst="ellipse">
            <a:avLst/>
          </a:prstGeom>
          <a:effectLst>
            <a:glow rad="63500">
              <a:schemeClr val="accent1">
                <a:satMod val="175000"/>
                <a:alpha val="40000"/>
              </a:schemeClr>
            </a:glow>
          </a:effectLst>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36" name="Oval 35">
            <a:extLst>
              <a:ext uri="{FF2B5EF4-FFF2-40B4-BE49-F238E27FC236}">
                <a16:creationId xmlns:a16="http://schemas.microsoft.com/office/drawing/2014/main" id="{9437F1F7-A48A-5478-F9D9-C565CE7BEA01}"/>
              </a:ext>
            </a:extLst>
          </p:cNvPr>
          <p:cNvSpPr/>
          <p:nvPr/>
        </p:nvSpPr>
        <p:spPr>
          <a:xfrm>
            <a:off x="6741563" y="3213074"/>
            <a:ext cx="76200" cy="76200"/>
          </a:xfrm>
          <a:prstGeom prst="ellipse">
            <a:avLst/>
          </a:prstGeom>
          <a:effectLst>
            <a:glow rad="63500">
              <a:schemeClr val="accent1">
                <a:satMod val="175000"/>
                <a:alpha val="40000"/>
              </a:schemeClr>
            </a:glow>
          </a:effectLst>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37" name="Oval 36">
            <a:extLst>
              <a:ext uri="{FF2B5EF4-FFF2-40B4-BE49-F238E27FC236}">
                <a16:creationId xmlns:a16="http://schemas.microsoft.com/office/drawing/2014/main" id="{0D6FA25E-848A-1508-9BB5-79DD8E617417}"/>
              </a:ext>
            </a:extLst>
          </p:cNvPr>
          <p:cNvSpPr/>
          <p:nvPr/>
        </p:nvSpPr>
        <p:spPr>
          <a:xfrm>
            <a:off x="6878377" y="3222935"/>
            <a:ext cx="76200" cy="76200"/>
          </a:xfrm>
          <a:prstGeom prst="ellipse">
            <a:avLst/>
          </a:prstGeom>
          <a:effectLst>
            <a:glow rad="63500">
              <a:schemeClr val="accent1">
                <a:satMod val="175000"/>
                <a:alpha val="40000"/>
              </a:schemeClr>
            </a:glow>
          </a:effectLst>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38" name="Oval 37">
            <a:extLst>
              <a:ext uri="{FF2B5EF4-FFF2-40B4-BE49-F238E27FC236}">
                <a16:creationId xmlns:a16="http://schemas.microsoft.com/office/drawing/2014/main" id="{4B4307F9-0A05-526E-D187-BCB52AD10293}"/>
              </a:ext>
            </a:extLst>
          </p:cNvPr>
          <p:cNvSpPr/>
          <p:nvPr/>
        </p:nvSpPr>
        <p:spPr>
          <a:xfrm>
            <a:off x="7015191" y="3225176"/>
            <a:ext cx="76200" cy="76200"/>
          </a:xfrm>
          <a:prstGeom prst="ellipse">
            <a:avLst/>
          </a:prstGeom>
          <a:effectLst>
            <a:glow rad="63500">
              <a:schemeClr val="accent1">
                <a:satMod val="175000"/>
                <a:alpha val="40000"/>
              </a:schemeClr>
            </a:glow>
          </a:effectLst>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39" name="Oval 38">
            <a:extLst>
              <a:ext uri="{FF2B5EF4-FFF2-40B4-BE49-F238E27FC236}">
                <a16:creationId xmlns:a16="http://schemas.microsoft.com/office/drawing/2014/main" id="{E420C279-96FF-445D-F7D6-DB66B603F44A}"/>
              </a:ext>
            </a:extLst>
          </p:cNvPr>
          <p:cNvSpPr/>
          <p:nvPr/>
        </p:nvSpPr>
        <p:spPr>
          <a:xfrm>
            <a:off x="7152005" y="3217257"/>
            <a:ext cx="76200" cy="76200"/>
          </a:xfrm>
          <a:prstGeom prst="ellipse">
            <a:avLst/>
          </a:prstGeom>
          <a:effectLst>
            <a:glow rad="63500">
              <a:schemeClr val="accent1">
                <a:satMod val="175000"/>
                <a:alpha val="40000"/>
              </a:schemeClr>
            </a:glow>
          </a:effectLst>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40" name="Oval 39">
            <a:extLst>
              <a:ext uri="{FF2B5EF4-FFF2-40B4-BE49-F238E27FC236}">
                <a16:creationId xmlns:a16="http://schemas.microsoft.com/office/drawing/2014/main" id="{32973F15-8D1A-B2BF-88A5-4900E350CDAB}"/>
              </a:ext>
            </a:extLst>
          </p:cNvPr>
          <p:cNvSpPr/>
          <p:nvPr/>
        </p:nvSpPr>
        <p:spPr>
          <a:xfrm>
            <a:off x="7288819" y="3204258"/>
            <a:ext cx="76200" cy="76200"/>
          </a:xfrm>
          <a:prstGeom prst="ellipse">
            <a:avLst/>
          </a:prstGeom>
          <a:effectLst>
            <a:glow rad="63500">
              <a:schemeClr val="accent1">
                <a:satMod val="175000"/>
                <a:alpha val="40000"/>
              </a:schemeClr>
            </a:glow>
          </a:effectLst>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41" name="Oval 40">
            <a:extLst>
              <a:ext uri="{FF2B5EF4-FFF2-40B4-BE49-F238E27FC236}">
                <a16:creationId xmlns:a16="http://schemas.microsoft.com/office/drawing/2014/main" id="{C2E1D830-DDEC-E517-97D4-86F8F769A53E}"/>
              </a:ext>
            </a:extLst>
          </p:cNvPr>
          <p:cNvSpPr/>
          <p:nvPr/>
        </p:nvSpPr>
        <p:spPr>
          <a:xfrm>
            <a:off x="7425633" y="3191259"/>
            <a:ext cx="76200" cy="76200"/>
          </a:xfrm>
          <a:prstGeom prst="ellipse">
            <a:avLst/>
          </a:prstGeom>
          <a:effectLst>
            <a:glow rad="63500">
              <a:schemeClr val="accent1">
                <a:satMod val="175000"/>
                <a:alpha val="40000"/>
              </a:schemeClr>
            </a:glow>
          </a:effectLst>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42" name="Oval 41">
            <a:extLst>
              <a:ext uri="{FF2B5EF4-FFF2-40B4-BE49-F238E27FC236}">
                <a16:creationId xmlns:a16="http://schemas.microsoft.com/office/drawing/2014/main" id="{9B73245D-C434-C382-FD31-861C008101EF}"/>
              </a:ext>
            </a:extLst>
          </p:cNvPr>
          <p:cNvSpPr/>
          <p:nvPr/>
        </p:nvSpPr>
        <p:spPr>
          <a:xfrm>
            <a:off x="7562447" y="3178260"/>
            <a:ext cx="76200" cy="76200"/>
          </a:xfrm>
          <a:prstGeom prst="ellipse">
            <a:avLst/>
          </a:prstGeom>
          <a:effectLst>
            <a:glow rad="63500">
              <a:schemeClr val="accent1">
                <a:satMod val="175000"/>
                <a:alpha val="40000"/>
              </a:schemeClr>
            </a:glow>
          </a:effectLst>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43" name="Oval 42">
            <a:extLst>
              <a:ext uri="{FF2B5EF4-FFF2-40B4-BE49-F238E27FC236}">
                <a16:creationId xmlns:a16="http://schemas.microsoft.com/office/drawing/2014/main" id="{00AA21C4-94D1-0E9C-ECB6-B25C82A4FD42}"/>
              </a:ext>
            </a:extLst>
          </p:cNvPr>
          <p:cNvSpPr/>
          <p:nvPr/>
        </p:nvSpPr>
        <p:spPr>
          <a:xfrm>
            <a:off x="7699261" y="3160181"/>
            <a:ext cx="76200" cy="76200"/>
          </a:xfrm>
          <a:prstGeom prst="ellipse">
            <a:avLst/>
          </a:prstGeom>
          <a:effectLst>
            <a:glow rad="63500">
              <a:schemeClr val="accent1">
                <a:satMod val="175000"/>
                <a:alpha val="40000"/>
              </a:schemeClr>
            </a:glow>
          </a:effectLst>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44" name="Oval 43">
            <a:extLst>
              <a:ext uri="{FF2B5EF4-FFF2-40B4-BE49-F238E27FC236}">
                <a16:creationId xmlns:a16="http://schemas.microsoft.com/office/drawing/2014/main" id="{8D6EDDB5-BC12-9387-DAD3-F52E7916FB72}"/>
              </a:ext>
            </a:extLst>
          </p:cNvPr>
          <p:cNvSpPr/>
          <p:nvPr/>
        </p:nvSpPr>
        <p:spPr>
          <a:xfrm>
            <a:off x="7836075" y="3137022"/>
            <a:ext cx="76200" cy="76200"/>
          </a:xfrm>
          <a:prstGeom prst="ellipse">
            <a:avLst/>
          </a:prstGeom>
          <a:effectLst>
            <a:glow rad="63500">
              <a:schemeClr val="accent1">
                <a:satMod val="175000"/>
                <a:alpha val="40000"/>
              </a:schemeClr>
            </a:glow>
          </a:effectLst>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45" name="Oval 44">
            <a:extLst>
              <a:ext uri="{FF2B5EF4-FFF2-40B4-BE49-F238E27FC236}">
                <a16:creationId xmlns:a16="http://schemas.microsoft.com/office/drawing/2014/main" id="{F6D4C933-C7BC-E295-12A9-D800CE4BAB03}"/>
              </a:ext>
            </a:extLst>
          </p:cNvPr>
          <p:cNvSpPr/>
          <p:nvPr/>
        </p:nvSpPr>
        <p:spPr>
          <a:xfrm>
            <a:off x="7972889" y="3113863"/>
            <a:ext cx="76200" cy="76200"/>
          </a:xfrm>
          <a:prstGeom prst="ellipse">
            <a:avLst/>
          </a:prstGeom>
          <a:effectLst>
            <a:glow rad="63500">
              <a:schemeClr val="accent1">
                <a:satMod val="175000"/>
                <a:alpha val="40000"/>
              </a:schemeClr>
            </a:glow>
          </a:effectLst>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46" name="Oval 45">
            <a:extLst>
              <a:ext uri="{FF2B5EF4-FFF2-40B4-BE49-F238E27FC236}">
                <a16:creationId xmlns:a16="http://schemas.microsoft.com/office/drawing/2014/main" id="{1222A00E-9287-C5CA-14C4-7DCA5CE55565}"/>
              </a:ext>
            </a:extLst>
          </p:cNvPr>
          <p:cNvSpPr/>
          <p:nvPr/>
        </p:nvSpPr>
        <p:spPr>
          <a:xfrm>
            <a:off x="8109703" y="3085624"/>
            <a:ext cx="76200" cy="76200"/>
          </a:xfrm>
          <a:prstGeom prst="ellipse">
            <a:avLst/>
          </a:prstGeom>
          <a:effectLst>
            <a:glow rad="63500">
              <a:schemeClr val="accent1">
                <a:satMod val="175000"/>
                <a:alpha val="40000"/>
              </a:schemeClr>
            </a:glow>
          </a:effectLst>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47" name="Oval 46">
            <a:extLst>
              <a:ext uri="{FF2B5EF4-FFF2-40B4-BE49-F238E27FC236}">
                <a16:creationId xmlns:a16="http://schemas.microsoft.com/office/drawing/2014/main" id="{CA37307C-59D9-0E8D-7C86-998C8094011B}"/>
              </a:ext>
            </a:extLst>
          </p:cNvPr>
          <p:cNvSpPr/>
          <p:nvPr/>
        </p:nvSpPr>
        <p:spPr>
          <a:xfrm>
            <a:off x="8243977" y="3054845"/>
            <a:ext cx="76200" cy="76200"/>
          </a:xfrm>
          <a:prstGeom prst="ellipse">
            <a:avLst/>
          </a:prstGeom>
          <a:effectLst>
            <a:glow rad="63500">
              <a:schemeClr val="accent1">
                <a:satMod val="175000"/>
                <a:alpha val="40000"/>
              </a:schemeClr>
            </a:glow>
          </a:effectLst>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48" name="Oval 47">
            <a:extLst>
              <a:ext uri="{FF2B5EF4-FFF2-40B4-BE49-F238E27FC236}">
                <a16:creationId xmlns:a16="http://schemas.microsoft.com/office/drawing/2014/main" id="{05B1F7BC-05DA-0254-AE1F-FA23876EBBA0}"/>
              </a:ext>
            </a:extLst>
          </p:cNvPr>
          <p:cNvSpPr/>
          <p:nvPr/>
        </p:nvSpPr>
        <p:spPr>
          <a:xfrm>
            <a:off x="8373171" y="3024066"/>
            <a:ext cx="76200" cy="76200"/>
          </a:xfrm>
          <a:prstGeom prst="ellipse">
            <a:avLst/>
          </a:prstGeom>
          <a:effectLst>
            <a:glow rad="63500">
              <a:schemeClr val="accent1">
                <a:satMod val="175000"/>
                <a:alpha val="40000"/>
              </a:schemeClr>
            </a:glow>
          </a:effectLst>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49" name="Oval 48">
            <a:extLst>
              <a:ext uri="{FF2B5EF4-FFF2-40B4-BE49-F238E27FC236}">
                <a16:creationId xmlns:a16="http://schemas.microsoft.com/office/drawing/2014/main" id="{3C298B9B-AD8D-7AC4-59C1-0A4A4E3A5ACA}"/>
              </a:ext>
            </a:extLst>
          </p:cNvPr>
          <p:cNvSpPr/>
          <p:nvPr/>
        </p:nvSpPr>
        <p:spPr>
          <a:xfrm>
            <a:off x="8499825" y="2993287"/>
            <a:ext cx="76200" cy="76200"/>
          </a:xfrm>
          <a:prstGeom prst="ellipse">
            <a:avLst/>
          </a:prstGeom>
          <a:effectLst>
            <a:glow rad="63500">
              <a:schemeClr val="accent1">
                <a:satMod val="175000"/>
                <a:alpha val="40000"/>
              </a:schemeClr>
            </a:glow>
          </a:effectLst>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50" name="Oval 49">
            <a:extLst>
              <a:ext uri="{FF2B5EF4-FFF2-40B4-BE49-F238E27FC236}">
                <a16:creationId xmlns:a16="http://schemas.microsoft.com/office/drawing/2014/main" id="{4C12DB41-AC1C-FC03-77C2-771A5E9BFA92}"/>
              </a:ext>
            </a:extLst>
          </p:cNvPr>
          <p:cNvSpPr/>
          <p:nvPr/>
        </p:nvSpPr>
        <p:spPr>
          <a:xfrm>
            <a:off x="8626479" y="2962508"/>
            <a:ext cx="76200" cy="76200"/>
          </a:xfrm>
          <a:prstGeom prst="ellipse">
            <a:avLst/>
          </a:prstGeom>
          <a:effectLst>
            <a:glow rad="63500">
              <a:schemeClr val="accent1">
                <a:satMod val="175000"/>
                <a:alpha val="40000"/>
              </a:schemeClr>
            </a:glow>
          </a:effectLst>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51" name="Oval 50">
            <a:extLst>
              <a:ext uri="{FF2B5EF4-FFF2-40B4-BE49-F238E27FC236}">
                <a16:creationId xmlns:a16="http://schemas.microsoft.com/office/drawing/2014/main" id="{6D3A19B9-825C-DACD-81EB-3890F0AF461D}"/>
              </a:ext>
            </a:extLst>
          </p:cNvPr>
          <p:cNvSpPr/>
          <p:nvPr/>
        </p:nvSpPr>
        <p:spPr>
          <a:xfrm>
            <a:off x="8753133" y="2931729"/>
            <a:ext cx="76200" cy="76200"/>
          </a:xfrm>
          <a:prstGeom prst="ellipse">
            <a:avLst/>
          </a:prstGeom>
          <a:effectLst>
            <a:glow rad="63500">
              <a:schemeClr val="accent1">
                <a:satMod val="175000"/>
                <a:alpha val="40000"/>
              </a:schemeClr>
            </a:glow>
          </a:effectLst>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52" name="Oval 51">
            <a:extLst>
              <a:ext uri="{FF2B5EF4-FFF2-40B4-BE49-F238E27FC236}">
                <a16:creationId xmlns:a16="http://schemas.microsoft.com/office/drawing/2014/main" id="{1739A8D7-F358-2174-2879-B7366EA019BC}"/>
              </a:ext>
            </a:extLst>
          </p:cNvPr>
          <p:cNvSpPr/>
          <p:nvPr/>
        </p:nvSpPr>
        <p:spPr>
          <a:xfrm>
            <a:off x="8879787" y="2900950"/>
            <a:ext cx="76200" cy="76200"/>
          </a:xfrm>
          <a:prstGeom prst="ellipse">
            <a:avLst/>
          </a:prstGeom>
          <a:effectLst>
            <a:glow rad="63500">
              <a:schemeClr val="accent1">
                <a:satMod val="175000"/>
                <a:alpha val="40000"/>
              </a:schemeClr>
            </a:glow>
          </a:effectLst>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53" name="Oval 52">
            <a:extLst>
              <a:ext uri="{FF2B5EF4-FFF2-40B4-BE49-F238E27FC236}">
                <a16:creationId xmlns:a16="http://schemas.microsoft.com/office/drawing/2014/main" id="{7FC9E22B-36D9-C083-2666-7EFF4447B80C}"/>
              </a:ext>
            </a:extLst>
          </p:cNvPr>
          <p:cNvSpPr/>
          <p:nvPr/>
        </p:nvSpPr>
        <p:spPr>
          <a:xfrm>
            <a:off x="9006441" y="2870171"/>
            <a:ext cx="76200" cy="76200"/>
          </a:xfrm>
          <a:prstGeom prst="ellipse">
            <a:avLst/>
          </a:prstGeom>
          <a:effectLst>
            <a:glow rad="63500">
              <a:schemeClr val="accent1">
                <a:satMod val="175000"/>
                <a:alpha val="40000"/>
              </a:schemeClr>
            </a:glow>
          </a:effectLst>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57" name="Oval 56">
            <a:extLst>
              <a:ext uri="{FF2B5EF4-FFF2-40B4-BE49-F238E27FC236}">
                <a16:creationId xmlns:a16="http://schemas.microsoft.com/office/drawing/2014/main" id="{C26AE003-22D0-EBDF-D93D-A4DF7FEE6CAE}"/>
              </a:ext>
            </a:extLst>
          </p:cNvPr>
          <p:cNvSpPr/>
          <p:nvPr/>
        </p:nvSpPr>
        <p:spPr>
          <a:xfrm>
            <a:off x="9123281" y="2839691"/>
            <a:ext cx="76200" cy="76200"/>
          </a:xfrm>
          <a:prstGeom prst="ellipse">
            <a:avLst/>
          </a:prstGeom>
          <a:effectLst>
            <a:glow rad="63500">
              <a:schemeClr val="accent1">
                <a:satMod val="175000"/>
                <a:alpha val="40000"/>
              </a:schemeClr>
            </a:glow>
          </a:effectLst>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58" name="Oval 57">
            <a:extLst>
              <a:ext uri="{FF2B5EF4-FFF2-40B4-BE49-F238E27FC236}">
                <a16:creationId xmlns:a16="http://schemas.microsoft.com/office/drawing/2014/main" id="{AB4E268B-9B28-3A45-12EA-C0E2E53E430E}"/>
              </a:ext>
            </a:extLst>
          </p:cNvPr>
          <p:cNvSpPr/>
          <p:nvPr/>
        </p:nvSpPr>
        <p:spPr>
          <a:xfrm>
            <a:off x="9240121" y="2809211"/>
            <a:ext cx="76200" cy="76200"/>
          </a:xfrm>
          <a:prstGeom prst="ellipse">
            <a:avLst/>
          </a:prstGeom>
          <a:effectLst>
            <a:glow rad="63500">
              <a:schemeClr val="accent1">
                <a:satMod val="175000"/>
                <a:alpha val="40000"/>
              </a:schemeClr>
            </a:glow>
          </a:effectLst>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59" name="Oval 58">
            <a:extLst>
              <a:ext uri="{FF2B5EF4-FFF2-40B4-BE49-F238E27FC236}">
                <a16:creationId xmlns:a16="http://schemas.microsoft.com/office/drawing/2014/main" id="{DB8CEF42-02B7-DA21-B9B4-ABDF388A1DC9}"/>
              </a:ext>
            </a:extLst>
          </p:cNvPr>
          <p:cNvSpPr/>
          <p:nvPr/>
        </p:nvSpPr>
        <p:spPr>
          <a:xfrm>
            <a:off x="9356961" y="2773651"/>
            <a:ext cx="76200" cy="76200"/>
          </a:xfrm>
          <a:prstGeom prst="ellipse">
            <a:avLst/>
          </a:prstGeom>
          <a:effectLst>
            <a:glow rad="63500">
              <a:schemeClr val="accent1">
                <a:satMod val="175000"/>
                <a:alpha val="40000"/>
              </a:schemeClr>
            </a:glow>
          </a:effectLst>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60" name="Oval 59">
            <a:extLst>
              <a:ext uri="{FF2B5EF4-FFF2-40B4-BE49-F238E27FC236}">
                <a16:creationId xmlns:a16="http://schemas.microsoft.com/office/drawing/2014/main" id="{F505E375-E847-5CAF-F237-0853C1683720}"/>
              </a:ext>
            </a:extLst>
          </p:cNvPr>
          <p:cNvSpPr/>
          <p:nvPr/>
        </p:nvSpPr>
        <p:spPr>
          <a:xfrm>
            <a:off x="9473801" y="2738091"/>
            <a:ext cx="76200" cy="76200"/>
          </a:xfrm>
          <a:prstGeom prst="ellipse">
            <a:avLst/>
          </a:prstGeom>
          <a:effectLst>
            <a:glow rad="63500">
              <a:schemeClr val="accent1">
                <a:satMod val="175000"/>
                <a:alpha val="40000"/>
              </a:schemeClr>
            </a:glow>
          </a:effectLst>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61" name="Oval 60">
            <a:extLst>
              <a:ext uri="{FF2B5EF4-FFF2-40B4-BE49-F238E27FC236}">
                <a16:creationId xmlns:a16="http://schemas.microsoft.com/office/drawing/2014/main" id="{491C1FC9-D43A-84BE-6E15-9B44544FDE78}"/>
              </a:ext>
            </a:extLst>
          </p:cNvPr>
          <p:cNvSpPr/>
          <p:nvPr/>
        </p:nvSpPr>
        <p:spPr>
          <a:xfrm>
            <a:off x="9590641" y="2702531"/>
            <a:ext cx="76200" cy="76200"/>
          </a:xfrm>
          <a:prstGeom prst="ellipse">
            <a:avLst/>
          </a:prstGeom>
          <a:effectLst>
            <a:glow rad="63500">
              <a:schemeClr val="accent1">
                <a:satMod val="175000"/>
                <a:alpha val="40000"/>
              </a:schemeClr>
            </a:glow>
          </a:effectLst>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62" name="Oval 61">
            <a:extLst>
              <a:ext uri="{FF2B5EF4-FFF2-40B4-BE49-F238E27FC236}">
                <a16:creationId xmlns:a16="http://schemas.microsoft.com/office/drawing/2014/main" id="{5184704F-D75E-6F9A-D1AD-B868C524A01B}"/>
              </a:ext>
            </a:extLst>
          </p:cNvPr>
          <p:cNvSpPr/>
          <p:nvPr/>
        </p:nvSpPr>
        <p:spPr>
          <a:xfrm>
            <a:off x="9707481" y="2666971"/>
            <a:ext cx="76200" cy="76200"/>
          </a:xfrm>
          <a:prstGeom prst="ellipse">
            <a:avLst/>
          </a:prstGeom>
          <a:effectLst>
            <a:glow rad="63500">
              <a:schemeClr val="accent1">
                <a:satMod val="175000"/>
                <a:alpha val="40000"/>
              </a:schemeClr>
            </a:glow>
          </a:effectLst>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63" name="Oval 62">
            <a:extLst>
              <a:ext uri="{FF2B5EF4-FFF2-40B4-BE49-F238E27FC236}">
                <a16:creationId xmlns:a16="http://schemas.microsoft.com/office/drawing/2014/main" id="{8023FA0A-9994-3EE5-26A2-F8D305B3F9BD}"/>
              </a:ext>
            </a:extLst>
          </p:cNvPr>
          <p:cNvSpPr/>
          <p:nvPr/>
        </p:nvSpPr>
        <p:spPr>
          <a:xfrm>
            <a:off x="9824321" y="2631411"/>
            <a:ext cx="76200" cy="76200"/>
          </a:xfrm>
          <a:prstGeom prst="ellipse">
            <a:avLst/>
          </a:prstGeom>
          <a:effectLst>
            <a:glow rad="63500">
              <a:schemeClr val="accent1">
                <a:satMod val="175000"/>
                <a:alpha val="40000"/>
              </a:schemeClr>
            </a:glow>
          </a:effectLst>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64" name="Oval 63">
            <a:extLst>
              <a:ext uri="{FF2B5EF4-FFF2-40B4-BE49-F238E27FC236}">
                <a16:creationId xmlns:a16="http://schemas.microsoft.com/office/drawing/2014/main" id="{B0EE28A7-6A74-44DF-47EA-53B0A7ED27D1}"/>
              </a:ext>
            </a:extLst>
          </p:cNvPr>
          <p:cNvSpPr/>
          <p:nvPr/>
        </p:nvSpPr>
        <p:spPr>
          <a:xfrm>
            <a:off x="10014821" y="2570451"/>
            <a:ext cx="76200" cy="76200"/>
          </a:xfrm>
          <a:prstGeom prst="ellipse">
            <a:avLst/>
          </a:prstGeom>
          <a:effectLst>
            <a:glow rad="63500">
              <a:schemeClr val="accent1">
                <a:satMod val="175000"/>
                <a:alpha val="40000"/>
              </a:schemeClr>
            </a:glow>
          </a:effectLst>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68" name="Oval 67">
            <a:extLst>
              <a:ext uri="{FF2B5EF4-FFF2-40B4-BE49-F238E27FC236}">
                <a16:creationId xmlns:a16="http://schemas.microsoft.com/office/drawing/2014/main" id="{18D8165F-C216-310A-5405-06AFAE205A89}"/>
              </a:ext>
            </a:extLst>
          </p:cNvPr>
          <p:cNvSpPr/>
          <p:nvPr/>
        </p:nvSpPr>
        <p:spPr>
          <a:xfrm>
            <a:off x="10154521" y="2532351"/>
            <a:ext cx="76200" cy="76200"/>
          </a:xfrm>
          <a:prstGeom prst="ellipse">
            <a:avLst/>
          </a:prstGeom>
          <a:effectLst>
            <a:glow rad="63500">
              <a:schemeClr val="accent1">
                <a:satMod val="175000"/>
                <a:alpha val="40000"/>
              </a:schemeClr>
            </a:glow>
          </a:effectLst>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69" name="Oval 68">
            <a:extLst>
              <a:ext uri="{FF2B5EF4-FFF2-40B4-BE49-F238E27FC236}">
                <a16:creationId xmlns:a16="http://schemas.microsoft.com/office/drawing/2014/main" id="{5F94F703-C97C-9BC8-E4D7-E079EBD60A5A}"/>
              </a:ext>
            </a:extLst>
          </p:cNvPr>
          <p:cNvSpPr/>
          <p:nvPr/>
        </p:nvSpPr>
        <p:spPr>
          <a:xfrm>
            <a:off x="10294221" y="2489171"/>
            <a:ext cx="76200" cy="76200"/>
          </a:xfrm>
          <a:prstGeom prst="ellipse">
            <a:avLst/>
          </a:prstGeom>
          <a:effectLst>
            <a:glow rad="63500">
              <a:schemeClr val="accent1">
                <a:satMod val="175000"/>
                <a:alpha val="40000"/>
              </a:schemeClr>
            </a:glow>
          </a:effectLst>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70" name="Oval 69">
            <a:extLst>
              <a:ext uri="{FF2B5EF4-FFF2-40B4-BE49-F238E27FC236}">
                <a16:creationId xmlns:a16="http://schemas.microsoft.com/office/drawing/2014/main" id="{A4AEAF6E-4121-E5BB-5275-00DB2FEC2753}"/>
              </a:ext>
            </a:extLst>
          </p:cNvPr>
          <p:cNvSpPr/>
          <p:nvPr/>
        </p:nvSpPr>
        <p:spPr>
          <a:xfrm>
            <a:off x="10433921" y="2445991"/>
            <a:ext cx="76200" cy="76200"/>
          </a:xfrm>
          <a:prstGeom prst="ellipse">
            <a:avLst/>
          </a:prstGeom>
          <a:effectLst>
            <a:glow rad="63500">
              <a:schemeClr val="accent1">
                <a:satMod val="175000"/>
                <a:alpha val="40000"/>
              </a:schemeClr>
            </a:glow>
          </a:effectLst>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71" name="Oval 70">
            <a:extLst>
              <a:ext uri="{FF2B5EF4-FFF2-40B4-BE49-F238E27FC236}">
                <a16:creationId xmlns:a16="http://schemas.microsoft.com/office/drawing/2014/main" id="{A4848EBE-4D07-1FA8-47F9-7904F2C571E8}"/>
              </a:ext>
            </a:extLst>
          </p:cNvPr>
          <p:cNvSpPr/>
          <p:nvPr/>
        </p:nvSpPr>
        <p:spPr>
          <a:xfrm>
            <a:off x="10573621" y="2400271"/>
            <a:ext cx="76200" cy="76200"/>
          </a:xfrm>
          <a:prstGeom prst="ellipse">
            <a:avLst/>
          </a:prstGeom>
          <a:effectLst>
            <a:glow rad="63500">
              <a:schemeClr val="accent1">
                <a:satMod val="175000"/>
                <a:alpha val="40000"/>
              </a:schemeClr>
            </a:glow>
          </a:effectLst>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72" name="Oval 71">
            <a:extLst>
              <a:ext uri="{FF2B5EF4-FFF2-40B4-BE49-F238E27FC236}">
                <a16:creationId xmlns:a16="http://schemas.microsoft.com/office/drawing/2014/main" id="{760F77B3-6D41-1CE6-A95C-ABF7DC48EBDC}"/>
              </a:ext>
            </a:extLst>
          </p:cNvPr>
          <p:cNvSpPr/>
          <p:nvPr/>
        </p:nvSpPr>
        <p:spPr>
          <a:xfrm>
            <a:off x="10713321" y="2354551"/>
            <a:ext cx="76200" cy="76200"/>
          </a:xfrm>
          <a:prstGeom prst="ellipse">
            <a:avLst/>
          </a:prstGeom>
          <a:effectLst>
            <a:glow rad="63500">
              <a:schemeClr val="accent1">
                <a:satMod val="175000"/>
                <a:alpha val="40000"/>
              </a:schemeClr>
            </a:glow>
          </a:effectLst>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73" name="Oval 72">
            <a:extLst>
              <a:ext uri="{FF2B5EF4-FFF2-40B4-BE49-F238E27FC236}">
                <a16:creationId xmlns:a16="http://schemas.microsoft.com/office/drawing/2014/main" id="{51F7888C-3B34-18C9-5A43-53A89D453A25}"/>
              </a:ext>
            </a:extLst>
          </p:cNvPr>
          <p:cNvSpPr/>
          <p:nvPr/>
        </p:nvSpPr>
        <p:spPr>
          <a:xfrm>
            <a:off x="10853021" y="2308831"/>
            <a:ext cx="76200" cy="76200"/>
          </a:xfrm>
          <a:prstGeom prst="ellipse">
            <a:avLst/>
          </a:prstGeom>
          <a:effectLst>
            <a:glow rad="63500">
              <a:schemeClr val="accent1">
                <a:satMod val="175000"/>
                <a:alpha val="40000"/>
              </a:schemeClr>
            </a:glow>
          </a:effectLst>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74" name="Oval 73">
            <a:extLst>
              <a:ext uri="{FF2B5EF4-FFF2-40B4-BE49-F238E27FC236}">
                <a16:creationId xmlns:a16="http://schemas.microsoft.com/office/drawing/2014/main" id="{0BF753E3-400C-E4A8-BCC9-BAA9C3C65334}"/>
              </a:ext>
            </a:extLst>
          </p:cNvPr>
          <p:cNvSpPr/>
          <p:nvPr/>
        </p:nvSpPr>
        <p:spPr>
          <a:xfrm>
            <a:off x="5401595" y="1203376"/>
            <a:ext cx="76200" cy="76200"/>
          </a:xfrm>
          <a:prstGeom prst="ellipse">
            <a:avLst/>
          </a:prstGeom>
          <a:effectLst>
            <a:glow rad="63500">
              <a:schemeClr val="accent1">
                <a:satMod val="175000"/>
                <a:alpha val="40000"/>
              </a:schemeClr>
            </a:glow>
          </a:effectLst>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75" name="Oval 74">
            <a:extLst>
              <a:ext uri="{FF2B5EF4-FFF2-40B4-BE49-F238E27FC236}">
                <a16:creationId xmlns:a16="http://schemas.microsoft.com/office/drawing/2014/main" id="{66CE0768-A7F3-0979-FB7C-22CF1F05714C}"/>
              </a:ext>
            </a:extLst>
          </p:cNvPr>
          <p:cNvSpPr/>
          <p:nvPr/>
        </p:nvSpPr>
        <p:spPr>
          <a:xfrm>
            <a:off x="5490857" y="1781501"/>
            <a:ext cx="76200" cy="76200"/>
          </a:xfrm>
          <a:prstGeom prst="ellipse">
            <a:avLst/>
          </a:prstGeom>
          <a:effectLst>
            <a:glow rad="63500">
              <a:schemeClr val="accent1">
                <a:satMod val="175000"/>
                <a:alpha val="40000"/>
              </a:schemeClr>
            </a:glow>
          </a:effectLst>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76" name="Oval 75">
            <a:extLst>
              <a:ext uri="{FF2B5EF4-FFF2-40B4-BE49-F238E27FC236}">
                <a16:creationId xmlns:a16="http://schemas.microsoft.com/office/drawing/2014/main" id="{366DC32B-1B0C-1C4A-8150-D1E6DAA24F54}"/>
              </a:ext>
            </a:extLst>
          </p:cNvPr>
          <p:cNvSpPr/>
          <p:nvPr/>
        </p:nvSpPr>
        <p:spPr>
          <a:xfrm>
            <a:off x="5582932" y="2192152"/>
            <a:ext cx="76200" cy="76200"/>
          </a:xfrm>
          <a:prstGeom prst="ellipse">
            <a:avLst/>
          </a:prstGeom>
          <a:effectLst>
            <a:glow rad="63500">
              <a:schemeClr val="accent1">
                <a:satMod val="175000"/>
                <a:alpha val="40000"/>
              </a:schemeClr>
            </a:glow>
          </a:effectLst>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77" name="Oval 76">
            <a:extLst>
              <a:ext uri="{FF2B5EF4-FFF2-40B4-BE49-F238E27FC236}">
                <a16:creationId xmlns:a16="http://schemas.microsoft.com/office/drawing/2014/main" id="{F875780A-0BD7-0A8A-1E63-D2AABE52B092}"/>
              </a:ext>
            </a:extLst>
          </p:cNvPr>
          <p:cNvSpPr/>
          <p:nvPr/>
        </p:nvSpPr>
        <p:spPr>
          <a:xfrm>
            <a:off x="5628925" y="2311575"/>
            <a:ext cx="76200" cy="76200"/>
          </a:xfrm>
          <a:prstGeom prst="ellipse">
            <a:avLst/>
          </a:prstGeom>
          <a:effectLst>
            <a:glow rad="63500">
              <a:schemeClr val="accent1">
                <a:satMod val="175000"/>
                <a:alpha val="40000"/>
              </a:schemeClr>
            </a:glow>
          </a:effectLst>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5" name="Rectangle 4">
            <a:extLst>
              <a:ext uri="{FF2B5EF4-FFF2-40B4-BE49-F238E27FC236}">
                <a16:creationId xmlns:a16="http://schemas.microsoft.com/office/drawing/2014/main" id="{20D108F3-3762-AA3E-7D8B-D46D1D807C25}"/>
              </a:ext>
            </a:extLst>
          </p:cNvPr>
          <p:cNvSpPr/>
          <p:nvPr/>
        </p:nvSpPr>
        <p:spPr>
          <a:xfrm>
            <a:off x="4753886" y="4127399"/>
            <a:ext cx="6096000" cy="523220"/>
          </a:xfrm>
          <a:prstGeom prst="rect">
            <a:avLst/>
          </a:prstGeom>
        </p:spPr>
        <p:txBody>
          <a:bodyPr>
            <a:spAutoFit/>
          </a:bodyPr>
          <a:lstStyle/>
          <a:p>
            <a:pPr marL="514350" lvl="0" indent="-285750" fontAlgn="base">
              <a:buFont typeface="Wingdings" panose="05000000000000000000" pitchFamily="2" charset="2"/>
              <a:buChar char="q"/>
            </a:pPr>
            <a:r>
              <a:rPr lang="en-GB" sz="2800" dirty="0">
                <a:solidFill>
                  <a:schemeClr val="bg1"/>
                </a:solidFill>
                <a:latin typeface="Calibri" panose="020F0502020204030204" pitchFamily="34" charset="0"/>
              </a:rPr>
              <a:t>Packing fraction is zero for C</a:t>
            </a:r>
            <a:r>
              <a:rPr lang="en-GB" sz="2800" baseline="-25000" dirty="0">
                <a:solidFill>
                  <a:schemeClr val="bg1"/>
                </a:solidFill>
                <a:latin typeface="Calibri" panose="020F0502020204030204" pitchFamily="34" charset="0"/>
              </a:rPr>
              <a:t>12</a:t>
            </a:r>
            <a:endParaRPr lang="en-GB" sz="2800" dirty="0">
              <a:solidFill>
                <a:schemeClr val="bg1"/>
              </a:solidFill>
              <a:latin typeface="Noto Sans Symbols"/>
            </a:endParaRPr>
          </a:p>
        </p:txBody>
      </p:sp>
      <p:sp>
        <p:nvSpPr>
          <p:cNvPr id="14" name="Rectangle 13">
            <a:extLst>
              <a:ext uri="{FF2B5EF4-FFF2-40B4-BE49-F238E27FC236}">
                <a16:creationId xmlns:a16="http://schemas.microsoft.com/office/drawing/2014/main" id="{E7A8A1AB-C85A-6F98-5DA6-1D19060F1047}"/>
              </a:ext>
            </a:extLst>
          </p:cNvPr>
          <p:cNvSpPr/>
          <p:nvPr/>
        </p:nvSpPr>
        <p:spPr>
          <a:xfrm>
            <a:off x="4753886" y="3594137"/>
            <a:ext cx="6096000" cy="523220"/>
          </a:xfrm>
          <a:prstGeom prst="rect">
            <a:avLst/>
          </a:prstGeom>
        </p:spPr>
        <p:txBody>
          <a:bodyPr>
            <a:spAutoFit/>
          </a:bodyPr>
          <a:lstStyle/>
          <a:p>
            <a:pPr marL="514350" lvl="0" indent="-285750" fontAlgn="base">
              <a:buFont typeface="Wingdings" panose="05000000000000000000" pitchFamily="2" charset="2"/>
              <a:buChar char="q"/>
            </a:pPr>
            <a:r>
              <a:rPr lang="en-GB" sz="2800" dirty="0">
                <a:solidFill>
                  <a:schemeClr val="bg1"/>
                </a:solidFill>
                <a:latin typeface="Calibri" panose="020F0502020204030204" pitchFamily="34" charset="0"/>
              </a:rPr>
              <a:t>Can be positive negative or zero</a:t>
            </a:r>
            <a:endParaRPr lang="en-GB" sz="2800" dirty="0">
              <a:solidFill>
                <a:schemeClr val="bg1"/>
              </a:solidFill>
              <a:latin typeface="Noto Sans Symbols"/>
            </a:endParaRPr>
          </a:p>
        </p:txBody>
      </p:sp>
      <p:sp>
        <p:nvSpPr>
          <p:cNvPr id="17" name="Rectangle 16">
            <a:extLst>
              <a:ext uri="{FF2B5EF4-FFF2-40B4-BE49-F238E27FC236}">
                <a16:creationId xmlns:a16="http://schemas.microsoft.com/office/drawing/2014/main" id="{96503E1B-6AD0-445A-F282-FB94565C9169}"/>
              </a:ext>
            </a:extLst>
          </p:cNvPr>
          <p:cNvSpPr/>
          <p:nvPr/>
        </p:nvSpPr>
        <p:spPr>
          <a:xfrm>
            <a:off x="4753884" y="4616435"/>
            <a:ext cx="7015513" cy="523220"/>
          </a:xfrm>
          <a:prstGeom prst="rect">
            <a:avLst/>
          </a:prstGeom>
        </p:spPr>
        <p:txBody>
          <a:bodyPr wrap="square">
            <a:spAutoFit/>
          </a:bodyPr>
          <a:lstStyle/>
          <a:p>
            <a:pPr marL="514350" lvl="0" indent="-285750" fontAlgn="base">
              <a:buFont typeface="Wingdings" panose="05000000000000000000" pitchFamily="2" charset="2"/>
              <a:buChar char="q"/>
            </a:pPr>
            <a:r>
              <a:rPr lang="en-GB" sz="2800" dirty="0">
                <a:solidFill>
                  <a:schemeClr val="bg1"/>
                </a:solidFill>
                <a:latin typeface="Calibri" panose="020F0502020204030204" pitchFamily="34" charset="0"/>
              </a:rPr>
              <a:t>Smaller Packing fraction mean more stable</a:t>
            </a:r>
            <a:endParaRPr lang="en-GB" sz="2800" dirty="0">
              <a:solidFill>
                <a:schemeClr val="bg1"/>
              </a:solidFill>
              <a:latin typeface="Noto Sans Symbols"/>
            </a:endParaRPr>
          </a:p>
        </p:txBody>
      </p:sp>
      <p:grpSp>
        <p:nvGrpSpPr>
          <p:cNvPr id="13" name="Group 12">
            <a:extLst>
              <a:ext uri="{FF2B5EF4-FFF2-40B4-BE49-F238E27FC236}">
                <a16:creationId xmlns:a16="http://schemas.microsoft.com/office/drawing/2014/main" id="{C9796732-2ACD-678F-FC79-D760E405866D}"/>
              </a:ext>
            </a:extLst>
          </p:cNvPr>
          <p:cNvGrpSpPr/>
          <p:nvPr/>
        </p:nvGrpSpPr>
        <p:grpSpPr>
          <a:xfrm>
            <a:off x="8540139" y="233420"/>
            <a:ext cx="2709358" cy="1688718"/>
            <a:chOff x="8877541" y="1415106"/>
            <a:chExt cx="2709358" cy="1688718"/>
          </a:xfrm>
        </p:grpSpPr>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49FA966E-6705-982C-9A89-D34C97C9E8E1}"/>
                    </a:ext>
                  </a:extLst>
                </p:cNvPr>
                <p:cNvSpPr txBox="1"/>
                <p:nvPr/>
              </p:nvSpPr>
              <p:spPr>
                <a:xfrm>
                  <a:off x="8893092" y="1415106"/>
                  <a:ext cx="2693807" cy="523220"/>
                </a:xfrm>
                <a:prstGeom prst="rect">
                  <a:avLst/>
                </a:prstGeom>
                <a:noFill/>
              </p:spPr>
              <p:txBody>
                <a:bodyPr wrap="square">
                  <a:spAutoFit/>
                </a:bodyPr>
                <a:lstStyle/>
                <a:p>
                  <a14:m>
                    <m:oMath xmlns:m="http://schemas.openxmlformats.org/officeDocument/2006/math">
                      <m:sSub>
                        <m:sSubPr>
                          <m:ctrlPr>
                            <a:rPr lang="en-IN" sz="2800" b="0" i="1" smtClean="0">
                              <a:solidFill>
                                <a:schemeClr val="bg1"/>
                              </a:solidFill>
                              <a:latin typeface="Cambria Math" panose="02040503050406030204" pitchFamily="18" charset="0"/>
                            </a:rPr>
                          </m:ctrlPr>
                        </m:sSubPr>
                        <m:e>
                          <m:r>
                            <a:rPr lang="en-IN" sz="2800" b="0" i="1" smtClean="0">
                              <a:solidFill>
                                <a:schemeClr val="bg1"/>
                              </a:solidFill>
                              <a:latin typeface="Cambria Math" panose="02040503050406030204" pitchFamily="18" charset="0"/>
                            </a:rPr>
                            <m:t>𝑚</m:t>
                          </m:r>
                        </m:e>
                        <m:sub>
                          <m:r>
                            <a:rPr lang="en-IN" sz="2800" b="0" i="1" smtClean="0">
                              <a:solidFill>
                                <a:schemeClr val="bg1"/>
                              </a:solidFill>
                              <a:latin typeface="Cambria Math" panose="02040503050406030204" pitchFamily="18" charset="0"/>
                            </a:rPr>
                            <m:t>𝐻𝑒</m:t>
                          </m:r>
                        </m:sub>
                      </m:sSub>
                      <m:r>
                        <a:rPr lang="en-IN" sz="2800" b="0" i="1" smtClean="0">
                          <a:solidFill>
                            <a:schemeClr val="bg1"/>
                          </a:solidFill>
                          <a:latin typeface="Cambria Math" panose="02040503050406030204" pitchFamily="18" charset="0"/>
                        </a:rPr>
                        <m:t>= </m:t>
                      </m:r>
                    </m:oMath>
                  </a14:m>
                  <a:r>
                    <a:rPr lang="en-IN" sz="2800" b="0" i="0" dirty="0">
                      <a:solidFill>
                        <a:schemeClr val="bg1"/>
                      </a:solidFill>
                      <a:effectLst/>
                      <a:latin typeface="arial" panose="020B0604020202020204" pitchFamily="34" charset="0"/>
                    </a:rPr>
                    <a:t>4.0026 u</a:t>
                  </a:r>
                  <a:endParaRPr lang="en-IN" sz="2800" dirty="0">
                    <a:solidFill>
                      <a:schemeClr val="bg1"/>
                    </a:solidFill>
                  </a:endParaRPr>
                </a:p>
              </p:txBody>
            </p:sp>
          </mc:Choice>
          <mc:Fallback xmlns="">
            <p:sp>
              <p:nvSpPr>
                <p:cNvPr id="4" name="TextBox 3">
                  <a:extLst>
                    <a:ext uri="{FF2B5EF4-FFF2-40B4-BE49-F238E27FC236}">
                      <a16:creationId xmlns:a16="http://schemas.microsoft.com/office/drawing/2014/main" id="{49FA966E-6705-982C-9A89-D34C97C9E8E1}"/>
                    </a:ext>
                  </a:extLst>
                </p:cNvPr>
                <p:cNvSpPr txBox="1">
                  <a:spLocks noRot="1" noChangeAspect="1" noMove="1" noResize="1" noEditPoints="1" noAdjustHandles="1" noChangeArrowheads="1" noChangeShapeType="1" noTextEdit="1"/>
                </p:cNvSpPr>
                <p:nvPr/>
              </p:nvSpPr>
              <p:spPr>
                <a:xfrm>
                  <a:off x="8893092" y="1415106"/>
                  <a:ext cx="2693807" cy="523220"/>
                </a:xfrm>
                <a:prstGeom prst="rect">
                  <a:avLst/>
                </a:prstGeom>
                <a:blipFill>
                  <a:blip r:embed="rId3"/>
                  <a:stretch>
                    <a:fillRect t="-15294" r="-3394" b="-3058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222DD945-A467-BF8F-69EE-ED63EE36ED16}"/>
                    </a:ext>
                  </a:extLst>
                </p:cNvPr>
                <p:cNvSpPr txBox="1"/>
                <p:nvPr/>
              </p:nvSpPr>
              <p:spPr>
                <a:xfrm>
                  <a:off x="8893092" y="2064310"/>
                  <a:ext cx="2693807" cy="523220"/>
                </a:xfrm>
                <a:prstGeom prst="rect">
                  <a:avLst/>
                </a:prstGeom>
                <a:noFill/>
              </p:spPr>
              <p:txBody>
                <a:bodyPr wrap="square">
                  <a:spAutoFit/>
                </a:bodyPr>
                <a:lstStyle/>
                <a:p>
                  <a14:m>
                    <m:oMath xmlns:m="http://schemas.openxmlformats.org/officeDocument/2006/math">
                      <m:sSub>
                        <m:sSubPr>
                          <m:ctrlPr>
                            <a:rPr lang="en-IN" sz="2800" b="0" i="1" smtClean="0">
                              <a:solidFill>
                                <a:schemeClr val="bg1"/>
                              </a:solidFill>
                              <a:latin typeface="Cambria Math" panose="02040503050406030204" pitchFamily="18" charset="0"/>
                            </a:rPr>
                          </m:ctrlPr>
                        </m:sSubPr>
                        <m:e>
                          <m:r>
                            <a:rPr lang="en-IN" sz="2800" b="0" i="1" smtClean="0">
                              <a:solidFill>
                                <a:schemeClr val="bg1"/>
                              </a:solidFill>
                              <a:latin typeface="Cambria Math" panose="02040503050406030204" pitchFamily="18" charset="0"/>
                            </a:rPr>
                            <m:t>𝑚</m:t>
                          </m:r>
                        </m:e>
                        <m:sub>
                          <m:r>
                            <a:rPr lang="en-IN" sz="2800" b="0" i="1" smtClean="0">
                              <a:solidFill>
                                <a:schemeClr val="bg1"/>
                              </a:solidFill>
                              <a:latin typeface="Cambria Math" panose="02040503050406030204" pitchFamily="18" charset="0"/>
                            </a:rPr>
                            <m:t>𝑂</m:t>
                          </m:r>
                        </m:sub>
                      </m:sSub>
                      <m:r>
                        <a:rPr lang="en-IN" sz="2800" b="0" i="1" smtClean="0">
                          <a:solidFill>
                            <a:schemeClr val="bg1"/>
                          </a:solidFill>
                          <a:latin typeface="Cambria Math" panose="02040503050406030204" pitchFamily="18" charset="0"/>
                        </a:rPr>
                        <m:t>= </m:t>
                      </m:r>
                    </m:oMath>
                  </a14:m>
                  <a:r>
                    <a:rPr lang="en-IN" sz="2800" b="0" i="0" dirty="0">
                      <a:solidFill>
                        <a:schemeClr val="bg1"/>
                      </a:solidFill>
                      <a:effectLst/>
                      <a:latin typeface="arial" panose="020B0604020202020204" pitchFamily="34" charset="0"/>
                    </a:rPr>
                    <a:t>15.999 u</a:t>
                  </a:r>
                  <a:endParaRPr lang="en-IN" sz="2800" dirty="0">
                    <a:solidFill>
                      <a:schemeClr val="bg1"/>
                    </a:solidFill>
                  </a:endParaRPr>
                </a:p>
              </p:txBody>
            </p:sp>
          </mc:Choice>
          <mc:Fallback xmlns="">
            <p:sp>
              <p:nvSpPr>
                <p:cNvPr id="12" name="TextBox 11">
                  <a:extLst>
                    <a:ext uri="{FF2B5EF4-FFF2-40B4-BE49-F238E27FC236}">
                      <a16:creationId xmlns:a16="http://schemas.microsoft.com/office/drawing/2014/main" id="{222DD945-A467-BF8F-69EE-ED63EE36ED16}"/>
                    </a:ext>
                  </a:extLst>
                </p:cNvPr>
                <p:cNvSpPr txBox="1">
                  <a:spLocks noRot="1" noChangeAspect="1" noMove="1" noResize="1" noEditPoints="1" noAdjustHandles="1" noChangeArrowheads="1" noChangeShapeType="1" noTextEdit="1"/>
                </p:cNvSpPr>
                <p:nvPr/>
              </p:nvSpPr>
              <p:spPr>
                <a:xfrm>
                  <a:off x="8893092" y="2064310"/>
                  <a:ext cx="2693807" cy="523220"/>
                </a:xfrm>
                <a:prstGeom prst="rect">
                  <a:avLst/>
                </a:prstGeom>
                <a:blipFill>
                  <a:blip r:embed="rId4"/>
                  <a:stretch>
                    <a:fillRect t="-13953" b="-2907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9FC54DE5-0C73-BDEC-A58D-EBE5C74B8334}"/>
                    </a:ext>
                  </a:extLst>
                </p:cNvPr>
                <p:cNvSpPr txBox="1"/>
                <p:nvPr/>
              </p:nvSpPr>
              <p:spPr>
                <a:xfrm>
                  <a:off x="8877541" y="2580604"/>
                  <a:ext cx="2693807" cy="523220"/>
                </a:xfrm>
                <a:prstGeom prst="rect">
                  <a:avLst/>
                </a:prstGeom>
                <a:noFill/>
              </p:spPr>
              <p:txBody>
                <a:bodyPr wrap="square">
                  <a:spAutoFit/>
                </a:bodyPr>
                <a:lstStyle/>
                <a:p>
                  <a14:m>
                    <m:oMath xmlns:m="http://schemas.openxmlformats.org/officeDocument/2006/math">
                      <m:sSub>
                        <m:sSubPr>
                          <m:ctrlPr>
                            <a:rPr lang="en-IN" sz="2800" b="0" i="1" smtClean="0">
                              <a:solidFill>
                                <a:schemeClr val="bg1"/>
                              </a:solidFill>
                              <a:latin typeface="Cambria Math" panose="02040503050406030204" pitchFamily="18" charset="0"/>
                            </a:rPr>
                          </m:ctrlPr>
                        </m:sSubPr>
                        <m:e>
                          <m:r>
                            <a:rPr lang="en-IN" sz="2800" b="0" i="1" smtClean="0">
                              <a:solidFill>
                                <a:schemeClr val="bg1"/>
                              </a:solidFill>
                              <a:latin typeface="Cambria Math" panose="02040503050406030204" pitchFamily="18" charset="0"/>
                            </a:rPr>
                            <m:t>𝑚</m:t>
                          </m:r>
                        </m:e>
                        <m:sub>
                          <m:r>
                            <a:rPr lang="en-US" sz="2800" b="0" i="1" smtClean="0">
                              <a:solidFill>
                                <a:schemeClr val="bg1"/>
                              </a:solidFill>
                              <a:latin typeface="Cambria Math" panose="02040503050406030204" pitchFamily="18" charset="0"/>
                            </a:rPr>
                            <m:t>𝑐</m:t>
                          </m:r>
                          <m:r>
                            <a:rPr lang="en-US" sz="2800" b="0" i="1" smtClean="0">
                              <a:solidFill>
                                <a:schemeClr val="bg1"/>
                              </a:solidFill>
                              <a:latin typeface="Cambria Math" panose="02040503050406030204" pitchFamily="18" charset="0"/>
                            </a:rPr>
                            <m:t>12</m:t>
                          </m:r>
                        </m:sub>
                      </m:sSub>
                      <m:r>
                        <a:rPr lang="en-IN" sz="2800" b="0" i="1" smtClean="0">
                          <a:solidFill>
                            <a:schemeClr val="bg1"/>
                          </a:solidFill>
                          <a:latin typeface="Cambria Math" panose="02040503050406030204" pitchFamily="18" charset="0"/>
                        </a:rPr>
                        <m:t>= </m:t>
                      </m:r>
                    </m:oMath>
                  </a14:m>
                  <a:r>
                    <a:rPr lang="en-IN" sz="2800" b="0" i="0" dirty="0">
                      <a:solidFill>
                        <a:schemeClr val="bg1"/>
                      </a:solidFill>
                      <a:effectLst/>
                      <a:latin typeface="arial" panose="020B0604020202020204" pitchFamily="34" charset="0"/>
                    </a:rPr>
                    <a:t>12 u</a:t>
                  </a:r>
                  <a:endParaRPr lang="en-IN" sz="2800" dirty="0">
                    <a:solidFill>
                      <a:schemeClr val="bg1"/>
                    </a:solidFill>
                  </a:endParaRPr>
                </a:p>
              </p:txBody>
            </p:sp>
          </mc:Choice>
          <mc:Fallback xmlns="">
            <p:sp>
              <p:nvSpPr>
                <p:cNvPr id="2" name="TextBox 1">
                  <a:extLst>
                    <a:ext uri="{FF2B5EF4-FFF2-40B4-BE49-F238E27FC236}">
                      <a16:creationId xmlns:a16="http://schemas.microsoft.com/office/drawing/2014/main" id="{9FC54DE5-0C73-BDEC-A58D-EBE5C74B8334}"/>
                    </a:ext>
                  </a:extLst>
                </p:cNvPr>
                <p:cNvSpPr txBox="1">
                  <a:spLocks noRot="1" noChangeAspect="1" noMove="1" noResize="1" noEditPoints="1" noAdjustHandles="1" noChangeArrowheads="1" noChangeShapeType="1" noTextEdit="1"/>
                </p:cNvSpPr>
                <p:nvPr/>
              </p:nvSpPr>
              <p:spPr>
                <a:xfrm>
                  <a:off x="8877541" y="2580604"/>
                  <a:ext cx="2693807" cy="523220"/>
                </a:xfrm>
                <a:prstGeom prst="rect">
                  <a:avLst/>
                </a:prstGeom>
                <a:blipFill>
                  <a:blip r:embed="rId5"/>
                  <a:stretch>
                    <a:fillRect t="-13953" b="-29070"/>
                  </a:stretch>
                </a:blipFill>
              </p:spPr>
              <p:txBody>
                <a:bodyPr/>
                <a:lstStyle/>
                <a:p>
                  <a:r>
                    <a:rPr lang="en-US">
                      <a:noFill/>
                    </a:rPr>
                    <a:t> </a:t>
                  </a:r>
                </a:p>
              </p:txBody>
            </p:sp>
          </mc:Fallback>
        </mc:AlternateContent>
      </p:grpSp>
      <p:grpSp>
        <p:nvGrpSpPr>
          <p:cNvPr id="8" name="Group 7">
            <a:extLst>
              <a:ext uri="{FF2B5EF4-FFF2-40B4-BE49-F238E27FC236}">
                <a16:creationId xmlns:a16="http://schemas.microsoft.com/office/drawing/2014/main" id="{936DDDDB-1C1A-AD0D-4B82-3CF1F6926445}"/>
              </a:ext>
            </a:extLst>
          </p:cNvPr>
          <p:cNvGrpSpPr/>
          <p:nvPr/>
        </p:nvGrpSpPr>
        <p:grpSpPr>
          <a:xfrm>
            <a:off x="262283" y="2500653"/>
            <a:ext cx="2864374" cy="718359"/>
            <a:chOff x="371062" y="261468"/>
            <a:chExt cx="2864374" cy="718359"/>
          </a:xfrm>
        </p:grpSpPr>
        <p:sp>
          <p:nvSpPr>
            <p:cNvPr id="9" name="Freeform 62">
              <a:extLst>
                <a:ext uri="{FF2B5EF4-FFF2-40B4-BE49-F238E27FC236}">
                  <a16:creationId xmlns:a16="http://schemas.microsoft.com/office/drawing/2014/main" id="{5D868DC6-EC43-95B2-A04E-D95A6CD69DD9}"/>
                </a:ext>
              </a:extLst>
            </p:cNvPr>
            <p:cNvSpPr>
              <a:spLocks noEditPoints="1"/>
            </p:cNvSpPr>
            <p:nvPr/>
          </p:nvSpPr>
          <p:spPr bwMode="invGray">
            <a:xfrm>
              <a:off x="371062" y="799817"/>
              <a:ext cx="2046675" cy="180010"/>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sz="2800">
                <a:ln>
                  <a:noFill/>
                </a:ln>
              </a:endParaRPr>
            </a:p>
          </p:txBody>
        </p:sp>
        <p:sp>
          <p:nvSpPr>
            <p:cNvPr id="20" name="TextBox 19">
              <a:extLst>
                <a:ext uri="{FF2B5EF4-FFF2-40B4-BE49-F238E27FC236}">
                  <a16:creationId xmlns:a16="http://schemas.microsoft.com/office/drawing/2014/main" id="{A3AE1AA0-6F2C-2AE6-78B3-2B79D3ED60E7}"/>
                </a:ext>
              </a:extLst>
            </p:cNvPr>
            <p:cNvSpPr txBox="1"/>
            <p:nvPr/>
          </p:nvSpPr>
          <p:spPr>
            <a:xfrm>
              <a:off x="371062" y="261468"/>
              <a:ext cx="2864374" cy="523220"/>
            </a:xfrm>
            <a:prstGeom prst="rect">
              <a:avLst/>
            </a:prstGeom>
            <a:noFill/>
          </p:spPr>
          <p:txBody>
            <a:bodyPr wrap="none" rtlCol="0">
              <a:spAutoFit/>
            </a:bodyPr>
            <a:lstStyle/>
            <a:p>
              <a:r>
                <a:rPr lang="en-US" sz="2800" b="1" dirty="0">
                  <a:solidFill>
                    <a:srgbClr val="FFFF00"/>
                  </a:solidFill>
                  <a:latin typeface="Cambria" panose="02040503050406030204" pitchFamily="18" charset="0"/>
                  <a:ea typeface="Cambria" panose="02040503050406030204" pitchFamily="18" charset="0"/>
                </a:rPr>
                <a:t>Packing fraction</a:t>
              </a:r>
            </a:p>
          </p:txBody>
        </p:sp>
      </p:grpSp>
    </p:spTree>
    <p:extLst>
      <p:ext uri="{BB962C8B-B14F-4D97-AF65-F5344CB8AC3E}">
        <p14:creationId xmlns:p14="http://schemas.microsoft.com/office/powerpoint/2010/main" val="3521107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fade">
                                      <p:cBhvr>
                                        <p:cTn id="17" dur="500"/>
                                        <p:tgtEl>
                                          <p:spTgt spid="21"/>
                                        </p:tgtEl>
                                      </p:cBhvr>
                                    </p:animEffect>
                                  </p:childTnLst>
                                </p:cTn>
                              </p:par>
                            </p:childTnLst>
                          </p:cTn>
                        </p:par>
                        <p:par>
                          <p:cTn id="18" fill="hold">
                            <p:stCondLst>
                              <p:cond delay="500"/>
                            </p:stCondLst>
                            <p:childTnLst>
                              <p:par>
                                <p:cTn id="19" presetID="10" presetClass="entr" presetSubtype="0" fill="hold" grpId="0" nodeType="afterEffect">
                                  <p:stCondLst>
                                    <p:cond delay="0"/>
                                  </p:stCondLst>
                                  <p:childTnLst>
                                    <p:set>
                                      <p:cBhvr>
                                        <p:cTn id="20" dur="1" fill="hold">
                                          <p:stCondLst>
                                            <p:cond delay="0"/>
                                          </p:stCondLst>
                                        </p:cTn>
                                        <p:tgtEl>
                                          <p:spTgt spid="74"/>
                                        </p:tgtEl>
                                        <p:attrNameLst>
                                          <p:attrName>style.visibility</p:attrName>
                                        </p:attrNameLst>
                                      </p:cBhvr>
                                      <p:to>
                                        <p:strVal val="visible"/>
                                      </p:to>
                                    </p:set>
                                    <p:animEffect transition="in" filter="fade">
                                      <p:cBhvr>
                                        <p:cTn id="21" dur="500"/>
                                        <p:tgtEl>
                                          <p:spTgt spid="74"/>
                                        </p:tgtEl>
                                      </p:cBhvr>
                                    </p:animEffect>
                                  </p:childTnLst>
                                </p:cTn>
                              </p:par>
                            </p:childTnLst>
                          </p:cTn>
                        </p:par>
                        <p:par>
                          <p:cTn id="22" fill="hold">
                            <p:stCondLst>
                              <p:cond delay="1000"/>
                            </p:stCondLst>
                            <p:childTnLst>
                              <p:par>
                                <p:cTn id="23" presetID="10" presetClass="entr" presetSubtype="0" fill="hold" grpId="0" nodeType="after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fade">
                                      <p:cBhvr>
                                        <p:cTn id="25" dur="400"/>
                                        <p:tgtEl>
                                          <p:spTgt spid="22"/>
                                        </p:tgtEl>
                                      </p:cBhvr>
                                    </p:animEffect>
                                  </p:childTnLst>
                                </p:cTn>
                              </p:par>
                            </p:childTnLst>
                          </p:cTn>
                        </p:par>
                        <p:par>
                          <p:cTn id="26" fill="hold">
                            <p:stCondLst>
                              <p:cond delay="1400"/>
                            </p:stCondLst>
                            <p:childTnLst>
                              <p:par>
                                <p:cTn id="27" presetID="10" presetClass="entr" presetSubtype="0" fill="hold" grpId="0" nodeType="afterEffect">
                                  <p:stCondLst>
                                    <p:cond delay="0"/>
                                  </p:stCondLst>
                                  <p:childTnLst>
                                    <p:set>
                                      <p:cBhvr>
                                        <p:cTn id="28" dur="1" fill="hold">
                                          <p:stCondLst>
                                            <p:cond delay="0"/>
                                          </p:stCondLst>
                                        </p:cTn>
                                        <p:tgtEl>
                                          <p:spTgt spid="23"/>
                                        </p:tgtEl>
                                        <p:attrNameLst>
                                          <p:attrName>style.visibility</p:attrName>
                                        </p:attrNameLst>
                                      </p:cBhvr>
                                      <p:to>
                                        <p:strVal val="visible"/>
                                      </p:to>
                                    </p:set>
                                    <p:animEffect transition="in" filter="fade">
                                      <p:cBhvr>
                                        <p:cTn id="29" dur="400"/>
                                        <p:tgtEl>
                                          <p:spTgt spid="23"/>
                                        </p:tgtEl>
                                      </p:cBhvr>
                                    </p:animEffect>
                                  </p:childTnLst>
                                </p:cTn>
                              </p:par>
                            </p:childTnLst>
                          </p:cTn>
                        </p:par>
                        <p:par>
                          <p:cTn id="30" fill="hold">
                            <p:stCondLst>
                              <p:cond delay="1800"/>
                            </p:stCondLst>
                            <p:childTnLst>
                              <p:par>
                                <p:cTn id="31" presetID="10" presetClass="entr" presetSubtype="0" fill="hold" grpId="0" nodeType="afterEffect">
                                  <p:stCondLst>
                                    <p:cond delay="0"/>
                                  </p:stCondLst>
                                  <p:childTnLst>
                                    <p:set>
                                      <p:cBhvr>
                                        <p:cTn id="32" dur="1" fill="hold">
                                          <p:stCondLst>
                                            <p:cond delay="0"/>
                                          </p:stCondLst>
                                        </p:cTn>
                                        <p:tgtEl>
                                          <p:spTgt spid="24"/>
                                        </p:tgtEl>
                                        <p:attrNameLst>
                                          <p:attrName>style.visibility</p:attrName>
                                        </p:attrNameLst>
                                      </p:cBhvr>
                                      <p:to>
                                        <p:strVal val="visible"/>
                                      </p:to>
                                    </p:set>
                                    <p:animEffect transition="in" filter="fade">
                                      <p:cBhvr>
                                        <p:cTn id="33" dur="400"/>
                                        <p:tgtEl>
                                          <p:spTgt spid="24"/>
                                        </p:tgtEl>
                                      </p:cBhvr>
                                    </p:animEffect>
                                  </p:childTnLst>
                                </p:cTn>
                              </p:par>
                            </p:childTnLst>
                          </p:cTn>
                        </p:par>
                        <p:par>
                          <p:cTn id="34" fill="hold">
                            <p:stCondLst>
                              <p:cond delay="2200"/>
                            </p:stCondLst>
                            <p:childTnLst>
                              <p:par>
                                <p:cTn id="35" presetID="10" presetClass="entr" presetSubtype="0" fill="hold" grpId="0" nodeType="afterEffect">
                                  <p:stCondLst>
                                    <p:cond delay="0"/>
                                  </p:stCondLst>
                                  <p:childTnLst>
                                    <p:set>
                                      <p:cBhvr>
                                        <p:cTn id="36" dur="1" fill="hold">
                                          <p:stCondLst>
                                            <p:cond delay="0"/>
                                          </p:stCondLst>
                                        </p:cTn>
                                        <p:tgtEl>
                                          <p:spTgt spid="75"/>
                                        </p:tgtEl>
                                        <p:attrNameLst>
                                          <p:attrName>style.visibility</p:attrName>
                                        </p:attrNameLst>
                                      </p:cBhvr>
                                      <p:to>
                                        <p:strVal val="visible"/>
                                      </p:to>
                                    </p:set>
                                    <p:animEffect transition="in" filter="fade">
                                      <p:cBhvr>
                                        <p:cTn id="37" dur="400"/>
                                        <p:tgtEl>
                                          <p:spTgt spid="75"/>
                                        </p:tgtEl>
                                      </p:cBhvr>
                                    </p:animEffect>
                                  </p:childTnLst>
                                </p:cTn>
                              </p:par>
                            </p:childTnLst>
                          </p:cTn>
                        </p:par>
                        <p:par>
                          <p:cTn id="38" fill="hold">
                            <p:stCondLst>
                              <p:cond delay="2600"/>
                            </p:stCondLst>
                            <p:childTnLst>
                              <p:par>
                                <p:cTn id="39" presetID="10" presetClass="entr" presetSubtype="0" fill="hold" grpId="0" nodeType="afterEffect">
                                  <p:stCondLst>
                                    <p:cond delay="0"/>
                                  </p:stCondLst>
                                  <p:childTnLst>
                                    <p:set>
                                      <p:cBhvr>
                                        <p:cTn id="40" dur="1" fill="hold">
                                          <p:stCondLst>
                                            <p:cond delay="0"/>
                                          </p:stCondLst>
                                        </p:cTn>
                                        <p:tgtEl>
                                          <p:spTgt spid="25"/>
                                        </p:tgtEl>
                                        <p:attrNameLst>
                                          <p:attrName>style.visibility</p:attrName>
                                        </p:attrNameLst>
                                      </p:cBhvr>
                                      <p:to>
                                        <p:strVal val="visible"/>
                                      </p:to>
                                    </p:set>
                                    <p:animEffect transition="in" filter="fade">
                                      <p:cBhvr>
                                        <p:cTn id="41" dur="400"/>
                                        <p:tgtEl>
                                          <p:spTgt spid="25"/>
                                        </p:tgtEl>
                                      </p:cBhvr>
                                    </p:animEffect>
                                  </p:childTnLst>
                                </p:cTn>
                              </p:par>
                            </p:childTnLst>
                          </p:cTn>
                        </p:par>
                        <p:par>
                          <p:cTn id="42" fill="hold">
                            <p:stCondLst>
                              <p:cond delay="3000"/>
                            </p:stCondLst>
                            <p:childTnLst>
                              <p:par>
                                <p:cTn id="43" presetID="10" presetClass="entr" presetSubtype="0" fill="hold" grpId="0" nodeType="afterEffect">
                                  <p:stCondLst>
                                    <p:cond delay="0"/>
                                  </p:stCondLst>
                                  <p:childTnLst>
                                    <p:set>
                                      <p:cBhvr>
                                        <p:cTn id="44" dur="1" fill="hold">
                                          <p:stCondLst>
                                            <p:cond delay="0"/>
                                          </p:stCondLst>
                                        </p:cTn>
                                        <p:tgtEl>
                                          <p:spTgt spid="26"/>
                                        </p:tgtEl>
                                        <p:attrNameLst>
                                          <p:attrName>style.visibility</p:attrName>
                                        </p:attrNameLst>
                                      </p:cBhvr>
                                      <p:to>
                                        <p:strVal val="visible"/>
                                      </p:to>
                                    </p:set>
                                    <p:animEffect transition="in" filter="fade">
                                      <p:cBhvr>
                                        <p:cTn id="45" dur="400"/>
                                        <p:tgtEl>
                                          <p:spTgt spid="26"/>
                                        </p:tgtEl>
                                      </p:cBhvr>
                                    </p:animEffect>
                                  </p:childTnLst>
                                </p:cTn>
                              </p:par>
                            </p:childTnLst>
                          </p:cTn>
                        </p:par>
                        <p:par>
                          <p:cTn id="46" fill="hold">
                            <p:stCondLst>
                              <p:cond delay="3400"/>
                            </p:stCondLst>
                            <p:childTnLst>
                              <p:par>
                                <p:cTn id="47" presetID="10" presetClass="entr" presetSubtype="0" fill="hold" grpId="0" nodeType="afterEffect">
                                  <p:stCondLst>
                                    <p:cond delay="0"/>
                                  </p:stCondLst>
                                  <p:childTnLst>
                                    <p:set>
                                      <p:cBhvr>
                                        <p:cTn id="48" dur="1" fill="hold">
                                          <p:stCondLst>
                                            <p:cond delay="0"/>
                                          </p:stCondLst>
                                        </p:cTn>
                                        <p:tgtEl>
                                          <p:spTgt spid="76"/>
                                        </p:tgtEl>
                                        <p:attrNameLst>
                                          <p:attrName>style.visibility</p:attrName>
                                        </p:attrNameLst>
                                      </p:cBhvr>
                                      <p:to>
                                        <p:strVal val="visible"/>
                                      </p:to>
                                    </p:set>
                                    <p:animEffect transition="in" filter="fade">
                                      <p:cBhvr>
                                        <p:cTn id="49" dur="400"/>
                                        <p:tgtEl>
                                          <p:spTgt spid="76"/>
                                        </p:tgtEl>
                                      </p:cBhvr>
                                    </p:animEffect>
                                  </p:childTnLst>
                                </p:cTn>
                              </p:par>
                            </p:childTnLst>
                          </p:cTn>
                        </p:par>
                        <p:par>
                          <p:cTn id="50" fill="hold">
                            <p:stCondLst>
                              <p:cond delay="3800"/>
                            </p:stCondLst>
                            <p:childTnLst>
                              <p:par>
                                <p:cTn id="51" presetID="10" presetClass="entr" presetSubtype="0" fill="hold" grpId="0" nodeType="afterEffect">
                                  <p:stCondLst>
                                    <p:cond delay="0"/>
                                  </p:stCondLst>
                                  <p:childTnLst>
                                    <p:set>
                                      <p:cBhvr>
                                        <p:cTn id="52" dur="1" fill="hold">
                                          <p:stCondLst>
                                            <p:cond delay="0"/>
                                          </p:stCondLst>
                                        </p:cTn>
                                        <p:tgtEl>
                                          <p:spTgt spid="77"/>
                                        </p:tgtEl>
                                        <p:attrNameLst>
                                          <p:attrName>style.visibility</p:attrName>
                                        </p:attrNameLst>
                                      </p:cBhvr>
                                      <p:to>
                                        <p:strVal val="visible"/>
                                      </p:to>
                                    </p:set>
                                    <p:animEffect transition="in" filter="fade">
                                      <p:cBhvr>
                                        <p:cTn id="53" dur="400"/>
                                        <p:tgtEl>
                                          <p:spTgt spid="77"/>
                                        </p:tgtEl>
                                      </p:cBhvr>
                                    </p:animEffect>
                                  </p:childTnLst>
                                </p:cTn>
                              </p:par>
                            </p:childTnLst>
                          </p:cTn>
                        </p:par>
                        <p:par>
                          <p:cTn id="54" fill="hold">
                            <p:stCondLst>
                              <p:cond delay="4200"/>
                            </p:stCondLst>
                            <p:childTnLst>
                              <p:par>
                                <p:cTn id="55" presetID="10" presetClass="entr" presetSubtype="0" fill="hold" grpId="0" nodeType="afterEffect">
                                  <p:stCondLst>
                                    <p:cond delay="0"/>
                                  </p:stCondLst>
                                  <p:childTnLst>
                                    <p:set>
                                      <p:cBhvr>
                                        <p:cTn id="56" dur="1" fill="hold">
                                          <p:stCondLst>
                                            <p:cond delay="0"/>
                                          </p:stCondLst>
                                        </p:cTn>
                                        <p:tgtEl>
                                          <p:spTgt spid="27"/>
                                        </p:tgtEl>
                                        <p:attrNameLst>
                                          <p:attrName>style.visibility</p:attrName>
                                        </p:attrNameLst>
                                      </p:cBhvr>
                                      <p:to>
                                        <p:strVal val="visible"/>
                                      </p:to>
                                    </p:set>
                                    <p:animEffect transition="in" filter="fade">
                                      <p:cBhvr>
                                        <p:cTn id="57" dur="360"/>
                                        <p:tgtEl>
                                          <p:spTgt spid="27"/>
                                        </p:tgtEl>
                                      </p:cBhvr>
                                    </p:animEffect>
                                  </p:childTnLst>
                                </p:cTn>
                              </p:par>
                            </p:childTnLst>
                          </p:cTn>
                        </p:par>
                        <p:par>
                          <p:cTn id="58" fill="hold">
                            <p:stCondLst>
                              <p:cond delay="4560"/>
                            </p:stCondLst>
                            <p:childTnLst>
                              <p:par>
                                <p:cTn id="59" presetID="10" presetClass="entr" presetSubtype="0" fill="hold" grpId="0" nodeType="afterEffect">
                                  <p:stCondLst>
                                    <p:cond delay="0"/>
                                  </p:stCondLst>
                                  <p:childTnLst>
                                    <p:set>
                                      <p:cBhvr>
                                        <p:cTn id="60" dur="1" fill="hold">
                                          <p:stCondLst>
                                            <p:cond delay="0"/>
                                          </p:stCondLst>
                                        </p:cTn>
                                        <p:tgtEl>
                                          <p:spTgt spid="28"/>
                                        </p:tgtEl>
                                        <p:attrNameLst>
                                          <p:attrName>style.visibility</p:attrName>
                                        </p:attrNameLst>
                                      </p:cBhvr>
                                      <p:to>
                                        <p:strVal val="visible"/>
                                      </p:to>
                                    </p:set>
                                    <p:animEffect transition="in" filter="fade">
                                      <p:cBhvr>
                                        <p:cTn id="61" dur="360"/>
                                        <p:tgtEl>
                                          <p:spTgt spid="28"/>
                                        </p:tgtEl>
                                      </p:cBhvr>
                                    </p:animEffect>
                                  </p:childTnLst>
                                </p:cTn>
                              </p:par>
                            </p:childTnLst>
                          </p:cTn>
                        </p:par>
                        <p:par>
                          <p:cTn id="62" fill="hold">
                            <p:stCondLst>
                              <p:cond delay="4920"/>
                            </p:stCondLst>
                            <p:childTnLst>
                              <p:par>
                                <p:cTn id="63" presetID="10" presetClass="entr" presetSubtype="0" fill="hold" grpId="0" nodeType="afterEffect">
                                  <p:stCondLst>
                                    <p:cond delay="0"/>
                                  </p:stCondLst>
                                  <p:childTnLst>
                                    <p:set>
                                      <p:cBhvr>
                                        <p:cTn id="64" dur="1" fill="hold">
                                          <p:stCondLst>
                                            <p:cond delay="0"/>
                                          </p:stCondLst>
                                        </p:cTn>
                                        <p:tgtEl>
                                          <p:spTgt spid="29"/>
                                        </p:tgtEl>
                                        <p:attrNameLst>
                                          <p:attrName>style.visibility</p:attrName>
                                        </p:attrNameLst>
                                      </p:cBhvr>
                                      <p:to>
                                        <p:strVal val="visible"/>
                                      </p:to>
                                    </p:set>
                                    <p:animEffect transition="in" filter="fade">
                                      <p:cBhvr>
                                        <p:cTn id="65" dur="360"/>
                                        <p:tgtEl>
                                          <p:spTgt spid="29"/>
                                        </p:tgtEl>
                                      </p:cBhvr>
                                    </p:animEffect>
                                  </p:childTnLst>
                                </p:cTn>
                              </p:par>
                            </p:childTnLst>
                          </p:cTn>
                        </p:par>
                        <p:par>
                          <p:cTn id="66" fill="hold">
                            <p:stCondLst>
                              <p:cond delay="5280"/>
                            </p:stCondLst>
                            <p:childTnLst>
                              <p:par>
                                <p:cTn id="67" presetID="10" presetClass="entr" presetSubtype="0" fill="hold" grpId="0" nodeType="afterEffect">
                                  <p:stCondLst>
                                    <p:cond delay="0"/>
                                  </p:stCondLst>
                                  <p:childTnLst>
                                    <p:set>
                                      <p:cBhvr>
                                        <p:cTn id="68" dur="1" fill="hold">
                                          <p:stCondLst>
                                            <p:cond delay="0"/>
                                          </p:stCondLst>
                                        </p:cTn>
                                        <p:tgtEl>
                                          <p:spTgt spid="30"/>
                                        </p:tgtEl>
                                        <p:attrNameLst>
                                          <p:attrName>style.visibility</p:attrName>
                                        </p:attrNameLst>
                                      </p:cBhvr>
                                      <p:to>
                                        <p:strVal val="visible"/>
                                      </p:to>
                                    </p:set>
                                    <p:animEffect transition="in" filter="fade">
                                      <p:cBhvr>
                                        <p:cTn id="69" dur="360"/>
                                        <p:tgtEl>
                                          <p:spTgt spid="30"/>
                                        </p:tgtEl>
                                      </p:cBhvr>
                                    </p:animEffect>
                                  </p:childTnLst>
                                </p:cTn>
                              </p:par>
                            </p:childTnLst>
                          </p:cTn>
                        </p:par>
                        <p:par>
                          <p:cTn id="70" fill="hold">
                            <p:stCondLst>
                              <p:cond delay="5640"/>
                            </p:stCondLst>
                            <p:childTnLst>
                              <p:par>
                                <p:cTn id="71" presetID="10" presetClass="entr" presetSubtype="0" fill="hold" grpId="0" nodeType="afterEffect">
                                  <p:stCondLst>
                                    <p:cond delay="0"/>
                                  </p:stCondLst>
                                  <p:childTnLst>
                                    <p:set>
                                      <p:cBhvr>
                                        <p:cTn id="72" dur="1" fill="hold">
                                          <p:stCondLst>
                                            <p:cond delay="0"/>
                                          </p:stCondLst>
                                        </p:cTn>
                                        <p:tgtEl>
                                          <p:spTgt spid="31"/>
                                        </p:tgtEl>
                                        <p:attrNameLst>
                                          <p:attrName>style.visibility</p:attrName>
                                        </p:attrNameLst>
                                      </p:cBhvr>
                                      <p:to>
                                        <p:strVal val="visible"/>
                                      </p:to>
                                    </p:set>
                                    <p:animEffect transition="in" filter="fade">
                                      <p:cBhvr>
                                        <p:cTn id="73" dur="360"/>
                                        <p:tgtEl>
                                          <p:spTgt spid="31"/>
                                        </p:tgtEl>
                                      </p:cBhvr>
                                    </p:animEffect>
                                  </p:childTnLst>
                                </p:cTn>
                              </p:par>
                            </p:childTnLst>
                          </p:cTn>
                        </p:par>
                        <p:par>
                          <p:cTn id="74" fill="hold">
                            <p:stCondLst>
                              <p:cond delay="6000"/>
                            </p:stCondLst>
                            <p:childTnLst>
                              <p:par>
                                <p:cTn id="75" presetID="10" presetClass="entr" presetSubtype="0" fill="hold" grpId="0" nodeType="afterEffect">
                                  <p:stCondLst>
                                    <p:cond delay="0"/>
                                  </p:stCondLst>
                                  <p:childTnLst>
                                    <p:set>
                                      <p:cBhvr>
                                        <p:cTn id="76" dur="1" fill="hold">
                                          <p:stCondLst>
                                            <p:cond delay="0"/>
                                          </p:stCondLst>
                                        </p:cTn>
                                        <p:tgtEl>
                                          <p:spTgt spid="32"/>
                                        </p:tgtEl>
                                        <p:attrNameLst>
                                          <p:attrName>style.visibility</p:attrName>
                                        </p:attrNameLst>
                                      </p:cBhvr>
                                      <p:to>
                                        <p:strVal val="visible"/>
                                      </p:to>
                                    </p:set>
                                    <p:animEffect transition="in" filter="fade">
                                      <p:cBhvr>
                                        <p:cTn id="77" dur="360"/>
                                        <p:tgtEl>
                                          <p:spTgt spid="32"/>
                                        </p:tgtEl>
                                      </p:cBhvr>
                                    </p:animEffect>
                                  </p:childTnLst>
                                </p:cTn>
                              </p:par>
                            </p:childTnLst>
                          </p:cTn>
                        </p:par>
                        <p:par>
                          <p:cTn id="78" fill="hold">
                            <p:stCondLst>
                              <p:cond delay="6360"/>
                            </p:stCondLst>
                            <p:childTnLst>
                              <p:par>
                                <p:cTn id="79" presetID="10" presetClass="entr" presetSubtype="0" fill="hold" grpId="0" nodeType="afterEffect">
                                  <p:stCondLst>
                                    <p:cond delay="0"/>
                                  </p:stCondLst>
                                  <p:childTnLst>
                                    <p:set>
                                      <p:cBhvr>
                                        <p:cTn id="80" dur="1" fill="hold">
                                          <p:stCondLst>
                                            <p:cond delay="0"/>
                                          </p:stCondLst>
                                        </p:cTn>
                                        <p:tgtEl>
                                          <p:spTgt spid="33"/>
                                        </p:tgtEl>
                                        <p:attrNameLst>
                                          <p:attrName>style.visibility</p:attrName>
                                        </p:attrNameLst>
                                      </p:cBhvr>
                                      <p:to>
                                        <p:strVal val="visible"/>
                                      </p:to>
                                    </p:set>
                                    <p:animEffect transition="in" filter="fade">
                                      <p:cBhvr>
                                        <p:cTn id="81" dur="360"/>
                                        <p:tgtEl>
                                          <p:spTgt spid="33"/>
                                        </p:tgtEl>
                                      </p:cBhvr>
                                    </p:animEffect>
                                  </p:childTnLst>
                                </p:cTn>
                              </p:par>
                            </p:childTnLst>
                          </p:cTn>
                        </p:par>
                        <p:par>
                          <p:cTn id="82" fill="hold">
                            <p:stCondLst>
                              <p:cond delay="6720"/>
                            </p:stCondLst>
                            <p:childTnLst>
                              <p:par>
                                <p:cTn id="83" presetID="10" presetClass="entr" presetSubtype="0" fill="hold" grpId="0" nodeType="afterEffect">
                                  <p:stCondLst>
                                    <p:cond delay="0"/>
                                  </p:stCondLst>
                                  <p:childTnLst>
                                    <p:set>
                                      <p:cBhvr>
                                        <p:cTn id="84" dur="1" fill="hold">
                                          <p:stCondLst>
                                            <p:cond delay="0"/>
                                          </p:stCondLst>
                                        </p:cTn>
                                        <p:tgtEl>
                                          <p:spTgt spid="34"/>
                                        </p:tgtEl>
                                        <p:attrNameLst>
                                          <p:attrName>style.visibility</p:attrName>
                                        </p:attrNameLst>
                                      </p:cBhvr>
                                      <p:to>
                                        <p:strVal val="visible"/>
                                      </p:to>
                                    </p:set>
                                    <p:animEffect transition="in" filter="fade">
                                      <p:cBhvr>
                                        <p:cTn id="85" dur="360"/>
                                        <p:tgtEl>
                                          <p:spTgt spid="34"/>
                                        </p:tgtEl>
                                      </p:cBhvr>
                                    </p:animEffect>
                                  </p:childTnLst>
                                </p:cTn>
                              </p:par>
                            </p:childTnLst>
                          </p:cTn>
                        </p:par>
                        <p:par>
                          <p:cTn id="86" fill="hold">
                            <p:stCondLst>
                              <p:cond delay="7080"/>
                            </p:stCondLst>
                            <p:childTnLst>
                              <p:par>
                                <p:cTn id="87" presetID="10" presetClass="entr" presetSubtype="0" fill="hold" grpId="0" nodeType="afterEffect">
                                  <p:stCondLst>
                                    <p:cond delay="0"/>
                                  </p:stCondLst>
                                  <p:childTnLst>
                                    <p:set>
                                      <p:cBhvr>
                                        <p:cTn id="88" dur="1" fill="hold">
                                          <p:stCondLst>
                                            <p:cond delay="0"/>
                                          </p:stCondLst>
                                        </p:cTn>
                                        <p:tgtEl>
                                          <p:spTgt spid="35"/>
                                        </p:tgtEl>
                                        <p:attrNameLst>
                                          <p:attrName>style.visibility</p:attrName>
                                        </p:attrNameLst>
                                      </p:cBhvr>
                                      <p:to>
                                        <p:strVal val="visible"/>
                                      </p:to>
                                    </p:set>
                                    <p:animEffect transition="in" filter="fade">
                                      <p:cBhvr>
                                        <p:cTn id="89" dur="280"/>
                                        <p:tgtEl>
                                          <p:spTgt spid="35"/>
                                        </p:tgtEl>
                                      </p:cBhvr>
                                    </p:animEffect>
                                  </p:childTnLst>
                                </p:cTn>
                              </p:par>
                            </p:childTnLst>
                          </p:cTn>
                        </p:par>
                        <p:par>
                          <p:cTn id="90" fill="hold">
                            <p:stCondLst>
                              <p:cond delay="7360"/>
                            </p:stCondLst>
                            <p:childTnLst>
                              <p:par>
                                <p:cTn id="91" presetID="10" presetClass="entr" presetSubtype="0" fill="hold" grpId="0" nodeType="afterEffect">
                                  <p:stCondLst>
                                    <p:cond delay="0"/>
                                  </p:stCondLst>
                                  <p:childTnLst>
                                    <p:set>
                                      <p:cBhvr>
                                        <p:cTn id="92" dur="1" fill="hold">
                                          <p:stCondLst>
                                            <p:cond delay="0"/>
                                          </p:stCondLst>
                                        </p:cTn>
                                        <p:tgtEl>
                                          <p:spTgt spid="36"/>
                                        </p:tgtEl>
                                        <p:attrNameLst>
                                          <p:attrName>style.visibility</p:attrName>
                                        </p:attrNameLst>
                                      </p:cBhvr>
                                      <p:to>
                                        <p:strVal val="visible"/>
                                      </p:to>
                                    </p:set>
                                    <p:animEffect transition="in" filter="fade">
                                      <p:cBhvr>
                                        <p:cTn id="93" dur="280"/>
                                        <p:tgtEl>
                                          <p:spTgt spid="36"/>
                                        </p:tgtEl>
                                      </p:cBhvr>
                                    </p:animEffect>
                                  </p:childTnLst>
                                </p:cTn>
                              </p:par>
                            </p:childTnLst>
                          </p:cTn>
                        </p:par>
                        <p:par>
                          <p:cTn id="94" fill="hold">
                            <p:stCondLst>
                              <p:cond delay="7640"/>
                            </p:stCondLst>
                            <p:childTnLst>
                              <p:par>
                                <p:cTn id="95" presetID="10" presetClass="entr" presetSubtype="0" fill="hold" grpId="0" nodeType="afterEffect">
                                  <p:stCondLst>
                                    <p:cond delay="0"/>
                                  </p:stCondLst>
                                  <p:childTnLst>
                                    <p:set>
                                      <p:cBhvr>
                                        <p:cTn id="96" dur="1" fill="hold">
                                          <p:stCondLst>
                                            <p:cond delay="0"/>
                                          </p:stCondLst>
                                        </p:cTn>
                                        <p:tgtEl>
                                          <p:spTgt spid="37"/>
                                        </p:tgtEl>
                                        <p:attrNameLst>
                                          <p:attrName>style.visibility</p:attrName>
                                        </p:attrNameLst>
                                      </p:cBhvr>
                                      <p:to>
                                        <p:strVal val="visible"/>
                                      </p:to>
                                    </p:set>
                                    <p:animEffect transition="in" filter="fade">
                                      <p:cBhvr>
                                        <p:cTn id="97" dur="280"/>
                                        <p:tgtEl>
                                          <p:spTgt spid="37"/>
                                        </p:tgtEl>
                                      </p:cBhvr>
                                    </p:animEffect>
                                  </p:childTnLst>
                                </p:cTn>
                              </p:par>
                            </p:childTnLst>
                          </p:cTn>
                        </p:par>
                        <p:par>
                          <p:cTn id="98" fill="hold">
                            <p:stCondLst>
                              <p:cond delay="7920"/>
                            </p:stCondLst>
                            <p:childTnLst>
                              <p:par>
                                <p:cTn id="99" presetID="10" presetClass="entr" presetSubtype="0" fill="hold" grpId="0" nodeType="afterEffect">
                                  <p:stCondLst>
                                    <p:cond delay="0"/>
                                  </p:stCondLst>
                                  <p:childTnLst>
                                    <p:set>
                                      <p:cBhvr>
                                        <p:cTn id="100" dur="1" fill="hold">
                                          <p:stCondLst>
                                            <p:cond delay="0"/>
                                          </p:stCondLst>
                                        </p:cTn>
                                        <p:tgtEl>
                                          <p:spTgt spid="38"/>
                                        </p:tgtEl>
                                        <p:attrNameLst>
                                          <p:attrName>style.visibility</p:attrName>
                                        </p:attrNameLst>
                                      </p:cBhvr>
                                      <p:to>
                                        <p:strVal val="visible"/>
                                      </p:to>
                                    </p:set>
                                    <p:animEffect transition="in" filter="fade">
                                      <p:cBhvr>
                                        <p:cTn id="101" dur="280"/>
                                        <p:tgtEl>
                                          <p:spTgt spid="38"/>
                                        </p:tgtEl>
                                      </p:cBhvr>
                                    </p:animEffect>
                                  </p:childTnLst>
                                </p:cTn>
                              </p:par>
                            </p:childTnLst>
                          </p:cTn>
                        </p:par>
                        <p:par>
                          <p:cTn id="102" fill="hold">
                            <p:stCondLst>
                              <p:cond delay="8200"/>
                            </p:stCondLst>
                            <p:childTnLst>
                              <p:par>
                                <p:cTn id="103" presetID="10" presetClass="entr" presetSubtype="0" fill="hold" grpId="0" nodeType="afterEffect">
                                  <p:stCondLst>
                                    <p:cond delay="0"/>
                                  </p:stCondLst>
                                  <p:childTnLst>
                                    <p:set>
                                      <p:cBhvr>
                                        <p:cTn id="104" dur="1" fill="hold">
                                          <p:stCondLst>
                                            <p:cond delay="0"/>
                                          </p:stCondLst>
                                        </p:cTn>
                                        <p:tgtEl>
                                          <p:spTgt spid="39"/>
                                        </p:tgtEl>
                                        <p:attrNameLst>
                                          <p:attrName>style.visibility</p:attrName>
                                        </p:attrNameLst>
                                      </p:cBhvr>
                                      <p:to>
                                        <p:strVal val="visible"/>
                                      </p:to>
                                    </p:set>
                                    <p:animEffect transition="in" filter="fade">
                                      <p:cBhvr>
                                        <p:cTn id="105" dur="280"/>
                                        <p:tgtEl>
                                          <p:spTgt spid="39"/>
                                        </p:tgtEl>
                                      </p:cBhvr>
                                    </p:animEffect>
                                  </p:childTnLst>
                                </p:cTn>
                              </p:par>
                            </p:childTnLst>
                          </p:cTn>
                        </p:par>
                        <p:par>
                          <p:cTn id="106" fill="hold">
                            <p:stCondLst>
                              <p:cond delay="8480"/>
                            </p:stCondLst>
                            <p:childTnLst>
                              <p:par>
                                <p:cTn id="107" presetID="10" presetClass="entr" presetSubtype="0" fill="hold" grpId="0" nodeType="afterEffect">
                                  <p:stCondLst>
                                    <p:cond delay="0"/>
                                  </p:stCondLst>
                                  <p:childTnLst>
                                    <p:set>
                                      <p:cBhvr>
                                        <p:cTn id="108" dur="1" fill="hold">
                                          <p:stCondLst>
                                            <p:cond delay="0"/>
                                          </p:stCondLst>
                                        </p:cTn>
                                        <p:tgtEl>
                                          <p:spTgt spid="40"/>
                                        </p:tgtEl>
                                        <p:attrNameLst>
                                          <p:attrName>style.visibility</p:attrName>
                                        </p:attrNameLst>
                                      </p:cBhvr>
                                      <p:to>
                                        <p:strVal val="visible"/>
                                      </p:to>
                                    </p:set>
                                    <p:animEffect transition="in" filter="fade">
                                      <p:cBhvr>
                                        <p:cTn id="109" dur="280"/>
                                        <p:tgtEl>
                                          <p:spTgt spid="40"/>
                                        </p:tgtEl>
                                      </p:cBhvr>
                                    </p:animEffect>
                                  </p:childTnLst>
                                </p:cTn>
                              </p:par>
                            </p:childTnLst>
                          </p:cTn>
                        </p:par>
                        <p:par>
                          <p:cTn id="110" fill="hold">
                            <p:stCondLst>
                              <p:cond delay="8760"/>
                            </p:stCondLst>
                            <p:childTnLst>
                              <p:par>
                                <p:cTn id="111" presetID="10" presetClass="entr" presetSubtype="0" fill="hold" grpId="0" nodeType="afterEffect">
                                  <p:stCondLst>
                                    <p:cond delay="0"/>
                                  </p:stCondLst>
                                  <p:childTnLst>
                                    <p:set>
                                      <p:cBhvr>
                                        <p:cTn id="112" dur="1" fill="hold">
                                          <p:stCondLst>
                                            <p:cond delay="0"/>
                                          </p:stCondLst>
                                        </p:cTn>
                                        <p:tgtEl>
                                          <p:spTgt spid="41"/>
                                        </p:tgtEl>
                                        <p:attrNameLst>
                                          <p:attrName>style.visibility</p:attrName>
                                        </p:attrNameLst>
                                      </p:cBhvr>
                                      <p:to>
                                        <p:strVal val="visible"/>
                                      </p:to>
                                    </p:set>
                                    <p:animEffect transition="in" filter="fade">
                                      <p:cBhvr>
                                        <p:cTn id="113" dur="280"/>
                                        <p:tgtEl>
                                          <p:spTgt spid="41"/>
                                        </p:tgtEl>
                                      </p:cBhvr>
                                    </p:animEffect>
                                  </p:childTnLst>
                                </p:cTn>
                              </p:par>
                            </p:childTnLst>
                          </p:cTn>
                        </p:par>
                        <p:par>
                          <p:cTn id="114" fill="hold">
                            <p:stCondLst>
                              <p:cond delay="9040"/>
                            </p:stCondLst>
                            <p:childTnLst>
                              <p:par>
                                <p:cTn id="115" presetID="10" presetClass="entr" presetSubtype="0" fill="hold" grpId="0" nodeType="afterEffect">
                                  <p:stCondLst>
                                    <p:cond delay="0"/>
                                  </p:stCondLst>
                                  <p:childTnLst>
                                    <p:set>
                                      <p:cBhvr>
                                        <p:cTn id="116" dur="1" fill="hold">
                                          <p:stCondLst>
                                            <p:cond delay="0"/>
                                          </p:stCondLst>
                                        </p:cTn>
                                        <p:tgtEl>
                                          <p:spTgt spid="42"/>
                                        </p:tgtEl>
                                        <p:attrNameLst>
                                          <p:attrName>style.visibility</p:attrName>
                                        </p:attrNameLst>
                                      </p:cBhvr>
                                      <p:to>
                                        <p:strVal val="visible"/>
                                      </p:to>
                                    </p:set>
                                    <p:animEffect transition="in" filter="fade">
                                      <p:cBhvr>
                                        <p:cTn id="117" dur="280"/>
                                        <p:tgtEl>
                                          <p:spTgt spid="42"/>
                                        </p:tgtEl>
                                      </p:cBhvr>
                                    </p:animEffect>
                                  </p:childTnLst>
                                </p:cTn>
                              </p:par>
                            </p:childTnLst>
                          </p:cTn>
                        </p:par>
                        <p:par>
                          <p:cTn id="118" fill="hold">
                            <p:stCondLst>
                              <p:cond delay="9320"/>
                            </p:stCondLst>
                            <p:childTnLst>
                              <p:par>
                                <p:cTn id="119" presetID="10" presetClass="entr" presetSubtype="0" fill="hold" grpId="0" nodeType="afterEffect">
                                  <p:stCondLst>
                                    <p:cond delay="0"/>
                                  </p:stCondLst>
                                  <p:childTnLst>
                                    <p:set>
                                      <p:cBhvr>
                                        <p:cTn id="120" dur="1" fill="hold">
                                          <p:stCondLst>
                                            <p:cond delay="0"/>
                                          </p:stCondLst>
                                        </p:cTn>
                                        <p:tgtEl>
                                          <p:spTgt spid="43"/>
                                        </p:tgtEl>
                                        <p:attrNameLst>
                                          <p:attrName>style.visibility</p:attrName>
                                        </p:attrNameLst>
                                      </p:cBhvr>
                                      <p:to>
                                        <p:strVal val="visible"/>
                                      </p:to>
                                    </p:set>
                                    <p:animEffect transition="in" filter="fade">
                                      <p:cBhvr>
                                        <p:cTn id="121" dur="220"/>
                                        <p:tgtEl>
                                          <p:spTgt spid="43"/>
                                        </p:tgtEl>
                                      </p:cBhvr>
                                    </p:animEffect>
                                  </p:childTnLst>
                                </p:cTn>
                              </p:par>
                            </p:childTnLst>
                          </p:cTn>
                        </p:par>
                        <p:par>
                          <p:cTn id="122" fill="hold">
                            <p:stCondLst>
                              <p:cond delay="9540"/>
                            </p:stCondLst>
                            <p:childTnLst>
                              <p:par>
                                <p:cTn id="123" presetID="10" presetClass="entr" presetSubtype="0" fill="hold" grpId="0" nodeType="afterEffect">
                                  <p:stCondLst>
                                    <p:cond delay="0"/>
                                  </p:stCondLst>
                                  <p:childTnLst>
                                    <p:set>
                                      <p:cBhvr>
                                        <p:cTn id="124" dur="1" fill="hold">
                                          <p:stCondLst>
                                            <p:cond delay="0"/>
                                          </p:stCondLst>
                                        </p:cTn>
                                        <p:tgtEl>
                                          <p:spTgt spid="44"/>
                                        </p:tgtEl>
                                        <p:attrNameLst>
                                          <p:attrName>style.visibility</p:attrName>
                                        </p:attrNameLst>
                                      </p:cBhvr>
                                      <p:to>
                                        <p:strVal val="visible"/>
                                      </p:to>
                                    </p:set>
                                    <p:animEffect transition="in" filter="fade">
                                      <p:cBhvr>
                                        <p:cTn id="125" dur="220"/>
                                        <p:tgtEl>
                                          <p:spTgt spid="44"/>
                                        </p:tgtEl>
                                      </p:cBhvr>
                                    </p:animEffect>
                                  </p:childTnLst>
                                </p:cTn>
                              </p:par>
                            </p:childTnLst>
                          </p:cTn>
                        </p:par>
                        <p:par>
                          <p:cTn id="126" fill="hold">
                            <p:stCondLst>
                              <p:cond delay="9760"/>
                            </p:stCondLst>
                            <p:childTnLst>
                              <p:par>
                                <p:cTn id="127" presetID="10" presetClass="entr" presetSubtype="0" fill="hold" grpId="0" nodeType="afterEffect">
                                  <p:stCondLst>
                                    <p:cond delay="0"/>
                                  </p:stCondLst>
                                  <p:childTnLst>
                                    <p:set>
                                      <p:cBhvr>
                                        <p:cTn id="128" dur="1" fill="hold">
                                          <p:stCondLst>
                                            <p:cond delay="0"/>
                                          </p:stCondLst>
                                        </p:cTn>
                                        <p:tgtEl>
                                          <p:spTgt spid="45"/>
                                        </p:tgtEl>
                                        <p:attrNameLst>
                                          <p:attrName>style.visibility</p:attrName>
                                        </p:attrNameLst>
                                      </p:cBhvr>
                                      <p:to>
                                        <p:strVal val="visible"/>
                                      </p:to>
                                    </p:set>
                                    <p:animEffect transition="in" filter="fade">
                                      <p:cBhvr>
                                        <p:cTn id="129" dur="220"/>
                                        <p:tgtEl>
                                          <p:spTgt spid="45"/>
                                        </p:tgtEl>
                                      </p:cBhvr>
                                    </p:animEffect>
                                  </p:childTnLst>
                                </p:cTn>
                              </p:par>
                            </p:childTnLst>
                          </p:cTn>
                        </p:par>
                        <p:par>
                          <p:cTn id="130" fill="hold">
                            <p:stCondLst>
                              <p:cond delay="9980"/>
                            </p:stCondLst>
                            <p:childTnLst>
                              <p:par>
                                <p:cTn id="131" presetID="10" presetClass="entr" presetSubtype="0" fill="hold" grpId="0" nodeType="afterEffect">
                                  <p:stCondLst>
                                    <p:cond delay="0"/>
                                  </p:stCondLst>
                                  <p:childTnLst>
                                    <p:set>
                                      <p:cBhvr>
                                        <p:cTn id="132" dur="1" fill="hold">
                                          <p:stCondLst>
                                            <p:cond delay="0"/>
                                          </p:stCondLst>
                                        </p:cTn>
                                        <p:tgtEl>
                                          <p:spTgt spid="46"/>
                                        </p:tgtEl>
                                        <p:attrNameLst>
                                          <p:attrName>style.visibility</p:attrName>
                                        </p:attrNameLst>
                                      </p:cBhvr>
                                      <p:to>
                                        <p:strVal val="visible"/>
                                      </p:to>
                                    </p:set>
                                    <p:animEffect transition="in" filter="fade">
                                      <p:cBhvr>
                                        <p:cTn id="133" dur="220"/>
                                        <p:tgtEl>
                                          <p:spTgt spid="46"/>
                                        </p:tgtEl>
                                      </p:cBhvr>
                                    </p:animEffect>
                                  </p:childTnLst>
                                </p:cTn>
                              </p:par>
                            </p:childTnLst>
                          </p:cTn>
                        </p:par>
                        <p:par>
                          <p:cTn id="134" fill="hold">
                            <p:stCondLst>
                              <p:cond delay="10200"/>
                            </p:stCondLst>
                            <p:childTnLst>
                              <p:par>
                                <p:cTn id="135" presetID="10" presetClass="entr" presetSubtype="0" fill="hold" grpId="0" nodeType="afterEffect">
                                  <p:stCondLst>
                                    <p:cond delay="0"/>
                                  </p:stCondLst>
                                  <p:childTnLst>
                                    <p:set>
                                      <p:cBhvr>
                                        <p:cTn id="136" dur="1" fill="hold">
                                          <p:stCondLst>
                                            <p:cond delay="0"/>
                                          </p:stCondLst>
                                        </p:cTn>
                                        <p:tgtEl>
                                          <p:spTgt spid="47"/>
                                        </p:tgtEl>
                                        <p:attrNameLst>
                                          <p:attrName>style.visibility</p:attrName>
                                        </p:attrNameLst>
                                      </p:cBhvr>
                                      <p:to>
                                        <p:strVal val="visible"/>
                                      </p:to>
                                    </p:set>
                                    <p:animEffect transition="in" filter="fade">
                                      <p:cBhvr>
                                        <p:cTn id="137" dur="220"/>
                                        <p:tgtEl>
                                          <p:spTgt spid="47"/>
                                        </p:tgtEl>
                                      </p:cBhvr>
                                    </p:animEffect>
                                  </p:childTnLst>
                                </p:cTn>
                              </p:par>
                            </p:childTnLst>
                          </p:cTn>
                        </p:par>
                        <p:par>
                          <p:cTn id="138" fill="hold">
                            <p:stCondLst>
                              <p:cond delay="10420"/>
                            </p:stCondLst>
                            <p:childTnLst>
                              <p:par>
                                <p:cTn id="139" presetID="10" presetClass="entr" presetSubtype="0" fill="hold" grpId="0" nodeType="afterEffect">
                                  <p:stCondLst>
                                    <p:cond delay="0"/>
                                  </p:stCondLst>
                                  <p:childTnLst>
                                    <p:set>
                                      <p:cBhvr>
                                        <p:cTn id="140" dur="1" fill="hold">
                                          <p:stCondLst>
                                            <p:cond delay="0"/>
                                          </p:stCondLst>
                                        </p:cTn>
                                        <p:tgtEl>
                                          <p:spTgt spid="48"/>
                                        </p:tgtEl>
                                        <p:attrNameLst>
                                          <p:attrName>style.visibility</p:attrName>
                                        </p:attrNameLst>
                                      </p:cBhvr>
                                      <p:to>
                                        <p:strVal val="visible"/>
                                      </p:to>
                                    </p:set>
                                    <p:animEffect transition="in" filter="fade">
                                      <p:cBhvr>
                                        <p:cTn id="141" dur="220"/>
                                        <p:tgtEl>
                                          <p:spTgt spid="48"/>
                                        </p:tgtEl>
                                      </p:cBhvr>
                                    </p:animEffect>
                                  </p:childTnLst>
                                </p:cTn>
                              </p:par>
                            </p:childTnLst>
                          </p:cTn>
                        </p:par>
                        <p:par>
                          <p:cTn id="142" fill="hold">
                            <p:stCondLst>
                              <p:cond delay="10640"/>
                            </p:stCondLst>
                            <p:childTnLst>
                              <p:par>
                                <p:cTn id="143" presetID="10" presetClass="entr" presetSubtype="0" fill="hold" grpId="0" nodeType="afterEffect">
                                  <p:stCondLst>
                                    <p:cond delay="0"/>
                                  </p:stCondLst>
                                  <p:childTnLst>
                                    <p:set>
                                      <p:cBhvr>
                                        <p:cTn id="144" dur="1" fill="hold">
                                          <p:stCondLst>
                                            <p:cond delay="0"/>
                                          </p:stCondLst>
                                        </p:cTn>
                                        <p:tgtEl>
                                          <p:spTgt spid="49"/>
                                        </p:tgtEl>
                                        <p:attrNameLst>
                                          <p:attrName>style.visibility</p:attrName>
                                        </p:attrNameLst>
                                      </p:cBhvr>
                                      <p:to>
                                        <p:strVal val="visible"/>
                                      </p:to>
                                    </p:set>
                                    <p:animEffect transition="in" filter="fade">
                                      <p:cBhvr>
                                        <p:cTn id="145" dur="160"/>
                                        <p:tgtEl>
                                          <p:spTgt spid="49"/>
                                        </p:tgtEl>
                                      </p:cBhvr>
                                    </p:animEffect>
                                  </p:childTnLst>
                                </p:cTn>
                              </p:par>
                            </p:childTnLst>
                          </p:cTn>
                        </p:par>
                        <p:par>
                          <p:cTn id="146" fill="hold">
                            <p:stCondLst>
                              <p:cond delay="10800"/>
                            </p:stCondLst>
                            <p:childTnLst>
                              <p:par>
                                <p:cTn id="147" presetID="10" presetClass="entr" presetSubtype="0" fill="hold" grpId="0" nodeType="afterEffect">
                                  <p:stCondLst>
                                    <p:cond delay="0"/>
                                  </p:stCondLst>
                                  <p:childTnLst>
                                    <p:set>
                                      <p:cBhvr>
                                        <p:cTn id="148" dur="1" fill="hold">
                                          <p:stCondLst>
                                            <p:cond delay="0"/>
                                          </p:stCondLst>
                                        </p:cTn>
                                        <p:tgtEl>
                                          <p:spTgt spid="50"/>
                                        </p:tgtEl>
                                        <p:attrNameLst>
                                          <p:attrName>style.visibility</p:attrName>
                                        </p:attrNameLst>
                                      </p:cBhvr>
                                      <p:to>
                                        <p:strVal val="visible"/>
                                      </p:to>
                                    </p:set>
                                    <p:animEffect transition="in" filter="fade">
                                      <p:cBhvr>
                                        <p:cTn id="149" dur="160"/>
                                        <p:tgtEl>
                                          <p:spTgt spid="50"/>
                                        </p:tgtEl>
                                      </p:cBhvr>
                                    </p:animEffect>
                                  </p:childTnLst>
                                </p:cTn>
                              </p:par>
                            </p:childTnLst>
                          </p:cTn>
                        </p:par>
                        <p:par>
                          <p:cTn id="150" fill="hold">
                            <p:stCondLst>
                              <p:cond delay="10960"/>
                            </p:stCondLst>
                            <p:childTnLst>
                              <p:par>
                                <p:cTn id="151" presetID="10" presetClass="entr" presetSubtype="0" fill="hold" grpId="0" nodeType="afterEffect">
                                  <p:stCondLst>
                                    <p:cond delay="0"/>
                                  </p:stCondLst>
                                  <p:childTnLst>
                                    <p:set>
                                      <p:cBhvr>
                                        <p:cTn id="152" dur="1" fill="hold">
                                          <p:stCondLst>
                                            <p:cond delay="0"/>
                                          </p:stCondLst>
                                        </p:cTn>
                                        <p:tgtEl>
                                          <p:spTgt spid="51"/>
                                        </p:tgtEl>
                                        <p:attrNameLst>
                                          <p:attrName>style.visibility</p:attrName>
                                        </p:attrNameLst>
                                      </p:cBhvr>
                                      <p:to>
                                        <p:strVal val="visible"/>
                                      </p:to>
                                    </p:set>
                                    <p:animEffect transition="in" filter="fade">
                                      <p:cBhvr>
                                        <p:cTn id="153" dur="160"/>
                                        <p:tgtEl>
                                          <p:spTgt spid="51"/>
                                        </p:tgtEl>
                                      </p:cBhvr>
                                    </p:animEffect>
                                  </p:childTnLst>
                                </p:cTn>
                              </p:par>
                            </p:childTnLst>
                          </p:cTn>
                        </p:par>
                        <p:par>
                          <p:cTn id="154" fill="hold">
                            <p:stCondLst>
                              <p:cond delay="11120"/>
                            </p:stCondLst>
                            <p:childTnLst>
                              <p:par>
                                <p:cTn id="155" presetID="10" presetClass="entr" presetSubtype="0" fill="hold" grpId="0" nodeType="afterEffect">
                                  <p:stCondLst>
                                    <p:cond delay="0"/>
                                  </p:stCondLst>
                                  <p:childTnLst>
                                    <p:set>
                                      <p:cBhvr>
                                        <p:cTn id="156" dur="1" fill="hold">
                                          <p:stCondLst>
                                            <p:cond delay="0"/>
                                          </p:stCondLst>
                                        </p:cTn>
                                        <p:tgtEl>
                                          <p:spTgt spid="52"/>
                                        </p:tgtEl>
                                        <p:attrNameLst>
                                          <p:attrName>style.visibility</p:attrName>
                                        </p:attrNameLst>
                                      </p:cBhvr>
                                      <p:to>
                                        <p:strVal val="visible"/>
                                      </p:to>
                                    </p:set>
                                    <p:animEffect transition="in" filter="fade">
                                      <p:cBhvr>
                                        <p:cTn id="157" dur="160"/>
                                        <p:tgtEl>
                                          <p:spTgt spid="52"/>
                                        </p:tgtEl>
                                      </p:cBhvr>
                                    </p:animEffect>
                                  </p:childTnLst>
                                </p:cTn>
                              </p:par>
                            </p:childTnLst>
                          </p:cTn>
                        </p:par>
                        <p:par>
                          <p:cTn id="158" fill="hold">
                            <p:stCondLst>
                              <p:cond delay="11280"/>
                            </p:stCondLst>
                            <p:childTnLst>
                              <p:par>
                                <p:cTn id="159" presetID="10" presetClass="entr" presetSubtype="0" fill="hold" grpId="0" nodeType="afterEffect">
                                  <p:stCondLst>
                                    <p:cond delay="0"/>
                                  </p:stCondLst>
                                  <p:childTnLst>
                                    <p:set>
                                      <p:cBhvr>
                                        <p:cTn id="160" dur="1" fill="hold">
                                          <p:stCondLst>
                                            <p:cond delay="0"/>
                                          </p:stCondLst>
                                        </p:cTn>
                                        <p:tgtEl>
                                          <p:spTgt spid="53"/>
                                        </p:tgtEl>
                                        <p:attrNameLst>
                                          <p:attrName>style.visibility</p:attrName>
                                        </p:attrNameLst>
                                      </p:cBhvr>
                                      <p:to>
                                        <p:strVal val="visible"/>
                                      </p:to>
                                    </p:set>
                                    <p:animEffect transition="in" filter="fade">
                                      <p:cBhvr>
                                        <p:cTn id="161" dur="160"/>
                                        <p:tgtEl>
                                          <p:spTgt spid="53"/>
                                        </p:tgtEl>
                                      </p:cBhvr>
                                    </p:animEffect>
                                  </p:childTnLst>
                                </p:cTn>
                              </p:par>
                            </p:childTnLst>
                          </p:cTn>
                        </p:par>
                        <p:par>
                          <p:cTn id="162" fill="hold">
                            <p:stCondLst>
                              <p:cond delay="11440"/>
                            </p:stCondLst>
                            <p:childTnLst>
                              <p:par>
                                <p:cTn id="163" presetID="10" presetClass="entr" presetSubtype="0" fill="hold" grpId="0" nodeType="afterEffect">
                                  <p:stCondLst>
                                    <p:cond delay="0"/>
                                  </p:stCondLst>
                                  <p:childTnLst>
                                    <p:set>
                                      <p:cBhvr>
                                        <p:cTn id="164" dur="1" fill="hold">
                                          <p:stCondLst>
                                            <p:cond delay="0"/>
                                          </p:stCondLst>
                                        </p:cTn>
                                        <p:tgtEl>
                                          <p:spTgt spid="57"/>
                                        </p:tgtEl>
                                        <p:attrNameLst>
                                          <p:attrName>style.visibility</p:attrName>
                                        </p:attrNameLst>
                                      </p:cBhvr>
                                      <p:to>
                                        <p:strVal val="visible"/>
                                      </p:to>
                                    </p:set>
                                    <p:animEffect transition="in" filter="fade">
                                      <p:cBhvr>
                                        <p:cTn id="165" dur="160"/>
                                        <p:tgtEl>
                                          <p:spTgt spid="57"/>
                                        </p:tgtEl>
                                      </p:cBhvr>
                                    </p:animEffect>
                                  </p:childTnLst>
                                </p:cTn>
                              </p:par>
                            </p:childTnLst>
                          </p:cTn>
                        </p:par>
                        <p:par>
                          <p:cTn id="166" fill="hold">
                            <p:stCondLst>
                              <p:cond delay="11600"/>
                            </p:stCondLst>
                            <p:childTnLst>
                              <p:par>
                                <p:cTn id="167" presetID="10" presetClass="entr" presetSubtype="0" fill="hold" grpId="0" nodeType="afterEffect">
                                  <p:stCondLst>
                                    <p:cond delay="0"/>
                                  </p:stCondLst>
                                  <p:childTnLst>
                                    <p:set>
                                      <p:cBhvr>
                                        <p:cTn id="168" dur="1" fill="hold">
                                          <p:stCondLst>
                                            <p:cond delay="0"/>
                                          </p:stCondLst>
                                        </p:cTn>
                                        <p:tgtEl>
                                          <p:spTgt spid="58"/>
                                        </p:tgtEl>
                                        <p:attrNameLst>
                                          <p:attrName>style.visibility</p:attrName>
                                        </p:attrNameLst>
                                      </p:cBhvr>
                                      <p:to>
                                        <p:strVal val="visible"/>
                                      </p:to>
                                    </p:set>
                                    <p:animEffect transition="in" filter="fade">
                                      <p:cBhvr>
                                        <p:cTn id="169" dur="160"/>
                                        <p:tgtEl>
                                          <p:spTgt spid="58"/>
                                        </p:tgtEl>
                                      </p:cBhvr>
                                    </p:animEffect>
                                  </p:childTnLst>
                                </p:cTn>
                              </p:par>
                            </p:childTnLst>
                          </p:cTn>
                        </p:par>
                        <p:par>
                          <p:cTn id="170" fill="hold">
                            <p:stCondLst>
                              <p:cond delay="11760"/>
                            </p:stCondLst>
                            <p:childTnLst>
                              <p:par>
                                <p:cTn id="171" presetID="10" presetClass="entr" presetSubtype="0" fill="hold" grpId="0" nodeType="afterEffect">
                                  <p:stCondLst>
                                    <p:cond delay="0"/>
                                  </p:stCondLst>
                                  <p:childTnLst>
                                    <p:set>
                                      <p:cBhvr>
                                        <p:cTn id="172" dur="1" fill="hold">
                                          <p:stCondLst>
                                            <p:cond delay="0"/>
                                          </p:stCondLst>
                                        </p:cTn>
                                        <p:tgtEl>
                                          <p:spTgt spid="59"/>
                                        </p:tgtEl>
                                        <p:attrNameLst>
                                          <p:attrName>style.visibility</p:attrName>
                                        </p:attrNameLst>
                                      </p:cBhvr>
                                      <p:to>
                                        <p:strVal val="visible"/>
                                      </p:to>
                                    </p:set>
                                    <p:animEffect transition="in" filter="fade">
                                      <p:cBhvr>
                                        <p:cTn id="173" dur="100"/>
                                        <p:tgtEl>
                                          <p:spTgt spid="59"/>
                                        </p:tgtEl>
                                      </p:cBhvr>
                                    </p:animEffect>
                                  </p:childTnLst>
                                </p:cTn>
                              </p:par>
                            </p:childTnLst>
                          </p:cTn>
                        </p:par>
                        <p:par>
                          <p:cTn id="174" fill="hold">
                            <p:stCondLst>
                              <p:cond delay="11860"/>
                            </p:stCondLst>
                            <p:childTnLst>
                              <p:par>
                                <p:cTn id="175" presetID="10" presetClass="entr" presetSubtype="0" fill="hold" grpId="0" nodeType="afterEffect">
                                  <p:stCondLst>
                                    <p:cond delay="0"/>
                                  </p:stCondLst>
                                  <p:childTnLst>
                                    <p:set>
                                      <p:cBhvr>
                                        <p:cTn id="176" dur="1" fill="hold">
                                          <p:stCondLst>
                                            <p:cond delay="0"/>
                                          </p:stCondLst>
                                        </p:cTn>
                                        <p:tgtEl>
                                          <p:spTgt spid="60"/>
                                        </p:tgtEl>
                                        <p:attrNameLst>
                                          <p:attrName>style.visibility</p:attrName>
                                        </p:attrNameLst>
                                      </p:cBhvr>
                                      <p:to>
                                        <p:strVal val="visible"/>
                                      </p:to>
                                    </p:set>
                                    <p:animEffect transition="in" filter="fade">
                                      <p:cBhvr>
                                        <p:cTn id="177" dur="100"/>
                                        <p:tgtEl>
                                          <p:spTgt spid="60"/>
                                        </p:tgtEl>
                                      </p:cBhvr>
                                    </p:animEffect>
                                  </p:childTnLst>
                                </p:cTn>
                              </p:par>
                            </p:childTnLst>
                          </p:cTn>
                        </p:par>
                        <p:par>
                          <p:cTn id="178" fill="hold">
                            <p:stCondLst>
                              <p:cond delay="11960"/>
                            </p:stCondLst>
                            <p:childTnLst>
                              <p:par>
                                <p:cTn id="179" presetID="10" presetClass="entr" presetSubtype="0" fill="hold" grpId="0" nodeType="afterEffect">
                                  <p:stCondLst>
                                    <p:cond delay="0"/>
                                  </p:stCondLst>
                                  <p:childTnLst>
                                    <p:set>
                                      <p:cBhvr>
                                        <p:cTn id="180" dur="1" fill="hold">
                                          <p:stCondLst>
                                            <p:cond delay="0"/>
                                          </p:stCondLst>
                                        </p:cTn>
                                        <p:tgtEl>
                                          <p:spTgt spid="61"/>
                                        </p:tgtEl>
                                        <p:attrNameLst>
                                          <p:attrName>style.visibility</p:attrName>
                                        </p:attrNameLst>
                                      </p:cBhvr>
                                      <p:to>
                                        <p:strVal val="visible"/>
                                      </p:to>
                                    </p:set>
                                    <p:animEffect transition="in" filter="fade">
                                      <p:cBhvr>
                                        <p:cTn id="181" dur="100"/>
                                        <p:tgtEl>
                                          <p:spTgt spid="61"/>
                                        </p:tgtEl>
                                      </p:cBhvr>
                                    </p:animEffect>
                                  </p:childTnLst>
                                </p:cTn>
                              </p:par>
                            </p:childTnLst>
                          </p:cTn>
                        </p:par>
                        <p:par>
                          <p:cTn id="182" fill="hold">
                            <p:stCondLst>
                              <p:cond delay="12060"/>
                            </p:stCondLst>
                            <p:childTnLst>
                              <p:par>
                                <p:cTn id="183" presetID="10" presetClass="entr" presetSubtype="0" fill="hold" grpId="0" nodeType="afterEffect">
                                  <p:stCondLst>
                                    <p:cond delay="0"/>
                                  </p:stCondLst>
                                  <p:childTnLst>
                                    <p:set>
                                      <p:cBhvr>
                                        <p:cTn id="184" dur="1" fill="hold">
                                          <p:stCondLst>
                                            <p:cond delay="0"/>
                                          </p:stCondLst>
                                        </p:cTn>
                                        <p:tgtEl>
                                          <p:spTgt spid="62"/>
                                        </p:tgtEl>
                                        <p:attrNameLst>
                                          <p:attrName>style.visibility</p:attrName>
                                        </p:attrNameLst>
                                      </p:cBhvr>
                                      <p:to>
                                        <p:strVal val="visible"/>
                                      </p:to>
                                    </p:set>
                                    <p:animEffect transition="in" filter="fade">
                                      <p:cBhvr>
                                        <p:cTn id="185" dur="100"/>
                                        <p:tgtEl>
                                          <p:spTgt spid="62"/>
                                        </p:tgtEl>
                                      </p:cBhvr>
                                    </p:animEffect>
                                  </p:childTnLst>
                                </p:cTn>
                              </p:par>
                            </p:childTnLst>
                          </p:cTn>
                        </p:par>
                        <p:par>
                          <p:cTn id="186" fill="hold">
                            <p:stCondLst>
                              <p:cond delay="12160"/>
                            </p:stCondLst>
                            <p:childTnLst>
                              <p:par>
                                <p:cTn id="187" presetID="10" presetClass="entr" presetSubtype="0" fill="hold" grpId="0" nodeType="afterEffect">
                                  <p:stCondLst>
                                    <p:cond delay="0"/>
                                  </p:stCondLst>
                                  <p:childTnLst>
                                    <p:set>
                                      <p:cBhvr>
                                        <p:cTn id="188" dur="1" fill="hold">
                                          <p:stCondLst>
                                            <p:cond delay="0"/>
                                          </p:stCondLst>
                                        </p:cTn>
                                        <p:tgtEl>
                                          <p:spTgt spid="63"/>
                                        </p:tgtEl>
                                        <p:attrNameLst>
                                          <p:attrName>style.visibility</p:attrName>
                                        </p:attrNameLst>
                                      </p:cBhvr>
                                      <p:to>
                                        <p:strVal val="visible"/>
                                      </p:to>
                                    </p:set>
                                    <p:animEffect transition="in" filter="fade">
                                      <p:cBhvr>
                                        <p:cTn id="189" dur="100"/>
                                        <p:tgtEl>
                                          <p:spTgt spid="63"/>
                                        </p:tgtEl>
                                      </p:cBhvr>
                                    </p:animEffect>
                                  </p:childTnLst>
                                </p:cTn>
                              </p:par>
                            </p:childTnLst>
                          </p:cTn>
                        </p:par>
                        <p:par>
                          <p:cTn id="190" fill="hold">
                            <p:stCondLst>
                              <p:cond delay="12260"/>
                            </p:stCondLst>
                            <p:childTnLst>
                              <p:par>
                                <p:cTn id="191" presetID="10" presetClass="entr" presetSubtype="0" fill="hold" grpId="0" nodeType="afterEffect">
                                  <p:stCondLst>
                                    <p:cond delay="0"/>
                                  </p:stCondLst>
                                  <p:childTnLst>
                                    <p:set>
                                      <p:cBhvr>
                                        <p:cTn id="192" dur="1" fill="hold">
                                          <p:stCondLst>
                                            <p:cond delay="0"/>
                                          </p:stCondLst>
                                        </p:cTn>
                                        <p:tgtEl>
                                          <p:spTgt spid="64"/>
                                        </p:tgtEl>
                                        <p:attrNameLst>
                                          <p:attrName>style.visibility</p:attrName>
                                        </p:attrNameLst>
                                      </p:cBhvr>
                                      <p:to>
                                        <p:strVal val="visible"/>
                                      </p:to>
                                    </p:set>
                                    <p:animEffect transition="in" filter="fade">
                                      <p:cBhvr>
                                        <p:cTn id="193" dur="100"/>
                                        <p:tgtEl>
                                          <p:spTgt spid="64"/>
                                        </p:tgtEl>
                                      </p:cBhvr>
                                    </p:animEffect>
                                  </p:childTnLst>
                                </p:cTn>
                              </p:par>
                            </p:childTnLst>
                          </p:cTn>
                        </p:par>
                        <p:par>
                          <p:cTn id="194" fill="hold">
                            <p:stCondLst>
                              <p:cond delay="12360"/>
                            </p:stCondLst>
                            <p:childTnLst>
                              <p:par>
                                <p:cTn id="195" presetID="10" presetClass="entr" presetSubtype="0" fill="hold" grpId="0" nodeType="afterEffect">
                                  <p:stCondLst>
                                    <p:cond delay="0"/>
                                  </p:stCondLst>
                                  <p:childTnLst>
                                    <p:set>
                                      <p:cBhvr>
                                        <p:cTn id="196" dur="1" fill="hold">
                                          <p:stCondLst>
                                            <p:cond delay="0"/>
                                          </p:stCondLst>
                                        </p:cTn>
                                        <p:tgtEl>
                                          <p:spTgt spid="68"/>
                                        </p:tgtEl>
                                        <p:attrNameLst>
                                          <p:attrName>style.visibility</p:attrName>
                                        </p:attrNameLst>
                                      </p:cBhvr>
                                      <p:to>
                                        <p:strVal val="visible"/>
                                      </p:to>
                                    </p:set>
                                    <p:animEffect transition="in" filter="fade">
                                      <p:cBhvr>
                                        <p:cTn id="197" dur="100"/>
                                        <p:tgtEl>
                                          <p:spTgt spid="68"/>
                                        </p:tgtEl>
                                      </p:cBhvr>
                                    </p:animEffect>
                                  </p:childTnLst>
                                </p:cTn>
                              </p:par>
                            </p:childTnLst>
                          </p:cTn>
                        </p:par>
                        <p:par>
                          <p:cTn id="198" fill="hold">
                            <p:stCondLst>
                              <p:cond delay="12460"/>
                            </p:stCondLst>
                            <p:childTnLst>
                              <p:par>
                                <p:cTn id="199" presetID="10" presetClass="entr" presetSubtype="0" fill="hold" grpId="0" nodeType="afterEffect">
                                  <p:stCondLst>
                                    <p:cond delay="0"/>
                                  </p:stCondLst>
                                  <p:childTnLst>
                                    <p:set>
                                      <p:cBhvr>
                                        <p:cTn id="200" dur="1" fill="hold">
                                          <p:stCondLst>
                                            <p:cond delay="0"/>
                                          </p:stCondLst>
                                        </p:cTn>
                                        <p:tgtEl>
                                          <p:spTgt spid="69"/>
                                        </p:tgtEl>
                                        <p:attrNameLst>
                                          <p:attrName>style.visibility</p:attrName>
                                        </p:attrNameLst>
                                      </p:cBhvr>
                                      <p:to>
                                        <p:strVal val="visible"/>
                                      </p:to>
                                    </p:set>
                                    <p:animEffect transition="in" filter="fade">
                                      <p:cBhvr>
                                        <p:cTn id="201" dur="100"/>
                                        <p:tgtEl>
                                          <p:spTgt spid="69"/>
                                        </p:tgtEl>
                                      </p:cBhvr>
                                    </p:animEffect>
                                  </p:childTnLst>
                                </p:cTn>
                              </p:par>
                            </p:childTnLst>
                          </p:cTn>
                        </p:par>
                        <p:par>
                          <p:cTn id="202" fill="hold">
                            <p:stCondLst>
                              <p:cond delay="12560"/>
                            </p:stCondLst>
                            <p:childTnLst>
                              <p:par>
                                <p:cTn id="203" presetID="10" presetClass="entr" presetSubtype="0" fill="hold" grpId="0" nodeType="afterEffect">
                                  <p:stCondLst>
                                    <p:cond delay="0"/>
                                  </p:stCondLst>
                                  <p:childTnLst>
                                    <p:set>
                                      <p:cBhvr>
                                        <p:cTn id="204" dur="1" fill="hold">
                                          <p:stCondLst>
                                            <p:cond delay="0"/>
                                          </p:stCondLst>
                                        </p:cTn>
                                        <p:tgtEl>
                                          <p:spTgt spid="70"/>
                                        </p:tgtEl>
                                        <p:attrNameLst>
                                          <p:attrName>style.visibility</p:attrName>
                                        </p:attrNameLst>
                                      </p:cBhvr>
                                      <p:to>
                                        <p:strVal val="visible"/>
                                      </p:to>
                                    </p:set>
                                    <p:animEffect transition="in" filter="fade">
                                      <p:cBhvr>
                                        <p:cTn id="205" dur="80"/>
                                        <p:tgtEl>
                                          <p:spTgt spid="70"/>
                                        </p:tgtEl>
                                      </p:cBhvr>
                                    </p:animEffect>
                                  </p:childTnLst>
                                </p:cTn>
                              </p:par>
                            </p:childTnLst>
                          </p:cTn>
                        </p:par>
                        <p:par>
                          <p:cTn id="206" fill="hold">
                            <p:stCondLst>
                              <p:cond delay="12640"/>
                            </p:stCondLst>
                            <p:childTnLst>
                              <p:par>
                                <p:cTn id="207" presetID="10" presetClass="entr" presetSubtype="0" fill="hold" grpId="0" nodeType="afterEffect">
                                  <p:stCondLst>
                                    <p:cond delay="0"/>
                                  </p:stCondLst>
                                  <p:childTnLst>
                                    <p:set>
                                      <p:cBhvr>
                                        <p:cTn id="208" dur="1" fill="hold">
                                          <p:stCondLst>
                                            <p:cond delay="0"/>
                                          </p:stCondLst>
                                        </p:cTn>
                                        <p:tgtEl>
                                          <p:spTgt spid="71"/>
                                        </p:tgtEl>
                                        <p:attrNameLst>
                                          <p:attrName>style.visibility</p:attrName>
                                        </p:attrNameLst>
                                      </p:cBhvr>
                                      <p:to>
                                        <p:strVal val="visible"/>
                                      </p:to>
                                    </p:set>
                                    <p:animEffect transition="in" filter="fade">
                                      <p:cBhvr>
                                        <p:cTn id="209" dur="80"/>
                                        <p:tgtEl>
                                          <p:spTgt spid="71"/>
                                        </p:tgtEl>
                                      </p:cBhvr>
                                    </p:animEffect>
                                  </p:childTnLst>
                                </p:cTn>
                              </p:par>
                            </p:childTnLst>
                          </p:cTn>
                        </p:par>
                        <p:par>
                          <p:cTn id="210" fill="hold">
                            <p:stCondLst>
                              <p:cond delay="12720"/>
                            </p:stCondLst>
                            <p:childTnLst>
                              <p:par>
                                <p:cTn id="211" presetID="10" presetClass="entr" presetSubtype="0" fill="hold" grpId="0" nodeType="afterEffect">
                                  <p:stCondLst>
                                    <p:cond delay="0"/>
                                  </p:stCondLst>
                                  <p:childTnLst>
                                    <p:set>
                                      <p:cBhvr>
                                        <p:cTn id="212" dur="1" fill="hold">
                                          <p:stCondLst>
                                            <p:cond delay="0"/>
                                          </p:stCondLst>
                                        </p:cTn>
                                        <p:tgtEl>
                                          <p:spTgt spid="72"/>
                                        </p:tgtEl>
                                        <p:attrNameLst>
                                          <p:attrName>style.visibility</p:attrName>
                                        </p:attrNameLst>
                                      </p:cBhvr>
                                      <p:to>
                                        <p:strVal val="visible"/>
                                      </p:to>
                                    </p:set>
                                    <p:animEffect transition="in" filter="fade">
                                      <p:cBhvr>
                                        <p:cTn id="213" dur="80"/>
                                        <p:tgtEl>
                                          <p:spTgt spid="72"/>
                                        </p:tgtEl>
                                      </p:cBhvr>
                                    </p:animEffect>
                                  </p:childTnLst>
                                </p:cTn>
                              </p:par>
                            </p:childTnLst>
                          </p:cTn>
                        </p:par>
                        <p:par>
                          <p:cTn id="214" fill="hold">
                            <p:stCondLst>
                              <p:cond delay="12800"/>
                            </p:stCondLst>
                            <p:childTnLst>
                              <p:par>
                                <p:cTn id="215" presetID="10" presetClass="entr" presetSubtype="0" fill="hold" grpId="0" nodeType="afterEffect">
                                  <p:stCondLst>
                                    <p:cond delay="0"/>
                                  </p:stCondLst>
                                  <p:childTnLst>
                                    <p:set>
                                      <p:cBhvr>
                                        <p:cTn id="216" dur="1" fill="hold">
                                          <p:stCondLst>
                                            <p:cond delay="0"/>
                                          </p:stCondLst>
                                        </p:cTn>
                                        <p:tgtEl>
                                          <p:spTgt spid="73"/>
                                        </p:tgtEl>
                                        <p:attrNameLst>
                                          <p:attrName>style.visibility</p:attrName>
                                        </p:attrNameLst>
                                      </p:cBhvr>
                                      <p:to>
                                        <p:strVal val="visible"/>
                                      </p:to>
                                    </p:set>
                                    <p:animEffect transition="in" filter="fade">
                                      <p:cBhvr>
                                        <p:cTn id="217" dur="80"/>
                                        <p:tgtEl>
                                          <p:spTgt spid="73"/>
                                        </p:tgtEl>
                                      </p:cBhvr>
                                    </p:animEffect>
                                  </p:childTnLst>
                                </p:cTn>
                              </p:par>
                            </p:childTnLst>
                          </p:cTn>
                        </p:par>
                      </p:childTnLst>
                    </p:cTn>
                  </p:par>
                  <p:par>
                    <p:cTn id="218" fill="hold">
                      <p:stCondLst>
                        <p:cond delay="indefinite"/>
                      </p:stCondLst>
                      <p:childTnLst>
                        <p:par>
                          <p:cTn id="219" fill="hold">
                            <p:stCondLst>
                              <p:cond delay="0"/>
                            </p:stCondLst>
                            <p:childTnLst>
                              <p:par>
                                <p:cTn id="220" presetID="10" presetClass="entr" presetSubtype="0" fill="hold" grpId="0" nodeType="clickEffect">
                                  <p:stCondLst>
                                    <p:cond delay="0"/>
                                  </p:stCondLst>
                                  <p:childTnLst>
                                    <p:set>
                                      <p:cBhvr>
                                        <p:cTn id="221" dur="1" fill="hold">
                                          <p:stCondLst>
                                            <p:cond delay="0"/>
                                          </p:stCondLst>
                                        </p:cTn>
                                        <p:tgtEl>
                                          <p:spTgt spid="19"/>
                                        </p:tgtEl>
                                        <p:attrNameLst>
                                          <p:attrName>style.visibility</p:attrName>
                                        </p:attrNameLst>
                                      </p:cBhvr>
                                      <p:to>
                                        <p:strVal val="visible"/>
                                      </p:to>
                                    </p:set>
                                    <p:animEffect transition="in" filter="fade">
                                      <p:cBhvr>
                                        <p:cTn id="222" dur="500"/>
                                        <p:tgtEl>
                                          <p:spTgt spid="19"/>
                                        </p:tgtEl>
                                      </p:cBhvr>
                                    </p:animEffect>
                                  </p:childTnLst>
                                </p:cTn>
                              </p:par>
                            </p:childTnLst>
                          </p:cTn>
                        </p:par>
                      </p:childTnLst>
                    </p:cTn>
                  </p:par>
                  <p:par>
                    <p:cTn id="223" fill="hold">
                      <p:stCondLst>
                        <p:cond delay="indefinite"/>
                      </p:stCondLst>
                      <p:childTnLst>
                        <p:par>
                          <p:cTn id="224" fill="hold">
                            <p:stCondLst>
                              <p:cond delay="0"/>
                            </p:stCondLst>
                            <p:childTnLst>
                              <p:par>
                                <p:cTn id="225" presetID="10" presetClass="entr" presetSubtype="0" fill="hold" grpId="0" nodeType="clickEffect">
                                  <p:stCondLst>
                                    <p:cond delay="0"/>
                                  </p:stCondLst>
                                  <p:childTnLst>
                                    <p:set>
                                      <p:cBhvr>
                                        <p:cTn id="226" dur="1" fill="hold">
                                          <p:stCondLst>
                                            <p:cond delay="0"/>
                                          </p:stCondLst>
                                        </p:cTn>
                                        <p:tgtEl>
                                          <p:spTgt spid="14"/>
                                        </p:tgtEl>
                                        <p:attrNameLst>
                                          <p:attrName>style.visibility</p:attrName>
                                        </p:attrNameLst>
                                      </p:cBhvr>
                                      <p:to>
                                        <p:strVal val="visible"/>
                                      </p:to>
                                    </p:set>
                                    <p:animEffect transition="in" filter="fade">
                                      <p:cBhvr>
                                        <p:cTn id="227" dur="500"/>
                                        <p:tgtEl>
                                          <p:spTgt spid="14"/>
                                        </p:tgtEl>
                                      </p:cBhvr>
                                    </p:animEffect>
                                  </p:childTnLst>
                                </p:cTn>
                              </p:par>
                            </p:childTnLst>
                          </p:cTn>
                        </p:par>
                      </p:childTnLst>
                    </p:cTn>
                  </p:par>
                  <p:par>
                    <p:cTn id="228" fill="hold">
                      <p:stCondLst>
                        <p:cond delay="indefinite"/>
                      </p:stCondLst>
                      <p:childTnLst>
                        <p:par>
                          <p:cTn id="229" fill="hold">
                            <p:stCondLst>
                              <p:cond delay="0"/>
                            </p:stCondLst>
                            <p:childTnLst>
                              <p:par>
                                <p:cTn id="230" presetID="10" presetClass="entr" presetSubtype="0" fill="hold" grpId="0" nodeType="clickEffect">
                                  <p:stCondLst>
                                    <p:cond delay="0"/>
                                  </p:stCondLst>
                                  <p:childTnLst>
                                    <p:set>
                                      <p:cBhvr>
                                        <p:cTn id="231" dur="1" fill="hold">
                                          <p:stCondLst>
                                            <p:cond delay="0"/>
                                          </p:stCondLst>
                                        </p:cTn>
                                        <p:tgtEl>
                                          <p:spTgt spid="5"/>
                                        </p:tgtEl>
                                        <p:attrNameLst>
                                          <p:attrName>style.visibility</p:attrName>
                                        </p:attrNameLst>
                                      </p:cBhvr>
                                      <p:to>
                                        <p:strVal val="visible"/>
                                      </p:to>
                                    </p:set>
                                    <p:animEffect transition="in" filter="fade">
                                      <p:cBhvr>
                                        <p:cTn id="232" dur="500"/>
                                        <p:tgtEl>
                                          <p:spTgt spid="5"/>
                                        </p:tgtEl>
                                      </p:cBhvr>
                                    </p:animEffect>
                                  </p:childTnLst>
                                </p:cTn>
                              </p:par>
                            </p:childTnLst>
                          </p:cTn>
                        </p:par>
                      </p:childTnLst>
                    </p:cTn>
                  </p:par>
                  <p:par>
                    <p:cTn id="233" fill="hold">
                      <p:stCondLst>
                        <p:cond delay="indefinite"/>
                      </p:stCondLst>
                      <p:childTnLst>
                        <p:par>
                          <p:cTn id="234" fill="hold">
                            <p:stCondLst>
                              <p:cond delay="0"/>
                            </p:stCondLst>
                            <p:childTnLst>
                              <p:par>
                                <p:cTn id="235" presetID="10" presetClass="entr" presetSubtype="0" fill="hold" grpId="0" nodeType="clickEffect">
                                  <p:stCondLst>
                                    <p:cond delay="0"/>
                                  </p:stCondLst>
                                  <p:childTnLst>
                                    <p:set>
                                      <p:cBhvr>
                                        <p:cTn id="236" dur="1" fill="hold">
                                          <p:stCondLst>
                                            <p:cond delay="0"/>
                                          </p:stCondLst>
                                        </p:cTn>
                                        <p:tgtEl>
                                          <p:spTgt spid="17"/>
                                        </p:tgtEl>
                                        <p:attrNameLst>
                                          <p:attrName>style.visibility</p:attrName>
                                        </p:attrNameLst>
                                      </p:cBhvr>
                                      <p:to>
                                        <p:strVal val="visible"/>
                                      </p:to>
                                    </p:set>
                                    <p:animEffect transition="in" filter="fade">
                                      <p:cBhvr>
                                        <p:cTn id="23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9"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7" grpId="0" animBg="1"/>
      <p:bldP spid="58" grpId="0" animBg="1"/>
      <p:bldP spid="59" grpId="0" animBg="1"/>
      <p:bldP spid="60" grpId="0" animBg="1"/>
      <p:bldP spid="61" grpId="0" animBg="1"/>
      <p:bldP spid="62" grpId="0" animBg="1"/>
      <p:bldP spid="63" grpId="0" animBg="1"/>
      <p:bldP spid="64" grpId="0" animBg="1"/>
      <p:bldP spid="68" grpId="0" animBg="1"/>
      <p:bldP spid="69" grpId="0" animBg="1"/>
      <p:bldP spid="70" grpId="0" animBg="1"/>
      <p:bldP spid="71" grpId="0" animBg="1"/>
      <p:bldP spid="72" grpId="0" animBg="1"/>
      <p:bldP spid="73" grpId="0" animBg="1"/>
      <p:bldP spid="74" grpId="0" animBg="1"/>
      <p:bldP spid="75" grpId="0" animBg="1"/>
      <p:bldP spid="76" grpId="0" animBg="1"/>
      <p:bldP spid="77" grpId="0" animBg="1"/>
      <p:bldP spid="5" grpId="0"/>
      <p:bldP spid="14" grpId="0"/>
      <p:bldP spid="1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1DD8A331-1C3B-A3C0-C4BE-87B393AB332F}"/>
              </a:ext>
            </a:extLst>
          </p:cNvPr>
          <p:cNvSpPr/>
          <p:nvPr/>
        </p:nvSpPr>
        <p:spPr>
          <a:xfrm>
            <a:off x="2751144" y="130629"/>
            <a:ext cx="9154714" cy="5589036"/>
          </a:xfrm>
          <a:prstGeom prst="roundRect">
            <a:avLst>
              <a:gd name="adj" fmla="val 5006"/>
            </a:avLst>
          </a:prstGeom>
          <a:noFill/>
          <a:ln>
            <a:solidFill>
              <a:schemeClr val="bg1"/>
            </a:solidFill>
          </a:ln>
          <a:effectLst>
            <a:glow rad="63500">
              <a:schemeClr val="accent1">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14" name="Group 13">
            <a:extLst>
              <a:ext uri="{FF2B5EF4-FFF2-40B4-BE49-F238E27FC236}">
                <a16:creationId xmlns:a16="http://schemas.microsoft.com/office/drawing/2014/main" id="{04A48BDC-9962-5E1F-C778-87AD5023E2C8}"/>
              </a:ext>
            </a:extLst>
          </p:cNvPr>
          <p:cNvGrpSpPr/>
          <p:nvPr/>
        </p:nvGrpSpPr>
        <p:grpSpPr>
          <a:xfrm>
            <a:off x="2901321" y="733809"/>
            <a:ext cx="2743062" cy="2659225"/>
            <a:chOff x="5301343" y="3265714"/>
            <a:chExt cx="2743062" cy="2659225"/>
          </a:xfrm>
        </p:grpSpPr>
        <p:cxnSp>
          <p:nvCxnSpPr>
            <p:cNvPr id="17" name="Straight Arrow Connector 16">
              <a:extLst>
                <a:ext uri="{FF2B5EF4-FFF2-40B4-BE49-F238E27FC236}">
                  <a16:creationId xmlns:a16="http://schemas.microsoft.com/office/drawing/2014/main" id="{01FA91F2-0B6C-A5F8-C5B0-4D0C6F163318}"/>
                </a:ext>
              </a:extLst>
            </p:cNvPr>
            <p:cNvCxnSpPr/>
            <p:nvPr/>
          </p:nvCxnSpPr>
          <p:spPr>
            <a:xfrm flipV="1">
              <a:off x="5383763" y="3265714"/>
              <a:ext cx="0" cy="2659225"/>
            </a:xfrm>
            <a:prstGeom prst="straightConnector1">
              <a:avLst/>
            </a:prstGeom>
            <a:ln w="12700">
              <a:solidFill>
                <a:schemeClr val="bg1"/>
              </a:solidFill>
              <a:tailEnd type="triangle"/>
            </a:ln>
            <a:effectLst>
              <a:glow rad="63500">
                <a:schemeClr val="accent1">
                  <a:satMod val="175000"/>
                  <a:alpha val="40000"/>
                </a:schemeClr>
              </a:glow>
            </a:effectLst>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13A49453-925E-AE7E-D369-09656C892ABD}"/>
                </a:ext>
              </a:extLst>
            </p:cNvPr>
            <p:cNvCxnSpPr>
              <a:cxnSpLocks/>
            </p:cNvCxnSpPr>
            <p:nvPr/>
          </p:nvCxnSpPr>
          <p:spPr>
            <a:xfrm>
              <a:off x="5301343" y="5806753"/>
              <a:ext cx="2743062" cy="0"/>
            </a:xfrm>
            <a:prstGeom prst="straightConnector1">
              <a:avLst/>
            </a:prstGeom>
            <a:ln w="12700">
              <a:solidFill>
                <a:schemeClr val="bg1"/>
              </a:solidFill>
              <a:tailEnd type="triangle"/>
            </a:ln>
            <a:effectLst>
              <a:glow rad="63500">
                <a:schemeClr val="accent1">
                  <a:satMod val="175000"/>
                  <a:alpha val="40000"/>
                </a:schemeClr>
              </a:glow>
            </a:effectLst>
          </p:spPr>
          <p:style>
            <a:lnRef idx="1">
              <a:schemeClr val="accent1"/>
            </a:lnRef>
            <a:fillRef idx="0">
              <a:schemeClr val="accent1"/>
            </a:fillRef>
            <a:effectRef idx="0">
              <a:schemeClr val="accent1"/>
            </a:effectRef>
            <a:fontRef idx="minor">
              <a:schemeClr val="tx1"/>
            </a:fontRef>
          </p:style>
        </p:cxnSp>
      </p:grpSp>
      <p:sp>
        <p:nvSpPr>
          <p:cNvPr id="55" name="Rectangle 54">
            <a:extLst>
              <a:ext uri="{FF2B5EF4-FFF2-40B4-BE49-F238E27FC236}">
                <a16:creationId xmlns:a16="http://schemas.microsoft.com/office/drawing/2014/main" id="{67EC0DA6-F85C-B0AB-5FEE-8A79CC7D224B}"/>
              </a:ext>
            </a:extLst>
          </p:cNvPr>
          <p:cNvSpPr/>
          <p:nvPr/>
        </p:nvSpPr>
        <p:spPr>
          <a:xfrm rot="17960549">
            <a:off x="2536787" y="960983"/>
            <a:ext cx="2370165" cy="523220"/>
          </a:xfrm>
          <a:prstGeom prst="rect">
            <a:avLst/>
          </a:prstGeom>
        </p:spPr>
        <p:txBody>
          <a:bodyPr wrap="square">
            <a:spAutoFit/>
          </a:bodyPr>
          <a:lstStyle/>
          <a:p>
            <a:pPr marL="228600" fontAlgn="base"/>
            <a:r>
              <a:rPr lang="en-GB" sz="2800" dirty="0">
                <a:solidFill>
                  <a:srgbClr val="FFFF00"/>
                </a:solidFill>
                <a:latin typeface="Calibri" panose="020F0502020204030204" pitchFamily="34" charset="0"/>
              </a:rPr>
              <a:t>Neutron rich</a:t>
            </a:r>
            <a:endParaRPr lang="en-GB" sz="2800" dirty="0">
              <a:solidFill>
                <a:srgbClr val="FFFF00"/>
              </a:solidFill>
              <a:latin typeface="Noto Sans Symbols"/>
            </a:endParaRPr>
          </a:p>
        </p:txBody>
      </p:sp>
      <p:cxnSp>
        <p:nvCxnSpPr>
          <p:cNvPr id="66" name="Straight Arrow Connector 65">
            <a:extLst>
              <a:ext uri="{FF2B5EF4-FFF2-40B4-BE49-F238E27FC236}">
                <a16:creationId xmlns:a16="http://schemas.microsoft.com/office/drawing/2014/main" id="{CED9D176-A3EF-380A-B906-5362DE29B4A1}"/>
              </a:ext>
            </a:extLst>
          </p:cNvPr>
          <p:cNvCxnSpPr/>
          <p:nvPr/>
        </p:nvCxnSpPr>
        <p:spPr>
          <a:xfrm flipV="1">
            <a:off x="2983741" y="1223908"/>
            <a:ext cx="2050940" cy="2050940"/>
          </a:xfrm>
          <a:prstGeom prst="straightConnector1">
            <a:avLst/>
          </a:prstGeom>
          <a:ln>
            <a:solidFill>
              <a:schemeClr val="bg1"/>
            </a:solidFill>
            <a:prstDash val="lgDash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9" name="Freeform: Shape 78">
            <a:extLst>
              <a:ext uri="{FF2B5EF4-FFF2-40B4-BE49-F238E27FC236}">
                <a16:creationId xmlns:a16="http://schemas.microsoft.com/office/drawing/2014/main" id="{9B3A4A9C-AC82-BE5F-92D5-130475DFD8C8}"/>
              </a:ext>
            </a:extLst>
          </p:cNvPr>
          <p:cNvSpPr/>
          <p:nvPr/>
        </p:nvSpPr>
        <p:spPr>
          <a:xfrm>
            <a:off x="2993781" y="1084803"/>
            <a:ext cx="1192192" cy="2182444"/>
          </a:xfrm>
          <a:custGeom>
            <a:avLst/>
            <a:gdLst>
              <a:gd name="connsiteX0" fmla="*/ 0 w 1192192"/>
              <a:gd name="connsiteY0" fmla="*/ 2037144 h 2037144"/>
              <a:gd name="connsiteX1" fmla="*/ 960699 w 1192192"/>
              <a:gd name="connsiteY1" fmla="*/ 902825 h 2037144"/>
              <a:gd name="connsiteX2" fmla="*/ 1192192 w 1192192"/>
              <a:gd name="connsiteY2" fmla="*/ 0 h 2037144"/>
            </a:gdLst>
            <a:ahLst/>
            <a:cxnLst>
              <a:cxn ang="0">
                <a:pos x="connsiteX0" y="connsiteY0"/>
              </a:cxn>
              <a:cxn ang="0">
                <a:pos x="connsiteX1" y="connsiteY1"/>
              </a:cxn>
              <a:cxn ang="0">
                <a:pos x="connsiteX2" y="connsiteY2"/>
              </a:cxn>
            </a:cxnLst>
            <a:rect l="l" t="t" r="r" b="b"/>
            <a:pathLst>
              <a:path w="1192192" h="2037144">
                <a:moveTo>
                  <a:pt x="0" y="2037144"/>
                </a:moveTo>
                <a:cubicBezTo>
                  <a:pt x="381000" y="1639746"/>
                  <a:pt x="762000" y="1242349"/>
                  <a:pt x="960699" y="902825"/>
                </a:cubicBezTo>
                <a:cubicBezTo>
                  <a:pt x="1159398" y="563301"/>
                  <a:pt x="1175795" y="281650"/>
                  <a:pt x="1192192" y="0"/>
                </a:cubicBezTo>
              </a:path>
            </a:pathLst>
          </a:cu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0" name="Oval 79">
            <a:extLst>
              <a:ext uri="{FF2B5EF4-FFF2-40B4-BE49-F238E27FC236}">
                <a16:creationId xmlns:a16="http://schemas.microsoft.com/office/drawing/2014/main" id="{3A8EA8E3-A2C2-C158-7236-C97AB486CA51}"/>
              </a:ext>
            </a:extLst>
          </p:cNvPr>
          <p:cNvSpPr/>
          <p:nvPr/>
        </p:nvSpPr>
        <p:spPr>
          <a:xfrm>
            <a:off x="2955680" y="3240842"/>
            <a:ext cx="76200" cy="76200"/>
          </a:xfrm>
          <a:prstGeom prst="ellipse">
            <a:avLst/>
          </a:prstGeom>
          <a:effectLst>
            <a:glow rad="63500">
              <a:schemeClr val="accent1">
                <a:satMod val="175000"/>
                <a:alpha val="40000"/>
              </a:schemeClr>
            </a:glow>
          </a:effectLst>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81" name="Oval 80">
            <a:extLst>
              <a:ext uri="{FF2B5EF4-FFF2-40B4-BE49-F238E27FC236}">
                <a16:creationId xmlns:a16="http://schemas.microsoft.com/office/drawing/2014/main" id="{22AD11B0-19C2-ED97-D911-9FBD77CDE008}"/>
              </a:ext>
            </a:extLst>
          </p:cNvPr>
          <p:cNvSpPr/>
          <p:nvPr/>
        </p:nvSpPr>
        <p:spPr>
          <a:xfrm>
            <a:off x="3084765" y="3084988"/>
            <a:ext cx="76200" cy="76200"/>
          </a:xfrm>
          <a:prstGeom prst="ellipse">
            <a:avLst/>
          </a:prstGeom>
          <a:effectLst>
            <a:glow rad="63500">
              <a:schemeClr val="accent1">
                <a:satMod val="175000"/>
                <a:alpha val="40000"/>
              </a:schemeClr>
            </a:glow>
          </a:effectLst>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82" name="Oval 81">
            <a:extLst>
              <a:ext uri="{FF2B5EF4-FFF2-40B4-BE49-F238E27FC236}">
                <a16:creationId xmlns:a16="http://schemas.microsoft.com/office/drawing/2014/main" id="{FC775E92-DF98-085C-A07F-BAC577468687}"/>
              </a:ext>
            </a:extLst>
          </p:cNvPr>
          <p:cNvSpPr/>
          <p:nvPr/>
        </p:nvSpPr>
        <p:spPr>
          <a:xfrm>
            <a:off x="3222501" y="2920035"/>
            <a:ext cx="76200" cy="76200"/>
          </a:xfrm>
          <a:prstGeom prst="ellipse">
            <a:avLst/>
          </a:prstGeom>
          <a:effectLst>
            <a:glow rad="63500">
              <a:schemeClr val="accent1">
                <a:satMod val="175000"/>
                <a:alpha val="40000"/>
              </a:schemeClr>
            </a:glow>
          </a:effectLst>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83" name="Oval 82">
            <a:extLst>
              <a:ext uri="{FF2B5EF4-FFF2-40B4-BE49-F238E27FC236}">
                <a16:creationId xmlns:a16="http://schemas.microsoft.com/office/drawing/2014/main" id="{F0E8C5A1-321A-D550-E274-F21316B74CA3}"/>
              </a:ext>
            </a:extLst>
          </p:cNvPr>
          <p:cNvSpPr/>
          <p:nvPr/>
        </p:nvSpPr>
        <p:spPr>
          <a:xfrm>
            <a:off x="3319512" y="2806233"/>
            <a:ext cx="76200" cy="76200"/>
          </a:xfrm>
          <a:prstGeom prst="ellipse">
            <a:avLst/>
          </a:prstGeom>
          <a:effectLst>
            <a:glow rad="63500">
              <a:schemeClr val="accent1">
                <a:satMod val="175000"/>
                <a:alpha val="40000"/>
              </a:schemeClr>
            </a:glow>
          </a:effectLst>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84" name="Oval 83">
            <a:extLst>
              <a:ext uri="{FF2B5EF4-FFF2-40B4-BE49-F238E27FC236}">
                <a16:creationId xmlns:a16="http://schemas.microsoft.com/office/drawing/2014/main" id="{6173DD00-70A9-4D85-7A44-12B7E3CAA0EB}"/>
              </a:ext>
            </a:extLst>
          </p:cNvPr>
          <p:cNvSpPr/>
          <p:nvPr/>
        </p:nvSpPr>
        <p:spPr>
          <a:xfrm>
            <a:off x="3416523" y="2692431"/>
            <a:ext cx="76200" cy="76200"/>
          </a:xfrm>
          <a:prstGeom prst="ellipse">
            <a:avLst/>
          </a:prstGeom>
          <a:effectLst>
            <a:glow rad="63500">
              <a:schemeClr val="accent1">
                <a:satMod val="175000"/>
                <a:alpha val="40000"/>
              </a:schemeClr>
            </a:glow>
          </a:effectLst>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85" name="Oval 84">
            <a:extLst>
              <a:ext uri="{FF2B5EF4-FFF2-40B4-BE49-F238E27FC236}">
                <a16:creationId xmlns:a16="http://schemas.microsoft.com/office/drawing/2014/main" id="{70E4BF9E-6172-8704-4236-4CAF7A06EE19}"/>
              </a:ext>
            </a:extLst>
          </p:cNvPr>
          <p:cNvSpPr/>
          <p:nvPr/>
        </p:nvSpPr>
        <p:spPr>
          <a:xfrm>
            <a:off x="3513534" y="2578629"/>
            <a:ext cx="76200" cy="76200"/>
          </a:xfrm>
          <a:prstGeom prst="ellipse">
            <a:avLst/>
          </a:prstGeom>
          <a:effectLst>
            <a:glow rad="63500">
              <a:schemeClr val="accent1">
                <a:satMod val="175000"/>
                <a:alpha val="40000"/>
              </a:schemeClr>
            </a:glow>
          </a:effectLst>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86" name="Oval 85">
            <a:extLst>
              <a:ext uri="{FF2B5EF4-FFF2-40B4-BE49-F238E27FC236}">
                <a16:creationId xmlns:a16="http://schemas.microsoft.com/office/drawing/2014/main" id="{B34C3B8F-6447-BB73-240F-5C5CC90C2DF7}"/>
              </a:ext>
            </a:extLst>
          </p:cNvPr>
          <p:cNvSpPr/>
          <p:nvPr/>
        </p:nvSpPr>
        <p:spPr>
          <a:xfrm>
            <a:off x="3610545" y="2464827"/>
            <a:ext cx="76200" cy="76200"/>
          </a:xfrm>
          <a:prstGeom prst="ellipse">
            <a:avLst/>
          </a:prstGeom>
          <a:effectLst>
            <a:glow rad="63500">
              <a:schemeClr val="accent1">
                <a:satMod val="175000"/>
                <a:alpha val="40000"/>
              </a:schemeClr>
            </a:glow>
          </a:effectLst>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87" name="Oval 86">
            <a:extLst>
              <a:ext uri="{FF2B5EF4-FFF2-40B4-BE49-F238E27FC236}">
                <a16:creationId xmlns:a16="http://schemas.microsoft.com/office/drawing/2014/main" id="{96A73500-B9EC-8B53-1DB5-9727FDFAABB3}"/>
              </a:ext>
            </a:extLst>
          </p:cNvPr>
          <p:cNvSpPr/>
          <p:nvPr/>
        </p:nvSpPr>
        <p:spPr>
          <a:xfrm>
            <a:off x="3694221" y="2347215"/>
            <a:ext cx="76200" cy="76200"/>
          </a:xfrm>
          <a:prstGeom prst="ellipse">
            <a:avLst/>
          </a:prstGeom>
          <a:effectLst>
            <a:glow rad="63500">
              <a:schemeClr val="accent1">
                <a:satMod val="175000"/>
                <a:alpha val="40000"/>
              </a:schemeClr>
            </a:glow>
          </a:effectLst>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88" name="Oval 87">
            <a:extLst>
              <a:ext uri="{FF2B5EF4-FFF2-40B4-BE49-F238E27FC236}">
                <a16:creationId xmlns:a16="http://schemas.microsoft.com/office/drawing/2014/main" id="{417DE916-F4A1-4A6A-1BB4-ED3D98FDCBE2}"/>
              </a:ext>
            </a:extLst>
          </p:cNvPr>
          <p:cNvSpPr/>
          <p:nvPr/>
        </p:nvSpPr>
        <p:spPr>
          <a:xfrm>
            <a:off x="3777897" y="2229603"/>
            <a:ext cx="76200" cy="76200"/>
          </a:xfrm>
          <a:prstGeom prst="ellipse">
            <a:avLst/>
          </a:prstGeom>
          <a:effectLst>
            <a:glow rad="63500">
              <a:schemeClr val="accent1">
                <a:satMod val="175000"/>
                <a:alpha val="40000"/>
              </a:schemeClr>
            </a:glow>
          </a:effectLst>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89" name="Oval 88">
            <a:extLst>
              <a:ext uri="{FF2B5EF4-FFF2-40B4-BE49-F238E27FC236}">
                <a16:creationId xmlns:a16="http://schemas.microsoft.com/office/drawing/2014/main" id="{3D57D393-08EB-7E64-20BB-8483E7A7F92B}"/>
              </a:ext>
            </a:extLst>
          </p:cNvPr>
          <p:cNvSpPr/>
          <p:nvPr/>
        </p:nvSpPr>
        <p:spPr>
          <a:xfrm>
            <a:off x="3859033" y="2111991"/>
            <a:ext cx="76200" cy="76200"/>
          </a:xfrm>
          <a:prstGeom prst="ellipse">
            <a:avLst/>
          </a:prstGeom>
          <a:effectLst>
            <a:glow rad="63500">
              <a:schemeClr val="accent1">
                <a:satMod val="175000"/>
                <a:alpha val="40000"/>
              </a:schemeClr>
            </a:glow>
          </a:effectLst>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90" name="Oval 89">
            <a:extLst>
              <a:ext uri="{FF2B5EF4-FFF2-40B4-BE49-F238E27FC236}">
                <a16:creationId xmlns:a16="http://schemas.microsoft.com/office/drawing/2014/main" id="{08F2EB5D-40B4-EEEC-8619-849DCEF9285C}"/>
              </a:ext>
            </a:extLst>
          </p:cNvPr>
          <p:cNvSpPr/>
          <p:nvPr/>
        </p:nvSpPr>
        <p:spPr>
          <a:xfrm>
            <a:off x="3932549" y="1994379"/>
            <a:ext cx="76200" cy="76200"/>
          </a:xfrm>
          <a:prstGeom prst="ellipse">
            <a:avLst/>
          </a:prstGeom>
          <a:effectLst>
            <a:glow rad="63500">
              <a:schemeClr val="accent1">
                <a:satMod val="175000"/>
                <a:alpha val="40000"/>
              </a:schemeClr>
            </a:glow>
          </a:effectLst>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91" name="Oval 90">
            <a:extLst>
              <a:ext uri="{FF2B5EF4-FFF2-40B4-BE49-F238E27FC236}">
                <a16:creationId xmlns:a16="http://schemas.microsoft.com/office/drawing/2014/main" id="{A1470A29-44CC-2161-D625-95958A0002BB}"/>
              </a:ext>
            </a:extLst>
          </p:cNvPr>
          <p:cNvSpPr/>
          <p:nvPr/>
        </p:nvSpPr>
        <p:spPr>
          <a:xfrm>
            <a:off x="3995905" y="1876767"/>
            <a:ext cx="76200" cy="76200"/>
          </a:xfrm>
          <a:prstGeom prst="ellipse">
            <a:avLst/>
          </a:prstGeom>
          <a:effectLst>
            <a:glow rad="63500">
              <a:schemeClr val="accent1">
                <a:satMod val="175000"/>
                <a:alpha val="40000"/>
              </a:schemeClr>
            </a:glow>
          </a:effectLst>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92" name="Oval 91">
            <a:extLst>
              <a:ext uri="{FF2B5EF4-FFF2-40B4-BE49-F238E27FC236}">
                <a16:creationId xmlns:a16="http://schemas.microsoft.com/office/drawing/2014/main" id="{4AFDB42F-4BBD-BC88-ACEF-CEC702C7BC02}"/>
              </a:ext>
            </a:extLst>
          </p:cNvPr>
          <p:cNvSpPr/>
          <p:nvPr/>
        </p:nvSpPr>
        <p:spPr>
          <a:xfrm>
            <a:off x="4038941" y="1759155"/>
            <a:ext cx="76200" cy="76200"/>
          </a:xfrm>
          <a:prstGeom prst="ellipse">
            <a:avLst/>
          </a:prstGeom>
          <a:effectLst>
            <a:glow rad="63500">
              <a:schemeClr val="accent1">
                <a:satMod val="175000"/>
                <a:alpha val="40000"/>
              </a:schemeClr>
            </a:glow>
          </a:effectLst>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93" name="Oval 92">
            <a:extLst>
              <a:ext uri="{FF2B5EF4-FFF2-40B4-BE49-F238E27FC236}">
                <a16:creationId xmlns:a16="http://schemas.microsoft.com/office/drawing/2014/main" id="{ADA73CD8-8817-E8C9-A297-A38C559BAAFD}"/>
              </a:ext>
            </a:extLst>
          </p:cNvPr>
          <p:cNvSpPr/>
          <p:nvPr/>
        </p:nvSpPr>
        <p:spPr>
          <a:xfrm>
            <a:off x="4071817" y="1641543"/>
            <a:ext cx="76200" cy="76200"/>
          </a:xfrm>
          <a:prstGeom prst="ellipse">
            <a:avLst/>
          </a:prstGeom>
          <a:effectLst>
            <a:glow rad="63500">
              <a:schemeClr val="accent1">
                <a:satMod val="175000"/>
                <a:alpha val="40000"/>
              </a:schemeClr>
            </a:glow>
          </a:effectLst>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94" name="Oval 93">
            <a:extLst>
              <a:ext uri="{FF2B5EF4-FFF2-40B4-BE49-F238E27FC236}">
                <a16:creationId xmlns:a16="http://schemas.microsoft.com/office/drawing/2014/main" id="{1A9F9E89-C125-7037-C6D4-073DB897FB08}"/>
              </a:ext>
            </a:extLst>
          </p:cNvPr>
          <p:cNvSpPr/>
          <p:nvPr/>
        </p:nvSpPr>
        <p:spPr>
          <a:xfrm>
            <a:off x="4102153" y="1523931"/>
            <a:ext cx="76200" cy="76200"/>
          </a:xfrm>
          <a:prstGeom prst="ellipse">
            <a:avLst/>
          </a:prstGeom>
          <a:effectLst>
            <a:glow rad="63500">
              <a:schemeClr val="accent1">
                <a:satMod val="175000"/>
                <a:alpha val="40000"/>
              </a:schemeClr>
            </a:glow>
          </a:effectLst>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95" name="Oval 94">
            <a:extLst>
              <a:ext uri="{FF2B5EF4-FFF2-40B4-BE49-F238E27FC236}">
                <a16:creationId xmlns:a16="http://schemas.microsoft.com/office/drawing/2014/main" id="{7958F1F0-F347-0C17-81CF-81AF5E6A8F0B}"/>
              </a:ext>
            </a:extLst>
          </p:cNvPr>
          <p:cNvSpPr/>
          <p:nvPr/>
        </p:nvSpPr>
        <p:spPr>
          <a:xfrm>
            <a:off x="4122329" y="1406319"/>
            <a:ext cx="76200" cy="76200"/>
          </a:xfrm>
          <a:prstGeom prst="ellipse">
            <a:avLst/>
          </a:prstGeom>
          <a:effectLst>
            <a:glow rad="63500">
              <a:schemeClr val="accent1">
                <a:satMod val="175000"/>
                <a:alpha val="40000"/>
              </a:schemeClr>
            </a:glow>
          </a:effectLst>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96" name="Oval 95">
            <a:extLst>
              <a:ext uri="{FF2B5EF4-FFF2-40B4-BE49-F238E27FC236}">
                <a16:creationId xmlns:a16="http://schemas.microsoft.com/office/drawing/2014/main" id="{5CD033FA-99CC-A62D-FFEA-CFC99AA921DE}"/>
              </a:ext>
            </a:extLst>
          </p:cNvPr>
          <p:cNvSpPr/>
          <p:nvPr/>
        </p:nvSpPr>
        <p:spPr>
          <a:xfrm>
            <a:off x="4134885" y="1288707"/>
            <a:ext cx="76200" cy="76200"/>
          </a:xfrm>
          <a:prstGeom prst="ellipse">
            <a:avLst/>
          </a:prstGeom>
          <a:effectLst>
            <a:glow rad="63500">
              <a:schemeClr val="accent1">
                <a:satMod val="175000"/>
                <a:alpha val="40000"/>
              </a:schemeClr>
            </a:glow>
          </a:effectLst>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97" name="Oval 96">
            <a:extLst>
              <a:ext uri="{FF2B5EF4-FFF2-40B4-BE49-F238E27FC236}">
                <a16:creationId xmlns:a16="http://schemas.microsoft.com/office/drawing/2014/main" id="{38FDF657-813D-6941-65F5-0C391F113891}"/>
              </a:ext>
            </a:extLst>
          </p:cNvPr>
          <p:cNvSpPr/>
          <p:nvPr/>
        </p:nvSpPr>
        <p:spPr>
          <a:xfrm>
            <a:off x="4144901" y="1171095"/>
            <a:ext cx="76200" cy="76200"/>
          </a:xfrm>
          <a:prstGeom prst="ellipse">
            <a:avLst/>
          </a:prstGeom>
          <a:effectLst>
            <a:glow rad="63500">
              <a:schemeClr val="accent1">
                <a:satMod val="175000"/>
                <a:alpha val="40000"/>
              </a:schemeClr>
            </a:glow>
          </a:effectLst>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98" name="TextBox 97">
            <a:extLst>
              <a:ext uri="{FF2B5EF4-FFF2-40B4-BE49-F238E27FC236}">
                <a16:creationId xmlns:a16="http://schemas.microsoft.com/office/drawing/2014/main" id="{611431AA-C127-214A-ECCC-B1FAB7320C40}"/>
              </a:ext>
            </a:extLst>
          </p:cNvPr>
          <p:cNvSpPr txBox="1"/>
          <p:nvPr/>
        </p:nvSpPr>
        <p:spPr>
          <a:xfrm>
            <a:off x="2802195" y="288165"/>
            <a:ext cx="914400" cy="523220"/>
          </a:xfrm>
          <a:prstGeom prst="rect">
            <a:avLst/>
          </a:prstGeom>
          <a:noFill/>
        </p:spPr>
        <p:txBody>
          <a:bodyPr wrap="square" rtlCol="0">
            <a:spAutoFit/>
          </a:bodyPr>
          <a:lstStyle/>
          <a:p>
            <a:r>
              <a:rPr lang="en-IN" sz="2800" dirty="0">
                <a:solidFill>
                  <a:schemeClr val="bg1"/>
                </a:solidFill>
              </a:rPr>
              <a:t>N</a:t>
            </a:r>
          </a:p>
        </p:txBody>
      </p:sp>
      <p:sp>
        <p:nvSpPr>
          <p:cNvPr id="99" name="TextBox 98">
            <a:extLst>
              <a:ext uri="{FF2B5EF4-FFF2-40B4-BE49-F238E27FC236}">
                <a16:creationId xmlns:a16="http://schemas.microsoft.com/office/drawing/2014/main" id="{1290443E-496F-F8E4-1DA9-F0CD70165B3D}"/>
              </a:ext>
            </a:extLst>
          </p:cNvPr>
          <p:cNvSpPr txBox="1"/>
          <p:nvPr/>
        </p:nvSpPr>
        <p:spPr>
          <a:xfrm>
            <a:off x="5654422" y="2979232"/>
            <a:ext cx="400467" cy="523220"/>
          </a:xfrm>
          <a:prstGeom prst="rect">
            <a:avLst/>
          </a:prstGeom>
          <a:noFill/>
        </p:spPr>
        <p:txBody>
          <a:bodyPr wrap="square" rtlCol="0">
            <a:spAutoFit/>
          </a:bodyPr>
          <a:lstStyle/>
          <a:p>
            <a:r>
              <a:rPr lang="en-IN" sz="2800" dirty="0">
                <a:solidFill>
                  <a:schemeClr val="bg1"/>
                </a:solidFill>
              </a:rPr>
              <a:t>Z</a:t>
            </a:r>
          </a:p>
        </p:txBody>
      </p:sp>
      <p:sp>
        <p:nvSpPr>
          <p:cNvPr id="100" name="Oval 99">
            <a:extLst>
              <a:ext uri="{FF2B5EF4-FFF2-40B4-BE49-F238E27FC236}">
                <a16:creationId xmlns:a16="http://schemas.microsoft.com/office/drawing/2014/main" id="{1BF11847-DCC9-44C8-0E31-85FBE327A7AA}"/>
              </a:ext>
            </a:extLst>
          </p:cNvPr>
          <p:cNvSpPr/>
          <p:nvPr/>
        </p:nvSpPr>
        <p:spPr>
          <a:xfrm rot="1155347">
            <a:off x="4135187" y="1094965"/>
            <a:ext cx="366866" cy="1385541"/>
          </a:xfrm>
          <a:prstGeom prst="ellipse">
            <a:avLst/>
          </a:prstGeom>
          <a:solidFill>
            <a:schemeClr val="lt1">
              <a:alpha val="47000"/>
            </a:schemeClr>
          </a:solidFill>
          <a:effectLst>
            <a:softEdge rad="63500"/>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101" name="Oval 100">
            <a:extLst>
              <a:ext uri="{FF2B5EF4-FFF2-40B4-BE49-F238E27FC236}">
                <a16:creationId xmlns:a16="http://schemas.microsoft.com/office/drawing/2014/main" id="{4860B1B1-7278-9ED3-F290-BF1F1B734A1F}"/>
              </a:ext>
            </a:extLst>
          </p:cNvPr>
          <p:cNvSpPr/>
          <p:nvPr/>
        </p:nvSpPr>
        <p:spPr>
          <a:xfrm rot="843873">
            <a:off x="3676390" y="950160"/>
            <a:ext cx="366866" cy="1385541"/>
          </a:xfrm>
          <a:prstGeom prst="ellipse">
            <a:avLst/>
          </a:prstGeom>
          <a:solidFill>
            <a:schemeClr val="lt1">
              <a:alpha val="47000"/>
            </a:schemeClr>
          </a:solidFill>
          <a:effectLst>
            <a:softEdge rad="63500"/>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102" name="Rectangle 101">
            <a:extLst>
              <a:ext uri="{FF2B5EF4-FFF2-40B4-BE49-F238E27FC236}">
                <a16:creationId xmlns:a16="http://schemas.microsoft.com/office/drawing/2014/main" id="{2C174B7A-EBCD-1564-5B39-0210B681273F}"/>
              </a:ext>
            </a:extLst>
          </p:cNvPr>
          <p:cNvSpPr/>
          <p:nvPr/>
        </p:nvSpPr>
        <p:spPr>
          <a:xfrm rot="18673377">
            <a:off x="3683354" y="1566746"/>
            <a:ext cx="2601808" cy="523220"/>
          </a:xfrm>
          <a:prstGeom prst="rect">
            <a:avLst/>
          </a:prstGeom>
        </p:spPr>
        <p:txBody>
          <a:bodyPr wrap="square">
            <a:spAutoFit/>
          </a:bodyPr>
          <a:lstStyle/>
          <a:p>
            <a:pPr marL="228600" fontAlgn="base"/>
            <a:r>
              <a:rPr lang="en-GB" sz="2800" dirty="0">
                <a:solidFill>
                  <a:srgbClr val="FFFF00"/>
                </a:solidFill>
                <a:latin typeface="Calibri" panose="020F0502020204030204" pitchFamily="34" charset="0"/>
              </a:rPr>
              <a:t>Neutron poor</a:t>
            </a:r>
            <a:endParaRPr lang="en-GB" sz="2800" dirty="0">
              <a:solidFill>
                <a:srgbClr val="FFFF00"/>
              </a:solidFill>
              <a:latin typeface="Noto Sans Symbols"/>
            </a:endParaRPr>
          </a:p>
        </p:txBody>
      </p:sp>
      <p:sp>
        <p:nvSpPr>
          <p:cNvPr id="4" name="TextBox 3">
            <a:extLst>
              <a:ext uri="{FF2B5EF4-FFF2-40B4-BE49-F238E27FC236}">
                <a16:creationId xmlns:a16="http://schemas.microsoft.com/office/drawing/2014/main" id="{961234B2-30CA-FFC0-BEF3-D6DFBAC1F309}"/>
              </a:ext>
            </a:extLst>
          </p:cNvPr>
          <p:cNvSpPr txBox="1"/>
          <p:nvPr/>
        </p:nvSpPr>
        <p:spPr>
          <a:xfrm>
            <a:off x="2792864" y="3427972"/>
            <a:ext cx="3281318" cy="954107"/>
          </a:xfrm>
          <a:prstGeom prst="rect">
            <a:avLst/>
          </a:prstGeom>
          <a:noFill/>
        </p:spPr>
        <p:txBody>
          <a:bodyPr wrap="square" rtlCol="0">
            <a:spAutoFit/>
          </a:bodyPr>
          <a:lstStyle/>
          <a:p>
            <a:pPr algn="just"/>
            <a:r>
              <a:rPr lang="en-IN" sz="2800" dirty="0">
                <a:solidFill>
                  <a:schemeClr val="bg1"/>
                </a:solidFill>
              </a:rPr>
              <a:t>All particle on this curve are stable </a:t>
            </a:r>
          </a:p>
        </p:txBody>
      </p:sp>
      <p:sp>
        <p:nvSpPr>
          <p:cNvPr id="5" name="TextBox 4">
            <a:extLst>
              <a:ext uri="{FF2B5EF4-FFF2-40B4-BE49-F238E27FC236}">
                <a16:creationId xmlns:a16="http://schemas.microsoft.com/office/drawing/2014/main" id="{FF99413E-C28E-43C1-D07D-15F19FD20E79}"/>
              </a:ext>
            </a:extLst>
          </p:cNvPr>
          <p:cNvSpPr txBox="1"/>
          <p:nvPr/>
        </p:nvSpPr>
        <p:spPr>
          <a:xfrm>
            <a:off x="2813662" y="4296125"/>
            <a:ext cx="3281318" cy="1384995"/>
          </a:xfrm>
          <a:prstGeom prst="rect">
            <a:avLst/>
          </a:prstGeom>
          <a:noFill/>
        </p:spPr>
        <p:txBody>
          <a:bodyPr wrap="square" rtlCol="0">
            <a:spAutoFit/>
          </a:bodyPr>
          <a:lstStyle/>
          <a:p>
            <a:pPr algn="just"/>
            <a:r>
              <a:rPr lang="en-IN" sz="2800" dirty="0">
                <a:solidFill>
                  <a:schemeClr val="bg1"/>
                </a:solidFill>
              </a:rPr>
              <a:t>It help to find what is type of instability exist in element</a:t>
            </a:r>
          </a:p>
        </p:txBody>
      </p:sp>
      <p:sp>
        <p:nvSpPr>
          <p:cNvPr id="12" name="TextBox 11">
            <a:extLst>
              <a:ext uri="{FF2B5EF4-FFF2-40B4-BE49-F238E27FC236}">
                <a16:creationId xmlns:a16="http://schemas.microsoft.com/office/drawing/2014/main" id="{09A12A7E-54A4-AAFC-DD6A-A3EB4E74FB20}"/>
              </a:ext>
            </a:extLst>
          </p:cNvPr>
          <p:cNvSpPr txBox="1"/>
          <p:nvPr/>
        </p:nvSpPr>
        <p:spPr>
          <a:xfrm>
            <a:off x="5987333" y="826676"/>
            <a:ext cx="5787896" cy="1200329"/>
          </a:xfrm>
          <a:prstGeom prst="rect">
            <a:avLst/>
          </a:prstGeom>
          <a:noFill/>
        </p:spPr>
        <p:txBody>
          <a:bodyPr wrap="square">
            <a:spAutoFit/>
          </a:bodyPr>
          <a:lstStyle/>
          <a:p>
            <a:pPr algn="just"/>
            <a:r>
              <a:rPr lang="en-US" sz="2400" dirty="0">
                <a:solidFill>
                  <a:srgbClr val="FFFF00"/>
                </a:solidFill>
              </a:rPr>
              <a:t>Stability requires the ratio of neutron to proton to be around 1:1 for light nuclei. This ratio increases to about 3:2 for heavy nuclei. </a:t>
            </a:r>
            <a:endParaRPr lang="en-IN" sz="2400" dirty="0"/>
          </a:p>
        </p:txBody>
      </p:sp>
      <p:grpSp>
        <p:nvGrpSpPr>
          <p:cNvPr id="7" name="Group 6">
            <a:extLst>
              <a:ext uri="{FF2B5EF4-FFF2-40B4-BE49-F238E27FC236}">
                <a16:creationId xmlns:a16="http://schemas.microsoft.com/office/drawing/2014/main" id="{E5B11279-681E-7A40-EFBB-47D392292A43}"/>
              </a:ext>
            </a:extLst>
          </p:cNvPr>
          <p:cNvGrpSpPr/>
          <p:nvPr/>
        </p:nvGrpSpPr>
        <p:grpSpPr>
          <a:xfrm>
            <a:off x="262283" y="2500653"/>
            <a:ext cx="2638286" cy="718359"/>
            <a:chOff x="371062" y="261468"/>
            <a:chExt cx="2638286" cy="718359"/>
          </a:xfrm>
        </p:grpSpPr>
        <p:sp>
          <p:nvSpPr>
            <p:cNvPr id="9" name="Freeform 62">
              <a:extLst>
                <a:ext uri="{FF2B5EF4-FFF2-40B4-BE49-F238E27FC236}">
                  <a16:creationId xmlns:a16="http://schemas.microsoft.com/office/drawing/2014/main" id="{F39FEB81-7FBF-401E-AF0D-9CF69A28A060}"/>
                </a:ext>
              </a:extLst>
            </p:cNvPr>
            <p:cNvSpPr>
              <a:spLocks noEditPoints="1"/>
            </p:cNvSpPr>
            <p:nvPr/>
          </p:nvSpPr>
          <p:spPr bwMode="invGray">
            <a:xfrm>
              <a:off x="371062" y="799817"/>
              <a:ext cx="2046675" cy="180010"/>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sz="2800">
                <a:ln>
                  <a:noFill/>
                </a:ln>
              </a:endParaRPr>
            </a:p>
          </p:txBody>
        </p:sp>
        <p:sp>
          <p:nvSpPr>
            <p:cNvPr id="11" name="TextBox 10">
              <a:extLst>
                <a:ext uri="{FF2B5EF4-FFF2-40B4-BE49-F238E27FC236}">
                  <a16:creationId xmlns:a16="http://schemas.microsoft.com/office/drawing/2014/main" id="{60015DC1-2D49-68FD-66B6-171535008537}"/>
                </a:ext>
              </a:extLst>
            </p:cNvPr>
            <p:cNvSpPr txBox="1"/>
            <p:nvPr/>
          </p:nvSpPr>
          <p:spPr>
            <a:xfrm>
              <a:off x="371062" y="261468"/>
              <a:ext cx="2638286" cy="523220"/>
            </a:xfrm>
            <a:prstGeom prst="rect">
              <a:avLst/>
            </a:prstGeom>
            <a:noFill/>
          </p:spPr>
          <p:txBody>
            <a:bodyPr wrap="none" rtlCol="0">
              <a:spAutoFit/>
            </a:bodyPr>
            <a:lstStyle/>
            <a:p>
              <a:r>
                <a:rPr lang="en-US" sz="2800" b="1" dirty="0">
                  <a:solidFill>
                    <a:srgbClr val="FFFF00"/>
                  </a:solidFill>
                  <a:latin typeface="Cambria" panose="02040503050406030204" pitchFamily="18" charset="0"/>
                  <a:ea typeface="Cambria" panose="02040503050406030204" pitchFamily="18" charset="0"/>
                </a:rPr>
                <a:t>Stability curve </a:t>
              </a:r>
            </a:p>
          </p:txBody>
        </p:sp>
      </p:grpSp>
      <p:sp>
        <p:nvSpPr>
          <p:cNvPr id="2" name="Rectangle 1">
            <a:extLst>
              <a:ext uri="{FF2B5EF4-FFF2-40B4-BE49-F238E27FC236}">
                <a16:creationId xmlns:a16="http://schemas.microsoft.com/office/drawing/2014/main" id="{538E4FE1-5A77-DC11-AEE1-3CEE9CC9F24D}"/>
              </a:ext>
            </a:extLst>
          </p:cNvPr>
          <p:cNvSpPr/>
          <p:nvPr/>
        </p:nvSpPr>
        <p:spPr>
          <a:xfrm>
            <a:off x="5991202" y="1912976"/>
            <a:ext cx="1422569" cy="584775"/>
          </a:xfrm>
          <a:prstGeom prst="rect">
            <a:avLst/>
          </a:prstGeom>
          <a:noFill/>
        </p:spPr>
        <p:txBody>
          <a:bodyPr wrap="none" lIns="91440" tIns="45720" rIns="91440" bIns="45720">
            <a:spAutoFit/>
          </a:bodyPr>
          <a:lstStyle/>
          <a:p>
            <a:pPr algn="ctr"/>
            <a:r>
              <a:rPr lang="en-US" sz="3200" b="1"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rPr>
              <a:t>Reason</a:t>
            </a:r>
          </a:p>
        </p:txBody>
      </p:sp>
      <p:sp>
        <p:nvSpPr>
          <p:cNvPr id="3" name="TextBox 2">
            <a:extLst>
              <a:ext uri="{FF2B5EF4-FFF2-40B4-BE49-F238E27FC236}">
                <a16:creationId xmlns:a16="http://schemas.microsoft.com/office/drawing/2014/main" id="{4BB09815-1FEA-40D2-099C-7BE7AA7B7DC6}"/>
              </a:ext>
            </a:extLst>
          </p:cNvPr>
          <p:cNvSpPr txBox="1"/>
          <p:nvPr/>
        </p:nvSpPr>
        <p:spPr>
          <a:xfrm>
            <a:off x="6596739" y="2330476"/>
            <a:ext cx="5141168" cy="1384995"/>
          </a:xfrm>
          <a:prstGeom prst="rect">
            <a:avLst/>
          </a:prstGeom>
          <a:noFill/>
        </p:spPr>
        <p:txBody>
          <a:bodyPr wrap="square" rtlCol="0">
            <a:spAutoFit/>
          </a:bodyPr>
          <a:lstStyle/>
          <a:p>
            <a:pPr algn="just"/>
            <a:r>
              <a:rPr lang="en-IN" sz="2800" dirty="0">
                <a:solidFill>
                  <a:schemeClr val="bg1"/>
                </a:solidFill>
              </a:rPr>
              <a:t>As nuclear force is short range force we need more neutron to overcome proton repulsive force</a:t>
            </a:r>
          </a:p>
        </p:txBody>
      </p:sp>
      <p:grpSp>
        <p:nvGrpSpPr>
          <p:cNvPr id="44" name="Group 43">
            <a:extLst>
              <a:ext uri="{FF2B5EF4-FFF2-40B4-BE49-F238E27FC236}">
                <a16:creationId xmlns:a16="http://schemas.microsoft.com/office/drawing/2014/main" id="{C8DEC437-A93B-9770-7A9C-305D1DC7D1A9}"/>
              </a:ext>
            </a:extLst>
          </p:cNvPr>
          <p:cNvGrpSpPr/>
          <p:nvPr/>
        </p:nvGrpSpPr>
        <p:grpSpPr>
          <a:xfrm>
            <a:off x="7482011" y="4341119"/>
            <a:ext cx="535266" cy="525106"/>
            <a:chOff x="9727371" y="4188719"/>
            <a:chExt cx="535266" cy="525106"/>
          </a:xfrm>
        </p:grpSpPr>
        <p:sp>
          <p:nvSpPr>
            <p:cNvPr id="20" name="Oval 19">
              <a:extLst>
                <a:ext uri="{FF2B5EF4-FFF2-40B4-BE49-F238E27FC236}">
                  <a16:creationId xmlns:a16="http://schemas.microsoft.com/office/drawing/2014/main" id="{48B448B9-B14A-3F70-DC14-62315AF22BFC}"/>
                </a:ext>
              </a:extLst>
            </p:cNvPr>
            <p:cNvSpPr/>
            <p:nvPr/>
          </p:nvSpPr>
          <p:spPr>
            <a:xfrm>
              <a:off x="9727371" y="4366519"/>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64E53C30-FD5E-8AD8-496B-04164B033C11}"/>
                </a:ext>
              </a:extLst>
            </p:cNvPr>
            <p:cNvSpPr/>
            <p:nvPr/>
          </p:nvSpPr>
          <p:spPr>
            <a:xfrm>
              <a:off x="9762931" y="4442719"/>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750EACB3-0546-457D-3221-FC22EF48B1A0}"/>
                </a:ext>
              </a:extLst>
            </p:cNvPr>
            <p:cNvSpPr/>
            <p:nvPr/>
          </p:nvSpPr>
          <p:spPr>
            <a:xfrm>
              <a:off x="9793411" y="4290319"/>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ACC41B0A-16CF-B534-1415-55BBE597F21F}"/>
                </a:ext>
              </a:extLst>
            </p:cNvPr>
            <p:cNvSpPr/>
            <p:nvPr/>
          </p:nvSpPr>
          <p:spPr>
            <a:xfrm>
              <a:off x="9828971" y="4366519"/>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A182E7CE-DCFE-792F-2336-6DFEDA62ECFC}"/>
                </a:ext>
              </a:extLst>
            </p:cNvPr>
            <p:cNvSpPr/>
            <p:nvPr/>
          </p:nvSpPr>
          <p:spPr>
            <a:xfrm>
              <a:off x="10016931" y="4371599"/>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F6325B39-50F5-ABA2-D0A4-1BFCA18AF38A}"/>
                </a:ext>
              </a:extLst>
            </p:cNvPr>
            <p:cNvSpPr/>
            <p:nvPr/>
          </p:nvSpPr>
          <p:spPr>
            <a:xfrm>
              <a:off x="10088051" y="4290319"/>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D6E6E38A-B54B-49F5-EC11-993E8AF002FE}"/>
                </a:ext>
              </a:extLst>
            </p:cNvPr>
            <p:cNvSpPr/>
            <p:nvPr/>
          </p:nvSpPr>
          <p:spPr>
            <a:xfrm>
              <a:off x="9889931" y="4269999"/>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66927498-E7D0-A217-51F1-FE69E8C06C8E}"/>
                </a:ext>
              </a:extLst>
            </p:cNvPr>
            <p:cNvSpPr/>
            <p:nvPr/>
          </p:nvSpPr>
          <p:spPr>
            <a:xfrm>
              <a:off x="9925491" y="4346199"/>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1142FD37-F8B9-7B4A-A485-370951133005}"/>
                </a:ext>
              </a:extLst>
            </p:cNvPr>
            <p:cNvSpPr/>
            <p:nvPr/>
          </p:nvSpPr>
          <p:spPr>
            <a:xfrm>
              <a:off x="10042331" y="4188719"/>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C2C926EC-D98E-7C63-E277-AD065A16E0CB}"/>
                </a:ext>
              </a:extLst>
            </p:cNvPr>
            <p:cNvSpPr/>
            <p:nvPr/>
          </p:nvSpPr>
          <p:spPr>
            <a:xfrm>
              <a:off x="9991531" y="4269999"/>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F19C45B7-1D5A-6859-89E0-96B19F7F3840}"/>
                </a:ext>
              </a:extLst>
            </p:cNvPr>
            <p:cNvSpPr/>
            <p:nvPr/>
          </p:nvSpPr>
          <p:spPr>
            <a:xfrm>
              <a:off x="10072811" y="4620519"/>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487C3BBB-CEB7-7B4C-2933-B6AA53FB37DE}"/>
                </a:ext>
              </a:extLst>
            </p:cNvPr>
            <p:cNvSpPr/>
            <p:nvPr/>
          </p:nvSpPr>
          <p:spPr>
            <a:xfrm>
              <a:off x="10169331" y="4341119"/>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DAFE0B9F-2638-91CA-7257-FE3A93972B02}"/>
                </a:ext>
              </a:extLst>
            </p:cNvPr>
            <p:cNvSpPr/>
            <p:nvPr/>
          </p:nvSpPr>
          <p:spPr>
            <a:xfrm>
              <a:off x="10047411" y="4463039"/>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4FB71815-664A-117D-51C3-6AF503188540}"/>
                </a:ext>
              </a:extLst>
            </p:cNvPr>
            <p:cNvSpPr/>
            <p:nvPr/>
          </p:nvSpPr>
          <p:spPr>
            <a:xfrm>
              <a:off x="10082971" y="4539239"/>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7B8DE571-3611-9FF9-350A-2CE5528C47C0}"/>
                </a:ext>
              </a:extLst>
            </p:cNvPr>
            <p:cNvSpPr/>
            <p:nvPr/>
          </p:nvSpPr>
          <p:spPr>
            <a:xfrm>
              <a:off x="10113451" y="4386839"/>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C58ABC49-D6BA-78ED-56CE-B1A5107E8F0F}"/>
                </a:ext>
              </a:extLst>
            </p:cNvPr>
            <p:cNvSpPr/>
            <p:nvPr/>
          </p:nvSpPr>
          <p:spPr>
            <a:xfrm>
              <a:off x="10149011" y="4463039"/>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1B1BDF59-38C9-E70F-18C7-E340116C8564}"/>
                </a:ext>
              </a:extLst>
            </p:cNvPr>
            <p:cNvSpPr/>
            <p:nvPr/>
          </p:nvSpPr>
          <p:spPr>
            <a:xfrm>
              <a:off x="9966131" y="4605279"/>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A2FD603B-EE4F-8536-ACE5-D75F0B0CA493}"/>
                </a:ext>
              </a:extLst>
            </p:cNvPr>
            <p:cNvSpPr/>
            <p:nvPr/>
          </p:nvSpPr>
          <p:spPr>
            <a:xfrm>
              <a:off x="10037251" y="4523999"/>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83150E29-6145-D701-50EE-0586F5ECEC44}"/>
                </a:ext>
              </a:extLst>
            </p:cNvPr>
            <p:cNvSpPr/>
            <p:nvPr/>
          </p:nvSpPr>
          <p:spPr>
            <a:xfrm>
              <a:off x="9839131" y="4503679"/>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948B8CAB-64A8-5308-A6E1-DB100F6D673D}"/>
                </a:ext>
              </a:extLst>
            </p:cNvPr>
            <p:cNvSpPr/>
            <p:nvPr/>
          </p:nvSpPr>
          <p:spPr>
            <a:xfrm>
              <a:off x="9874691" y="4579879"/>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C478EA81-41EE-B414-DBB4-E4AAD10DE84A}"/>
                </a:ext>
              </a:extLst>
            </p:cNvPr>
            <p:cNvSpPr/>
            <p:nvPr/>
          </p:nvSpPr>
          <p:spPr>
            <a:xfrm>
              <a:off x="9905171" y="4427479"/>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A2166AD9-A64D-D659-FC3F-55A437C34DC1}"/>
                </a:ext>
              </a:extLst>
            </p:cNvPr>
            <p:cNvSpPr/>
            <p:nvPr/>
          </p:nvSpPr>
          <p:spPr>
            <a:xfrm>
              <a:off x="9940731" y="4503679"/>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grpSp>
      <p:grpSp>
        <p:nvGrpSpPr>
          <p:cNvPr id="53" name="Group 52">
            <a:extLst>
              <a:ext uri="{FF2B5EF4-FFF2-40B4-BE49-F238E27FC236}">
                <a16:creationId xmlns:a16="http://schemas.microsoft.com/office/drawing/2014/main" id="{54DA9946-3F55-4B64-A5C5-110C431F31BB}"/>
              </a:ext>
            </a:extLst>
          </p:cNvPr>
          <p:cNvGrpSpPr/>
          <p:nvPr/>
        </p:nvGrpSpPr>
        <p:grpSpPr>
          <a:xfrm>
            <a:off x="7903029" y="3956179"/>
            <a:ext cx="541176" cy="541176"/>
            <a:chOff x="8294914" y="4254759"/>
            <a:chExt cx="541176" cy="541176"/>
          </a:xfrm>
        </p:grpSpPr>
        <p:sp>
          <p:nvSpPr>
            <p:cNvPr id="47" name="Oval 46">
              <a:extLst>
                <a:ext uri="{FF2B5EF4-FFF2-40B4-BE49-F238E27FC236}">
                  <a16:creationId xmlns:a16="http://schemas.microsoft.com/office/drawing/2014/main" id="{3686B901-D041-50FE-23A2-2FBA502EF455}"/>
                </a:ext>
              </a:extLst>
            </p:cNvPr>
            <p:cNvSpPr/>
            <p:nvPr/>
          </p:nvSpPr>
          <p:spPr>
            <a:xfrm>
              <a:off x="8511697" y="4481492"/>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B572D89F-AC7A-9F2B-D4BF-1D1D218D5B79}"/>
                </a:ext>
              </a:extLst>
            </p:cNvPr>
            <p:cNvSpPr/>
            <p:nvPr/>
          </p:nvSpPr>
          <p:spPr>
            <a:xfrm>
              <a:off x="8294914" y="4254759"/>
              <a:ext cx="541176" cy="541176"/>
            </a:xfrm>
            <a:prstGeom prst="ellipse">
              <a:avLst/>
            </a:prstGeom>
            <a:noFill/>
            <a:ln>
              <a:solidFill>
                <a:schemeClr val="bg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6" name="Group 55">
            <a:extLst>
              <a:ext uri="{FF2B5EF4-FFF2-40B4-BE49-F238E27FC236}">
                <a16:creationId xmlns:a16="http://schemas.microsoft.com/office/drawing/2014/main" id="{E33AD1ED-780B-66A1-AC78-E1A20BA4B7F7}"/>
              </a:ext>
            </a:extLst>
          </p:cNvPr>
          <p:cNvGrpSpPr/>
          <p:nvPr/>
        </p:nvGrpSpPr>
        <p:grpSpPr>
          <a:xfrm>
            <a:off x="10210800" y="3949959"/>
            <a:ext cx="541176" cy="541176"/>
            <a:chOff x="8294914" y="4254759"/>
            <a:chExt cx="541176" cy="541176"/>
          </a:xfrm>
        </p:grpSpPr>
        <p:sp>
          <p:nvSpPr>
            <p:cNvPr id="57" name="Oval 56">
              <a:extLst>
                <a:ext uri="{FF2B5EF4-FFF2-40B4-BE49-F238E27FC236}">
                  <a16:creationId xmlns:a16="http://schemas.microsoft.com/office/drawing/2014/main" id="{54B2E136-23E3-81E9-1B30-09930565D6DE}"/>
                </a:ext>
              </a:extLst>
            </p:cNvPr>
            <p:cNvSpPr/>
            <p:nvPr/>
          </p:nvSpPr>
          <p:spPr>
            <a:xfrm>
              <a:off x="8511697" y="4481492"/>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58" name="Oval 57">
              <a:extLst>
                <a:ext uri="{FF2B5EF4-FFF2-40B4-BE49-F238E27FC236}">
                  <a16:creationId xmlns:a16="http://schemas.microsoft.com/office/drawing/2014/main" id="{EAAB60AA-2AF4-D2AA-285D-D76CF1E78674}"/>
                </a:ext>
              </a:extLst>
            </p:cNvPr>
            <p:cNvSpPr/>
            <p:nvPr/>
          </p:nvSpPr>
          <p:spPr>
            <a:xfrm>
              <a:off x="8294914" y="4254759"/>
              <a:ext cx="541176" cy="541176"/>
            </a:xfrm>
            <a:prstGeom prst="ellipse">
              <a:avLst/>
            </a:prstGeom>
            <a:noFill/>
            <a:ln>
              <a:solidFill>
                <a:schemeClr val="bg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9" name="Group 188">
            <a:extLst>
              <a:ext uri="{FF2B5EF4-FFF2-40B4-BE49-F238E27FC236}">
                <a16:creationId xmlns:a16="http://schemas.microsoft.com/office/drawing/2014/main" id="{BF4F830C-4190-B60B-54BF-67246459A288}"/>
              </a:ext>
            </a:extLst>
          </p:cNvPr>
          <p:cNvGrpSpPr/>
          <p:nvPr/>
        </p:nvGrpSpPr>
        <p:grpSpPr>
          <a:xfrm>
            <a:off x="9573084" y="4295148"/>
            <a:ext cx="961097" cy="953699"/>
            <a:chOff x="7175324" y="4325628"/>
            <a:chExt cx="961097" cy="953699"/>
          </a:xfrm>
        </p:grpSpPr>
        <p:sp>
          <p:nvSpPr>
            <p:cNvPr id="6" name="Oval 5">
              <a:extLst>
                <a:ext uri="{FF2B5EF4-FFF2-40B4-BE49-F238E27FC236}">
                  <a16:creationId xmlns:a16="http://schemas.microsoft.com/office/drawing/2014/main" id="{3AE0ADB3-1826-EED0-CE06-8B86E8D8DF53}"/>
                </a:ext>
              </a:extLst>
            </p:cNvPr>
            <p:cNvSpPr/>
            <p:nvPr/>
          </p:nvSpPr>
          <p:spPr>
            <a:xfrm rot="1425148">
              <a:off x="7520513" y="4553561"/>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A1612F19-6FB3-8154-A2C3-76ED1840D70F}"/>
                </a:ext>
              </a:extLst>
            </p:cNvPr>
            <p:cNvSpPr/>
            <p:nvPr/>
          </p:nvSpPr>
          <p:spPr>
            <a:xfrm rot="1425148">
              <a:off x="7604956" y="4513019"/>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098C381B-6B96-E35D-AEEB-01A5665EE642}"/>
                </a:ext>
              </a:extLst>
            </p:cNvPr>
            <p:cNvSpPr/>
            <p:nvPr/>
          </p:nvSpPr>
          <p:spPr>
            <a:xfrm rot="1425148">
              <a:off x="7445194" y="4409413"/>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8D765243-EDD5-CAB1-606B-E1A504C5D438}"/>
                </a:ext>
              </a:extLst>
            </p:cNvPr>
            <p:cNvSpPr/>
            <p:nvPr/>
          </p:nvSpPr>
          <p:spPr>
            <a:xfrm rot="1425148">
              <a:off x="7447050" y="4493481"/>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8CFFED7-3ED2-1DE7-AB8F-A730DA824813}"/>
                </a:ext>
              </a:extLst>
            </p:cNvPr>
            <p:cNvSpPr/>
            <p:nvPr/>
          </p:nvSpPr>
          <p:spPr>
            <a:xfrm rot="1425148">
              <a:off x="7536332" y="4366268"/>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E970C45-6A29-2D6B-561C-751E49471846}"/>
                </a:ext>
              </a:extLst>
            </p:cNvPr>
            <p:cNvSpPr/>
            <p:nvPr/>
          </p:nvSpPr>
          <p:spPr>
            <a:xfrm rot="1425148">
              <a:off x="7538188" y="4450336"/>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95A8C53E-CEAC-4200-0303-1C6FA8FB0208}"/>
                </a:ext>
              </a:extLst>
            </p:cNvPr>
            <p:cNvSpPr/>
            <p:nvPr/>
          </p:nvSpPr>
          <p:spPr>
            <a:xfrm>
              <a:off x="7437198" y="4688762"/>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713A16DC-6807-D7DB-9107-321472EC5E5A}"/>
                </a:ext>
              </a:extLst>
            </p:cNvPr>
            <p:cNvSpPr/>
            <p:nvPr/>
          </p:nvSpPr>
          <p:spPr>
            <a:xfrm>
              <a:off x="7498158" y="4617642"/>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23935CDF-1CC2-4217-70B4-5D2F53FDCA58}"/>
                </a:ext>
              </a:extLst>
            </p:cNvPr>
            <p:cNvSpPr/>
            <p:nvPr/>
          </p:nvSpPr>
          <p:spPr>
            <a:xfrm>
              <a:off x="7310198" y="4587162"/>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58F66C90-533D-D3F5-FB97-A203B4967D7F}"/>
                </a:ext>
              </a:extLst>
            </p:cNvPr>
            <p:cNvSpPr/>
            <p:nvPr/>
          </p:nvSpPr>
          <p:spPr>
            <a:xfrm>
              <a:off x="7345758" y="4663362"/>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F5276907-B178-68A6-C4DB-68430985DCD7}"/>
                </a:ext>
              </a:extLst>
            </p:cNvPr>
            <p:cNvSpPr/>
            <p:nvPr/>
          </p:nvSpPr>
          <p:spPr>
            <a:xfrm>
              <a:off x="7376238" y="4510962"/>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C649DF85-118F-430E-530D-EDAFB8134160}"/>
                </a:ext>
              </a:extLst>
            </p:cNvPr>
            <p:cNvSpPr/>
            <p:nvPr/>
          </p:nvSpPr>
          <p:spPr>
            <a:xfrm>
              <a:off x="7411798" y="4587162"/>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59" name="Oval 58">
              <a:extLst>
                <a:ext uri="{FF2B5EF4-FFF2-40B4-BE49-F238E27FC236}">
                  <a16:creationId xmlns:a16="http://schemas.microsoft.com/office/drawing/2014/main" id="{03BD9525-724E-928B-2148-CAEE2CE637BD}"/>
                </a:ext>
              </a:extLst>
            </p:cNvPr>
            <p:cNvSpPr/>
            <p:nvPr/>
          </p:nvSpPr>
          <p:spPr>
            <a:xfrm rot="9969921">
              <a:off x="7651848" y="4563347"/>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0" name="Oval 59">
              <a:extLst>
                <a:ext uri="{FF2B5EF4-FFF2-40B4-BE49-F238E27FC236}">
                  <a16:creationId xmlns:a16="http://schemas.microsoft.com/office/drawing/2014/main" id="{5DD8FDA1-550A-469B-4B10-E63768EA08F8}"/>
                </a:ext>
              </a:extLst>
            </p:cNvPr>
            <p:cNvSpPr/>
            <p:nvPr/>
          </p:nvSpPr>
          <p:spPr>
            <a:xfrm rot="9969921">
              <a:off x="7609663" y="4646980"/>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61" name="Oval 60">
              <a:extLst>
                <a:ext uri="{FF2B5EF4-FFF2-40B4-BE49-F238E27FC236}">
                  <a16:creationId xmlns:a16="http://schemas.microsoft.com/office/drawing/2014/main" id="{34EF8E22-E5F5-AABF-94FA-E80E48D370C9}"/>
                </a:ext>
              </a:extLst>
            </p:cNvPr>
            <p:cNvSpPr/>
            <p:nvPr/>
          </p:nvSpPr>
          <p:spPr>
            <a:xfrm rot="9969921">
              <a:off x="7765168" y="4833561"/>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2" name="Oval 61">
              <a:extLst>
                <a:ext uri="{FF2B5EF4-FFF2-40B4-BE49-F238E27FC236}">
                  <a16:creationId xmlns:a16="http://schemas.microsoft.com/office/drawing/2014/main" id="{47DB5D23-D751-CC7C-DF29-0BF1D1AD755E}"/>
                </a:ext>
              </a:extLst>
            </p:cNvPr>
            <p:cNvSpPr/>
            <p:nvPr/>
          </p:nvSpPr>
          <p:spPr>
            <a:xfrm rot="9969921">
              <a:off x="7746709" y="4566145"/>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63" name="Oval 62">
              <a:extLst>
                <a:ext uri="{FF2B5EF4-FFF2-40B4-BE49-F238E27FC236}">
                  <a16:creationId xmlns:a16="http://schemas.microsoft.com/office/drawing/2014/main" id="{5C5B836B-47BE-36F3-675C-CBAB5597CF55}"/>
                </a:ext>
              </a:extLst>
            </p:cNvPr>
            <p:cNvSpPr/>
            <p:nvPr/>
          </p:nvSpPr>
          <p:spPr>
            <a:xfrm rot="9969921">
              <a:off x="7753555" y="4721412"/>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4" name="Oval 63">
              <a:extLst>
                <a:ext uri="{FF2B5EF4-FFF2-40B4-BE49-F238E27FC236}">
                  <a16:creationId xmlns:a16="http://schemas.microsoft.com/office/drawing/2014/main" id="{3BED97BD-0854-721D-0D9D-D8E0099F1BE5}"/>
                </a:ext>
              </a:extLst>
            </p:cNvPr>
            <p:cNvSpPr/>
            <p:nvPr/>
          </p:nvSpPr>
          <p:spPr>
            <a:xfrm rot="9969921">
              <a:off x="7700806" y="4655926"/>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67" name="Oval 66">
              <a:extLst>
                <a:ext uri="{FF2B5EF4-FFF2-40B4-BE49-F238E27FC236}">
                  <a16:creationId xmlns:a16="http://schemas.microsoft.com/office/drawing/2014/main" id="{9787C4C5-1A2D-82AF-8095-7FFE97432E22}"/>
                </a:ext>
              </a:extLst>
            </p:cNvPr>
            <p:cNvSpPr/>
            <p:nvPr/>
          </p:nvSpPr>
          <p:spPr>
            <a:xfrm rot="9969921">
              <a:off x="7533738" y="4723367"/>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8" name="Oval 67">
              <a:extLst>
                <a:ext uri="{FF2B5EF4-FFF2-40B4-BE49-F238E27FC236}">
                  <a16:creationId xmlns:a16="http://schemas.microsoft.com/office/drawing/2014/main" id="{6C232E79-451B-34D7-2A2A-C2F90D0F18A8}"/>
                </a:ext>
              </a:extLst>
            </p:cNvPr>
            <p:cNvSpPr/>
            <p:nvPr/>
          </p:nvSpPr>
          <p:spPr>
            <a:xfrm rot="9969921">
              <a:off x="7491553" y="4807000"/>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69" name="Oval 68">
              <a:extLst>
                <a:ext uri="{FF2B5EF4-FFF2-40B4-BE49-F238E27FC236}">
                  <a16:creationId xmlns:a16="http://schemas.microsoft.com/office/drawing/2014/main" id="{55C784B1-E857-838B-0BA0-7CD804055AE8}"/>
                </a:ext>
              </a:extLst>
            </p:cNvPr>
            <p:cNvSpPr/>
            <p:nvPr/>
          </p:nvSpPr>
          <p:spPr>
            <a:xfrm rot="9969921">
              <a:off x="7681348" y="4791651"/>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0" name="Oval 69">
              <a:extLst>
                <a:ext uri="{FF2B5EF4-FFF2-40B4-BE49-F238E27FC236}">
                  <a16:creationId xmlns:a16="http://schemas.microsoft.com/office/drawing/2014/main" id="{1C469144-D358-400C-EC78-206CB4FE0AEE}"/>
                </a:ext>
              </a:extLst>
            </p:cNvPr>
            <p:cNvSpPr/>
            <p:nvPr/>
          </p:nvSpPr>
          <p:spPr>
            <a:xfrm rot="9969921">
              <a:off x="7628599" y="4726165"/>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71" name="Oval 70">
              <a:extLst>
                <a:ext uri="{FF2B5EF4-FFF2-40B4-BE49-F238E27FC236}">
                  <a16:creationId xmlns:a16="http://schemas.microsoft.com/office/drawing/2014/main" id="{1D24F916-8C19-7B2B-B354-1CB3EAC3038E}"/>
                </a:ext>
              </a:extLst>
            </p:cNvPr>
            <p:cNvSpPr/>
            <p:nvPr/>
          </p:nvSpPr>
          <p:spPr>
            <a:xfrm rot="9969921">
              <a:off x="7635445" y="4881432"/>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2" name="Oval 71">
              <a:extLst>
                <a:ext uri="{FF2B5EF4-FFF2-40B4-BE49-F238E27FC236}">
                  <a16:creationId xmlns:a16="http://schemas.microsoft.com/office/drawing/2014/main" id="{FB17C81F-138D-5EDA-6189-B79752C70A15}"/>
                </a:ext>
              </a:extLst>
            </p:cNvPr>
            <p:cNvSpPr/>
            <p:nvPr/>
          </p:nvSpPr>
          <p:spPr>
            <a:xfrm rot="9969921">
              <a:off x="7582696" y="4815946"/>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74" name="Oval 73">
              <a:extLst>
                <a:ext uri="{FF2B5EF4-FFF2-40B4-BE49-F238E27FC236}">
                  <a16:creationId xmlns:a16="http://schemas.microsoft.com/office/drawing/2014/main" id="{E21F27DF-B1C2-EFFF-A0B5-DB7865ABE1AC}"/>
                </a:ext>
              </a:extLst>
            </p:cNvPr>
            <p:cNvSpPr/>
            <p:nvPr/>
          </p:nvSpPr>
          <p:spPr>
            <a:xfrm rot="9969921">
              <a:off x="7217509" y="4734797"/>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5" name="Oval 74">
              <a:extLst>
                <a:ext uri="{FF2B5EF4-FFF2-40B4-BE49-F238E27FC236}">
                  <a16:creationId xmlns:a16="http://schemas.microsoft.com/office/drawing/2014/main" id="{EE0114F8-252E-95C0-B16B-720E91DDB375}"/>
                </a:ext>
              </a:extLst>
            </p:cNvPr>
            <p:cNvSpPr/>
            <p:nvPr/>
          </p:nvSpPr>
          <p:spPr>
            <a:xfrm rot="9969921">
              <a:off x="7175324" y="4818430"/>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76" name="Oval 75">
              <a:extLst>
                <a:ext uri="{FF2B5EF4-FFF2-40B4-BE49-F238E27FC236}">
                  <a16:creationId xmlns:a16="http://schemas.microsoft.com/office/drawing/2014/main" id="{DDED5677-2B30-934E-9982-B73EE7FFC1F0}"/>
                </a:ext>
              </a:extLst>
            </p:cNvPr>
            <p:cNvSpPr/>
            <p:nvPr/>
          </p:nvSpPr>
          <p:spPr>
            <a:xfrm rot="9969921">
              <a:off x="7365119" y="4803081"/>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7" name="Oval 76">
              <a:extLst>
                <a:ext uri="{FF2B5EF4-FFF2-40B4-BE49-F238E27FC236}">
                  <a16:creationId xmlns:a16="http://schemas.microsoft.com/office/drawing/2014/main" id="{D5A3D6CD-9E4E-C1F2-867C-86FF3F613EFB}"/>
                </a:ext>
              </a:extLst>
            </p:cNvPr>
            <p:cNvSpPr/>
            <p:nvPr/>
          </p:nvSpPr>
          <p:spPr>
            <a:xfrm rot="9969921">
              <a:off x="7312370" y="4737595"/>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78" name="Oval 77">
              <a:extLst>
                <a:ext uri="{FF2B5EF4-FFF2-40B4-BE49-F238E27FC236}">
                  <a16:creationId xmlns:a16="http://schemas.microsoft.com/office/drawing/2014/main" id="{DDCE8AA1-3AEC-2DD7-C50B-133404315C3B}"/>
                </a:ext>
              </a:extLst>
            </p:cNvPr>
            <p:cNvSpPr/>
            <p:nvPr/>
          </p:nvSpPr>
          <p:spPr>
            <a:xfrm rot="9969921">
              <a:off x="7319216" y="4892862"/>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3" name="Oval 102">
              <a:extLst>
                <a:ext uri="{FF2B5EF4-FFF2-40B4-BE49-F238E27FC236}">
                  <a16:creationId xmlns:a16="http://schemas.microsoft.com/office/drawing/2014/main" id="{4EE5C143-00D5-4818-5D8E-DD13DB5AC203}"/>
                </a:ext>
              </a:extLst>
            </p:cNvPr>
            <p:cNvSpPr/>
            <p:nvPr/>
          </p:nvSpPr>
          <p:spPr>
            <a:xfrm rot="9969921">
              <a:off x="7266467" y="4827376"/>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105" name="Oval 104">
              <a:extLst>
                <a:ext uri="{FF2B5EF4-FFF2-40B4-BE49-F238E27FC236}">
                  <a16:creationId xmlns:a16="http://schemas.microsoft.com/office/drawing/2014/main" id="{C5D3D8E0-2947-160D-924A-2615CADB46E4}"/>
                </a:ext>
              </a:extLst>
            </p:cNvPr>
            <p:cNvSpPr/>
            <p:nvPr/>
          </p:nvSpPr>
          <p:spPr>
            <a:xfrm rot="1425148">
              <a:off x="7490033" y="5033621"/>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6" name="Oval 105">
              <a:extLst>
                <a:ext uri="{FF2B5EF4-FFF2-40B4-BE49-F238E27FC236}">
                  <a16:creationId xmlns:a16="http://schemas.microsoft.com/office/drawing/2014/main" id="{83E33FE8-D8C1-3535-3804-C85C64062860}"/>
                </a:ext>
              </a:extLst>
            </p:cNvPr>
            <p:cNvSpPr/>
            <p:nvPr/>
          </p:nvSpPr>
          <p:spPr>
            <a:xfrm rot="1425148">
              <a:off x="7574476" y="4993079"/>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107" name="Oval 106">
              <a:extLst>
                <a:ext uri="{FF2B5EF4-FFF2-40B4-BE49-F238E27FC236}">
                  <a16:creationId xmlns:a16="http://schemas.microsoft.com/office/drawing/2014/main" id="{08132E84-CA65-7199-61A5-207F56CDC691}"/>
                </a:ext>
              </a:extLst>
            </p:cNvPr>
            <p:cNvSpPr/>
            <p:nvPr/>
          </p:nvSpPr>
          <p:spPr>
            <a:xfrm rot="1425148">
              <a:off x="7277555" y="4411952"/>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8" name="Oval 107">
              <a:extLst>
                <a:ext uri="{FF2B5EF4-FFF2-40B4-BE49-F238E27FC236}">
                  <a16:creationId xmlns:a16="http://schemas.microsoft.com/office/drawing/2014/main" id="{06A6B228-F3DB-6D97-534D-8774E4F3783F}"/>
                </a:ext>
              </a:extLst>
            </p:cNvPr>
            <p:cNvSpPr/>
            <p:nvPr/>
          </p:nvSpPr>
          <p:spPr>
            <a:xfrm rot="1425148">
              <a:off x="7284490" y="5019261"/>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109" name="Oval 108">
              <a:extLst>
                <a:ext uri="{FF2B5EF4-FFF2-40B4-BE49-F238E27FC236}">
                  <a16:creationId xmlns:a16="http://schemas.microsoft.com/office/drawing/2014/main" id="{3B4B64A6-A90D-4084-9FBE-616E1721B3A2}"/>
                </a:ext>
              </a:extLst>
            </p:cNvPr>
            <p:cNvSpPr/>
            <p:nvPr/>
          </p:nvSpPr>
          <p:spPr>
            <a:xfrm rot="1425148">
              <a:off x="7505852" y="4846328"/>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0" name="Oval 109">
              <a:extLst>
                <a:ext uri="{FF2B5EF4-FFF2-40B4-BE49-F238E27FC236}">
                  <a16:creationId xmlns:a16="http://schemas.microsoft.com/office/drawing/2014/main" id="{ECAFDA7F-A9A4-9B9A-B85B-660A6A89A660}"/>
                </a:ext>
              </a:extLst>
            </p:cNvPr>
            <p:cNvSpPr/>
            <p:nvPr/>
          </p:nvSpPr>
          <p:spPr>
            <a:xfrm rot="1425148">
              <a:off x="7507708" y="4930396"/>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111" name="Oval 110">
              <a:extLst>
                <a:ext uri="{FF2B5EF4-FFF2-40B4-BE49-F238E27FC236}">
                  <a16:creationId xmlns:a16="http://schemas.microsoft.com/office/drawing/2014/main" id="{C9EE2551-4A5A-DB39-AE12-124FD663A299}"/>
                </a:ext>
              </a:extLst>
            </p:cNvPr>
            <p:cNvSpPr/>
            <p:nvPr/>
          </p:nvSpPr>
          <p:spPr>
            <a:xfrm rot="9969921">
              <a:off x="7701378" y="4868147"/>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2" name="Oval 111">
              <a:extLst>
                <a:ext uri="{FF2B5EF4-FFF2-40B4-BE49-F238E27FC236}">
                  <a16:creationId xmlns:a16="http://schemas.microsoft.com/office/drawing/2014/main" id="{2BA5401F-9605-BE1A-2ADD-1F24B246A925}"/>
                </a:ext>
              </a:extLst>
            </p:cNvPr>
            <p:cNvSpPr/>
            <p:nvPr/>
          </p:nvSpPr>
          <p:spPr>
            <a:xfrm rot="9969921">
              <a:off x="7659193" y="4951780"/>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113" name="Oval 112">
              <a:extLst>
                <a:ext uri="{FF2B5EF4-FFF2-40B4-BE49-F238E27FC236}">
                  <a16:creationId xmlns:a16="http://schemas.microsoft.com/office/drawing/2014/main" id="{3B136558-016D-20BA-8426-5D1EE560A4BE}"/>
                </a:ext>
              </a:extLst>
            </p:cNvPr>
            <p:cNvSpPr/>
            <p:nvPr/>
          </p:nvSpPr>
          <p:spPr>
            <a:xfrm rot="9969921">
              <a:off x="7296538" y="4677351"/>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4" name="Oval 113">
              <a:extLst>
                <a:ext uri="{FF2B5EF4-FFF2-40B4-BE49-F238E27FC236}">
                  <a16:creationId xmlns:a16="http://schemas.microsoft.com/office/drawing/2014/main" id="{0EB13729-82A8-09E0-B423-AADF7B560613}"/>
                </a:ext>
              </a:extLst>
            </p:cNvPr>
            <p:cNvSpPr/>
            <p:nvPr/>
          </p:nvSpPr>
          <p:spPr>
            <a:xfrm rot="9969921">
              <a:off x="7243789" y="4611865"/>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115" name="Oval 114">
              <a:extLst>
                <a:ext uri="{FF2B5EF4-FFF2-40B4-BE49-F238E27FC236}">
                  <a16:creationId xmlns:a16="http://schemas.microsoft.com/office/drawing/2014/main" id="{6254FF2C-8C96-F409-4087-EDAFAD21D26B}"/>
                </a:ext>
              </a:extLst>
            </p:cNvPr>
            <p:cNvSpPr/>
            <p:nvPr/>
          </p:nvSpPr>
          <p:spPr>
            <a:xfrm rot="9969921">
              <a:off x="7803085" y="5026212"/>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6" name="Oval 115">
              <a:extLst>
                <a:ext uri="{FF2B5EF4-FFF2-40B4-BE49-F238E27FC236}">
                  <a16:creationId xmlns:a16="http://schemas.microsoft.com/office/drawing/2014/main" id="{A41A6BF2-580F-156F-C773-733A033582C6}"/>
                </a:ext>
              </a:extLst>
            </p:cNvPr>
            <p:cNvSpPr/>
            <p:nvPr/>
          </p:nvSpPr>
          <p:spPr>
            <a:xfrm rot="9969921">
              <a:off x="7750336" y="4960726"/>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117" name="Oval 116">
              <a:extLst>
                <a:ext uri="{FF2B5EF4-FFF2-40B4-BE49-F238E27FC236}">
                  <a16:creationId xmlns:a16="http://schemas.microsoft.com/office/drawing/2014/main" id="{92E75FA3-C29D-3A09-99AC-B60A458DD1FE}"/>
                </a:ext>
              </a:extLst>
            </p:cNvPr>
            <p:cNvSpPr/>
            <p:nvPr/>
          </p:nvSpPr>
          <p:spPr>
            <a:xfrm rot="9969921">
              <a:off x="7678129" y="5030965"/>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118" name="Oval 117">
              <a:extLst>
                <a:ext uri="{FF2B5EF4-FFF2-40B4-BE49-F238E27FC236}">
                  <a16:creationId xmlns:a16="http://schemas.microsoft.com/office/drawing/2014/main" id="{07BDAE26-831F-74B9-D54D-0257E972BC12}"/>
                </a:ext>
              </a:extLst>
            </p:cNvPr>
            <p:cNvSpPr/>
            <p:nvPr/>
          </p:nvSpPr>
          <p:spPr>
            <a:xfrm rot="1425148">
              <a:off x="7723066" y="4532069"/>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119" name="Oval 118">
              <a:extLst>
                <a:ext uri="{FF2B5EF4-FFF2-40B4-BE49-F238E27FC236}">
                  <a16:creationId xmlns:a16="http://schemas.microsoft.com/office/drawing/2014/main" id="{2B214247-FF6C-AE44-8DE9-BFDECFC35CC0}"/>
                </a:ext>
              </a:extLst>
            </p:cNvPr>
            <p:cNvSpPr/>
            <p:nvPr/>
          </p:nvSpPr>
          <p:spPr>
            <a:xfrm rot="1425148">
              <a:off x="7654442" y="4385318"/>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0" name="Oval 119">
              <a:extLst>
                <a:ext uri="{FF2B5EF4-FFF2-40B4-BE49-F238E27FC236}">
                  <a16:creationId xmlns:a16="http://schemas.microsoft.com/office/drawing/2014/main" id="{8902F587-4D65-D3EF-634D-74267ADEB4B2}"/>
                </a:ext>
              </a:extLst>
            </p:cNvPr>
            <p:cNvSpPr/>
            <p:nvPr/>
          </p:nvSpPr>
          <p:spPr>
            <a:xfrm rot="1425148">
              <a:off x="7656298" y="4469386"/>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121" name="Oval 120">
              <a:extLst>
                <a:ext uri="{FF2B5EF4-FFF2-40B4-BE49-F238E27FC236}">
                  <a16:creationId xmlns:a16="http://schemas.microsoft.com/office/drawing/2014/main" id="{8400AB13-7EEF-065D-707D-59EF5E79644E}"/>
                </a:ext>
              </a:extLst>
            </p:cNvPr>
            <p:cNvSpPr/>
            <p:nvPr/>
          </p:nvSpPr>
          <p:spPr>
            <a:xfrm rot="9969921">
              <a:off x="7769958" y="4582397"/>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2" name="Oval 121">
              <a:extLst>
                <a:ext uri="{FF2B5EF4-FFF2-40B4-BE49-F238E27FC236}">
                  <a16:creationId xmlns:a16="http://schemas.microsoft.com/office/drawing/2014/main" id="{364E648A-5567-0D01-DD04-8736B4770925}"/>
                </a:ext>
              </a:extLst>
            </p:cNvPr>
            <p:cNvSpPr/>
            <p:nvPr/>
          </p:nvSpPr>
          <p:spPr>
            <a:xfrm rot="9969921">
              <a:off x="7864819" y="4585195"/>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123" name="Oval 122">
              <a:extLst>
                <a:ext uri="{FF2B5EF4-FFF2-40B4-BE49-F238E27FC236}">
                  <a16:creationId xmlns:a16="http://schemas.microsoft.com/office/drawing/2014/main" id="{84FA4D0A-6F07-9EE8-E4B1-50E17F837220}"/>
                </a:ext>
              </a:extLst>
            </p:cNvPr>
            <p:cNvSpPr/>
            <p:nvPr/>
          </p:nvSpPr>
          <p:spPr>
            <a:xfrm rot="9969921">
              <a:off x="7838538" y="4673837"/>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4" name="Oval 123">
              <a:extLst>
                <a:ext uri="{FF2B5EF4-FFF2-40B4-BE49-F238E27FC236}">
                  <a16:creationId xmlns:a16="http://schemas.microsoft.com/office/drawing/2014/main" id="{E7F3F155-41C9-C2E4-4DB7-819A01649E2D}"/>
                </a:ext>
              </a:extLst>
            </p:cNvPr>
            <p:cNvSpPr/>
            <p:nvPr/>
          </p:nvSpPr>
          <p:spPr>
            <a:xfrm rot="9969921">
              <a:off x="7940245" y="4831902"/>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5" name="Oval 124">
              <a:extLst>
                <a:ext uri="{FF2B5EF4-FFF2-40B4-BE49-F238E27FC236}">
                  <a16:creationId xmlns:a16="http://schemas.microsoft.com/office/drawing/2014/main" id="{64AED546-6E8E-DDB5-4B1F-CE844839C0B8}"/>
                </a:ext>
              </a:extLst>
            </p:cNvPr>
            <p:cNvSpPr/>
            <p:nvPr/>
          </p:nvSpPr>
          <p:spPr>
            <a:xfrm rot="9969921">
              <a:off x="7887496" y="4766416"/>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126" name="Oval 125">
              <a:extLst>
                <a:ext uri="{FF2B5EF4-FFF2-40B4-BE49-F238E27FC236}">
                  <a16:creationId xmlns:a16="http://schemas.microsoft.com/office/drawing/2014/main" id="{6C5D5F58-E82B-42FF-E6AF-6B1A3BAEDC22}"/>
                </a:ext>
              </a:extLst>
            </p:cNvPr>
            <p:cNvSpPr/>
            <p:nvPr/>
          </p:nvSpPr>
          <p:spPr>
            <a:xfrm rot="9969921">
              <a:off x="7815289" y="4836655"/>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127" name="Oval 126">
              <a:extLst>
                <a:ext uri="{FF2B5EF4-FFF2-40B4-BE49-F238E27FC236}">
                  <a16:creationId xmlns:a16="http://schemas.microsoft.com/office/drawing/2014/main" id="{6C30A529-5B47-7459-4DDD-8948CC45FCEB}"/>
                </a:ext>
              </a:extLst>
            </p:cNvPr>
            <p:cNvSpPr/>
            <p:nvPr/>
          </p:nvSpPr>
          <p:spPr>
            <a:xfrm rot="1425148">
              <a:off x="7429073" y="5170781"/>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8" name="Oval 127">
              <a:extLst>
                <a:ext uri="{FF2B5EF4-FFF2-40B4-BE49-F238E27FC236}">
                  <a16:creationId xmlns:a16="http://schemas.microsoft.com/office/drawing/2014/main" id="{829EA633-06D4-5DFB-D313-B36F3909E09F}"/>
                </a:ext>
              </a:extLst>
            </p:cNvPr>
            <p:cNvSpPr/>
            <p:nvPr/>
          </p:nvSpPr>
          <p:spPr>
            <a:xfrm rot="1425148">
              <a:off x="7513516" y="5130239"/>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129" name="Oval 128">
              <a:extLst>
                <a:ext uri="{FF2B5EF4-FFF2-40B4-BE49-F238E27FC236}">
                  <a16:creationId xmlns:a16="http://schemas.microsoft.com/office/drawing/2014/main" id="{7B9B8C84-DCA8-2656-20B2-EE61FC957D4F}"/>
                </a:ext>
              </a:extLst>
            </p:cNvPr>
            <p:cNvSpPr/>
            <p:nvPr/>
          </p:nvSpPr>
          <p:spPr>
            <a:xfrm rot="9969921">
              <a:off x="7598233" y="5088940"/>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130" name="Oval 129">
              <a:extLst>
                <a:ext uri="{FF2B5EF4-FFF2-40B4-BE49-F238E27FC236}">
                  <a16:creationId xmlns:a16="http://schemas.microsoft.com/office/drawing/2014/main" id="{D3503A53-5182-1B5E-E4C3-2D285F2831DA}"/>
                </a:ext>
              </a:extLst>
            </p:cNvPr>
            <p:cNvSpPr/>
            <p:nvPr/>
          </p:nvSpPr>
          <p:spPr>
            <a:xfrm rot="9969921">
              <a:off x="7617169" y="5168125"/>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131" name="Oval 130">
              <a:extLst>
                <a:ext uri="{FF2B5EF4-FFF2-40B4-BE49-F238E27FC236}">
                  <a16:creationId xmlns:a16="http://schemas.microsoft.com/office/drawing/2014/main" id="{46D82351-F837-0FF6-08D6-A74C1D2E0615}"/>
                </a:ext>
              </a:extLst>
            </p:cNvPr>
            <p:cNvSpPr/>
            <p:nvPr/>
          </p:nvSpPr>
          <p:spPr>
            <a:xfrm rot="9969921">
              <a:off x="7900875" y="4918262"/>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2" name="Oval 131">
              <a:extLst>
                <a:ext uri="{FF2B5EF4-FFF2-40B4-BE49-F238E27FC236}">
                  <a16:creationId xmlns:a16="http://schemas.microsoft.com/office/drawing/2014/main" id="{46ED2544-E7AE-6A16-3B52-D294D23159E3}"/>
                </a:ext>
              </a:extLst>
            </p:cNvPr>
            <p:cNvSpPr/>
            <p:nvPr/>
          </p:nvSpPr>
          <p:spPr>
            <a:xfrm rot="9969921">
              <a:off x="7941408" y="4647167"/>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3" name="Oval 132">
              <a:extLst>
                <a:ext uri="{FF2B5EF4-FFF2-40B4-BE49-F238E27FC236}">
                  <a16:creationId xmlns:a16="http://schemas.microsoft.com/office/drawing/2014/main" id="{3693FC73-D878-2C8C-E09E-19A8363239FC}"/>
                </a:ext>
              </a:extLst>
            </p:cNvPr>
            <p:cNvSpPr/>
            <p:nvPr/>
          </p:nvSpPr>
          <p:spPr>
            <a:xfrm rot="9969921">
              <a:off x="8043115" y="4805232"/>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4" name="Oval 133">
              <a:extLst>
                <a:ext uri="{FF2B5EF4-FFF2-40B4-BE49-F238E27FC236}">
                  <a16:creationId xmlns:a16="http://schemas.microsoft.com/office/drawing/2014/main" id="{3A795A22-F2D6-6889-FEB6-7338B77EA8A8}"/>
                </a:ext>
              </a:extLst>
            </p:cNvPr>
            <p:cNvSpPr/>
            <p:nvPr/>
          </p:nvSpPr>
          <p:spPr>
            <a:xfrm rot="9969921">
              <a:off x="7990366" y="4739746"/>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135" name="Oval 134">
              <a:extLst>
                <a:ext uri="{FF2B5EF4-FFF2-40B4-BE49-F238E27FC236}">
                  <a16:creationId xmlns:a16="http://schemas.microsoft.com/office/drawing/2014/main" id="{783CF9CE-21DC-7CEF-007A-D866C28EBFAB}"/>
                </a:ext>
              </a:extLst>
            </p:cNvPr>
            <p:cNvSpPr/>
            <p:nvPr/>
          </p:nvSpPr>
          <p:spPr>
            <a:xfrm rot="9969921">
              <a:off x="7918159" y="4809985"/>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139" name="Oval 138">
              <a:extLst>
                <a:ext uri="{FF2B5EF4-FFF2-40B4-BE49-F238E27FC236}">
                  <a16:creationId xmlns:a16="http://schemas.microsoft.com/office/drawing/2014/main" id="{AACD1F54-7CCA-822F-58B0-8B588F507B36}"/>
                </a:ext>
              </a:extLst>
            </p:cNvPr>
            <p:cNvSpPr/>
            <p:nvPr/>
          </p:nvSpPr>
          <p:spPr>
            <a:xfrm rot="1425148">
              <a:off x="7642433" y="5186021"/>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0" name="Oval 139">
              <a:extLst>
                <a:ext uri="{FF2B5EF4-FFF2-40B4-BE49-F238E27FC236}">
                  <a16:creationId xmlns:a16="http://schemas.microsoft.com/office/drawing/2014/main" id="{6D7BCB72-8A2F-093B-8D92-682C2394D485}"/>
                </a:ext>
              </a:extLst>
            </p:cNvPr>
            <p:cNvSpPr/>
            <p:nvPr/>
          </p:nvSpPr>
          <p:spPr>
            <a:xfrm rot="1425148">
              <a:off x="7726876" y="5145479"/>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141" name="Oval 140">
              <a:extLst>
                <a:ext uri="{FF2B5EF4-FFF2-40B4-BE49-F238E27FC236}">
                  <a16:creationId xmlns:a16="http://schemas.microsoft.com/office/drawing/2014/main" id="{6018DC71-5AB7-0568-C444-5553A09D12B7}"/>
                </a:ext>
              </a:extLst>
            </p:cNvPr>
            <p:cNvSpPr/>
            <p:nvPr/>
          </p:nvSpPr>
          <p:spPr>
            <a:xfrm rot="1425148">
              <a:off x="7568970" y="5125941"/>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142" name="Oval 141">
              <a:extLst>
                <a:ext uri="{FF2B5EF4-FFF2-40B4-BE49-F238E27FC236}">
                  <a16:creationId xmlns:a16="http://schemas.microsoft.com/office/drawing/2014/main" id="{A6D6B58A-A789-6ECF-1D0B-BE7357B578F9}"/>
                </a:ext>
              </a:extLst>
            </p:cNvPr>
            <p:cNvSpPr/>
            <p:nvPr/>
          </p:nvSpPr>
          <p:spPr>
            <a:xfrm rot="1425148">
              <a:off x="7660108" y="5082796"/>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143" name="Oval 142">
              <a:extLst>
                <a:ext uri="{FF2B5EF4-FFF2-40B4-BE49-F238E27FC236}">
                  <a16:creationId xmlns:a16="http://schemas.microsoft.com/office/drawing/2014/main" id="{1C4A1BEB-F102-EF00-A529-63CE2D3D4D31}"/>
                </a:ext>
              </a:extLst>
            </p:cNvPr>
            <p:cNvSpPr/>
            <p:nvPr/>
          </p:nvSpPr>
          <p:spPr>
            <a:xfrm rot="9969921">
              <a:off x="7811593" y="5104180"/>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144" name="Oval 143">
              <a:extLst>
                <a:ext uri="{FF2B5EF4-FFF2-40B4-BE49-F238E27FC236}">
                  <a16:creationId xmlns:a16="http://schemas.microsoft.com/office/drawing/2014/main" id="{80F4FD5A-0AEA-15BF-92AE-E88047456C95}"/>
                </a:ext>
              </a:extLst>
            </p:cNvPr>
            <p:cNvSpPr/>
            <p:nvPr/>
          </p:nvSpPr>
          <p:spPr>
            <a:xfrm rot="9969921">
              <a:off x="7879286" y="5000812"/>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5" name="Oval 144">
              <a:extLst>
                <a:ext uri="{FF2B5EF4-FFF2-40B4-BE49-F238E27FC236}">
                  <a16:creationId xmlns:a16="http://schemas.microsoft.com/office/drawing/2014/main" id="{2BEAFC5B-49FF-CA24-4482-1C6C4A31E68C}"/>
                </a:ext>
              </a:extLst>
            </p:cNvPr>
            <p:cNvSpPr/>
            <p:nvPr/>
          </p:nvSpPr>
          <p:spPr>
            <a:xfrm rot="9969921">
              <a:off x="7826537" y="4935326"/>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146" name="Oval 145">
              <a:extLst>
                <a:ext uri="{FF2B5EF4-FFF2-40B4-BE49-F238E27FC236}">
                  <a16:creationId xmlns:a16="http://schemas.microsoft.com/office/drawing/2014/main" id="{9D9156CC-4E19-4633-CEC1-6223ABD4FC6C}"/>
                </a:ext>
              </a:extLst>
            </p:cNvPr>
            <p:cNvSpPr/>
            <p:nvPr/>
          </p:nvSpPr>
          <p:spPr>
            <a:xfrm rot="9969921">
              <a:off x="7871169" y="4472165"/>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147" name="Oval 146">
              <a:extLst>
                <a:ext uri="{FF2B5EF4-FFF2-40B4-BE49-F238E27FC236}">
                  <a16:creationId xmlns:a16="http://schemas.microsoft.com/office/drawing/2014/main" id="{ECB13A94-7DC1-0783-9345-0F3E443EE5F0}"/>
                </a:ext>
              </a:extLst>
            </p:cNvPr>
            <p:cNvSpPr/>
            <p:nvPr/>
          </p:nvSpPr>
          <p:spPr>
            <a:xfrm rot="1425148">
              <a:off x="7366197" y="5089599"/>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148" name="Oval 147">
              <a:extLst>
                <a:ext uri="{FF2B5EF4-FFF2-40B4-BE49-F238E27FC236}">
                  <a16:creationId xmlns:a16="http://schemas.microsoft.com/office/drawing/2014/main" id="{EB0DF188-FA1D-4D7A-F8C2-144646D8D6AF}"/>
                </a:ext>
              </a:extLst>
            </p:cNvPr>
            <p:cNvSpPr/>
            <p:nvPr/>
          </p:nvSpPr>
          <p:spPr>
            <a:xfrm rot="9969921">
              <a:off x="7791273" y="4530140"/>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149" name="Oval 148">
              <a:extLst>
                <a:ext uri="{FF2B5EF4-FFF2-40B4-BE49-F238E27FC236}">
                  <a16:creationId xmlns:a16="http://schemas.microsoft.com/office/drawing/2014/main" id="{73AA6A7B-843C-5F31-68EB-67776E93DA75}"/>
                </a:ext>
              </a:extLst>
            </p:cNvPr>
            <p:cNvSpPr/>
            <p:nvPr/>
          </p:nvSpPr>
          <p:spPr>
            <a:xfrm rot="9969921">
              <a:off x="7982156" y="4974142"/>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0" name="Oval 149">
              <a:extLst>
                <a:ext uri="{FF2B5EF4-FFF2-40B4-BE49-F238E27FC236}">
                  <a16:creationId xmlns:a16="http://schemas.microsoft.com/office/drawing/2014/main" id="{F49646B9-CF97-316B-18AA-8919903E0F60}"/>
                </a:ext>
              </a:extLst>
            </p:cNvPr>
            <p:cNvSpPr/>
            <p:nvPr/>
          </p:nvSpPr>
          <p:spPr>
            <a:xfrm>
              <a:off x="7462598" y="4739562"/>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1" name="Oval 150">
              <a:extLst>
                <a:ext uri="{FF2B5EF4-FFF2-40B4-BE49-F238E27FC236}">
                  <a16:creationId xmlns:a16="http://schemas.microsoft.com/office/drawing/2014/main" id="{098A44CB-4485-B87D-BFC1-0C770C07592C}"/>
                </a:ext>
              </a:extLst>
            </p:cNvPr>
            <p:cNvSpPr/>
            <p:nvPr/>
          </p:nvSpPr>
          <p:spPr>
            <a:xfrm>
              <a:off x="7528638" y="4663362"/>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2" name="Oval 151">
              <a:extLst>
                <a:ext uri="{FF2B5EF4-FFF2-40B4-BE49-F238E27FC236}">
                  <a16:creationId xmlns:a16="http://schemas.microsoft.com/office/drawing/2014/main" id="{A3948115-C758-D628-9710-90B00E40B597}"/>
                </a:ext>
              </a:extLst>
            </p:cNvPr>
            <p:cNvSpPr/>
            <p:nvPr/>
          </p:nvSpPr>
          <p:spPr>
            <a:xfrm>
              <a:off x="7772478" y="4389042"/>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153" name="Oval 152">
              <a:extLst>
                <a:ext uri="{FF2B5EF4-FFF2-40B4-BE49-F238E27FC236}">
                  <a16:creationId xmlns:a16="http://schemas.microsoft.com/office/drawing/2014/main" id="{09C9160A-6D02-CE04-54AD-D8172278C650}"/>
                </a:ext>
              </a:extLst>
            </p:cNvPr>
            <p:cNvSpPr/>
            <p:nvPr/>
          </p:nvSpPr>
          <p:spPr>
            <a:xfrm rot="9969921">
              <a:off x="7380949" y="4957304"/>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154" name="Oval 153">
              <a:extLst>
                <a:ext uri="{FF2B5EF4-FFF2-40B4-BE49-F238E27FC236}">
                  <a16:creationId xmlns:a16="http://schemas.microsoft.com/office/drawing/2014/main" id="{2AD52111-8C43-9458-07AC-79F346032B50}"/>
                </a:ext>
              </a:extLst>
            </p:cNvPr>
            <p:cNvSpPr/>
            <p:nvPr/>
          </p:nvSpPr>
          <p:spPr>
            <a:xfrm rot="1425148">
              <a:off x="7495113" y="5041241"/>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5" name="Oval 154">
              <a:extLst>
                <a:ext uri="{FF2B5EF4-FFF2-40B4-BE49-F238E27FC236}">
                  <a16:creationId xmlns:a16="http://schemas.microsoft.com/office/drawing/2014/main" id="{BF5859B7-4E68-8230-6DE0-37DB1013EABE}"/>
                </a:ext>
              </a:extLst>
            </p:cNvPr>
            <p:cNvSpPr/>
            <p:nvPr/>
          </p:nvSpPr>
          <p:spPr>
            <a:xfrm rot="1425148">
              <a:off x="7419794" y="4897093"/>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6" name="Oval 155">
              <a:extLst>
                <a:ext uri="{FF2B5EF4-FFF2-40B4-BE49-F238E27FC236}">
                  <a16:creationId xmlns:a16="http://schemas.microsoft.com/office/drawing/2014/main" id="{0F508931-BB4D-8F50-E376-6155B89B6E50}"/>
                </a:ext>
              </a:extLst>
            </p:cNvPr>
            <p:cNvSpPr/>
            <p:nvPr/>
          </p:nvSpPr>
          <p:spPr>
            <a:xfrm rot="1425148">
              <a:off x="7421650" y="4981161"/>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157" name="Oval 156">
              <a:extLst>
                <a:ext uri="{FF2B5EF4-FFF2-40B4-BE49-F238E27FC236}">
                  <a16:creationId xmlns:a16="http://schemas.microsoft.com/office/drawing/2014/main" id="{7043DA11-DF03-C072-A73A-D82F7B16914F}"/>
                </a:ext>
              </a:extLst>
            </p:cNvPr>
            <p:cNvSpPr/>
            <p:nvPr/>
          </p:nvSpPr>
          <p:spPr>
            <a:xfrm rot="1425148">
              <a:off x="7510932" y="4853948"/>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8" name="Oval 157">
              <a:extLst>
                <a:ext uri="{FF2B5EF4-FFF2-40B4-BE49-F238E27FC236}">
                  <a16:creationId xmlns:a16="http://schemas.microsoft.com/office/drawing/2014/main" id="{19B0B4E6-A654-9E50-6963-20C1BE46B11F}"/>
                </a:ext>
              </a:extLst>
            </p:cNvPr>
            <p:cNvSpPr/>
            <p:nvPr/>
          </p:nvSpPr>
          <p:spPr>
            <a:xfrm>
              <a:off x="7472758" y="5105322"/>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159" name="Oval 158">
              <a:extLst>
                <a:ext uri="{FF2B5EF4-FFF2-40B4-BE49-F238E27FC236}">
                  <a16:creationId xmlns:a16="http://schemas.microsoft.com/office/drawing/2014/main" id="{CB0E81BB-D084-3D37-703D-A4E08A2872CF}"/>
                </a:ext>
              </a:extLst>
            </p:cNvPr>
            <p:cNvSpPr/>
            <p:nvPr/>
          </p:nvSpPr>
          <p:spPr>
            <a:xfrm rot="1425148">
              <a:off x="7281753" y="5026001"/>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0" name="Oval 159">
              <a:extLst>
                <a:ext uri="{FF2B5EF4-FFF2-40B4-BE49-F238E27FC236}">
                  <a16:creationId xmlns:a16="http://schemas.microsoft.com/office/drawing/2014/main" id="{94434388-24DA-D9B1-584F-CD80A03E9F97}"/>
                </a:ext>
              </a:extLst>
            </p:cNvPr>
            <p:cNvSpPr/>
            <p:nvPr/>
          </p:nvSpPr>
          <p:spPr>
            <a:xfrm rot="1425148">
              <a:off x="7206434" y="4881853"/>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1" name="Oval 160">
              <a:extLst>
                <a:ext uri="{FF2B5EF4-FFF2-40B4-BE49-F238E27FC236}">
                  <a16:creationId xmlns:a16="http://schemas.microsoft.com/office/drawing/2014/main" id="{425863D8-FA6E-C76F-B6E6-660A415C83F0}"/>
                </a:ext>
              </a:extLst>
            </p:cNvPr>
            <p:cNvSpPr/>
            <p:nvPr/>
          </p:nvSpPr>
          <p:spPr>
            <a:xfrm rot="1425148">
              <a:off x="7208290" y="4965921"/>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162" name="Oval 161">
              <a:extLst>
                <a:ext uri="{FF2B5EF4-FFF2-40B4-BE49-F238E27FC236}">
                  <a16:creationId xmlns:a16="http://schemas.microsoft.com/office/drawing/2014/main" id="{BCEBDD9C-84C2-2552-3825-50A30AC781B4}"/>
                </a:ext>
              </a:extLst>
            </p:cNvPr>
            <p:cNvSpPr/>
            <p:nvPr/>
          </p:nvSpPr>
          <p:spPr>
            <a:xfrm rot="1425148">
              <a:off x="7297572" y="4838708"/>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3" name="Oval 162">
              <a:extLst>
                <a:ext uri="{FF2B5EF4-FFF2-40B4-BE49-F238E27FC236}">
                  <a16:creationId xmlns:a16="http://schemas.microsoft.com/office/drawing/2014/main" id="{CF88D60C-4DE9-5318-5DC1-DDD1868BC375}"/>
                </a:ext>
              </a:extLst>
            </p:cNvPr>
            <p:cNvSpPr/>
            <p:nvPr/>
          </p:nvSpPr>
          <p:spPr>
            <a:xfrm>
              <a:off x="7259398" y="5090082"/>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164" name="Oval 163">
              <a:extLst>
                <a:ext uri="{FF2B5EF4-FFF2-40B4-BE49-F238E27FC236}">
                  <a16:creationId xmlns:a16="http://schemas.microsoft.com/office/drawing/2014/main" id="{8E92CD92-4E9A-3CBE-842C-99444C812181}"/>
                </a:ext>
              </a:extLst>
            </p:cNvPr>
            <p:cNvSpPr/>
            <p:nvPr/>
          </p:nvSpPr>
          <p:spPr>
            <a:xfrm rot="1425148">
              <a:off x="7251273" y="4761841"/>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5" name="Oval 164">
              <a:extLst>
                <a:ext uri="{FF2B5EF4-FFF2-40B4-BE49-F238E27FC236}">
                  <a16:creationId xmlns:a16="http://schemas.microsoft.com/office/drawing/2014/main" id="{C1A44B9F-5A51-43D9-C1BC-606D4EBB6182}"/>
                </a:ext>
              </a:extLst>
            </p:cNvPr>
            <p:cNvSpPr/>
            <p:nvPr/>
          </p:nvSpPr>
          <p:spPr>
            <a:xfrm rot="1425148">
              <a:off x="7175954" y="4617693"/>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6" name="Oval 165">
              <a:extLst>
                <a:ext uri="{FF2B5EF4-FFF2-40B4-BE49-F238E27FC236}">
                  <a16:creationId xmlns:a16="http://schemas.microsoft.com/office/drawing/2014/main" id="{9AD1E0DB-B3D5-7B4A-9882-363B28D65606}"/>
                </a:ext>
              </a:extLst>
            </p:cNvPr>
            <p:cNvSpPr/>
            <p:nvPr/>
          </p:nvSpPr>
          <p:spPr>
            <a:xfrm rot="1425148">
              <a:off x="7177810" y="4701761"/>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167" name="Oval 166">
              <a:extLst>
                <a:ext uri="{FF2B5EF4-FFF2-40B4-BE49-F238E27FC236}">
                  <a16:creationId xmlns:a16="http://schemas.microsoft.com/office/drawing/2014/main" id="{5D112E1C-8EAE-D0BF-D91E-C4545B9C1EA8}"/>
                </a:ext>
              </a:extLst>
            </p:cNvPr>
            <p:cNvSpPr/>
            <p:nvPr/>
          </p:nvSpPr>
          <p:spPr>
            <a:xfrm rot="1425148">
              <a:off x="7267092" y="4574548"/>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8" name="Oval 167">
              <a:extLst>
                <a:ext uri="{FF2B5EF4-FFF2-40B4-BE49-F238E27FC236}">
                  <a16:creationId xmlns:a16="http://schemas.microsoft.com/office/drawing/2014/main" id="{8044248E-4D1B-B749-9C45-A4DC366D4AE7}"/>
                </a:ext>
              </a:extLst>
            </p:cNvPr>
            <p:cNvSpPr/>
            <p:nvPr/>
          </p:nvSpPr>
          <p:spPr>
            <a:xfrm>
              <a:off x="7228918" y="4825922"/>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169" name="Oval 168">
              <a:extLst>
                <a:ext uri="{FF2B5EF4-FFF2-40B4-BE49-F238E27FC236}">
                  <a16:creationId xmlns:a16="http://schemas.microsoft.com/office/drawing/2014/main" id="{E3581B65-AEE8-CA32-1ACC-A08818B03CAF}"/>
                </a:ext>
              </a:extLst>
            </p:cNvPr>
            <p:cNvSpPr/>
            <p:nvPr/>
          </p:nvSpPr>
          <p:spPr>
            <a:xfrm rot="1425148">
              <a:off x="7307153" y="4660241"/>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0" name="Oval 169">
              <a:extLst>
                <a:ext uri="{FF2B5EF4-FFF2-40B4-BE49-F238E27FC236}">
                  <a16:creationId xmlns:a16="http://schemas.microsoft.com/office/drawing/2014/main" id="{C56D500C-FA00-4D43-3ED9-F536EACFE601}"/>
                </a:ext>
              </a:extLst>
            </p:cNvPr>
            <p:cNvSpPr/>
            <p:nvPr/>
          </p:nvSpPr>
          <p:spPr>
            <a:xfrm rot="1425148">
              <a:off x="7231834" y="4516093"/>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1" name="Oval 170">
              <a:extLst>
                <a:ext uri="{FF2B5EF4-FFF2-40B4-BE49-F238E27FC236}">
                  <a16:creationId xmlns:a16="http://schemas.microsoft.com/office/drawing/2014/main" id="{FBF2BB12-173E-80A3-23B7-27F4FEEC37FE}"/>
                </a:ext>
              </a:extLst>
            </p:cNvPr>
            <p:cNvSpPr/>
            <p:nvPr/>
          </p:nvSpPr>
          <p:spPr>
            <a:xfrm rot="1425148">
              <a:off x="7233690" y="4600161"/>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172" name="Oval 171">
              <a:extLst>
                <a:ext uri="{FF2B5EF4-FFF2-40B4-BE49-F238E27FC236}">
                  <a16:creationId xmlns:a16="http://schemas.microsoft.com/office/drawing/2014/main" id="{8CAEDA02-4D48-AF12-8B22-AF7C4F493225}"/>
                </a:ext>
              </a:extLst>
            </p:cNvPr>
            <p:cNvSpPr/>
            <p:nvPr/>
          </p:nvSpPr>
          <p:spPr>
            <a:xfrm rot="1425148">
              <a:off x="7322972" y="4472948"/>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3" name="Oval 172">
              <a:extLst>
                <a:ext uri="{FF2B5EF4-FFF2-40B4-BE49-F238E27FC236}">
                  <a16:creationId xmlns:a16="http://schemas.microsoft.com/office/drawing/2014/main" id="{787038AB-00AA-3B85-93A9-4381C5AC772B}"/>
                </a:ext>
              </a:extLst>
            </p:cNvPr>
            <p:cNvSpPr/>
            <p:nvPr/>
          </p:nvSpPr>
          <p:spPr>
            <a:xfrm>
              <a:off x="7284798" y="4724322"/>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174" name="Oval 173">
              <a:extLst>
                <a:ext uri="{FF2B5EF4-FFF2-40B4-BE49-F238E27FC236}">
                  <a16:creationId xmlns:a16="http://schemas.microsoft.com/office/drawing/2014/main" id="{118102E0-205C-7014-8E66-E1AB12D06EC9}"/>
                </a:ext>
              </a:extLst>
            </p:cNvPr>
            <p:cNvSpPr/>
            <p:nvPr/>
          </p:nvSpPr>
          <p:spPr>
            <a:xfrm rot="1425148">
              <a:off x="7454473" y="4512921"/>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5" name="Oval 174">
              <a:extLst>
                <a:ext uri="{FF2B5EF4-FFF2-40B4-BE49-F238E27FC236}">
                  <a16:creationId xmlns:a16="http://schemas.microsoft.com/office/drawing/2014/main" id="{0C5EC5BD-8215-F8D1-B7B9-230E5F8D3284}"/>
                </a:ext>
              </a:extLst>
            </p:cNvPr>
            <p:cNvSpPr/>
            <p:nvPr/>
          </p:nvSpPr>
          <p:spPr>
            <a:xfrm rot="1425148">
              <a:off x="7379154" y="4368773"/>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6" name="Oval 175">
              <a:extLst>
                <a:ext uri="{FF2B5EF4-FFF2-40B4-BE49-F238E27FC236}">
                  <a16:creationId xmlns:a16="http://schemas.microsoft.com/office/drawing/2014/main" id="{36996010-647D-0BF9-ABD9-AF399ECF51FD}"/>
                </a:ext>
              </a:extLst>
            </p:cNvPr>
            <p:cNvSpPr/>
            <p:nvPr/>
          </p:nvSpPr>
          <p:spPr>
            <a:xfrm rot="1425148">
              <a:off x="7381010" y="4452841"/>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177" name="Oval 176">
              <a:extLst>
                <a:ext uri="{FF2B5EF4-FFF2-40B4-BE49-F238E27FC236}">
                  <a16:creationId xmlns:a16="http://schemas.microsoft.com/office/drawing/2014/main" id="{68A469F2-80AF-2D71-EB5D-D4D8BEEAAB89}"/>
                </a:ext>
              </a:extLst>
            </p:cNvPr>
            <p:cNvSpPr/>
            <p:nvPr/>
          </p:nvSpPr>
          <p:spPr>
            <a:xfrm rot="1425148">
              <a:off x="7470292" y="4325628"/>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8" name="Oval 177">
              <a:extLst>
                <a:ext uri="{FF2B5EF4-FFF2-40B4-BE49-F238E27FC236}">
                  <a16:creationId xmlns:a16="http://schemas.microsoft.com/office/drawing/2014/main" id="{DCBF750E-2A07-6C34-9E7E-E97853239994}"/>
                </a:ext>
              </a:extLst>
            </p:cNvPr>
            <p:cNvSpPr/>
            <p:nvPr/>
          </p:nvSpPr>
          <p:spPr>
            <a:xfrm>
              <a:off x="7432118" y="4577002"/>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179" name="Oval 178">
              <a:extLst>
                <a:ext uri="{FF2B5EF4-FFF2-40B4-BE49-F238E27FC236}">
                  <a16:creationId xmlns:a16="http://schemas.microsoft.com/office/drawing/2014/main" id="{04DC3907-BA01-2343-745C-598D8AFA7667}"/>
                </a:ext>
              </a:extLst>
            </p:cNvPr>
            <p:cNvSpPr/>
            <p:nvPr/>
          </p:nvSpPr>
          <p:spPr>
            <a:xfrm rot="1425148">
              <a:off x="7713553" y="4523081"/>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0" name="Oval 179">
              <a:extLst>
                <a:ext uri="{FF2B5EF4-FFF2-40B4-BE49-F238E27FC236}">
                  <a16:creationId xmlns:a16="http://schemas.microsoft.com/office/drawing/2014/main" id="{3A662B4C-17A2-2FAA-D31A-357774008B8F}"/>
                </a:ext>
              </a:extLst>
            </p:cNvPr>
            <p:cNvSpPr/>
            <p:nvPr/>
          </p:nvSpPr>
          <p:spPr>
            <a:xfrm rot="1425148">
              <a:off x="7638234" y="4378933"/>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1" name="Oval 180">
              <a:extLst>
                <a:ext uri="{FF2B5EF4-FFF2-40B4-BE49-F238E27FC236}">
                  <a16:creationId xmlns:a16="http://schemas.microsoft.com/office/drawing/2014/main" id="{E4E51EE8-078A-DA7D-162C-D83B8841154F}"/>
                </a:ext>
              </a:extLst>
            </p:cNvPr>
            <p:cNvSpPr/>
            <p:nvPr/>
          </p:nvSpPr>
          <p:spPr>
            <a:xfrm rot="1425148">
              <a:off x="7640090" y="4463001"/>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182" name="Oval 181">
              <a:extLst>
                <a:ext uri="{FF2B5EF4-FFF2-40B4-BE49-F238E27FC236}">
                  <a16:creationId xmlns:a16="http://schemas.microsoft.com/office/drawing/2014/main" id="{483E082B-1AC6-A1C2-C9AF-1DA4FBB44041}"/>
                </a:ext>
              </a:extLst>
            </p:cNvPr>
            <p:cNvSpPr/>
            <p:nvPr/>
          </p:nvSpPr>
          <p:spPr>
            <a:xfrm rot="1425148">
              <a:off x="7729372" y="4335788"/>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3" name="Oval 182">
              <a:extLst>
                <a:ext uri="{FF2B5EF4-FFF2-40B4-BE49-F238E27FC236}">
                  <a16:creationId xmlns:a16="http://schemas.microsoft.com/office/drawing/2014/main" id="{A1D018B5-DE01-6AB3-3525-99F480B99DEB}"/>
                </a:ext>
              </a:extLst>
            </p:cNvPr>
            <p:cNvSpPr/>
            <p:nvPr/>
          </p:nvSpPr>
          <p:spPr>
            <a:xfrm>
              <a:off x="7691198" y="4587162"/>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184" name="Oval 183">
              <a:extLst>
                <a:ext uri="{FF2B5EF4-FFF2-40B4-BE49-F238E27FC236}">
                  <a16:creationId xmlns:a16="http://schemas.microsoft.com/office/drawing/2014/main" id="{280C5818-B21A-AFD8-E0DD-D5C4F8F2ED22}"/>
                </a:ext>
              </a:extLst>
            </p:cNvPr>
            <p:cNvSpPr/>
            <p:nvPr/>
          </p:nvSpPr>
          <p:spPr>
            <a:xfrm rot="9969921">
              <a:off x="7884366" y="4649021"/>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5" name="Oval 184">
              <a:extLst>
                <a:ext uri="{FF2B5EF4-FFF2-40B4-BE49-F238E27FC236}">
                  <a16:creationId xmlns:a16="http://schemas.microsoft.com/office/drawing/2014/main" id="{0FF71CC3-D43A-853F-4E02-391AFCD30E3E}"/>
                </a:ext>
              </a:extLst>
            </p:cNvPr>
            <p:cNvSpPr/>
            <p:nvPr/>
          </p:nvSpPr>
          <p:spPr>
            <a:xfrm rot="9969921">
              <a:off x="7885529" y="4464286"/>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6" name="Oval 185">
              <a:extLst>
                <a:ext uri="{FF2B5EF4-FFF2-40B4-BE49-F238E27FC236}">
                  <a16:creationId xmlns:a16="http://schemas.microsoft.com/office/drawing/2014/main" id="{DB7B35D7-AE09-D196-1FD6-0AED0885B26F}"/>
                </a:ext>
              </a:extLst>
            </p:cNvPr>
            <p:cNvSpPr/>
            <p:nvPr/>
          </p:nvSpPr>
          <p:spPr>
            <a:xfrm rot="9969921">
              <a:off x="7987236" y="4622351"/>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7" name="Oval 186">
              <a:extLst>
                <a:ext uri="{FF2B5EF4-FFF2-40B4-BE49-F238E27FC236}">
                  <a16:creationId xmlns:a16="http://schemas.microsoft.com/office/drawing/2014/main" id="{7FAF8256-0E16-1AE3-8913-7CBF005AD2B4}"/>
                </a:ext>
              </a:extLst>
            </p:cNvPr>
            <p:cNvSpPr/>
            <p:nvPr/>
          </p:nvSpPr>
          <p:spPr>
            <a:xfrm rot="9969921">
              <a:off x="7934487" y="4556865"/>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188" name="Oval 187">
              <a:extLst>
                <a:ext uri="{FF2B5EF4-FFF2-40B4-BE49-F238E27FC236}">
                  <a16:creationId xmlns:a16="http://schemas.microsoft.com/office/drawing/2014/main" id="{69F2B298-F458-EACE-4C7E-DBEF10507A4E}"/>
                </a:ext>
              </a:extLst>
            </p:cNvPr>
            <p:cNvSpPr/>
            <p:nvPr/>
          </p:nvSpPr>
          <p:spPr>
            <a:xfrm rot="9969921">
              <a:off x="7862280" y="4627104"/>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3656791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0"/>
                                        </p:tgtEl>
                                        <p:attrNameLst>
                                          <p:attrName>style.visibility</p:attrName>
                                        </p:attrNameLst>
                                      </p:cBhvr>
                                      <p:to>
                                        <p:strVal val="visible"/>
                                      </p:to>
                                    </p:set>
                                  </p:childTnLst>
                                </p:cTn>
                              </p:par>
                            </p:childTnLst>
                          </p:cTn>
                        </p:par>
                        <p:par>
                          <p:cTn id="17" fill="hold">
                            <p:stCondLst>
                              <p:cond delay="0"/>
                            </p:stCondLst>
                            <p:childTnLst>
                              <p:par>
                                <p:cTn id="18" presetID="10" presetClass="entr" presetSubtype="0" fill="hold" grpId="0" nodeType="afterEffect">
                                  <p:stCondLst>
                                    <p:cond delay="0"/>
                                  </p:stCondLst>
                                  <p:childTnLst>
                                    <p:set>
                                      <p:cBhvr>
                                        <p:cTn id="19" dur="1" fill="hold">
                                          <p:stCondLst>
                                            <p:cond delay="0"/>
                                          </p:stCondLst>
                                        </p:cTn>
                                        <p:tgtEl>
                                          <p:spTgt spid="81"/>
                                        </p:tgtEl>
                                        <p:attrNameLst>
                                          <p:attrName>style.visibility</p:attrName>
                                        </p:attrNameLst>
                                      </p:cBhvr>
                                      <p:to>
                                        <p:strVal val="visible"/>
                                      </p:to>
                                    </p:set>
                                    <p:animEffect transition="in" filter="fade">
                                      <p:cBhvr>
                                        <p:cTn id="20" dur="600"/>
                                        <p:tgtEl>
                                          <p:spTgt spid="81"/>
                                        </p:tgtEl>
                                      </p:cBhvr>
                                    </p:animEffect>
                                  </p:childTnLst>
                                </p:cTn>
                              </p:par>
                            </p:childTnLst>
                          </p:cTn>
                        </p:par>
                        <p:par>
                          <p:cTn id="21" fill="hold">
                            <p:stCondLst>
                              <p:cond delay="600"/>
                            </p:stCondLst>
                            <p:childTnLst>
                              <p:par>
                                <p:cTn id="22" presetID="10" presetClass="entr" presetSubtype="0" fill="hold" grpId="0" nodeType="afterEffect">
                                  <p:stCondLst>
                                    <p:cond delay="0"/>
                                  </p:stCondLst>
                                  <p:childTnLst>
                                    <p:set>
                                      <p:cBhvr>
                                        <p:cTn id="23" dur="1" fill="hold">
                                          <p:stCondLst>
                                            <p:cond delay="0"/>
                                          </p:stCondLst>
                                        </p:cTn>
                                        <p:tgtEl>
                                          <p:spTgt spid="82"/>
                                        </p:tgtEl>
                                        <p:attrNameLst>
                                          <p:attrName>style.visibility</p:attrName>
                                        </p:attrNameLst>
                                      </p:cBhvr>
                                      <p:to>
                                        <p:strVal val="visible"/>
                                      </p:to>
                                    </p:set>
                                    <p:animEffect transition="in" filter="fade">
                                      <p:cBhvr>
                                        <p:cTn id="24" dur="600"/>
                                        <p:tgtEl>
                                          <p:spTgt spid="82"/>
                                        </p:tgtEl>
                                      </p:cBhvr>
                                    </p:animEffect>
                                  </p:childTnLst>
                                </p:cTn>
                              </p:par>
                            </p:childTnLst>
                          </p:cTn>
                        </p:par>
                        <p:par>
                          <p:cTn id="25" fill="hold">
                            <p:stCondLst>
                              <p:cond delay="1200"/>
                            </p:stCondLst>
                            <p:childTnLst>
                              <p:par>
                                <p:cTn id="26" presetID="10" presetClass="entr" presetSubtype="0" fill="hold" grpId="0" nodeType="afterEffect">
                                  <p:stCondLst>
                                    <p:cond delay="0"/>
                                  </p:stCondLst>
                                  <p:childTnLst>
                                    <p:set>
                                      <p:cBhvr>
                                        <p:cTn id="27" dur="1" fill="hold">
                                          <p:stCondLst>
                                            <p:cond delay="0"/>
                                          </p:stCondLst>
                                        </p:cTn>
                                        <p:tgtEl>
                                          <p:spTgt spid="83"/>
                                        </p:tgtEl>
                                        <p:attrNameLst>
                                          <p:attrName>style.visibility</p:attrName>
                                        </p:attrNameLst>
                                      </p:cBhvr>
                                      <p:to>
                                        <p:strVal val="visible"/>
                                      </p:to>
                                    </p:set>
                                    <p:animEffect transition="in" filter="fade">
                                      <p:cBhvr>
                                        <p:cTn id="28" dur="600"/>
                                        <p:tgtEl>
                                          <p:spTgt spid="83"/>
                                        </p:tgtEl>
                                      </p:cBhvr>
                                    </p:animEffect>
                                  </p:childTnLst>
                                </p:cTn>
                              </p:par>
                            </p:childTnLst>
                          </p:cTn>
                        </p:par>
                        <p:par>
                          <p:cTn id="29" fill="hold">
                            <p:stCondLst>
                              <p:cond delay="1800"/>
                            </p:stCondLst>
                            <p:childTnLst>
                              <p:par>
                                <p:cTn id="30" presetID="10" presetClass="entr" presetSubtype="0" fill="hold" grpId="0" nodeType="afterEffect">
                                  <p:stCondLst>
                                    <p:cond delay="0"/>
                                  </p:stCondLst>
                                  <p:childTnLst>
                                    <p:set>
                                      <p:cBhvr>
                                        <p:cTn id="31" dur="1" fill="hold">
                                          <p:stCondLst>
                                            <p:cond delay="0"/>
                                          </p:stCondLst>
                                        </p:cTn>
                                        <p:tgtEl>
                                          <p:spTgt spid="84"/>
                                        </p:tgtEl>
                                        <p:attrNameLst>
                                          <p:attrName>style.visibility</p:attrName>
                                        </p:attrNameLst>
                                      </p:cBhvr>
                                      <p:to>
                                        <p:strVal val="visible"/>
                                      </p:to>
                                    </p:set>
                                    <p:animEffect transition="in" filter="fade">
                                      <p:cBhvr>
                                        <p:cTn id="32" dur="600"/>
                                        <p:tgtEl>
                                          <p:spTgt spid="84"/>
                                        </p:tgtEl>
                                      </p:cBhvr>
                                    </p:animEffect>
                                  </p:childTnLst>
                                </p:cTn>
                              </p:par>
                            </p:childTnLst>
                          </p:cTn>
                        </p:par>
                        <p:par>
                          <p:cTn id="33" fill="hold">
                            <p:stCondLst>
                              <p:cond delay="2400"/>
                            </p:stCondLst>
                            <p:childTnLst>
                              <p:par>
                                <p:cTn id="34" presetID="10" presetClass="entr" presetSubtype="0" fill="hold" grpId="0" nodeType="afterEffect">
                                  <p:stCondLst>
                                    <p:cond delay="0"/>
                                  </p:stCondLst>
                                  <p:childTnLst>
                                    <p:set>
                                      <p:cBhvr>
                                        <p:cTn id="35" dur="1" fill="hold">
                                          <p:stCondLst>
                                            <p:cond delay="0"/>
                                          </p:stCondLst>
                                        </p:cTn>
                                        <p:tgtEl>
                                          <p:spTgt spid="85"/>
                                        </p:tgtEl>
                                        <p:attrNameLst>
                                          <p:attrName>style.visibility</p:attrName>
                                        </p:attrNameLst>
                                      </p:cBhvr>
                                      <p:to>
                                        <p:strVal val="visible"/>
                                      </p:to>
                                    </p:set>
                                    <p:animEffect transition="in" filter="fade">
                                      <p:cBhvr>
                                        <p:cTn id="36" dur="600"/>
                                        <p:tgtEl>
                                          <p:spTgt spid="85"/>
                                        </p:tgtEl>
                                      </p:cBhvr>
                                    </p:animEffect>
                                  </p:childTnLst>
                                </p:cTn>
                              </p:par>
                            </p:childTnLst>
                          </p:cTn>
                        </p:par>
                        <p:par>
                          <p:cTn id="37" fill="hold">
                            <p:stCondLst>
                              <p:cond delay="3000"/>
                            </p:stCondLst>
                            <p:childTnLst>
                              <p:par>
                                <p:cTn id="38" presetID="10" presetClass="entr" presetSubtype="0" fill="hold" grpId="0" nodeType="afterEffect">
                                  <p:stCondLst>
                                    <p:cond delay="0"/>
                                  </p:stCondLst>
                                  <p:childTnLst>
                                    <p:set>
                                      <p:cBhvr>
                                        <p:cTn id="39" dur="1" fill="hold">
                                          <p:stCondLst>
                                            <p:cond delay="0"/>
                                          </p:stCondLst>
                                        </p:cTn>
                                        <p:tgtEl>
                                          <p:spTgt spid="86"/>
                                        </p:tgtEl>
                                        <p:attrNameLst>
                                          <p:attrName>style.visibility</p:attrName>
                                        </p:attrNameLst>
                                      </p:cBhvr>
                                      <p:to>
                                        <p:strVal val="visible"/>
                                      </p:to>
                                    </p:set>
                                    <p:animEffect transition="in" filter="fade">
                                      <p:cBhvr>
                                        <p:cTn id="40" dur="400"/>
                                        <p:tgtEl>
                                          <p:spTgt spid="86"/>
                                        </p:tgtEl>
                                      </p:cBhvr>
                                    </p:animEffect>
                                  </p:childTnLst>
                                </p:cTn>
                              </p:par>
                            </p:childTnLst>
                          </p:cTn>
                        </p:par>
                        <p:par>
                          <p:cTn id="41" fill="hold">
                            <p:stCondLst>
                              <p:cond delay="3400"/>
                            </p:stCondLst>
                            <p:childTnLst>
                              <p:par>
                                <p:cTn id="42" presetID="10" presetClass="entr" presetSubtype="0" fill="hold" grpId="0" nodeType="afterEffect">
                                  <p:stCondLst>
                                    <p:cond delay="0"/>
                                  </p:stCondLst>
                                  <p:childTnLst>
                                    <p:set>
                                      <p:cBhvr>
                                        <p:cTn id="43" dur="1" fill="hold">
                                          <p:stCondLst>
                                            <p:cond delay="0"/>
                                          </p:stCondLst>
                                        </p:cTn>
                                        <p:tgtEl>
                                          <p:spTgt spid="87"/>
                                        </p:tgtEl>
                                        <p:attrNameLst>
                                          <p:attrName>style.visibility</p:attrName>
                                        </p:attrNameLst>
                                      </p:cBhvr>
                                      <p:to>
                                        <p:strVal val="visible"/>
                                      </p:to>
                                    </p:set>
                                    <p:animEffect transition="in" filter="fade">
                                      <p:cBhvr>
                                        <p:cTn id="44" dur="400"/>
                                        <p:tgtEl>
                                          <p:spTgt spid="87"/>
                                        </p:tgtEl>
                                      </p:cBhvr>
                                    </p:animEffect>
                                  </p:childTnLst>
                                </p:cTn>
                              </p:par>
                            </p:childTnLst>
                          </p:cTn>
                        </p:par>
                        <p:par>
                          <p:cTn id="45" fill="hold">
                            <p:stCondLst>
                              <p:cond delay="3800"/>
                            </p:stCondLst>
                            <p:childTnLst>
                              <p:par>
                                <p:cTn id="46" presetID="10" presetClass="entr" presetSubtype="0" fill="hold" grpId="0" nodeType="afterEffect">
                                  <p:stCondLst>
                                    <p:cond delay="0"/>
                                  </p:stCondLst>
                                  <p:childTnLst>
                                    <p:set>
                                      <p:cBhvr>
                                        <p:cTn id="47" dur="1" fill="hold">
                                          <p:stCondLst>
                                            <p:cond delay="0"/>
                                          </p:stCondLst>
                                        </p:cTn>
                                        <p:tgtEl>
                                          <p:spTgt spid="88"/>
                                        </p:tgtEl>
                                        <p:attrNameLst>
                                          <p:attrName>style.visibility</p:attrName>
                                        </p:attrNameLst>
                                      </p:cBhvr>
                                      <p:to>
                                        <p:strVal val="visible"/>
                                      </p:to>
                                    </p:set>
                                    <p:animEffect transition="in" filter="fade">
                                      <p:cBhvr>
                                        <p:cTn id="48" dur="400"/>
                                        <p:tgtEl>
                                          <p:spTgt spid="88"/>
                                        </p:tgtEl>
                                      </p:cBhvr>
                                    </p:animEffect>
                                  </p:childTnLst>
                                </p:cTn>
                              </p:par>
                            </p:childTnLst>
                          </p:cTn>
                        </p:par>
                        <p:par>
                          <p:cTn id="49" fill="hold">
                            <p:stCondLst>
                              <p:cond delay="4200"/>
                            </p:stCondLst>
                            <p:childTnLst>
                              <p:par>
                                <p:cTn id="50" presetID="10" presetClass="entr" presetSubtype="0" fill="hold" grpId="0" nodeType="afterEffect">
                                  <p:stCondLst>
                                    <p:cond delay="0"/>
                                  </p:stCondLst>
                                  <p:childTnLst>
                                    <p:set>
                                      <p:cBhvr>
                                        <p:cTn id="51" dur="1" fill="hold">
                                          <p:stCondLst>
                                            <p:cond delay="0"/>
                                          </p:stCondLst>
                                        </p:cTn>
                                        <p:tgtEl>
                                          <p:spTgt spid="89"/>
                                        </p:tgtEl>
                                        <p:attrNameLst>
                                          <p:attrName>style.visibility</p:attrName>
                                        </p:attrNameLst>
                                      </p:cBhvr>
                                      <p:to>
                                        <p:strVal val="visible"/>
                                      </p:to>
                                    </p:set>
                                    <p:animEffect transition="in" filter="fade">
                                      <p:cBhvr>
                                        <p:cTn id="52" dur="400"/>
                                        <p:tgtEl>
                                          <p:spTgt spid="89"/>
                                        </p:tgtEl>
                                      </p:cBhvr>
                                    </p:animEffect>
                                  </p:childTnLst>
                                </p:cTn>
                              </p:par>
                            </p:childTnLst>
                          </p:cTn>
                        </p:par>
                        <p:par>
                          <p:cTn id="53" fill="hold">
                            <p:stCondLst>
                              <p:cond delay="4600"/>
                            </p:stCondLst>
                            <p:childTnLst>
                              <p:par>
                                <p:cTn id="54" presetID="10" presetClass="entr" presetSubtype="0" fill="hold" grpId="0" nodeType="afterEffect">
                                  <p:stCondLst>
                                    <p:cond delay="0"/>
                                  </p:stCondLst>
                                  <p:childTnLst>
                                    <p:set>
                                      <p:cBhvr>
                                        <p:cTn id="55" dur="1" fill="hold">
                                          <p:stCondLst>
                                            <p:cond delay="0"/>
                                          </p:stCondLst>
                                        </p:cTn>
                                        <p:tgtEl>
                                          <p:spTgt spid="90"/>
                                        </p:tgtEl>
                                        <p:attrNameLst>
                                          <p:attrName>style.visibility</p:attrName>
                                        </p:attrNameLst>
                                      </p:cBhvr>
                                      <p:to>
                                        <p:strVal val="visible"/>
                                      </p:to>
                                    </p:set>
                                    <p:animEffect transition="in" filter="fade">
                                      <p:cBhvr>
                                        <p:cTn id="56" dur="400"/>
                                        <p:tgtEl>
                                          <p:spTgt spid="90"/>
                                        </p:tgtEl>
                                      </p:cBhvr>
                                    </p:animEffect>
                                  </p:childTnLst>
                                </p:cTn>
                              </p:par>
                            </p:childTnLst>
                          </p:cTn>
                        </p:par>
                        <p:par>
                          <p:cTn id="57" fill="hold">
                            <p:stCondLst>
                              <p:cond delay="5000"/>
                            </p:stCondLst>
                            <p:childTnLst>
                              <p:par>
                                <p:cTn id="58" presetID="10" presetClass="entr" presetSubtype="0" fill="hold" grpId="0" nodeType="afterEffect">
                                  <p:stCondLst>
                                    <p:cond delay="0"/>
                                  </p:stCondLst>
                                  <p:childTnLst>
                                    <p:set>
                                      <p:cBhvr>
                                        <p:cTn id="59" dur="1" fill="hold">
                                          <p:stCondLst>
                                            <p:cond delay="0"/>
                                          </p:stCondLst>
                                        </p:cTn>
                                        <p:tgtEl>
                                          <p:spTgt spid="91"/>
                                        </p:tgtEl>
                                        <p:attrNameLst>
                                          <p:attrName>style.visibility</p:attrName>
                                        </p:attrNameLst>
                                      </p:cBhvr>
                                      <p:to>
                                        <p:strVal val="visible"/>
                                      </p:to>
                                    </p:set>
                                    <p:animEffect transition="in" filter="fade">
                                      <p:cBhvr>
                                        <p:cTn id="60" dur="400"/>
                                        <p:tgtEl>
                                          <p:spTgt spid="91"/>
                                        </p:tgtEl>
                                      </p:cBhvr>
                                    </p:animEffect>
                                  </p:childTnLst>
                                </p:cTn>
                              </p:par>
                            </p:childTnLst>
                          </p:cTn>
                        </p:par>
                        <p:par>
                          <p:cTn id="61" fill="hold">
                            <p:stCondLst>
                              <p:cond delay="5400"/>
                            </p:stCondLst>
                            <p:childTnLst>
                              <p:par>
                                <p:cTn id="62" presetID="10" presetClass="entr" presetSubtype="0" fill="hold" grpId="0" nodeType="afterEffect">
                                  <p:stCondLst>
                                    <p:cond delay="0"/>
                                  </p:stCondLst>
                                  <p:childTnLst>
                                    <p:set>
                                      <p:cBhvr>
                                        <p:cTn id="63" dur="1" fill="hold">
                                          <p:stCondLst>
                                            <p:cond delay="0"/>
                                          </p:stCondLst>
                                        </p:cTn>
                                        <p:tgtEl>
                                          <p:spTgt spid="92"/>
                                        </p:tgtEl>
                                        <p:attrNameLst>
                                          <p:attrName>style.visibility</p:attrName>
                                        </p:attrNameLst>
                                      </p:cBhvr>
                                      <p:to>
                                        <p:strVal val="visible"/>
                                      </p:to>
                                    </p:set>
                                    <p:animEffect transition="in" filter="fade">
                                      <p:cBhvr>
                                        <p:cTn id="64" dur="300"/>
                                        <p:tgtEl>
                                          <p:spTgt spid="92"/>
                                        </p:tgtEl>
                                      </p:cBhvr>
                                    </p:animEffect>
                                  </p:childTnLst>
                                </p:cTn>
                              </p:par>
                            </p:childTnLst>
                          </p:cTn>
                        </p:par>
                        <p:par>
                          <p:cTn id="65" fill="hold">
                            <p:stCondLst>
                              <p:cond delay="5700"/>
                            </p:stCondLst>
                            <p:childTnLst>
                              <p:par>
                                <p:cTn id="66" presetID="10" presetClass="entr" presetSubtype="0" fill="hold" grpId="0" nodeType="afterEffect">
                                  <p:stCondLst>
                                    <p:cond delay="0"/>
                                  </p:stCondLst>
                                  <p:childTnLst>
                                    <p:set>
                                      <p:cBhvr>
                                        <p:cTn id="67" dur="1" fill="hold">
                                          <p:stCondLst>
                                            <p:cond delay="0"/>
                                          </p:stCondLst>
                                        </p:cTn>
                                        <p:tgtEl>
                                          <p:spTgt spid="93"/>
                                        </p:tgtEl>
                                        <p:attrNameLst>
                                          <p:attrName>style.visibility</p:attrName>
                                        </p:attrNameLst>
                                      </p:cBhvr>
                                      <p:to>
                                        <p:strVal val="visible"/>
                                      </p:to>
                                    </p:set>
                                    <p:animEffect transition="in" filter="fade">
                                      <p:cBhvr>
                                        <p:cTn id="68" dur="300"/>
                                        <p:tgtEl>
                                          <p:spTgt spid="93"/>
                                        </p:tgtEl>
                                      </p:cBhvr>
                                    </p:animEffect>
                                  </p:childTnLst>
                                </p:cTn>
                              </p:par>
                            </p:childTnLst>
                          </p:cTn>
                        </p:par>
                        <p:par>
                          <p:cTn id="69" fill="hold">
                            <p:stCondLst>
                              <p:cond delay="6000"/>
                            </p:stCondLst>
                            <p:childTnLst>
                              <p:par>
                                <p:cTn id="70" presetID="10" presetClass="entr" presetSubtype="0" fill="hold" grpId="0" nodeType="afterEffect">
                                  <p:stCondLst>
                                    <p:cond delay="0"/>
                                  </p:stCondLst>
                                  <p:childTnLst>
                                    <p:set>
                                      <p:cBhvr>
                                        <p:cTn id="71" dur="1" fill="hold">
                                          <p:stCondLst>
                                            <p:cond delay="0"/>
                                          </p:stCondLst>
                                        </p:cTn>
                                        <p:tgtEl>
                                          <p:spTgt spid="94"/>
                                        </p:tgtEl>
                                        <p:attrNameLst>
                                          <p:attrName>style.visibility</p:attrName>
                                        </p:attrNameLst>
                                      </p:cBhvr>
                                      <p:to>
                                        <p:strVal val="visible"/>
                                      </p:to>
                                    </p:set>
                                    <p:animEffect transition="in" filter="fade">
                                      <p:cBhvr>
                                        <p:cTn id="72" dur="300"/>
                                        <p:tgtEl>
                                          <p:spTgt spid="94"/>
                                        </p:tgtEl>
                                      </p:cBhvr>
                                    </p:animEffect>
                                  </p:childTnLst>
                                </p:cTn>
                              </p:par>
                            </p:childTnLst>
                          </p:cTn>
                        </p:par>
                        <p:par>
                          <p:cTn id="73" fill="hold">
                            <p:stCondLst>
                              <p:cond delay="6300"/>
                            </p:stCondLst>
                            <p:childTnLst>
                              <p:par>
                                <p:cTn id="74" presetID="10" presetClass="entr" presetSubtype="0" fill="hold" grpId="0" nodeType="afterEffect">
                                  <p:stCondLst>
                                    <p:cond delay="0"/>
                                  </p:stCondLst>
                                  <p:childTnLst>
                                    <p:set>
                                      <p:cBhvr>
                                        <p:cTn id="75" dur="1" fill="hold">
                                          <p:stCondLst>
                                            <p:cond delay="0"/>
                                          </p:stCondLst>
                                        </p:cTn>
                                        <p:tgtEl>
                                          <p:spTgt spid="95"/>
                                        </p:tgtEl>
                                        <p:attrNameLst>
                                          <p:attrName>style.visibility</p:attrName>
                                        </p:attrNameLst>
                                      </p:cBhvr>
                                      <p:to>
                                        <p:strVal val="visible"/>
                                      </p:to>
                                    </p:set>
                                    <p:animEffect transition="in" filter="fade">
                                      <p:cBhvr>
                                        <p:cTn id="76" dur="200"/>
                                        <p:tgtEl>
                                          <p:spTgt spid="95"/>
                                        </p:tgtEl>
                                      </p:cBhvr>
                                    </p:animEffect>
                                  </p:childTnLst>
                                </p:cTn>
                              </p:par>
                            </p:childTnLst>
                          </p:cTn>
                        </p:par>
                        <p:par>
                          <p:cTn id="77" fill="hold">
                            <p:stCondLst>
                              <p:cond delay="6500"/>
                            </p:stCondLst>
                            <p:childTnLst>
                              <p:par>
                                <p:cTn id="78" presetID="10" presetClass="entr" presetSubtype="0" fill="hold" grpId="0" nodeType="afterEffect">
                                  <p:stCondLst>
                                    <p:cond delay="0"/>
                                  </p:stCondLst>
                                  <p:childTnLst>
                                    <p:set>
                                      <p:cBhvr>
                                        <p:cTn id="79" dur="1" fill="hold">
                                          <p:stCondLst>
                                            <p:cond delay="0"/>
                                          </p:stCondLst>
                                        </p:cTn>
                                        <p:tgtEl>
                                          <p:spTgt spid="96"/>
                                        </p:tgtEl>
                                        <p:attrNameLst>
                                          <p:attrName>style.visibility</p:attrName>
                                        </p:attrNameLst>
                                      </p:cBhvr>
                                      <p:to>
                                        <p:strVal val="visible"/>
                                      </p:to>
                                    </p:set>
                                    <p:animEffect transition="in" filter="fade">
                                      <p:cBhvr>
                                        <p:cTn id="80" dur="200"/>
                                        <p:tgtEl>
                                          <p:spTgt spid="96"/>
                                        </p:tgtEl>
                                      </p:cBhvr>
                                    </p:animEffect>
                                  </p:childTnLst>
                                </p:cTn>
                              </p:par>
                            </p:childTnLst>
                          </p:cTn>
                        </p:par>
                        <p:par>
                          <p:cTn id="81" fill="hold">
                            <p:stCondLst>
                              <p:cond delay="6700"/>
                            </p:stCondLst>
                            <p:childTnLst>
                              <p:par>
                                <p:cTn id="82" presetID="10" presetClass="entr" presetSubtype="0" fill="hold" grpId="0" nodeType="afterEffect">
                                  <p:stCondLst>
                                    <p:cond delay="0"/>
                                  </p:stCondLst>
                                  <p:childTnLst>
                                    <p:set>
                                      <p:cBhvr>
                                        <p:cTn id="83" dur="1" fill="hold">
                                          <p:stCondLst>
                                            <p:cond delay="0"/>
                                          </p:stCondLst>
                                        </p:cTn>
                                        <p:tgtEl>
                                          <p:spTgt spid="97"/>
                                        </p:tgtEl>
                                        <p:attrNameLst>
                                          <p:attrName>style.visibility</p:attrName>
                                        </p:attrNameLst>
                                      </p:cBhvr>
                                      <p:to>
                                        <p:strVal val="visible"/>
                                      </p:to>
                                    </p:set>
                                    <p:animEffect transition="in" filter="fade">
                                      <p:cBhvr>
                                        <p:cTn id="84" dur="200"/>
                                        <p:tgtEl>
                                          <p:spTgt spid="97"/>
                                        </p:tgtEl>
                                      </p:cBhvr>
                                    </p:animEffec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79"/>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100"/>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101"/>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0" presetClass="entr" presetSubtype="0" fill="hold" grpId="0" nodeType="clickEffect">
                                  <p:stCondLst>
                                    <p:cond delay="0"/>
                                  </p:stCondLst>
                                  <p:childTnLst>
                                    <p:set>
                                      <p:cBhvr>
                                        <p:cTn id="100" dur="1" fill="hold">
                                          <p:stCondLst>
                                            <p:cond delay="0"/>
                                          </p:stCondLst>
                                        </p:cTn>
                                        <p:tgtEl>
                                          <p:spTgt spid="55"/>
                                        </p:tgtEl>
                                        <p:attrNameLst>
                                          <p:attrName>style.visibility</p:attrName>
                                        </p:attrNameLst>
                                      </p:cBhvr>
                                      <p:to>
                                        <p:strVal val="visible"/>
                                      </p:to>
                                    </p:set>
                                    <p:animEffect transition="in" filter="fade">
                                      <p:cBhvr>
                                        <p:cTn id="101" dur="500"/>
                                        <p:tgtEl>
                                          <p:spTgt spid="55"/>
                                        </p:tgtEl>
                                      </p:cBhvr>
                                    </p:animEffect>
                                  </p:childTnLst>
                                </p:cTn>
                              </p:par>
                            </p:childTnLst>
                          </p:cTn>
                        </p:par>
                      </p:childTnLst>
                    </p:cTn>
                  </p:par>
                  <p:par>
                    <p:cTn id="102" fill="hold">
                      <p:stCondLst>
                        <p:cond delay="indefinite"/>
                      </p:stCondLst>
                      <p:childTnLst>
                        <p:par>
                          <p:cTn id="103" fill="hold">
                            <p:stCondLst>
                              <p:cond delay="0"/>
                            </p:stCondLst>
                            <p:childTnLst>
                              <p:par>
                                <p:cTn id="104" presetID="10" presetClass="entr" presetSubtype="0" fill="hold" grpId="0" nodeType="clickEffect">
                                  <p:stCondLst>
                                    <p:cond delay="0"/>
                                  </p:stCondLst>
                                  <p:childTnLst>
                                    <p:set>
                                      <p:cBhvr>
                                        <p:cTn id="105" dur="1" fill="hold">
                                          <p:stCondLst>
                                            <p:cond delay="0"/>
                                          </p:stCondLst>
                                        </p:cTn>
                                        <p:tgtEl>
                                          <p:spTgt spid="102"/>
                                        </p:tgtEl>
                                        <p:attrNameLst>
                                          <p:attrName>style.visibility</p:attrName>
                                        </p:attrNameLst>
                                      </p:cBhvr>
                                      <p:to>
                                        <p:strVal val="visible"/>
                                      </p:to>
                                    </p:set>
                                    <p:animEffect transition="in" filter="fade">
                                      <p:cBhvr>
                                        <p:cTn id="106" dur="500"/>
                                        <p:tgtEl>
                                          <p:spTgt spid="102"/>
                                        </p:tgtEl>
                                      </p:cBhvr>
                                    </p:animEffect>
                                  </p:childTnLst>
                                </p:cTn>
                              </p:par>
                            </p:childTnLst>
                          </p:cTn>
                        </p:par>
                      </p:childTnLst>
                    </p:cTn>
                  </p:par>
                  <p:par>
                    <p:cTn id="107" fill="hold">
                      <p:stCondLst>
                        <p:cond delay="indefinite"/>
                      </p:stCondLst>
                      <p:childTnLst>
                        <p:par>
                          <p:cTn id="108" fill="hold">
                            <p:stCondLst>
                              <p:cond delay="0"/>
                            </p:stCondLst>
                            <p:childTnLst>
                              <p:par>
                                <p:cTn id="109" presetID="10" presetClass="entr" presetSubtype="0" fill="hold" grpId="0" nodeType="clickEffect">
                                  <p:stCondLst>
                                    <p:cond delay="0"/>
                                  </p:stCondLst>
                                  <p:childTnLst>
                                    <p:set>
                                      <p:cBhvr>
                                        <p:cTn id="110" dur="1" fill="hold">
                                          <p:stCondLst>
                                            <p:cond delay="0"/>
                                          </p:stCondLst>
                                        </p:cTn>
                                        <p:tgtEl>
                                          <p:spTgt spid="4"/>
                                        </p:tgtEl>
                                        <p:attrNameLst>
                                          <p:attrName>style.visibility</p:attrName>
                                        </p:attrNameLst>
                                      </p:cBhvr>
                                      <p:to>
                                        <p:strVal val="visible"/>
                                      </p:to>
                                    </p:set>
                                    <p:animEffect transition="in" filter="fade">
                                      <p:cBhvr>
                                        <p:cTn id="111" dur="500"/>
                                        <p:tgtEl>
                                          <p:spTgt spid="4"/>
                                        </p:tgtEl>
                                      </p:cBhvr>
                                    </p:animEffect>
                                  </p:childTnLst>
                                </p:cTn>
                              </p:par>
                            </p:childTnLst>
                          </p:cTn>
                        </p:par>
                      </p:childTnLst>
                    </p:cTn>
                  </p:par>
                  <p:par>
                    <p:cTn id="112" fill="hold">
                      <p:stCondLst>
                        <p:cond delay="indefinite"/>
                      </p:stCondLst>
                      <p:childTnLst>
                        <p:par>
                          <p:cTn id="113" fill="hold">
                            <p:stCondLst>
                              <p:cond delay="0"/>
                            </p:stCondLst>
                            <p:childTnLst>
                              <p:par>
                                <p:cTn id="114" presetID="10" presetClass="entr" presetSubtype="0" fill="hold" grpId="0" nodeType="clickEffect">
                                  <p:stCondLst>
                                    <p:cond delay="0"/>
                                  </p:stCondLst>
                                  <p:childTnLst>
                                    <p:set>
                                      <p:cBhvr>
                                        <p:cTn id="115" dur="1" fill="hold">
                                          <p:stCondLst>
                                            <p:cond delay="0"/>
                                          </p:stCondLst>
                                        </p:cTn>
                                        <p:tgtEl>
                                          <p:spTgt spid="5"/>
                                        </p:tgtEl>
                                        <p:attrNameLst>
                                          <p:attrName>style.visibility</p:attrName>
                                        </p:attrNameLst>
                                      </p:cBhvr>
                                      <p:to>
                                        <p:strVal val="visible"/>
                                      </p:to>
                                    </p:set>
                                    <p:animEffect transition="in" filter="fade">
                                      <p:cBhvr>
                                        <p:cTn id="116" dur="500"/>
                                        <p:tgtEl>
                                          <p:spTgt spid="5"/>
                                        </p:tgtEl>
                                      </p:cBhvr>
                                    </p:animEffect>
                                  </p:childTnLst>
                                </p:cTn>
                              </p:par>
                            </p:childTnLst>
                          </p:cTn>
                        </p:par>
                      </p:childTnLst>
                    </p:cTn>
                  </p:par>
                  <p:par>
                    <p:cTn id="117" fill="hold">
                      <p:stCondLst>
                        <p:cond delay="indefinite"/>
                      </p:stCondLst>
                      <p:childTnLst>
                        <p:par>
                          <p:cTn id="118" fill="hold">
                            <p:stCondLst>
                              <p:cond delay="0"/>
                            </p:stCondLst>
                            <p:childTnLst>
                              <p:par>
                                <p:cTn id="119" presetID="10" presetClass="entr" presetSubtype="0" fill="hold" grpId="0" nodeType="clickEffect">
                                  <p:stCondLst>
                                    <p:cond delay="0"/>
                                  </p:stCondLst>
                                  <p:childTnLst>
                                    <p:set>
                                      <p:cBhvr>
                                        <p:cTn id="120" dur="1" fill="hold">
                                          <p:stCondLst>
                                            <p:cond delay="0"/>
                                          </p:stCondLst>
                                        </p:cTn>
                                        <p:tgtEl>
                                          <p:spTgt spid="12"/>
                                        </p:tgtEl>
                                        <p:attrNameLst>
                                          <p:attrName>style.visibility</p:attrName>
                                        </p:attrNameLst>
                                      </p:cBhvr>
                                      <p:to>
                                        <p:strVal val="visible"/>
                                      </p:to>
                                    </p:set>
                                    <p:animEffect transition="in" filter="fade">
                                      <p:cBhvr>
                                        <p:cTn id="121" dur="500"/>
                                        <p:tgtEl>
                                          <p:spTgt spid="12"/>
                                        </p:tgtEl>
                                      </p:cBhvr>
                                    </p:animEffect>
                                  </p:childTnLst>
                                </p:cTn>
                              </p:par>
                            </p:childTnLst>
                          </p:cTn>
                        </p:par>
                      </p:childTnLst>
                    </p:cTn>
                  </p:par>
                  <p:par>
                    <p:cTn id="122" fill="hold">
                      <p:stCondLst>
                        <p:cond delay="indefinite"/>
                      </p:stCondLst>
                      <p:childTnLst>
                        <p:par>
                          <p:cTn id="123" fill="hold">
                            <p:stCondLst>
                              <p:cond delay="0"/>
                            </p:stCondLst>
                            <p:childTnLst>
                              <p:par>
                                <p:cTn id="124" presetID="10" presetClass="entr" presetSubtype="0" fill="hold" grpId="0" nodeType="clickEffect">
                                  <p:stCondLst>
                                    <p:cond delay="0"/>
                                  </p:stCondLst>
                                  <p:childTnLst>
                                    <p:set>
                                      <p:cBhvr>
                                        <p:cTn id="125" dur="1" fill="hold">
                                          <p:stCondLst>
                                            <p:cond delay="0"/>
                                          </p:stCondLst>
                                        </p:cTn>
                                        <p:tgtEl>
                                          <p:spTgt spid="2"/>
                                        </p:tgtEl>
                                        <p:attrNameLst>
                                          <p:attrName>style.visibility</p:attrName>
                                        </p:attrNameLst>
                                      </p:cBhvr>
                                      <p:to>
                                        <p:strVal val="visible"/>
                                      </p:to>
                                    </p:set>
                                    <p:animEffect transition="in" filter="fade">
                                      <p:cBhvr>
                                        <p:cTn id="126" dur="500"/>
                                        <p:tgtEl>
                                          <p:spTgt spid="2"/>
                                        </p:tgtEl>
                                      </p:cBhvr>
                                    </p:animEffect>
                                  </p:childTnLst>
                                </p:cTn>
                              </p:par>
                            </p:childTnLst>
                          </p:cTn>
                        </p:par>
                      </p:childTnLst>
                    </p:cTn>
                  </p:par>
                  <p:par>
                    <p:cTn id="127" fill="hold">
                      <p:stCondLst>
                        <p:cond delay="indefinite"/>
                      </p:stCondLst>
                      <p:childTnLst>
                        <p:par>
                          <p:cTn id="128" fill="hold">
                            <p:stCondLst>
                              <p:cond delay="0"/>
                            </p:stCondLst>
                            <p:childTnLst>
                              <p:par>
                                <p:cTn id="129" presetID="10" presetClass="entr" presetSubtype="0" fill="hold" grpId="0" nodeType="clickEffect">
                                  <p:stCondLst>
                                    <p:cond delay="0"/>
                                  </p:stCondLst>
                                  <p:childTnLst>
                                    <p:set>
                                      <p:cBhvr>
                                        <p:cTn id="130" dur="1" fill="hold">
                                          <p:stCondLst>
                                            <p:cond delay="0"/>
                                          </p:stCondLst>
                                        </p:cTn>
                                        <p:tgtEl>
                                          <p:spTgt spid="3"/>
                                        </p:tgtEl>
                                        <p:attrNameLst>
                                          <p:attrName>style.visibility</p:attrName>
                                        </p:attrNameLst>
                                      </p:cBhvr>
                                      <p:to>
                                        <p:strVal val="visible"/>
                                      </p:to>
                                    </p:set>
                                    <p:animEffect transition="in" filter="fade">
                                      <p:cBhvr>
                                        <p:cTn id="131" dur="500"/>
                                        <p:tgtEl>
                                          <p:spTgt spid="3"/>
                                        </p:tgtEl>
                                      </p:cBhvr>
                                    </p:animEffect>
                                  </p:childTnLst>
                                </p:cTn>
                              </p:par>
                              <p:par>
                                <p:cTn id="132" presetID="10" presetClass="entr" presetSubtype="0" fill="hold" nodeType="withEffect">
                                  <p:stCondLst>
                                    <p:cond delay="0"/>
                                  </p:stCondLst>
                                  <p:childTnLst>
                                    <p:set>
                                      <p:cBhvr>
                                        <p:cTn id="133" dur="1" fill="hold">
                                          <p:stCondLst>
                                            <p:cond delay="0"/>
                                          </p:stCondLst>
                                        </p:cTn>
                                        <p:tgtEl>
                                          <p:spTgt spid="44"/>
                                        </p:tgtEl>
                                        <p:attrNameLst>
                                          <p:attrName>style.visibility</p:attrName>
                                        </p:attrNameLst>
                                      </p:cBhvr>
                                      <p:to>
                                        <p:strVal val="visible"/>
                                      </p:to>
                                    </p:set>
                                    <p:animEffect transition="in" filter="fade">
                                      <p:cBhvr>
                                        <p:cTn id="134" dur="500"/>
                                        <p:tgtEl>
                                          <p:spTgt spid="44"/>
                                        </p:tgtEl>
                                      </p:cBhvr>
                                    </p:animEffect>
                                  </p:childTnLst>
                                </p:cTn>
                              </p:par>
                              <p:par>
                                <p:cTn id="135" presetID="10" presetClass="entr" presetSubtype="0" fill="hold" nodeType="withEffect">
                                  <p:stCondLst>
                                    <p:cond delay="0"/>
                                  </p:stCondLst>
                                  <p:childTnLst>
                                    <p:set>
                                      <p:cBhvr>
                                        <p:cTn id="136" dur="1" fill="hold">
                                          <p:stCondLst>
                                            <p:cond delay="0"/>
                                          </p:stCondLst>
                                        </p:cTn>
                                        <p:tgtEl>
                                          <p:spTgt spid="53"/>
                                        </p:tgtEl>
                                        <p:attrNameLst>
                                          <p:attrName>style.visibility</p:attrName>
                                        </p:attrNameLst>
                                      </p:cBhvr>
                                      <p:to>
                                        <p:strVal val="visible"/>
                                      </p:to>
                                    </p:set>
                                    <p:animEffect transition="in" filter="fade">
                                      <p:cBhvr>
                                        <p:cTn id="137" dur="500"/>
                                        <p:tgtEl>
                                          <p:spTgt spid="53"/>
                                        </p:tgtEl>
                                      </p:cBhvr>
                                    </p:animEffect>
                                  </p:childTnLst>
                                </p:cTn>
                              </p:par>
                              <p:par>
                                <p:cTn id="138" presetID="10" presetClass="entr" presetSubtype="0" fill="hold" nodeType="withEffect">
                                  <p:stCondLst>
                                    <p:cond delay="0"/>
                                  </p:stCondLst>
                                  <p:childTnLst>
                                    <p:set>
                                      <p:cBhvr>
                                        <p:cTn id="139" dur="1" fill="hold">
                                          <p:stCondLst>
                                            <p:cond delay="0"/>
                                          </p:stCondLst>
                                        </p:cTn>
                                        <p:tgtEl>
                                          <p:spTgt spid="56"/>
                                        </p:tgtEl>
                                        <p:attrNameLst>
                                          <p:attrName>style.visibility</p:attrName>
                                        </p:attrNameLst>
                                      </p:cBhvr>
                                      <p:to>
                                        <p:strVal val="visible"/>
                                      </p:to>
                                    </p:set>
                                    <p:animEffect transition="in" filter="fade">
                                      <p:cBhvr>
                                        <p:cTn id="140" dur="500"/>
                                        <p:tgtEl>
                                          <p:spTgt spid="56"/>
                                        </p:tgtEl>
                                      </p:cBhvr>
                                    </p:animEffect>
                                  </p:childTnLst>
                                </p:cTn>
                              </p:par>
                              <p:par>
                                <p:cTn id="141" presetID="10" presetClass="entr" presetSubtype="0" fill="hold" nodeType="withEffect">
                                  <p:stCondLst>
                                    <p:cond delay="0"/>
                                  </p:stCondLst>
                                  <p:childTnLst>
                                    <p:set>
                                      <p:cBhvr>
                                        <p:cTn id="142" dur="1" fill="hold">
                                          <p:stCondLst>
                                            <p:cond delay="0"/>
                                          </p:stCondLst>
                                        </p:cTn>
                                        <p:tgtEl>
                                          <p:spTgt spid="189"/>
                                        </p:tgtEl>
                                        <p:attrNameLst>
                                          <p:attrName>style.visibility</p:attrName>
                                        </p:attrNameLst>
                                      </p:cBhvr>
                                      <p:to>
                                        <p:strVal val="visible"/>
                                      </p:to>
                                    </p:set>
                                    <p:animEffect transition="in" filter="fade">
                                      <p:cBhvr>
                                        <p:cTn id="143" dur="500"/>
                                        <p:tgtEl>
                                          <p:spTgt spid="1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p:bldP spid="79" grpId="0" animBg="1"/>
      <p:bldP spid="80" grpId="0" animBg="1"/>
      <p:bldP spid="81" grpId="0" animBg="1"/>
      <p:bldP spid="82" grpId="0" animBg="1"/>
      <p:bldP spid="83" grpId="0" animBg="1"/>
      <p:bldP spid="84" grpId="0" animBg="1"/>
      <p:bldP spid="85" grpId="0" animBg="1"/>
      <p:bldP spid="86" grpId="0" animBg="1"/>
      <p:bldP spid="87" grpId="0" animBg="1"/>
      <p:bldP spid="88" grpId="0" animBg="1"/>
      <p:bldP spid="89" grpId="0" animBg="1"/>
      <p:bldP spid="90" grpId="0" animBg="1"/>
      <p:bldP spid="91" grpId="0" animBg="1"/>
      <p:bldP spid="92" grpId="0" animBg="1"/>
      <p:bldP spid="93" grpId="0" animBg="1"/>
      <p:bldP spid="94" grpId="0" animBg="1"/>
      <p:bldP spid="95" grpId="0" animBg="1"/>
      <p:bldP spid="96" grpId="0" animBg="1"/>
      <p:bldP spid="97" grpId="0" animBg="1"/>
      <p:bldP spid="98" grpId="0"/>
      <p:bldP spid="99" grpId="0"/>
      <p:bldP spid="100" grpId="0" animBg="1"/>
      <p:bldP spid="101" grpId="0" animBg="1"/>
      <p:bldP spid="102" grpId="0"/>
      <p:bldP spid="4" grpId="0"/>
      <p:bldP spid="5" grpId="0"/>
      <p:bldP spid="12" grpId="0"/>
      <p:bldP spid="2" grpId="0"/>
      <p:bldP spid="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1DD8A331-1C3B-A3C0-C4BE-87B393AB332F}"/>
              </a:ext>
            </a:extLst>
          </p:cNvPr>
          <p:cNvSpPr/>
          <p:nvPr/>
        </p:nvSpPr>
        <p:spPr>
          <a:xfrm>
            <a:off x="4869197" y="121297"/>
            <a:ext cx="6971350" cy="5281127"/>
          </a:xfrm>
          <a:prstGeom prst="roundRect">
            <a:avLst>
              <a:gd name="adj" fmla="val 5006"/>
            </a:avLst>
          </a:prstGeom>
          <a:noFill/>
          <a:ln>
            <a:solidFill>
              <a:schemeClr val="bg1"/>
            </a:solidFill>
          </a:ln>
          <a:effectLst>
            <a:glow rad="63500">
              <a:schemeClr val="accent1">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4" name="Group 3">
            <a:extLst>
              <a:ext uri="{FF2B5EF4-FFF2-40B4-BE49-F238E27FC236}">
                <a16:creationId xmlns:a16="http://schemas.microsoft.com/office/drawing/2014/main" id="{31C9E732-2FCB-DEF4-7D16-F44248A240C9}"/>
              </a:ext>
            </a:extLst>
          </p:cNvPr>
          <p:cNvGrpSpPr/>
          <p:nvPr/>
        </p:nvGrpSpPr>
        <p:grpSpPr>
          <a:xfrm>
            <a:off x="5301343" y="307909"/>
            <a:ext cx="6180743" cy="3312369"/>
            <a:chOff x="5301343" y="1362269"/>
            <a:chExt cx="6180743" cy="3312369"/>
          </a:xfrm>
        </p:grpSpPr>
        <p:grpSp>
          <p:nvGrpSpPr>
            <p:cNvPr id="14" name="Group 13">
              <a:extLst>
                <a:ext uri="{FF2B5EF4-FFF2-40B4-BE49-F238E27FC236}">
                  <a16:creationId xmlns:a16="http://schemas.microsoft.com/office/drawing/2014/main" id="{3FB10949-854B-D6F8-AB7C-7B85BE0D8FA6}"/>
                </a:ext>
              </a:extLst>
            </p:cNvPr>
            <p:cNvGrpSpPr/>
            <p:nvPr/>
          </p:nvGrpSpPr>
          <p:grpSpPr>
            <a:xfrm>
              <a:off x="5301343" y="1362269"/>
              <a:ext cx="6180743" cy="3312369"/>
              <a:chOff x="5301343" y="2612570"/>
              <a:chExt cx="6180743" cy="3312369"/>
            </a:xfrm>
          </p:grpSpPr>
          <p:cxnSp>
            <p:nvCxnSpPr>
              <p:cNvPr id="17" name="Straight Arrow Connector 16">
                <a:extLst>
                  <a:ext uri="{FF2B5EF4-FFF2-40B4-BE49-F238E27FC236}">
                    <a16:creationId xmlns:a16="http://schemas.microsoft.com/office/drawing/2014/main" id="{86783767-B697-1756-32EB-F74158359696}"/>
                  </a:ext>
                </a:extLst>
              </p:cNvPr>
              <p:cNvCxnSpPr>
                <a:cxnSpLocks/>
              </p:cNvCxnSpPr>
              <p:nvPr/>
            </p:nvCxnSpPr>
            <p:spPr>
              <a:xfrm flipV="1">
                <a:off x="5383763" y="2612570"/>
                <a:ext cx="0" cy="3312369"/>
              </a:xfrm>
              <a:prstGeom prst="straightConnector1">
                <a:avLst/>
              </a:prstGeom>
              <a:ln w="12700">
                <a:solidFill>
                  <a:schemeClr val="bg1"/>
                </a:solidFill>
                <a:tailEnd type="triangle"/>
              </a:ln>
              <a:effectLst>
                <a:glow rad="63500">
                  <a:schemeClr val="accent1">
                    <a:satMod val="175000"/>
                    <a:alpha val="40000"/>
                  </a:schemeClr>
                </a:glow>
              </a:effectLst>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FA5B2AAB-A123-F5C6-5A32-B324F3CFBE1B}"/>
                  </a:ext>
                </a:extLst>
              </p:cNvPr>
              <p:cNvCxnSpPr>
                <a:cxnSpLocks/>
              </p:cNvCxnSpPr>
              <p:nvPr/>
            </p:nvCxnSpPr>
            <p:spPr>
              <a:xfrm>
                <a:off x="5301343" y="5806753"/>
                <a:ext cx="6180743" cy="0"/>
              </a:xfrm>
              <a:prstGeom prst="straightConnector1">
                <a:avLst/>
              </a:prstGeom>
              <a:ln w="12700">
                <a:solidFill>
                  <a:schemeClr val="bg1"/>
                </a:solidFill>
                <a:tailEnd type="triangle"/>
              </a:ln>
              <a:effectLst>
                <a:glow rad="63500">
                  <a:schemeClr val="accent1">
                    <a:satMod val="175000"/>
                    <a:alpha val="40000"/>
                  </a:schemeClr>
                </a:glow>
              </a:effectLst>
            </p:spPr>
            <p:style>
              <a:lnRef idx="1">
                <a:schemeClr val="accent1"/>
              </a:lnRef>
              <a:fillRef idx="0">
                <a:schemeClr val="accent1"/>
              </a:fillRef>
              <a:effectRef idx="0">
                <a:schemeClr val="accent1"/>
              </a:effectRef>
              <a:fontRef idx="minor">
                <a:schemeClr val="tx1"/>
              </a:fontRef>
            </p:style>
          </p:cxnSp>
        </p:grpSp>
        <p:grpSp>
          <p:nvGrpSpPr>
            <p:cNvPr id="97" name="Group 96">
              <a:extLst>
                <a:ext uri="{FF2B5EF4-FFF2-40B4-BE49-F238E27FC236}">
                  <a16:creationId xmlns:a16="http://schemas.microsoft.com/office/drawing/2014/main" id="{7A038AF1-E15A-C5C7-097C-6924CE4EE16B}"/>
                </a:ext>
              </a:extLst>
            </p:cNvPr>
            <p:cNvGrpSpPr/>
            <p:nvPr/>
          </p:nvGrpSpPr>
          <p:grpSpPr>
            <a:xfrm>
              <a:off x="5521960" y="1502228"/>
              <a:ext cx="5587999" cy="3054222"/>
              <a:chOff x="5521960" y="910966"/>
              <a:chExt cx="5587999" cy="3645485"/>
            </a:xfrm>
          </p:grpSpPr>
          <p:sp>
            <p:nvSpPr>
              <p:cNvPr id="65" name="Freeform: Shape 64">
                <a:extLst>
                  <a:ext uri="{FF2B5EF4-FFF2-40B4-BE49-F238E27FC236}">
                    <a16:creationId xmlns:a16="http://schemas.microsoft.com/office/drawing/2014/main" id="{7368118F-1D23-8780-8381-7646C741BC79}"/>
                  </a:ext>
                </a:extLst>
              </p:cNvPr>
              <p:cNvSpPr/>
              <p:nvPr/>
            </p:nvSpPr>
            <p:spPr>
              <a:xfrm>
                <a:off x="5521960" y="1544320"/>
                <a:ext cx="274320" cy="2854960"/>
              </a:xfrm>
              <a:custGeom>
                <a:avLst/>
                <a:gdLst>
                  <a:gd name="connsiteX0" fmla="*/ 0 w 274320"/>
                  <a:gd name="connsiteY0" fmla="*/ 2854960 h 2854960"/>
                  <a:gd name="connsiteX1" fmla="*/ 274320 w 274320"/>
                  <a:gd name="connsiteY1" fmla="*/ 0 h 2854960"/>
                </a:gdLst>
                <a:ahLst/>
                <a:cxnLst>
                  <a:cxn ang="0">
                    <a:pos x="connsiteX0" y="connsiteY0"/>
                  </a:cxn>
                  <a:cxn ang="0">
                    <a:pos x="connsiteX1" y="connsiteY1"/>
                  </a:cxn>
                </a:cxnLst>
                <a:rect l="l" t="t" r="r" b="b"/>
                <a:pathLst>
                  <a:path w="274320" h="2854960">
                    <a:moveTo>
                      <a:pt x="0" y="2854960"/>
                    </a:moveTo>
                    <a:lnTo>
                      <a:pt x="274320" y="0"/>
                    </a:lnTo>
                  </a:path>
                </a:pathLst>
              </a:cu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67" name="Straight Connector 66">
                <a:extLst>
                  <a:ext uri="{FF2B5EF4-FFF2-40B4-BE49-F238E27FC236}">
                    <a16:creationId xmlns:a16="http://schemas.microsoft.com/office/drawing/2014/main" id="{70B6580B-10EF-DB68-F5B2-EBBB0E61A6B3}"/>
                  </a:ext>
                </a:extLst>
              </p:cNvPr>
              <p:cNvCxnSpPr>
                <a:cxnSpLocks/>
                <a:stCxn id="65" idx="1"/>
              </p:cNvCxnSpPr>
              <p:nvPr/>
            </p:nvCxnSpPr>
            <p:spPr>
              <a:xfrm>
                <a:off x="5796280" y="1544320"/>
                <a:ext cx="81280" cy="25041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0CC22738-FEEB-CA12-CCB2-C8FA09F9FEF9}"/>
                  </a:ext>
                </a:extLst>
              </p:cNvPr>
              <p:cNvCxnSpPr>
                <a:cxnSpLocks/>
              </p:cNvCxnSpPr>
              <p:nvPr/>
            </p:nvCxnSpPr>
            <p:spPr>
              <a:xfrm>
                <a:off x="5877560" y="1427480"/>
                <a:ext cx="0" cy="36725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057FA511-39CC-7CFF-7CCD-7704F8CAF4D0}"/>
                  </a:ext>
                </a:extLst>
              </p:cNvPr>
              <p:cNvCxnSpPr>
                <a:cxnSpLocks/>
              </p:cNvCxnSpPr>
              <p:nvPr/>
            </p:nvCxnSpPr>
            <p:spPr>
              <a:xfrm>
                <a:off x="5877560" y="1427480"/>
                <a:ext cx="129385" cy="36725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7075A6A2-C7E7-B4CD-8A23-1101C1827AA9}"/>
                  </a:ext>
                </a:extLst>
              </p:cNvPr>
              <p:cNvCxnSpPr>
                <a:cxnSpLocks/>
              </p:cNvCxnSpPr>
              <p:nvPr/>
            </p:nvCxnSpPr>
            <p:spPr>
              <a:xfrm>
                <a:off x="5877560" y="1427480"/>
                <a:ext cx="129385" cy="36725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52495BC0-A2BD-B103-27C5-11A602A176D2}"/>
                  </a:ext>
                </a:extLst>
              </p:cNvPr>
              <p:cNvCxnSpPr>
                <a:cxnSpLocks/>
              </p:cNvCxnSpPr>
              <p:nvPr/>
            </p:nvCxnSpPr>
            <p:spPr>
              <a:xfrm>
                <a:off x="6006945" y="1390102"/>
                <a:ext cx="0" cy="404637"/>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D82FC118-E7F7-C68F-094A-119DE1F221C1}"/>
                  </a:ext>
                </a:extLst>
              </p:cNvPr>
              <p:cNvCxnSpPr>
                <a:cxnSpLocks/>
              </p:cNvCxnSpPr>
              <p:nvPr/>
            </p:nvCxnSpPr>
            <p:spPr>
              <a:xfrm>
                <a:off x="6006945" y="1390102"/>
                <a:ext cx="178111" cy="280202"/>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93" name="Freeform: Shape 92">
                <a:extLst>
                  <a:ext uri="{FF2B5EF4-FFF2-40B4-BE49-F238E27FC236}">
                    <a16:creationId xmlns:a16="http://schemas.microsoft.com/office/drawing/2014/main" id="{AF5A1CE5-87E3-8630-ED4E-9C031FD11550}"/>
                  </a:ext>
                </a:extLst>
              </p:cNvPr>
              <p:cNvSpPr/>
              <p:nvPr/>
            </p:nvSpPr>
            <p:spPr>
              <a:xfrm>
                <a:off x="6187701" y="910966"/>
                <a:ext cx="4922258" cy="751711"/>
              </a:xfrm>
              <a:custGeom>
                <a:avLst/>
                <a:gdLst>
                  <a:gd name="connsiteX0" fmla="*/ 21931 w 3642955"/>
                  <a:gd name="connsiteY0" fmla="*/ 243840 h 243840"/>
                  <a:gd name="connsiteX1" fmla="*/ 540091 w 3642955"/>
                  <a:gd name="connsiteY1" fmla="*/ 0 h 243840"/>
                  <a:gd name="connsiteX2" fmla="*/ 3642955 w 3642955"/>
                  <a:gd name="connsiteY2" fmla="*/ 243840 h 243840"/>
                  <a:gd name="connsiteX0" fmla="*/ 0 w 3621024"/>
                  <a:gd name="connsiteY0" fmla="*/ 243840 h 243840"/>
                  <a:gd name="connsiteX1" fmla="*/ 518160 w 3621024"/>
                  <a:gd name="connsiteY1" fmla="*/ 0 h 243840"/>
                  <a:gd name="connsiteX2" fmla="*/ 3621024 w 3621024"/>
                  <a:gd name="connsiteY2" fmla="*/ 243840 h 243840"/>
                  <a:gd name="connsiteX0" fmla="*/ 0 w 3621024"/>
                  <a:gd name="connsiteY0" fmla="*/ 243840 h 243840"/>
                  <a:gd name="connsiteX1" fmla="*/ 518160 w 3621024"/>
                  <a:gd name="connsiteY1" fmla="*/ 0 h 243840"/>
                  <a:gd name="connsiteX2" fmla="*/ 3621024 w 3621024"/>
                  <a:gd name="connsiteY2" fmla="*/ 243840 h 243840"/>
                  <a:gd name="connsiteX0" fmla="*/ 0 w 3621024"/>
                  <a:gd name="connsiteY0" fmla="*/ 243840 h 243840"/>
                  <a:gd name="connsiteX1" fmla="*/ 518160 w 3621024"/>
                  <a:gd name="connsiteY1" fmla="*/ 0 h 243840"/>
                  <a:gd name="connsiteX2" fmla="*/ 3621024 w 3621024"/>
                  <a:gd name="connsiteY2" fmla="*/ 243840 h 243840"/>
                  <a:gd name="connsiteX0" fmla="*/ 0 w 3621024"/>
                  <a:gd name="connsiteY0" fmla="*/ 243840 h 243840"/>
                  <a:gd name="connsiteX1" fmla="*/ 518160 w 3621024"/>
                  <a:gd name="connsiteY1" fmla="*/ 0 h 243840"/>
                  <a:gd name="connsiteX2" fmla="*/ 3621024 w 3621024"/>
                  <a:gd name="connsiteY2" fmla="*/ 243840 h 243840"/>
                </a:gdLst>
                <a:ahLst/>
                <a:cxnLst>
                  <a:cxn ang="0">
                    <a:pos x="connsiteX0" y="connsiteY0"/>
                  </a:cxn>
                  <a:cxn ang="0">
                    <a:pos x="connsiteX1" y="connsiteY1"/>
                  </a:cxn>
                  <a:cxn ang="0">
                    <a:pos x="connsiteX2" y="connsiteY2"/>
                  </a:cxn>
                </a:cxnLst>
                <a:rect l="l" t="t" r="r" b="b"/>
                <a:pathLst>
                  <a:path w="3621024" h="243840">
                    <a:moveTo>
                      <a:pt x="0" y="243840"/>
                    </a:moveTo>
                    <a:cubicBezTo>
                      <a:pt x="265636" y="59396"/>
                      <a:pt x="217358" y="70341"/>
                      <a:pt x="518160" y="0"/>
                    </a:cubicBezTo>
                    <a:cubicBezTo>
                      <a:pt x="1121664" y="0"/>
                      <a:pt x="3189224" y="145288"/>
                      <a:pt x="3621024" y="243840"/>
                    </a:cubicBezTo>
                  </a:path>
                </a:pathLst>
              </a:cu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95" name="Straight Arrow Connector 94">
                <a:extLst>
                  <a:ext uri="{FF2B5EF4-FFF2-40B4-BE49-F238E27FC236}">
                    <a16:creationId xmlns:a16="http://schemas.microsoft.com/office/drawing/2014/main" id="{AA676FA7-5178-01E9-E7F8-9F06E45BD265}"/>
                  </a:ext>
                </a:extLst>
              </p:cNvPr>
              <p:cNvCxnSpPr>
                <a:cxnSpLocks/>
                <a:stCxn id="93" idx="1"/>
              </p:cNvCxnSpPr>
              <p:nvPr/>
            </p:nvCxnSpPr>
            <p:spPr>
              <a:xfrm>
                <a:off x="6892065" y="910966"/>
                <a:ext cx="54835" cy="3645485"/>
              </a:xfrm>
              <a:prstGeom prst="straightConnector1">
                <a:avLst/>
              </a:prstGeom>
              <a:ln>
                <a:solidFill>
                  <a:schemeClr val="bg1"/>
                </a:solidFill>
                <a:prstDash val="dash"/>
                <a:tailEnd type="triangle"/>
              </a:ln>
            </p:spPr>
            <p:style>
              <a:lnRef idx="1">
                <a:schemeClr val="accent1"/>
              </a:lnRef>
              <a:fillRef idx="0">
                <a:schemeClr val="accent1"/>
              </a:fillRef>
              <a:effectRef idx="0">
                <a:schemeClr val="accent1"/>
              </a:effectRef>
              <a:fontRef idx="minor">
                <a:schemeClr val="tx1"/>
              </a:fontRef>
            </p:style>
          </p:cxnSp>
        </p:grpSp>
      </p:grpSp>
      <p:grpSp>
        <p:nvGrpSpPr>
          <p:cNvPr id="5" name="Group 4">
            <a:extLst>
              <a:ext uri="{FF2B5EF4-FFF2-40B4-BE49-F238E27FC236}">
                <a16:creationId xmlns:a16="http://schemas.microsoft.com/office/drawing/2014/main" id="{D4E35095-DA82-C20D-1DD4-AC30769BF9E6}"/>
              </a:ext>
            </a:extLst>
          </p:cNvPr>
          <p:cNvGrpSpPr/>
          <p:nvPr/>
        </p:nvGrpSpPr>
        <p:grpSpPr>
          <a:xfrm>
            <a:off x="206297" y="2500653"/>
            <a:ext cx="4742773" cy="718359"/>
            <a:chOff x="315076" y="261468"/>
            <a:chExt cx="4742773" cy="718359"/>
          </a:xfrm>
        </p:grpSpPr>
        <p:sp>
          <p:nvSpPr>
            <p:cNvPr id="7" name="Freeform 62">
              <a:extLst>
                <a:ext uri="{FF2B5EF4-FFF2-40B4-BE49-F238E27FC236}">
                  <a16:creationId xmlns:a16="http://schemas.microsoft.com/office/drawing/2014/main" id="{5D348F76-E060-3DF9-4643-FC4DF8BE2652}"/>
                </a:ext>
              </a:extLst>
            </p:cNvPr>
            <p:cNvSpPr>
              <a:spLocks noEditPoints="1"/>
            </p:cNvSpPr>
            <p:nvPr/>
          </p:nvSpPr>
          <p:spPr bwMode="invGray">
            <a:xfrm>
              <a:off x="371062" y="799817"/>
              <a:ext cx="2046675" cy="180010"/>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sz="2800">
                <a:ln>
                  <a:noFill/>
                </a:ln>
              </a:endParaRPr>
            </a:p>
          </p:txBody>
        </p:sp>
        <p:sp>
          <p:nvSpPr>
            <p:cNvPr id="8" name="TextBox 7">
              <a:extLst>
                <a:ext uri="{FF2B5EF4-FFF2-40B4-BE49-F238E27FC236}">
                  <a16:creationId xmlns:a16="http://schemas.microsoft.com/office/drawing/2014/main" id="{0F7ADB5B-797E-1BCC-FF2F-AFDEC6D12E42}"/>
                </a:ext>
              </a:extLst>
            </p:cNvPr>
            <p:cNvSpPr txBox="1"/>
            <p:nvPr/>
          </p:nvSpPr>
          <p:spPr>
            <a:xfrm>
              <a:off x="315076" y="261468"/>
              <a:ext cx="4742773" cy="523220"/>
            </a:xfrm>
            <a:prstGeom prst="rect">
              <a:avLst/>
            </a:prstGeom>
            <a:noFill/>
          </p:spPr>
          <p:txBody>
            <a:bodyPr wrap="none" rtlCol="0">
              <a:spAutoFit/>
            </a:bodyPr>
            <a:lstStyle/>
            <a:p>
              <a:r>
                <a:rPr lang="en-US" sz="2800" b="1" dirty="0">
                  <a:solidFill>
                    <a:srgbClr val="FFFF00"/>
                  </a:solidFill>
                  <a:latin typeface="Cambria" panose="02040503050406030204" pitchFamily="18" charset="0"/>
                  <a:ea typeface="Cambria" panose="02040503050406030204" pitchFamily="18" charset="0"/>
                </a:rPr>
                <a:t>Binding energy per nucleon</a:t>
              </a:r>
            </a:p>
          </p:txBody>
        </p:sp>
      </p:grpSp>
    </p:spTree>
    <p:extLst>
      <p:ext uri="{BB962C8B-B14F-4D97-AF65-F5344CB8AC3E}">
        <p14:creationId xmlns:p14="http://schemas.microsoft.com/office/powerpoint/2010/main" val="37499251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BF73545-757E-E5C4-02D4-1A28D6AA00A8}"/>
              </a:ext>
            </a:extLst>
          </p:cNvPr>
          <p:cNvSpPr/>
          <p:nvPr/>
        </p:nvSpPr>
        <p:spPr>
          <a:xfrm>
            <a:off x="1010095" y="1727412"/>
            <a:ext cx="2836289" cy="923330"/>
          </a:xfrm>
          <a:prstGeom prst="rect">
            <a:avLst/>
          </a:prstGeom>
          <a:noFill/>
        </p:spPr>
        <p:txBody>
          <a:bodyPr wrap="none" lIns="91440" tIns="45720" rIns="91440" bIns="45720">
            <a:spAutoFit/>
          </a:bodyPr>
          <a:lstStyle/>
          <a:p>
            <a:pPr algn="ctr"/>
            <a:r>
              <a:rPr lang="en-US" sz="5400" b="1"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rPr>
              <a:t>Below 56</a:t>
            </a:r>
          </a:p>
        </p:txBody>
      </p:sp>
      <p:sp>
        <p:nvSpPr>
          <p:cNvPr id="9" name="Rectangle 8">
            <a:extLst>
              <a:ext uri="{FF2B5EF4-FFF2-40B4-BE49-F238E27FC236}">
                <a16:creationId xmlns:a16="http://schemas.microsoft.com/office/drawing/2014/main" id="{477592E0-FBE4-56C4-7B42-EDAA503051F8}"/>
              </a:ext>
            </a:extLst>
          </p:cNvPr>
          <p:cNvSpPr/>
          <p:nvPr/>
        </p:nvSpPr>
        <p:spPr>
          <a:xfrm>
            <a:off x="7600500" y="1727412"/>
            <a:ext cx="2874057" cy="923330"/>
          </a:xfrm>
          <a:prstGeom prst="rect">
            <a:avLst/>
          </a:prstGeom>
          <a:noFill/>
        </p:spPr>
        <p:txBody>
          <a:bodyPr wrap="none" lIns="91440" tIns="45720" rIns="91440" bIns="45720">
            <a:spAutoFit/>
          </a:bodyPr>
          <a:lstStyle/>
          <a:p>
            <a:pPr algn="ctr"/>
            <a:r>
              <a:rPr lang="en-US" sz="5400" b="1"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rPr>
              <a:t>Above 56</a:t>
            </a:r>
          </a:p>
        </p:txBody>
      </p:sp>
      <p:sp>
        <p:nvSpPr>
          <p:cNvPr id="2" name="Title 1">
            <a:extLst>
              <a:ext uri="{FF2B5EF4-FFF2-40B4-BE49-F238E27FC236}">
                <a16:creationId xmlns:a16="http://schemas.microsoft.com/office/drawing/2014/main" id="{286E4DD9-AC78-9406-C7FC-2A8921798FCF}"/>
              </a:ext>
            </a:extLst>
          </p:cNvPr>
          <p:cNvSpPr>
            <a:spLocks noGrp="1"/>
          </p:cNvSpPr>
          <p:nvPr>
            <p:ph type="ctrTitle"/>
          </p:nvPr>
        </p:nvSpPr>
        <p:spPr/>
        <p:txBody>
          <a:bodyPr/>
          <a:lstStyle/>
          <a:p>
            <a:endParaRPr lang="en-IN"/>
          </a:p>
        </p:txBody>
      </p:sp>
      <p:sp>
        <p:nvSpPr>
          <p:cNvPr id="5" name="Subtitle 4">
            <a:extLst>
              <a:ext uri="{FF2B5EF4-FFF2-40B4-BE49-F238E27FC236}">
                <a16:creationId xmlns:a16="http://schemas.microsoft.com/office/drawing/2014/main" id="{733D1194-EA2D-7721-D50D-F2AE41B59FF3}"/>
              </a:ext>
            </a:extLst>
          </p:cNvPr>
          <p:cNvSpPr>
            <a:spLocks noGrp="1"/>
          </p:cNvSpPr>
          <p:nvPr>
            <p:ph type="subTitle" idx="1"/>
          </p:nvPr>
        </p:nvSpPr>
        <p:spPr/>
        <p:txBody>
          <a:bodyPr/>
          <a:lstStyle/>
          <a:p>
            <a:endParaRPr lang="en-IN"/>
          </a:p>
        </p:txBody>
      </p:sp>
      <p:pic>
        <p:nvPicPr>
          <p:cNvPr id="4" name="Picture 2" descr="Nuclear Binding Energy – University Physics Volum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6033" y="0"/>
            <a:ext cx="11799934" cy="6858000"/>
          </a:xfrm>
          <a:prstGeom prst="rect">
            <a:avLst/>
          </a:prstGeom>
          <a:noFill/>
          <a:extLst>
            <a:ext uri="{909E8E84-426E-40DD-AFC4-6F175D3DCCD1}">
              <a14:hiddenFill xmlns:a14="http://schemas.microsoft.com/office/drawing/2010/main">
                <a:solidFill>
                  <a:srgbClr val="FFFFFF"/>
                </a:solidFill>
              </a14:hiddenFill>
            </a:ext>
          </a:extLst>
        </p:spPr>
      </p:pic>
      <p:sp>
        <p:nvSpPr>
          <p:cNvPr id="6" name="Right Arrow 5"/>
          <p:cNvSpPr/>
          <p:nvPr/>
        </p:nvSpPr>
        <p:spPr>
          <a:xfrm>
            <a:off x="1889760" y="3053794"/>
            <a:ext cx="1076960" cy="40838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Left Arrow 6"/>
          <p:cNvSpPr/>
          <p:nvPr/>
        </p:nvSpPr>
        <p:spPr>
          <a:xfrm>
            <a:off x="8153400" y="3001089"/>
            <a:ext cx="1214120" cy="487680"/>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xmlns:a14="http://schemas.microsoft.com/office/drawing/2010/main">
        <mc:Choice Requires="a14">
          <p:sp>
            <p:nvSpPr>
              <p:cNvPr id="10" name="Rectangle 9"/>
              <p:cNvSpPr/>
              <p:nvPr/>
            </p:nvSpPr>
            <p:spPr>
              <a:xfrm>
                <a:off x="8610600" y="3382138"/>
                <a:ext cx="1957011"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IN" sz="2400" i="1">
                          <a:latin typeface="Cambria Math" panose="02040503050406030204" pitchFamily="18" charset="0"/>
                        </a:rPr>
                        <m:t>𝑇𝑟𝑦</m:t>
                      </m:r>
                      <m:r>
                        <m:rPr>
                          <m:nor/>
                        </m:rPr>
                        <a:rPr lang="en-IN" sz="2400" i="1">
                          <a:latin typeface="Cambria Math" panose="02040503050406030204" pitchFamily="18" charset="0"/>
                        </a:rPr>
                        <m:t> </m:t>
                      </m:r>
                      <m:r>
                        <a:rPr lang="en-IN" sz="2400" i="1">
                          <a:latin typeface="Cambria Math" panose="02040503050406030204" pitchFamily="18" charset="0"/>
                        </a:rPr>
                        <m:t>𝑡𝑜</m:t>
                      </m:r>
                      <m:r>
                        <m:rPr>
                          <m:nor/>
                        </m:rPr>
                        <a:rPr lang="en-IN" sz="2400" i="1">
                          <a:latin typeface="Cambria Math" panose="02040503050406030204" pitchFamily="18" charset="0"/>
                        </a:rPr>
                        <m:t> </m:t>
                      </m:r>
                      <m:r>
                        <a:rPr lang="en-IN" sz="2400" i="1">
                          <a:latin typeface="Cambria Math" panose="02040503050406030204" pitchFamily="18" charset="0"/>
                        </a:rPr>
                        <m:t>𝑏𝑟𝑒𝑎𝑘</m:t>
                      </m:r>
                    </m:oMath>
                  </m:oMathPara>
                </a14:m>
                <a:endParaRPr lang="en-IN" sz="2400" dirty="0"/>
              </a:p>
            </p:txBody>
          </p:sp>
        </mc:Choice>
        <mc:Fallback xmlns="">
          <p:sp>
            <p:nvSpPr>
              <p:cNvPr id="10" name="Rectangle 9"/>
              <p:cNvSpPr>
                <a:spLocks noRot="1" noChangeAspect="1" noMove="1" noResize="1" noEditPoints="1" noAdjustHandles="1" noChangeArrowheads="1" noChangeShapeType="1" noTextEdit="1"/>
              </p:cNvSpPr>
              <p:nvPr/>
            </p:nvSpPr>
            <p:spPr>
              <a:xfrm>
                <a:off x="8610600" y="3382138"/>
                <a:ext cx="1957011" cy="461665"/>
              </a:xfrm>
              <a:prstGeom prst="rect">
                <a:avLst/>
              </a:prstGeom>
              <a:blipFill>
                <a:blip r:embed="rId3"/>
                <a:stretch>
                  <a:fillRect l="-312" b="-1578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Rectangle 10"/>
              <p:cNvSpPr/>
              <p:nvPr/>
            </p:nvSpPr>
            <p:spPr>
              <a:xfrm>
                <a:off x="1154750" y="3488769"/>
                <a:ext cx="2347437"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IN" sz="2400" i="1">
                          <a:latin typeface="Cambria Math" panose="02040503050406030204" pitchFamily="18" charset="0"/>
                        </a:rPr>
                        <m:t>𝑇𝑟𝑦</m:t>
                      </m:r>
                      <m:r>
                        <m:rPr>
                          <m:nor/>
                        </m:rPr>
                        <a:rPr lang="en-IN" sz="2400" i="1">
                          <a:latin typeface="Cambria Math" panose="02040503050406030204" pitchFamily="18" charset="0"/>
                        </a:rPr>
                        <m:t> </m:t>
                      </m:r>
                      <m:r>
                        <a:rPr lang="en-IN" sz="2400" i="1">
                          <a:latin typeface="Cambria Math" panose="02040503050406030204" pitchFamily="18" charset="0"/>
                        </a:rPr>
                        <m:t>𝑡𝑜</m:t>
                      </m:r>
                      <m:r>
                        <m:rPr>
                          <m:nor/>
                        </m:rPr>
                        <a:rPr lang="en-IN" sz="2400" i="1">
                          <a:latin typeface="Cambria Math" panose="02040503050406030204" pitchFamily="18" charset="0"/>
                        </a:rPr>
                        <m:t> </m:t>
                      </m:r>
                      <m:r>
                        <a:rPr lang="en-IN" sz="2400" i="1">
                          <a:latin typeface="Cambria Math" panose="02040503050406030204" pitchFamily="18" charset="0"/>
                        </a:rPr>
                        <m:t>𝐶𝑜𝑚𝑏𝑖𝑛𝑒</m:t>
                      </m:r>
                    </m:oMath>
                  </m:oMathPara>
                </a14:m>
                <a:endParaRPr lang="en-IN" sz="2400" dirty="0"/>
              </a:p>
            </p:txBody>
          </p:sp>
        </mc:Choice>
        <mc:Fallback xmlns="">
          <p:sp>
            <p:nvSpPr>
              <p:cNvPr id="11" name="Rectangle 10"/>
              <p:cNvSpPr>
                <a:spLocks noRot="1" noChangeAspect="1" noMove="1" noResize="1" noEditPoints="1" noAdjustHandles="1" noChangeArrowheads="1" noChangeShapeType="1" noTextEdit="1"/>
              </p:cNvSpPr>
              <p:nvPr/>
            </p:nvSpPr>
            <p:spPr>
              <a:xfrm>
                <a:off x="1154750" y="3488769"/>
                <a:ext cx="2347437" cy="461665"/>
              </a:xfrm>
              <a:prstGeom prst="rect">
                <a:avLst/>
              </a:prstGeom>
              <a:blipFill>
                <a:blip r:embed="rId4"/>
                <a:stretch>
                  <a:fillRect l="-259" b="-17105"/>
                </a:stretch>
              </a:blipFill>
            </p:spPr>
            <p:txBody>
              <a:bodyPr/>
              <a:lstStyle/>
              <a:p>
                <a:r>
                  <a:rPr lang="en-IN">
                    <a:noFill/>
                  </a:rPr>
                  <a:t> </a:t>
                </a:r>
              </a:p>
            </p:txBody>
          </p:sp>
        </mc:Fallback>
      </mc:AlternateContent>
      <p:sp>
        <p:nvSpPr>
          <p:cNvPr id="12" name="Rectangle 11"/>
          <p:cNvSpPr/>
          <p:nvPr/>
        </p:nvSpPr>
        <p:spPr>
          <a:xfrm>
            <a:off x="6836475" y="3873707"/>
            <a:ext cx="5057025" cy="461665"/>
          </a:xfrm>
          <a:prstGeom prst="rect">
            <a:avLst/>
          </a:prstGeom>
        </p:spPr>
        <p:txBody>
          <a:bodyPr wrap="none">
            <a:spAutoFit/>
          </a:bodyPr>
          <a:lstStyle/>
          <a:p>
            <a:pPr marL="457200" indent="-457200">
              <a:buFont typeface="Wingdings" panose="05000000000000000000" pitchFamily="2" charset="2"/>
              <a:buChar char="Ø"/>
            </a:pPr>
            <a:r>
              <a:rPr lang="en-US" sz="2400" dirty="0"/>
              <a:t>Hydrogen B.E. can be taken as zero </a:t>
            </a:r>
          </a:p>
        </p:txBody>
      </p:sp>
      <p:sp>
        <p:nvSpPr>
          <p:cNvPr id="13" name="Rectangle 12"/>
          <p:cNvSpPr/>
          <p:nvPr/>
        </p:nvSpPr>
        <p:spPr>
          <a:xfrm>
            <a:off x="6836475" y="4311610"/>
            <a:ext cx="3192477" cy="461665"/>
          </a:xfrm>
          <a:prstGeom prst="rect">
            <a:avLst/>
          </a:prstGeom>
        </p:spPr>
        <p:txBody>
          <a:bodyPr wrap="none">
            <a:spAutoFit/>
          </a:bodyPr>
          <a:lstStyle/>
          <a:p>
            <a:pPr marL="457200" indent="-457200">
              <a:buFont typeface="Wingdings" panose="05000000000000000000" pitchFamily="2" charset="2"/>
              <a:buChar char="Ø"/>
            </a:pPr>
            <a:r>
              <a:rPr lang="en-GB" sz="2400" dirty="0"/>
              <a:t>Maximum for Fe(56)</a:t>
            </a:r>
          </a:p>
        </p:txBody>
      </p:sp>
      <mc:AlternateContent xmlns:mc="http://schemas.openxmlformats.org/markup-compatibility/2006" xmlns:a14="http://schemas.microsoft.com/office/drawing/2010/main">
        <mc:Choice Requires="a14">
          <p:sp>
            <p:nvSpPr>
              <p:cNvPr id="14" name="Rectangle 13"/>
              <p:cNvSpPr/>
              <p:nvPr/>
            </p:nvSpPr>
            <p:spPr>
              <a:xfrm>
                <a:off x="6836475" y="4739302"/>
                <a:ext cx="3830216" cy="461665"/>
              </a:xfrm>
              <a:prstGeom prst="rect">
                <a:avLst/>
              </a:prstGeom>
            </p:spPr>
            <p:txBody>
              <a:bodyPr wrap="none">
                <a:spAutoFit/>
              </a:bodyPr>
              <a:lstStyle/>
              <a:p>
                <a:pPr marL="457200" indent="-457200">
                  <a:buFont typeface="Wingdings" panose="05000000000000000000" pitchFamily="2" charset="2"/>
                  <a:buChar char="Ø"/>
                </a:pPr>
                <a:r>
                  <a:rPr lang="en-GB" sz="2400" dirty="0"/>
                  <a:t>Other max are He , C</a:t>
                </a:r>
                <a14:m>
                  <m:oMath xmlns:m="http://schemas.openxmlformats.org/officeDocument/2006/math">
                    <m:sSup>
                      <m:sSupPr>
                        <m:ctrlPr>
                          <a:rPr lang="en-IN" sz="2400" b="0" i="1" smtClean="0">
                            <a:latin typeface="Cambria Math" panose="02040503050406030204" pitchFamily="18" charset="0"/>
                          </a:rPr>
                        </m:ctrlPr>
                      </m:sSupPr>
                      <m:e>
                        <m:r>
                          <a:rPr lang="en-IN" sz="2400" b="0" i="0" smtClean="0">
                            <a:latin typeface="Cambria Math" panose="02040503050406030204" pitchFamily="18" charset="0"/>
                          </a:rPr>
                          <m:t>,</m:t>
                        </m:r>
                      </m:e>
                      <m:sup>
                        <m:r>
                          <a:rPr lang="en-IN" sz="2400" b="0" i="1" smtClean="0">
                            <a:latin typeface="Cambria Math" panose="02040503050406030204" pitchFamily="18" charset="0"/>
                          </a:rPr>
                          <m:t>16</m:t>
                        </m:r>
                      </m:sup>
                    </m:sSup>
                    <m:r>
                      <a:rPr lang="en-IN" sz="2400" b="0" i="1" smtClean="0">
                        <a:latin typeface="Cambria Math" panose="02040503050406030204" pitchFamily="18" charset="0"/>
                      </a:rPr>
                      <m:t>𝑂</m:t>
                    </m:r>
                  </m:oMath>
                </a14:m>
                <a:endParaRPr lang="en-GB" sz="2400" dirty="0"/>
              </a:p>
            </p:txBody>
          </p:sp>
        </mc:Choice>
        <mc:Fallback xmlns="">
          <p:sp>
            <p:nvSpPr>
              <p:cNvPr id="14" name="Rectangle 13"/>
              <p:cNvSpPr>
                <a:spLocks noRot="1" noChangeAspect="1" noMove="1" noResize="1" noEditPoints="1" noAdjustHandles="1" noChangeArrowheads="1" noChangeShapeType="1" noTextEdit="1"/>
              </p:cNvSpPr>
              <p:nvPr/>
            </p:nvSpPr>
            <p:spPr>
              <a:xfrm>
                <a:off x="6836475" y="4739302"/>
                <a:ext cx="3830216" cy="461665"/>
              </a:xfrm>
              <a:prstGeom prst="rect">
                <a:avLst/>
              </a:prstGeom>
              <a:blipFill>
                <a:blip r:embed="rId5"/>
                <a:stretch>
                  <a:fillRect l="-2067" t="-10526" b="-2894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Rectangle 14"/>
              <p:cNvSpPr/>
              <p:nvPr/>
            </p:nvSpPr>
            <p:spPr>
              <a:xfrm>
                <a:off x="6836475" y="5177205"/>
                <a:ext cx="4045338" cy="461665"/>
              </a:xfrm>
              <a:prstGeom prst="rect">
                <a:avLst/>
              </a:prstGeom>
            </p:spPr>
            <p:txBody>
              <a:bodyPr wrap="none">
                <a:spAutoFit/>
              </a:bodyPr>
              <a:lstStyle/>
              <a:p>
                <a:pPr marL="457200" indent="-457200">
                  <a:buFont typeface="Wingdings" panose="05000000000000000000" pitchFamily="2" charset="2"/>
                  <a:buChar char="Ø"/>
                </a:pPr>
                <a:r>
                  <a:rPr lang="en-GB" sz="2400" dirty="0"/>
                  <a:t>Local minima are Li, N</a:t>
                </a:r>
                <a:r>
                  <a:rPr lang="en-IN" sz="2400" dirty="0"/>
                  <a:t> </a:t>
                </a:r>
                <a14:m>
                  <m:oMath xmlns:m="http://schemas.openxmlformats.org/officeDocument/2006/math">
                    <m:sSup>
                      <m:sSupPr>
                        <m:ctrlPr>
                          <a:rPr lang="en-IN" sz="2400" i="1">
                            <a:latin typeface="Cambria Math" panose="02040503050406030204" pitchFamily="18" charset="0"/>
                          </a:rPr>
                        </m:ctrlPr>
                      </m:sSupPr>
                      <m:e>
                        <m:r>
                          <a:rPr lang="en-IN" sz="2400">
                            <a:latin typeface="Cambria Math" panose="02040503050406030204" pitchFamily="18" charset="0"/>
                          </a:rPr>
                          <m:t>,</m:t>
                        </m:r>
                      </m:e>
                      <m:sup>
                        <m:r>
                          <a:rPr lang="en-IN" sz="2400" i="1">
                            <a:latin typeface="Cambria Math" panose="02040503050406030204" pitchFamily="18" charset="0"/>
                          </a:rPr>
                          <m:t>1</m:t>
                        </m:r>
                        <m:r>
                          <a:rPr lang="en-IN" sz="2400" b="0" i="1" smtClean="0">
                            <a:latin typeface="Cambria Math" panose="02040503050406030204" pitchFamily="18" charset="0"/>
                          </a:rPr>
                          <m:t>8</m:t>
                        </m:r>
                      </m:sup>
                    </m:sSup>
                    <m:r>
                      <a:rPr lang="en-IN" sz="2400" i="1">
                        <a:latin typeface="Cambria Math" panose="02040503050406030204" pitchFamily="18" charset="0"/>
                      </a:rPr>
                      <m:t>𝑂</m:t>
                    </m:r>
                  </m:oMath>
                </a14:m>
                <a:endParaRPr lang="en-GB" sz="2400" dirty="0"/>
              </a:p>
            </p:txBody>
          </p:sp>
        </mc:Choice>
        <mc:Fallback xmlns="">
          <p:sp>
            <p:nvSpPr>
              <p:cNvPr id="15" name="Rectangle 14"/>
              <p:cNvSpPr>
                <a:spLocks noRot="1" noChangeAspect="1" noMove="1" noResize="1" noEditPoints="1" noAdjustHandles="1" noChangeArrowheads="1" noChangeShapeType="1" noTextEdit="1"/>
              </p:cNvSpPr>
              <p:nvPr/>
            </p:nvSpPr>
            <p:spPr>
              <a:xfrm>
                <a:off x="6836475" y="5177205"/>
                <a:ext cx="4045338" cy="461665"/>
              </a:xfrm>
              <a:prstGeom prst="rect">
                <a:avLst/>
              </a:prstGeom>
              <a:blipFill>
                <a:blip r:embed="rId6"/>
                <a:stretch>
                  <a:fillRect l="-1958" t="-10526" b="-28947"/>
                </a:stretch>
              </a:blipFill>
            </p:spPr>
            <p:txBody>
              <a:bodyPr/>
              <a:lstStyle/>
              <a:p>
                <a:r>
                  <a:rPr lang="en-US">
                    <a:noFill/>
                  </a:rPr>
                  <a:t> </a:t>
                </a:r>
              </a:p>
            </p:txBody>
          </p:sp>
        </mc:Fallback>
      </mc:AlternateContent>
    </p:spTree>
    <p:extLst>
      <p:ext uri="{BB962C8B-B14F-4D97-AF65-F5344CB8AC3E}">
        <p14:creationId xmlns:p14="http://schemas.microsoft.com/office/powerpoint/2010/main" val="3951525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5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2"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right)">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wipe(left)">
                                      <p:cBhvr>
                                        <p:cTn id="37" dur="500"/>
                                        <p:tgtEl>
                                          <p:spTgt spid="6"/>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10" grpId="0"/>
      <p:bldP spid="11" grpId="0"/>
      <p:bldP spid="12" grpId="0"/>
      <p:bldP spid="13" grpId="0"/>
      <p:bldP spid="14" grpId="0"/>
      <p:bldP spid="1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7F159F-B472-DA9C-2649-A35B12127F88}"/>
            </a:ext>
          </a:extLst>
        </p:cNvPr>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885ECDA3-34B7-0AD6-45CD-80963FBB79E5}"/>
              </a:ext>
            </a:extLst>
          </p:cNvPr>
          <p:cNvSpPr/>
          <p:nvPr/>
        </p:nvSpPr>
        <p:spPr>
          <a:xfrm>
            <a:off x="7141580" y="544010"/>
            <a:ext cx="4213185" cy="2217150"/>
          </a:xfrm>
          <a:prstGeom prst="roundRect">
            <a:avLst>
              <a:gd name="adj" fmla="val 15101"/>
            </a:avLst>
          </a:prstGeom>
          <a:ln w="38100">
            <a:solidFill>
              <a:schemeClr val="bg1"/>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pic>
        <p:nvPicPr>
          <p:cNvPr id="4" name="Picture 2" descr="Nuclear Binding Energy – University Physics Volume 3">
            <a:extLst>
              <a:ext uri="{FF2B5EF4-FFF2-40B4-BE49-F238E27FC236}">
                <a16:creationId xmlns:a16="http://schemas.microsoft.com/office/drawing/2014/main" id="{1C806DD2-968A-3DED-79B6-9913BBA07D5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6033" y="-7219147"/>
            <a:ext cx="11799934" cy="6858000"/>
          </a:xfrm>
          <a:prstGeom prst="rect">
            <a:avLst/>
          </a:prstGeom>
          <a:noFill/>
          <a:extLst>
            <a:ext uri="{909E8E84-426E-40DD-AFC4-6F175D3DCCD1}">
              <a14:hiddenFill xmlns:a14="http://schemas.microsoft.com/office/drawing/2010/main">
                <a:solidFill>
                  <a:srgbClr val="FFFFFF"/>
                </a:solidFill>
              </a14:hiddenFill>
            </a:ext>
          </a:extLst>
        </p:spPr>
      </p:pic>
      <p:sp>
        <p:nvSpPr>
          <p:cNvPr id="6" name="Right Arrow 5">
            <a:extLst>
              <a:ext uri="{FF2B5EF4-FFF2-40B4-BE49-F238E27FC236}">
                <a16:creationId xmlns:a16="http://schemas.microsoft.com/office/drawing/2014/main" id="{2ACA5D4C-0700-7A6F-3FD9-CE2636E785D9}"/>
              </a:ext>
            </a:extLst>
          </p:cNvPr>
          <p:cNvSpPr/>
          <p:nvPr/>
        </p:nvSpPr>
        <p:spPr>
          <a:xfrm>
            <a:off x="1889760" y="1742662"/>
            <a:ext cx="1076960" cy="408384"/>
          </a:xfrm>
          <a:prstGeom prst="rightArrow">
            <a:avLst/>
          </a:prstGeom>
          <a:effectLst>
            <a:glow rad="139700">
              <a:schemeClr val="accent1">
                <a:satMod val="175000"/>
                <a:alpha val="40000"/>
              </a:schemeClr>
            </a:glow>
          </a:effectLst>
        </p:spPr>
        <p:style>
          <a:lnRef idx="2">
            <a:schemeClr val="accent4"/>
          </a:lnRef>
          <a:fillRef idx="1">
            <a:schemeClr val="lt1"/>
          </a:fillRef>
          <a:effectRef idx="0">
            <a:schemeClr val="accent4"/>
          </a:effectRef>
          <a:fontRef idx="minor">
            <a:schemeClr val="dk1"/>
          </a:fontRef>
        </p:style>
        <p:txBody>
          <a:bodyPr rtlCol="0" anchor="ctr"/>
          <a:lstStyle/>
          <a:p>
            <a:pPr algn="ctr"/>
            <a:endParaRPr lang="en-IN">
              <a:solidFill>
                <a:schemeClr val="bg1"/>
              </a:solidFill>
            </a:endParaRPr>
          </a:p>
        </p:txBody>
      </p:sp>
      <p:sp>
        <p:nvSpPr>
          <p:cNvPr id="7" name="Left Arrow 6">
            <a:extLst>
              <a:ext uri="{FF2B5EF4-FFF2-40B4-BE49-F238E27FC236}">
                <a16:creationId xmlns:a16="http://schemas.microsoft.com/office/drawing/2014/main" id="{ED29B21B-D22E-8E17-4366-5B74E859B4CF}"/>
              </a:ext>
            </a:extLst>
          </p:cNvPr>
          <p:cNvSpPr/>
          <p:nvPr/>
        </p:nvSpPr>
        <p:spPr>
          <a:xfrm>
            <a:off x="8153400" y="1689957"/>
            <a:ext cx="1214120" cy="487680"/>
          </a:xfrm>
          <a:prstGeom prst="leftArrow">
            <a:avLst/>
          </a:prstGeom>
          <a:effectLst>
            <a:glow rad="139700">
              <a:schemeClr val="accent1">
                <a:satMod val="175000"/>
                <a:alpha val="40000"/>
              </a:schemeClr>
            </a:glow>
          </a:effectLst>
        </p:spPr>
        <p:style>
          <a:lnRef idx="2">
            <a:schemeClr val="accent4"/>
          </a:lnRef>
          <a:fillRef idx="1">
            <a:schemeClr val="lt1"/>
          </a:fillRef>
          <a:effectRef idx="0">
            <a:schemeClr val="accent4"/>
          </a:effectRef>
          <a:fontRef idx="minor">
            <a:schemeClr val="dk1"/>
          </a:fontRef>
        </p:style>
        <p:txBody>
          <a:bodyPr rtlCol="0" anchor="ctr"/>
          <a:lstStyle/>
          <a:p>
            <a:pPr algn="ctr"/>
            <a:endParaRPr lang="en-IN">
              <a:solidFill>
                <a:schemeClr val="bg1"/>
              </a:solidFill>
            </a:endParaRPr>
          </a:p>
        </p:txBody>
      </p:sp>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DDF4A265-1129-4B17-52F3-98C6F3786A24}"/>
                  </a:ext>
                </a:extLst>
              </p:cNvPr>
              <p:cNvSpPr/>
              <p:nvPr/>
            </p:nvSpPr>
            <p:spPr>
              <a:xfrm>
                <a:off x="8610600" y="2299495"/>
                <a:ext cx="1957011"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IN" sz="2400" i="1" smtClean="0">
                          <a:solidFill>
                            <a:schemeClr val="bg1"/>
                          </a:solidFill>
                          <a:latin typeface="Cambria Math" panose="02040503050406030204" pitchFamily="18" charset="0"/>
                        </a:rPr>
                        <m:t>𝑇𝑟𝑦</m:t>
                      </m:r>
                      <m:r>
                        <m:rPr>
                          <m:nor/>
                        </m:rPr>
                        <a:rPr lang="en-IN" sz="2400" i="1">
                          <a:solidFill>
                            <a:schemeClr val="bg1"/>
                          </a:solidFill>
                          <a:latin typeface="Cambria Math" panose="02040503050406030204" pitchFamily="18" charset="0"/>
                        </a:rPr>
                        <m:t> </m:t>
                      </m:r>
                      <m:r>
                        <a:rPr lang="en-IN" sz="2400" i="1">
                          <a:solidFill>
                            <a:schemeClr val="bg1"/>
                          </a:solidFill>
                          <a:latin typeface="Cambria Math" panose="02040503050406030204" pitchFamily="18" charset="0"/>
                        </a:rPr>
                        <m:t>𝑡𝑜</m:t>
                      </m:r>
                      <m:r>
                        <m:rPr>
                          <m:nor/>
                        </m:rPr>
                        <a:rPr lang="en-IN" sz="2400" i="1">
                          <a:solidFill>
                            <a:schemeClr val="bg1"/>
                          </a:solidFill>
                          <a:latin typeface="Cambria Math" panose="02040503050406030204" pitchFamily="18" charset="0"/>
                        </a:rPr>
                        <m:t> </m:t>
                      </m:r>
                      <m:r>
                        <a:rPr lang="en-IN" sz="2400" i="1">
                          <a:solidFill>
                            <a:schemeClr val="bg1"/>
                          </a:solidFill>
                          <a:latin typeface="Cambria Math" panose="02040503050406030204" pitchFamily="18" charset="0"/>
                        </a:rPr>
                        <m:t>𝑏𝑟𝑒𝑎𝑘</m:t>
                      </m:r>
                    </m:oMath>
                  </m:oMathPara>
                </a14:m>
                <a:endParaRPr lang="en-IN" sz="2400" dirty="0">
                  <a:solidFill>
                    <a:schemeClr val="bg1"/>
                  </a:solidFill>
                </a:endParaRPr>
              </a:p>
            </p:txBody>
          </p:sp>
        </mc:Choice>
        <mc:Fallback xmlns="">
          <p:sp>
            <p:nvSpPr>
              <p:cNvPr id="10" name="Rectangle 9">
                <a:extLst>
                  <a:ext uri="{FF2B5EF4-FFF2-40B4-BE49-F238E27FC236}">
                    <a16:creationId xmlns:a16="http://schemas.microsoft.com/office/drawing/2014/main" id="{DDF4A265-1129-4B17-52F3-98C6F3786A24}"/>
                  </a:ext>
                </a:extLst>
              </p:cNvPr>
              <p:cNvSpPr>
                <a:spLocks noRot="1" noChangeAspect="1" noMove="1" noResize="1" noEditPoints="1" noAdjustHandles="1" noChangeArrowheads="1" noChangeShapeType="1" noTextEdit="1"/>
              </p:cNvSpPr>
              <p:nvPr/>
            </p:nvSpPr>
            <p:spPr>
              <a:xfrm>
                <a:off x="8610600" y="2299495"/>
                <a:ext cx="1957011" cy="461665"/>
              </a:xfrm>
              <a:prstGeom prst="rect">
                <a:avLst/>
              </a:prstGeom>
              <a:blipFill>
                <a:blip r:embed="rId3"/>
                <a:stretch>
                  <a:fillRect l="-312" b="-171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DF2F3A17-1C05-50E3-694B-AE58C4BD83BF}"/>
                  </a:ext>
                </a:extLst>
              </p:cNvPr>
              <p:cNvSpPr/>
              <p:nvPr/>
            </p:nvSpPr>
            <p:spPr>
              <a:xfrm>
                <a:off x="1154750" y="2406126"/>
                <a:ext cx="2347437"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IN" sz="2400" i="1" smtClean="0">
                          <a:solidFill>
                            <a:schemeClr val="bg1"/>
                          </a:solidFill>
                          <a:latin typeface="Cambria Math" panose="02040503050406030204" pitchFamily="18" charset="0"/>
                        </a:rPr>
                        <m:t>𝑇𝑟𝑦</m:t>
                      </m:r>
                      <m:r>
                        <m:rPr>
                          <m:nor/>
                        </m:rPr>
                        <a:rPr lang="en-IN" sz="2400" i="1">
                          <a:solidFill>
                            <a:schemeClr val="bg1"/>
                          </a:solidFill>
                          <a:latin typeface="Cambria Math" panose="02040503050406030204" pitchFamily="18" charset="0"/>
                        </a:rPr>
                        <m:t> </m:t>
                      </m:r>
                      <m:r>
                        <a:rPr lang="en-IN" sz="2400" i="1">
                          <a:solidFill>
                            <a:schemeClr val="bg1"/>
                          </a:solidFill>
                          <a:latin typeface="Cambria Math" panose="02040503050406030204" pitchFamily="18" charset="0"/>
                        </a:rPr>
                        <m:t>𝑡𝑜</m:t>
                      </m:r>
                      <m:r>
                        <m:rPr>
                          <m:nor/>
                        </m:rPr>
                        <a:rPr lang="en-IN" sz="2400" i="1">
                          <a:solidFill>
                            <a:schemeClr val="bg1"/>
                          </a:solidFill>
                          <a:latin typeface="Cambria Math" panose="02040503050406030204" pitchFamily="18" charset="0"/>
                        </a:rPr>
                        <m:t> </m:t>
                      </m:r>
                      <m:r>
                        <a:rPr lang="en-IN" sz="2400" i="1">
                          <a:solidFill>
                            <a:schemeClr val="bg1"/>
                          </a:solidFill>
                          <a:latin typeface="Cambria Math" panose="02040503050406030204" pitchFamily="18" charset="0"/>
                        </a:rPr>
                        <m:t>𝐶𝑜𝑚𝑏𝑖𝑛𝑒</m:t>
                      </m:r>
                    </m:oMath>
                  </m:oMathPara>
                </a14:m>
                <a:endParaRPr lang="en-IN" sz="2400" dirty="0">
                  <a:solidFill>
                    <a:schemeClr val="bg1"/>
                  </a:solidFill>
                </a:endParaRPr>
              </a:p>
            </p:txBody>
          </p:sp>
        </mc:Choice>
        <mc:Fallback xmlns="">
          <p:sp>
            <p:nvSpPr>
              <p:cNvPr id="11" name="Rectangle 10">
                <a:extLst>
                  <a:ext uri="{FF2B5EF4-FFF2-40B4-BE49-F238E27FC236}">
                    <a16:creationId xmlns:a16="http://schemas.microsoft.com/office/drawing/2014/main" id="{DF2F3A17-1C05-50E3-694B-AE58C4BD83BF}"/>
                  </a:ext>
                </a:extLst>
              </p:cNvPr>
              <p:cNvSpPr>
                <a:spLocks noRot="1" noChangeAspect="1" noMove="1" noResize="1" noEditPoints="1" noAdjustHandles="1" noChangeArrowheads="1" noChangeShapeType="1" noTextEdit="1"/>
              </p:cNvSpPr>
              <p:nvPr/>
            </p:nvSpPr>
            <p:spPr>
              <a:xfrm>
                <a:off x="1154750" y="2406126"/>
                <a:ext cx="2347437" cy="461665"/>
              </a:xfrm>
              <a:prstGeom prst="rect">
                <a:avLst/>
              </a:prstGeom>
              <a:blipFill>
                <a:blip r:embed="rId4"/>
                <a:stretch>
                  <a:fillRect l="-259" b="-17333"/>
                </a:stretch>
              </a:blipFill>
            </p:spPr>
            <p:txBody>
              <a:bodyPr/>
              <a:lstStyle/>
              <a:p>
                <a:r>
                  <a:rPr lang="en-US">
                    <a:noFill/>
                  </a:rPr>
                  <a:t> </a:t>
                </a:r>
              </a:p>
            </p:txBody>
          </p:sp>
        </mc:Fallback>
      </mc:AlternateContent>
      <p:sp>
        <p:nvSpPr>
          <p:cNvPr id="12" name="Rectangle 11">
            <a:extLst>
              <a:ext uri="{FF2B5EF4-FFF2-40B4-BE49-F238E27FC236}">
                <a16:creationId xmlns:a16="http://schemas.microsoft.com/office/drawing/2014/main" id="{F9BAF3AA-3E0E-4E39-D9EE-E5541D584B73}"/>
              </a:ext>
            </a:extLst>
          </p:cNvPr>
          <p:cNvSpPr/>
          <p:nvPr/>
        </p:nvSpPr>
        <p:spPr>
          <a:xfrm>
            <a:off x="3502187" y="2967335"/>
            <a:ext cx="5057025" cy="461665"/>
          </a:xfrm>
          <a:prstGeom prst="rect">
            <a:avLst/>
          </a:prstGeom>
        </p:spPr>
        <p:txBody>
          <a:bodyPr wrap="none">
            <a:spAutoFit/>
          </a:bodyPr>
          <a:lstStyle/>
          <a:p>
            <a:pPr marL="457200" indent="-457200">
              <a:buFont typeface="Wingdings" panose="05000000000000000000" pitchFamily="2" charset="2"/>
              <a:buChar char="Ø"/>
            </a:pPr>
            <a:r>
              <a:rPr lang="en-GB" sz="2400" dirty="0">
                <a:solidFill>
                  <a:schemeClr val="bg1"/>
                </a:solidFill>
              </a:rPr>
              <a:t>Hydrogen B.E. can be taken as zero </a:t>
            </a:r>
          </a:p>
        </p:txBody>
      </p:sp>
      <p:sp>
        <p:nvSpPr>
          <p:cNvPr id="13" name="Rectangle 12">
            <a:extLst>
              <a:ext uri="{FF2B5EF4-FFF2-40B4-BE49-F238E27FC236}">
                <a16:creationId xmlns:a16="http://schemas.microsoft.com/office/drawing/2014/main" id="{3CD9C7DE-E031-A8BC-C2DD-00C91779C651}"/>
              </a:ext>
            </a:extLst>
          </p:cNvPr>
          <p:cNvSpPr/>
          <p:nvPr/>
        </p:nvSpPr>
        <p:spPr>
          <a:xfrm>
            <a:off x="3502187" y="3405238"/>
            <a:ext cx="3192477" cy="461665"/>
          </a:xfrm>
          <a:prstGeom prst="rect">
            <a:avLst/>
          </a:prstGeom>
        </p:spPr>
        <p:txBody>
          <a:bodyPr wrap="none">
            <a:spAutoFit/>
          </a:bodyPr>
          <a:lstStyle/>
          <a:p>
            <a:pPr marL="457200" indent="-457200">
              <a:buFont typeface="Wingdings" panose="05000000000000000000" pitchFamily="2" charset="2"/>
              <a:buChar char="Ø"/>
            </a:pPr>
            <a:r>
              <a:rPr lang="en-GB" sz="2400" dirty="0">
                <a:solidFill>
                  <a:schemeClr val="bg1"/>
                </a:solidFill>
              </a:rPr>
              <a:t>Maximum for Fe(56)</a:t>
            </a:r>
          </a:p>
        </p:txBody>
      </p:sp>
      <mc:AlternateContent xmlns:mc="http://schemas.openxmlformats.org/markup-compatibility/2006" xmlns:a14="http://schemas.microsoft.com/office/drawing/2010/main">
        <mc:Choice Requires="a14">
          <p:sp>
            <p:nvSpPr>
              <p:cNvPr id="14" name="Rectangle 13">
                <a:extLst>
                  <a:ext uri="{FF2B5EF4-FFF2-40B4-BE49-F238E27FC236}">
                    <a16:creationId xmlns:a16="http://schemas.microsoft.com/office/drawing/2014/main" id="{CA9826B3-E14F-11A0-39D6-10FA086AD87D}"/>
                  </a:ext>
                </a:extLst>
              </p:cNvPr>
              <p:cNvSpPr/>
              <p:nvPr/>
            </p:nvSpPr>
            <p:spPr>
              <a:xfrm>
                <a:off x="3502187" y="3832930"/>
                <a:ext cx="3830216" cy="461665"/>
              </a:xfrm>
              <a:prstGeom prst="rect">
                <a:avLst/>
              </a:prstGeom>
            </p:spPr>
            <p:txBody>
              <a:bodyPr wrap="none">
                <a:spAutoFit/>
              </a:bodyPr>
              <a:lstStyle/>
              <a:p>
                <a:pPr marL="457200" indent="-457200">
                  <a:buFont typeface="Wingdings" panose="05000000000000000000" pitchFamily="2" charset="2"/>
                  <a:buChar char="Ø"/>
                </a:pPr>
                <a:r>
                  <a:rPr lang="en-GB" sz="2400" dirty="0">
                    <a:solidFill>
                      <a:schemeClr val="bg1"/>
                    </a:solidFill>
                  </a:rPr>
                  <a:t>Other max are He , C</a:t>
                </a:r>
                <a14:m>
                  <m:oMath xmlns:m="http://schemas.openxmlformats.org/officeDocument/2006/math">
                    <m:sSup>
                      <m:sSupPr>
                        <m:ctrlPr>
                          <a:rPr lang="en-IN" sz="2400" b="0" i="1" smtClean="0">
                            <a:solidFill>
                              <a:schemeClr val="bg1"/>
                            </a:solidFill>
                            <a:latin typeface="Cambria Math" panose="02040503050406030204" pitchFamily="18" charset="0"/>
                          </a:rPr>
                        </m:ctrlPr>
                      </m:sSupPr>
                      <m:e>
                        <m:r>
                          <a:rPr lang="en-IN" sz="2400" b="0" i="0" smtClean="0">
                            <a:solidFill>
                              <a:schemeClr val="bg1"/>
                            </a:solidFill>
                            <a:latin typeface="Cambria Math" panose="02040503050406030204" pitchFamily="18" charset="0"/>
                          </a:rPr>
                          <m:t>,</m:t>
                        </m:r>
                      </m:e>
                      <m:sup>
                        <m:r>
                          <a:rPr lang="en-IN" sz="2400" b="0" i="1" smtClean="0">
                            <a:solidFill>
                              <a:schemeClr val="bg1"/>
                            </a:solidFill>
                            <a:latin typeface="Cambria Math" panose="02040503050406030204" pitchFamily="18" charset="0"/>
                          </a:rPr>
                          <m:t>16</m:t>
                        </m:r>
                      </m:sup>
                    </m:sSup>
                    <m:r>
                      <a:rPr lang="en-IN" sz="2400" b="0" i="1" smtClean="0">
                        <a:solidFill>
                          <a:schemeClr val="bg1"/>
                        </a:solidFill>
                        <a:latin typeface="Cambria Math" panose="02040503050406030204" pitchFamily="18" charset="0"/>
                      </a:rPr>
                      <m:t>𝑂</m:t>
                    </m:r>
                  </m:oMath>
                </a14:m>
                <a:endParaRPr lang="en-GB" sz="2400" dirty="0">
                  <a:solidFill>
                    <a:schemeClr val="bg1"/>
                  </a:solidFill>
                </a:endParaRPr>
              </a:p>
            </p:txBody>
          </p:sp>
        </mc:Choice>
        <mc:Fallback xmlns="">
          <p:sp>
            <p:nvSpPr>
              <p:cNvPr id="14" name="Rectangle 13">
                <a:extLst>
                  <a:ext uri="{FF2B5EF4-FFF2-40B4-BE49-F238E27FC236}">
                    <a16:creationId xmlns:a16="http://schemas.microsoft.com/office/drawing/2014/main" id="{CA9826B3-E14F-11A0-39D6-10FA086AD87D}"/>
                  </a:ext>
                </a:extLst>
              </p:cNvPr>
              <p:cNvSpPr>
                <a:spLocks noRot="1" noChangeAspect="1" noMove="1" noResize="1" noEditPoints="1" noAdjustHandles="1" noChangeArrowheads="1" noChangeShapeType="1" noTextEdit="1"/>
              </p:cNvSpPr>
              <p:nvPr/>
            </p:nvSpPr>
            <p:spPr>
              <a:xfrm>
                <a:off x="3502187" y="3832930"/>
                <a:ext cx="3830216" cy="461665"/>
              </a:xfrm>
              <a:prstGeom prst="rect">
                <a:avLst/>
              </a:prstGeom>
              <a:blipFill>
                <a:blip r:embed="rId5"/>
                <a:stretch>
                  <a:fillRect l="-2229" t="-10667" b="-30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285298E2-1686-0A26-4D28-F1D443D76BA2}"/>
                  </a:ext>
                </a:extLst>
              </p:cNvPr>
              <p:cNvSpPr/>
              <p:nvPr/>
            </p:nvSpPr>
            <p:spPr>
              <a:xfrm>
                <a:off x="3502187" y="4270833"/>
                <a:ext cx="4045338" cy="461665"/>
              </a:xfrm>
              <a:prstGeom prst="rect">
                <a:avLst/>
              </a:prstGeom>
            </p:spPr>
            <p:txBody>
              <a:bodyPr wrap="none">
                <a:spAutoFit/>
              </a:bodyPr>
              <a:lstStyle/>
              <a:p>
                <a:pPr marL="457200" indent="-457200">
                  <a:buFont typeface="Wingdings" panose="05000000000000000000" pitchFamily="2" charset="2"/>
                  <a:buChar char="Ø"/>
                </a:pPr>
                <a:r>
                  <a:rPr lang="en-GB" sz="2400" dirty="0">
                    <a:solidFill>
                      <a:schemeClr val="bg1"/>
                    </a:solidFill>
                  </a:rPr>
                  <a:t>Local minima are Li, N</a:t>
                </a:r>
                <a:r>
                  <a:rPr lang="en-IN" sz="2400" dirty="0">
                    <a:solidFill>
                      <a:schemeClr val="bg1"/>
                    </a:solidFill>
                  </a:rPr>
                  <a:t> </a:t>
                </a:r>
                <a14:m>
                  <m:oMath xmlns:m="http://schemas.openxmlformats.org/officeDocument/2006/math">
                    <m:sSup>
                      <m:sSupPr>
                        <m:ctrlPr>
                          <a:rPr lang="en-IN" sz="2400" i="1">
                            <a:solidFill>
                              <a:schemeClr val="bg1"/>
                            </a:solidFill>
                            <a:latin typeface="Cambria Math" panose="02040503050406030204" pitchFamily="18" charset="0"/>
                          </a:rPr>
                        </m:ctrlPr>
                      </m:sSupPr>
                      <m:e>
                        <m:r>
                          <a:rPr lang="en-IN" sz="2400">
                            <a:solidFill>
                              <a:schemeClr val="bg1"/>
                            </a:solidFill>
                            <a:latin typeface="Cambria Math" panose="02040503050406030204" pitchFamily="18" charset="0"/>
                          </a:rPr>
                          <m:t>,</m:t>
                        </m:r>
                      </m:e>
                      <m:sup>
                        <m:r>
                          <a:rPr lang="en-IN" sz="2400" i="1">
                            <a:solidFill>
                              <a:schemeClr val="bg1"/>
                            </a:solidFill>
                            <a:latin typeface="Cambria Math" panose="02040503050406030204" pitchFamily="18" charset="0"/>
                          </a:rPr>
                          <m:t>1</m:t>
                        </m:r>
                        <m:r>
                          <a:rPr lang="en-IN" sz="2400" b="0" i="1" smtClean="0">
                            <a:solidFill>
                              <a:schemeClr val="bg1"/>
                            </a:solidFill>
                            <a:latin typeface="Cambria Math" panose="02040503050406030204" pitchFamily="18" charset="0"/>
                          </a:rPr>
                          <m:t>8</m:t>
                        </m:r>
                      </m:sup>
                    </m:sSup>
                    <m:r>
                      <a:rPr lang="en-IN" sz="2400" i="1">
                        <a:solidFill>
                          <a:schemeClr val="bg1"/>
                        </a:solidFill>
                        <a:latin typeface="Cambria Math" panose="02040503050406030204" pitchFamily="18" charset="0"/>
                      </a:rPr>
                      <m:t>𝑂</m:t>
                    </m:r>
                  </m:oMath>
                </a14:m>
                <a:endParaRPr lang="en-GB" sz="2400" dirty="0">
                  <a:solidFill>
                    <a:schemeClr val="bg1"/>
                  </a:solidFill>
                </a:endParaRPr>
              </a:p>
            </p:txBody>
          </p:sp>
        </mc:Choice>
        <mc:Fallback xmlns="">
          <p:sp>
            <p:nvSpPr>
              <p:cNvPr id="15" name="Rectangle 14">
                <a:extLst>
                  <a:ext uri="{FF2B5EF4-FFF2-40B4-BE49-F238E27FC236}">
                    <a16:creationId xmlns:a16="http://schemas.microsoft.com/office/drawing/2014/main" id="{285298E2-1686-0A26-4D28-F1D443D76BA2}"/>
                  </a:ext>
                </a:extLst>
              </p:cNvPr>
              <p:cNvSpPr>
                <a:spLocks noRot="1" noChangeAspect="1" noMove="1" noResize="1" noEditPoints="1" noAdjustHandles="1" noChangeArrowheads="1" noChangeShapeType="1" noTextEdit="1"/>
              </p:cNvSpPr>
              <p:nvPr/>
            </p:nvSpPr>
            <p:spPr>
              <a:xfrm>
                <a:off x="3502187" y="4270833"/>
                <a:ext cx="4045338" cy="461665"/>
              </a:xfrm>
              <a:prstGeom prst="rect">
                <a:avLst/>
              </a:prstGeom>
              <a:blipFill>
                <a:blip r:embed="rId6"/>
                <a:stretch>
                  <a:fillRect l="-2112" t="-10667" b="-30667"/>
                </a:stretch>
              </a:blipFill>
            </p:spPr>
            <p:txBody>
              <a:bodyPr/>
              <a:lstStyle/>
              <a:p>
                <a:r>
                  <a:rPr lang="en-US">
                    <a:noFill/>
                  </a:rPr>
                  <a:t> </a:t>
                </a:r>
              </a:p>
            </p:txBody>
          </p:sp>
        </mc:Fallback>
      </mc:AlternateContent>
      <p:sp>
        <p:nvSpPr>
          <p:cNvPr id="8" name="Rectangle 7">
            <a:extLst>
              <a:ext uri="{FF2B5EF4-FFF2-40B4-BE49-F238E27FC236}">
                <a16:creationId xmlns:a16="http://schemas.microsoft.com/office/drawing/2014/main" id="{DB0AF042-C0C4-B6C7-EBB7-FAC1D61F0A87}"/>
              </a:ext>
            </a:extLst>
          </p:cNvPr>
          <p:cNvSpPr/>
          <p:nvPr/>
        </p:nvSpPr>
        <p:spPr>
          <a:xfrm>
            <a:off x="1010095" y="644769"/>
            <a:ext cx="2836289" cy="923330"/>
          </a:xfrm>
          <a:prstGeom prst="rect">
            <a:avLst/>
          </a:prstGeom>
          <a:noFill/>
        </p:spPr>
        <p:txBody>
          <a:bodyPr wrap="none" lIns="91440" tIns="45720" rIns="91440" bIns="45720">
            <a:spAutoFit/>
          </a:bodyPr>
          <a:lstStyle/>
          <a:p>
            <a:pPr algn="ctr"/>
            <a:r>
              <a:rPr lang="en-US" sz="5400" b="1"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rPr>
              <a:t>Below 56</a:t>
            </a:r>
          </a:p>
        </p:txBody>
      </p:sp>
      <p:sp>
        <p:nvSpPr>
          <p:cNvPr id="9" name="Rectangle 8">
            <a:extLst>
              <a:ext uri="{FF2B5EF4-FFF2-40B4-BE49-F238E27FC236}">
                <a16:creationId xmlns:a16="http://schemas.microsoft.com/office/drawing/2014/main" id="{F2F47B58-DBCF-9B8F-5E17-0356E7DAB1DA}"/>
              </a:ext>
            </a:extLst>
          </p:cNvPr>
          <p:cNvSpPr/>
          <p:nvPr/>
        </p:nvSpPr>
        <p:spPr>
          <a:xfrm>
            <a:off x="7600500" y="644769"/>
            <a:ext cx="2874057" cy="923330"/>
          </a:xfrm>
          <a:prstGeom prst="rect">
            <a:avLst/>
          </a:prstGeom>
          <a:noFill/>
        </p:spPr>
        <p:txBody>
          <a:bodyPr wrap="none" lIns="91440" tIns="45720" rIns="91440" bIns="45720">
            <a:spAutoFit/>
          </a:bodyPr>
          <a:lstStyle/>
          <a:p>
            <a:pPr algn="ctr"/>
            <a:r>
              <a:rPr lang="en-US" sz="5400" b="1"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rPr>
              <a:t>Above 56</a:t>
            </a:r>
          </a:p>
        </p:txBody>
      </p:sp>
    </p:spTree>
    <p:extLst>
      <p:ext uri="{BB962C8B-B14F-4D97-AF65-F5344CB8AC3E}">
        <p14:creationId xmlns:p14="http://schemas.microsoft.com/office/powerpoint/2010/main" val="25895738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70F25870-FEA3-77B1-F0FC-6D48D577D344}"/>
              </a:ext>
            </a:extLst>
          </p:cNvPr>
          <p:cNvGrpSpPr/>
          <p:nvPr/>
        </p:nvGrpSpPr>
        <p:grpSpPr>
          <a:xfrm>
            <a:off x="590981" y="2710641"/>
            <a:ext cx="6484276" cy="718359"/>
            <a:chOff x="371062" y="261468"/>
            <a:chExt cx="6484276" cy="718359"/>
          </a:xfrm>
        </p:grpSpPr>
        <p:sp>
          <p:nvSpPr>
            <p:cNvPr id="5" name="Freeform 62">
              <a:extLst>
                <a:ext uri="{FF2B5EF4-FFF2-40B4-BE49-F238E27FC236}">
                  <a16:creationId xmlns:a16="http://schemas.microsoft.com/office/drawing/2014/main" id="{E744B7A1-99BC-A3EB-8C14-1A5F715BFBD8}"/>
                </a:ext>
              </a:extLst>
            </p:cNvPr>
            <p:cNvSpPr>
              <a:spLocks noEditPoints="1"/>
            </p:cNvSpPr>
            <p:nvPr/>
          </p:nvSpPr>
          <p:spPr bwMode="invGray">
            <a:xfrm>
              <a:off x="371062" y="799817"/>
              <a:ext cx="2046675" cy="180010"/>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sz="2800">
                <a:ln>
                  <a:noFill/>
                </a:ln>
              </a:endParaRPr>
            </a:p>
          </p:txBody>
        </p:sp>
        <p:sp>
          <p:nvSpPr>
            <p:cNvPr id="6" name="TextBox 5">
              <a:extLst>
                <a:ext uri="{FF2B5EF4-FFF2-40B4-BE49-F238E27FC236}">
                  <a16:creationId xmlns:a16="http://schemas.microsoft.com/office/drawing/2014/main" id="{6D2E2C8A-BD5B-9461-41B7-508D7AEAE124}"/>
                </a:ext>
              </a:extLst>
            </p:cNvPr>
            <p:cNvSpPr txBox="1"/>
            <p:nvPr/>
          </p:nvSpPr>
          <p:spPr>
            <a:xfrm>
              <a:off x="371062" y="261468"/>
              <a:ext cx="6484276" cy="523220"/>
            </a:xfrm>
            <a:prstGeom prst="rect">
              <a:avLst/>
            </a:prstGeom>
            <a:noFill/>
          </p:spPr>
          <p:txBody>
            <a:bodyPr wrap="none" rtlCol="0">
              <a:spAutoFit/>
            </a:bodyPr>
            <a:lstStyle/>
            <a:p>
              <a:r>
                <a:rPr lang="en-US" sz="2800" b="1" dirty="0">
                  <a:solidFill>
                    <a:srgbClr val="FFFF00"/>
                  </a:solidFill>
                  <a:latin typeface="Cambria" panose="02040503050406030204" pitchFamily="18" charset="0"/>
                  <a:ea typeface="Cambria" panose="02040503050406030204" pitchFamily="18" charset="0"/>
                </a:rPr>
                <a:t>Radioactive material and radioactivity</a:t>
              </a:r>
            </a:p>
          </p:txBody>
        </p:sp>
      </p:grpSp>
    </p:spTree>
    <p:extLst>
      <p:ext uri="{BB962C8B-B14F-4D97-AF65-F5344CB8AC3E}">
        <p14:creationId xmlns:p14="http://schemas.microsoft.com/office/powerpoint/2010/main" val="23733793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2815311-8137-0EE0-820E-776D05D755A6}"/>
              </a:ext>
            </a:extLst>
          </p:cNvPr>
          <p:cNvSpPr txBox="1"/>
          <p:nvPr/>
        </p:nvSpPr>
        <p:spPr>
          <a:xfrm>
            <a:off x="777240" y="2149048"/>
            <a:ext cx="9601200" cy="2246769"/>
          </a:xfrm>
          <a:prstGeom prst="rect">
            <a:avLst/>
          </a:prstGeom>
          <a:noFill/>
        </p:spPr>
        <p:txBody>
          <a:bodyPr wrap="square">
            <a:spAutoFit/>
          </a:bodyPr>
          <a:lstStyle/>
          <a:p>
            <a:pPr algn="just"/>
            <a:r>
              <a:rPr lang="en-US" sz="2800" dirty="0">
                <a:solidFill>
                  <a:schemeClr val="bg1"/>
                </a:solidFill>
              </a:rPr>
              <a:t>Radioactivity is the property of matter where an unstable atom spontaneously releases energy and particles (radiation) to become more stable. Radioactive material is the substance itself, a solid, liquid, or gas, that contains these unstable atoms and emits this radiation</a:t>
            </a:r>
            <a:endParaRPr lang="en-US" sz="4000" b="1" dirty="0">
              <a:solidFill>
                <a:schemeClr val="bg1"/>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3964559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452727-B58C-6756-673F-5EA971CCE94F}"/>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FBEFB488-5DD5-6CC3-4518-AD53EC03D694}"/>
              </a:ext>
            </a:extLst>
          </p:cNvPr>
          <p:cNvGrpSpPr/>
          <p:nvPr/>
        </p:nvGrpSpPr>
        <p:grpSpPr>
          <a:xfrm>
            <a:off x="72821" y="2710641"/>
            <a:ext cx="2651623" cy="718359"/>
            <a:chOff x="371062" y="261468"/>
            <a:chExt cx="2651623" cy="718359"/>
          </a:xfrm>
        </p:grpSpPr>
        <p:sp>
          <p:nvSpPr>
            <p:cNvPr id="3" name="Freeform 62">
              <a:extLst>
                <a:ext uri="{FF2B5EF4-FFF2-40B4-BE49-F238E27FC236}">
                  <a16:creationId xmlns:a16="http://schemas.microsoft.com/office/drawing/2014/main" id="{B0196347-44C5-62BD-E151-0DCB000EC5FF}"/>
                </a:ext>
              </a:extLst>
            </p:cNvPr>
            <p:cNvSpPr>
              <a:spLocks noEditPoints="1"/>
            </p:cNvSpPr>
            <p:nvPr/>
          </p:nvSpPr>
          <p:spPr bwMode="invGray">
            <a:xfrm>
              <a:off x="371062" y="799817"/>
              <a:ext cx="2046675" cy="180010"/>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sz="2800">
                <a:ln>
                  <a:noFill/>
                </a:ln>
              </a:endParaRPr>
            </a:p>
          </p:txBody>
        </p:sp>
        <p:sp>
          <p:nvSpPr>
            <p:cNvPr id="7" name="TextBox 6">
              <a:extLst>
                <a:ext uri="{FF2B5EF4-FFF2-40B4-BE49-F238E27FC236}">
                  <a16:creationId xmlns:a16="http://schemas.microsoft.com/office/drawing/2014/main" id="{0EED9FE9-D230-EB0F-7444-ED87BD96DC12}"/>
                </a:ext>
              </a:extLst>
            </p:cNvPr>
            <p:cNvSpPr txBox="1"/>
            <p:nvPr/>
          </p:nvSpPr>
          <p:spPr>
            <a:xfrm>
              <a:off x="371062" y="261468"/>
              <a:ext cx="2651623" cy="523220"/>
            </a:xfrm>
            <a:prstGeom prst="rect">
              <a:avLst/>
            </a:prstGeom>
            <a:noFill/>
          </p:spPr>
          <p:txBody>
            <a:bodyPr wrap="none" rtlCol="0">
              <a:spAutoFit/>
            </a:bodyPr>
            <a:lstStyle/>
            <a:p>
              <a:r>
                <a:rPr lang="en-US" sz="2800" b="1" dirty="0">
                  <a:solidFill>
                    <a:srgbClr val="FFFF00"/>
                  </a:solidFill>
                  <a:latin typeface="Cambria" panose="02040503050406030204" pitchFamily="18" charset="0"/>
                  <a:ea typeface="Cambria" panose="02040503050406030204" pitchFamily="18" charset="0"/>
                </a:rPr>
                <a:t>Chain Reaction</a:t>
              </a:r>
            </a:p>
          </p:txBody>
        </p:sp>
      </p:grpSp>
      <p:pic>
        <p:nvPicPr>
          <p:cNvPr id="8" name="vlc-record-2025-08-28-23h27m12s-ssvid.net--Ulimate-Chain-Reaction-created-by-2014-mousetraps-and-2015-Ping_v720P.mp4-">
            <a:hlinkClick r:id="" action="ppaction://media"/>
            <a:extLst>
              <a:ext uri="{FF2B5EF4-FFF2-40B4-BE49-F238E27FC236}">
                <a16:creationId xmlns:a16="http://schemas.microsoft.com/office/drawing/2014/main" id="{85FAEFDF-AA7D-4C5A-CF95-2EDE78AAB367}"/>
              </a:ext>
            </a:extLst>
          </p:cNvPr>
          <p:cNvPicPr>
            <a:picLocks noChangeAspect="1"/>
          </p:cNvPicPr>
          <p:nvPr>
            <a:videoFile r:link="rId1"/>
            <p:extLst>
              <p:ext uri="{DAA4B4D4-6D71-4841-9C94-3DE7FCFB9230}">
                <p14:media xmlns:p14="http://schemas.microsoft.com/office/powerpoint/2010/main" r:embed="rId2">
                  <p14:trim end="9078.7999"/>
                </p14:media>
              </p:ext>
            </p:extLst>
          </p:nvPr>
        </p:nvPicPr>
        <p:blipFill>
          <a:blip r:embed="rId4"/>
          <a:stretch>
            <a:fillRect/>
          </a:stretch>
        </p:blipFill>
        <p:spPr>
          <a:xfrm>
            <a:off x="2628052" y="685800"/>
            <a:ext cx="9563947" cy="5379720"/>
          </a:xfrm>
          <a:prstGeom prst="rect">
            <a:avLst/>
          </a:prstGeom>
        </p:spPr>
      </p:pic>
    </p:spTree>
    <p:extLst>
      <p:ext uri="{BB962C8B-B14F-4D97-AF65-F5344CB8AC3E}">
        <p14:creationId xmlns:p14="http://schemas.microsoft.com/office/powerpoint/2010/main" val="39426602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3764" fill="hold"/>
                                        <p:tgtEl>
                                          <p:spTgt spid="8"/>
                                        </p:tgtEl>
                                      </p:cBhvr>
                                    </p:cmd>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2" fill="hold" display="0">
                  <p:stCondLst>
                    <p:cond delay="indefinite"/>
                  </p:stCondLst>
                </p:cTn>
                <p:tgtEl>
                  <p:spTgt spid="8"/>
                </p:tgtEl>
              </p:cMediaNode>
            </p:video>
            <p:seq concurrent="1" nextAc="seek">
              <p:cTn id="13" restart="whenNotActive" fill="hold" evtFilter="cancelBubble" nodeType="interactiveSeq">
                <p:stCondLst>
                  <p:cond evt="onClick" delay="0">
                    <p:tgtEl>
                      <p:spTgt spid="8"/>
                    </p:tgtEl>
                  </p:cond>
                </p:stCondLst>
                <p:endSync evt="end" delay="0">
                  <p:rtn val="all"/>
                </p:endSync>
                <p:childTnLst>
                  <p:par>
                    <p:cTn id="14" fill="hold">
                      <p:stCondLst>
                        <p:cond delay="0"/>
                      </p:stCondLst>
                      <p:childTnLst>
                        <p:par>
                          <p:cTn id="15" fill="hold">
                            <p:stCondLst>
                              <p:cond delay="0"/>
                            </p:stCondLst>
                            <p:childTnLst>
                              <p:par>
                                <p:cTn id="16" presetID="2" presetClass="mediacall" presetSubtype="0" fill="hold" nodeType="clickEffect">
                                  <p:stCondLst>
                                    <p:cond delay="0"/>
                                  </p:stCondLst>
                                  <p:childTnLst>
                                    <p:cmd type="call" cmd="togglePause">
                                      <p:cBhvr>
                                        <p:cTn id="17" dur="1" fill="hold"/>
                                        <p:tgtEl>
                                          <p:spTgt spid="8"/>
                                        </p:tgtEl>
                                      </p:cBhvr>
                                    </p:cmd>
                                  </p:childTnLst>
                                </p:cTn>
                              </p:par>
                            </p:childTnLst>
                          </p:cTn>
                        </p:par>
                      </p:childTnLst>
                    </p:cTn>
                  </p:par>
                </p:childTnLst>
              </p:cTn>
              <p:nextCondLst>
                <p:cond evt="onClick" delay="0">
                  <p:tgtEl>
                    <p:spTgt spid="8"/>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7" name="Oval 936">
            <a:extLst>
              <a:ext uri="{FF2B5EF4-FFF2-40B4-BE49-F238E27FC236}">
                <a16:creationId xmlns:a16="http://schemas.microsoft.com/office/drawing/2014/main" id="{71A50E0C-1439-2451-4509-550320A79098}"/>
              </a:ext>
            </a:extLst>
          </p:cNvPr>
          <p:cNvSpPr/>
          <p:nvPr/>
        </p:nvSpPr>
        <p:spPr>
          <a:xfrm>
            <a:off x="-594483" y="3180948"/>
            <a:ext cx="355926" cy="355926"/>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grpSp>
        <p:nvGrpSpPr>
          <p:cNvPr id="1026" name="Group 1025">
            <a:extLst>
              <a:ext uri="{FF2B5EF4-FFF2-40B4-BE49-F238E27FC236}">
                <a16:creationId xmlns:a16="http://schemas.microsoft.com/office/drawing/2014/main" id="{3832B688-E588-E2E4-F06A-88C2CB83F352}"/>
              </a:ext>
            </a:extLst>
          </p:cNvPr>
          <p:cNvGrpSpPr/>
          <p:nvPr/>
        </p:nvGrpSpPr>
        <p:grpSpPr>
          <a:xfrm>
            <a:off x="3491010" y="3094437"/>
            <a:ext cx="1003614" cy="866488"/>
            <a:chOff x="4996526" y="5262216"/>
            <a:chExt cx="1003614" cy="866488"/>
          </a:xfrm>
        </p:grpSpPr>
        <p:sp>
          <p:nvSpPr>
            <p:cNvPr id="984" name="Oval 983">
              <a:extLst>
                <a:ext uri="{FF2B5EF4-FFF2-40B4-BE49-F238E27FC236}">
                  <a16:creationId xmlns:a16="http://schemas.microsoft.com/office/drawing/2014/main" id="{3D4A8D3D-2D46-EDC2-A260-49A761E27A35}"/>
                </a:ext>
              </a:extLst>
            </p:cNvPr>
            <p:cNvSpPr/>
            <p:nvPr/>
          </p:nvSpPr>
          <p:spPr>
            <a:xfrm rot="3157743">
              <a:off x="5279312" y="5854384"/>
              <a:ext cx="274320" cy="27432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985" name="Oval 984">
              <a:extLst>
                <a:ext uri="{FF2B5EF4-FFF2-40B4-BE49-F238E27FC236}">
                  <a16:creationId xmlns:a16="http://schemas.microsoft.com/office/drawing/2014/main" id="{B1DB4D01-A076-5ECF-D3F1-77897B58D083}"/>
                </a:ext>
              </a:extLst>
            </p:cNvPr>
            <p:cNvSpPr/>
            <p:nvPr/>
          </p:nvSpPr>
          <p:spPr>
            <a:xfrm rot="3157743">
              <a:off x="5331464" y="5515520"/>
              <a:ext cx="274320" cy="27432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986" name="Oval 985">
              <a:extLst>
                <a:ext uri="{FF2B5EF4-FFF2-40B4-BE49-F238E27FC236}">
                  <a16:creationId xmlns:a16="http://schemas.microsoft.com/office/drawing/2014/main" id="{1D2BC1FD-0754-6F48-11F2-CBE051056454}"/>
                </a:ext>
              </a:extLst>
            </p:cNvPr>
            <p:cNvSpPr/>
            <p:nvPr/>
          </p:nvSpPr>
          <p:spPr>
            <a:xfrm rot="3157743">
              <a:off x="5255175" y="5273354"/>
              <a:ext cx="274320" cy="27432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989" name="Oval 988">
              <a:extLst>
                <a:ext uri="{FF2B5EF4-FFF2-40B4-BE49-F238E27FC236}">
                  <a16:creationId xmlns:a16="http://schemas.microsoft.com/office/drawing/2014/main" id="{E399D4D0-953F-499B-68B4-B4AEDB8F8BD6}"/>
                </a:ext>
              </a:extLst>
            </p:cNvPr>
            <p:cNvSpPr/>
            <p:nvPr/>
          </p:nvSpPr>
          <p:spPr>
            <a:xfrm rot="3157743">
              <a:off x="5598250" y="5610794"/>
              <a:ext cx="274320" cy="27432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992" name="Oval 991">
              <a:extLst>
                <a:ext uri="{FF2B5EF4-FFF2-40B4-BE49-F238E27FC236}">
                  <a16:creationId xmlns:a16="http://schemas.microsoft.com/office/drawing/2014/main" id="{D82AFF47-D796-903E-2602-0588F5F6ED98}"/>
                </a:ext>
              </a:extLst>
            </p:cNvPr>
            <p:cNvSpPr/>
            <p:nvPr/>
          </p:nvSpPr>
          <p:spPr>
            <a:xfrm rot="3157743">
              <a:off x="5483178" y="5262216"/>
              <a:ext cx="274320" cy="27432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993" name="Oval 992">
              <a:extLst>
                <a:ext uri="{FF2B5EF4-FFF2-40B4-BE49-F238E27FC236}">
                  <a16:creationId xmlns:a16="http://schemas.microsoft.com/office/drawing/2014/main" id="{3F8BA296-1FC6-8B03-B54A-912F6379BFDD}"/>
                </a:ext>
              </a:extLst>
            </p:cNvPr>
            <p:cNvSpPr/>
            <p:nvPr/>
          </p:nvSpPr>
          <p:spPr>
            <a:xfrm rot="3157743">
              <a:off x="5169041" y="5676526"/>
              <a:ext cx="274320" cy="27432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994" name="Oval 993">
              <a:extLst>
                <a:ext uri="{FF2B5EF4-FFF2-40B4-BE49-F238E27FC236}">
                  <a16:creationId xmlns:a16="http://schemas.microsoft.com/office/drawing/2014/main" id="{3FCEBE9A-B423-ADF2-9160-FE7BF56B2153}"/>
                </a:ext>
              </a:extLst>
            </p:cNvPr>
            <p:cNvSpPr/>
            <p:nvPr/>
          </p:nvSpPr>
          <p:spPr>
            <a:xfrm rot="3157743">
              <a:off x="4996526" y="5584559"/>
              <a:ext cx="274320" cy="27432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995" name="Oval 994">
              <a:extLst>
                <a:ext uri="{FF2B5EF4-FFF2-40B4-BE49-F238E27FC236}">
                  <a16:creationId xmlns:a16="http://schemas.microsoft.com/office/drawing/2014/main" id="{6B7403CE-5EB3-499E-7C51-140BB438CAC9}"/>
                </a:ext>
              </a:extLst>
            </p:cNvPr>
            <p:cNvSpPr/>
            <p:nvPr/>
          </p:nvSpPr>
          <p:spPr>
            <a:xfrm rot="3157743">
              <a:off x="5050055" y="5780186"/>
              <a:ext cx="274320" cy="27432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1003" name="Oval 1002">
              <a:extLst>
                <a:ext uri="{FF2B5EF4-FFF2-40B4-BE49-F238E27FC236}">
                  <a16:creationId xmlns:a16="http://schemas.microsoft.com/office/drawing/2014/main" id="{FA47D712-2AA2-FE2E-55F7-DE28DF95E97B}"/>
                </a:ext>
              </a:extLst>
            </p:cNvPr>
            <p:cNvSpPr/>
            <p:nvPr/>
          </p:nvSpPr>
          <p:spPr>
            <a:xfrm rot="3157743">
              <a:off x="5374141" y="5660507"/>
              <a:ext cx="274320" cy="27432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004" name="Oval 1003">
              <a:extLst>
                <a:ext uri="{FF2B5EF4-FFF2-40B4-BE49-F238E27FC236}">
                  <a16:creationId xmlns:a16="http://schemas.microsoft.com/office/drawing/2014/main" id="{498FF364-AEB1-DE19-9DE4-9D70926055EE}"/>
                </a:ext>
              </a:extLst>
            </p:cNvPr>
            <p:cNvSpPr/>
            <p:nvPr/>
          </p:nvSpPr>
          <p:spPr>
            <a:xfrm rot="3157743">
              <a:off x="5725820" y="5443048"/>
              <a:ext cx="274320" cy="27432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005" name="Oval 1004">
              <a:extLst>
                <a:ext uri="{FF2B5EF4-FFF2-40B4-BE49-F238E27FC236}">
                  <a16:creationId xmlns:a16="http://schemas.microsoft.com/office/drawing/2014/main" id="{153DDAEB-3610-21CC-5C49-B0EDE3C1690D}"/>
                </a:ext>
              </a:extLst>
            </p:cNvPr>
            <p:cNvSpPr/>
            <p:nvPr/>
          </p:nvSpPr>
          <p:spPr>
            <a:xfrm rot="3157743">
              <a:off x="5182237" y="5442721"/>
              <a:ext cx="274320" cy="27432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1006" name="Oval 1005">
              <a:extLst>
                <a:ext uri="{FF2B5EF4-FFF2-40B4-BE49-F238E27FC236}">
                  <a16:creationId xmlns:a16="http://schemas.microsoft.com/office/drawing/2014/main" id="{B8D2A3CC-8654-B0FA-5745-C1DD64BE38EB}"/>
                </a:ext>
              </a:extLst>
            </p:cNvPr>
            <p:cNvSpPr/>
            <p:nvPr/>
          </p:nvSpPr>
          <p:spPr>
            <a:xfrm rot="3157743">
              <a:off x="5616908" y="5769133"/>
              <a:ext cx="274320" cy="27432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1007" name="Oval 1006">
              <a:extLst>
                <a:ext uri="{FF2B5EF4-FFF2-40B4-BE49-F238E27FC236}">
                  <a16:creationId xmlns:a16="http://schemas.microsoft.com/office/drawing/2014/main" id="{AD2A0660-127F-643B-1FCD-E6DD7159769B}"/>
                </a:ext>
              </a:extLst>
            </p:cNvPr>
            <p:cNvSpPr/>
            <p:nvPr/>
          </p:nvSpPr>
          <p:spPr>
            <a:xfrm rot="3157743">
              <a:off x="5477043" y="5460464"/>
              <a:ext cx="274320" cy="27432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1010" name="Oval 1009">
              <a:extLst>
                <a:ext uri="{FF2B5EF4-FFF2-40B4-BE49-F238E27FC236}">
                  <a16:creationId xmlns:a16="http://schemas.microsoft.com/office/drawing/2014/main" id="{78B6F219-E970-B50E-8A42-52E6397C69BD}"/>
                </a:ext>
              </a:extLst>
            </p:cNvPr>
            <p:cNvSpPr/>
            <p:nvPr/>
          </p:nvSpPr>
          <p:spPr>
            <a:xfrm rot="19357743">
              <a:off x="5393726" y="5460176"/>
              <a:ext cx="274320" cy="27432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1011" name="Oval 1010">
              <a:extLst>
                <a:ext uri="{FF2B5EF4-FFF2-40B4-BE49-F238E27FC236}">
                  <a16:creationId xmlns:a16="http://schemas.microsoft.com/office/drawing/2014/main" id="{5B7AE433-6455-390C-EB75-3629219D4605}"/>
                </a:ext>
              </a:extLst>
            </p:cNvPr>
            <p:cNvSpPr/>
            <p:nvPr/>
          </p:nvSpPr>
          <p:spPr>
            <a:xfrm rot="3157743">
              <a:off x="5493461" y="5334264"/>
              <a:ext cx="274320" cy="27432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013" name="Oval 1012">
              <a:extLst>
                <a:ext uri="{FF2B5EF4-FFF2-40B4-BE49-F238E27FC236}">
                  <a16:creationId xmlns:a16="http://schemas.microsoft.com/office/drawing/2014/main" id="{036164F0-16B1-5209-4E06-8B67CD90ADC6}"/>
                </a:ext>
              </a:extLst>
            </p:cNvPr>
            <p:cNvSpPr/>
            <p:nvPr/>
          </p:nvSpPr>
          <p:spPr>
            <a:xfrm rot="19357743">
              <a:off x="5504951" y="5630914"/>
              <a:ext cx="274320" cy="27432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1017" name="Oval 1016">
              <a:extLst>
                <a:ext uri="{FF2B5EF4-FFF2-40B4-BE49-F238E27FC236}">
                  <a16:creationId xmlns:a16="http://schemas.microsoft.com/office/drawing/2014/main" id="{0004213F-6780-0CC7-8576-EF545E721F50}"/>
                </a:ext>
              </a:extLst>
            </p:cNvPr>
            <p:cNvSpPr/>
            <p:nvPr/>
          </p:nvSpPr>
          <p:spPr>
            <a:xfrm rot="3157743">
              <a:off x="5291110" y="5576902"/>
              <a:ext cx="274320" cy="27432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020" name="Oval 1019">
              <a:extLst>
                <a:ext uri="{FF2B5EF4-FFF2-40B4-BE49-F238E27FC236}">
                  <a16:creationId xmlns:a16="http://schemas.microsoft.com/office/drawing/2014/main" id="{110A0A88-4F36-586C-793A-71527FCA5A65}"/>
                </a:ext>
              </a:extLst>
            </p:cNvPr>
            <p:cNvSpPr/>
            <p:nvPr/>
          </p:nvSpPr>
          <p:spPr>
            <a:xfrm rot="3157743">
              <a:off x="5725690" y="5660481"/>
              <a:ext cx="274320" cy="27432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1024" name="Oval 1023">
              <a:extLst>
                <a:ext uri="{FF2B5EF4-FFF2-40B4-BE49-F238E27FC236}">
                  <a16:creationId xmlns:a16="http://schemas.microsoft.com/office/drawing/2014/main" id="{B8765563-E15B-B80B-D72F-C09621A43567}"/>
                </a:ext>
              </a:extLst>
            </p:cNvPr>
            <p:cNvSpPr/>
            <p:nvPr/>
          </p:nvSpPr>
          <p:spPr>
            <a:xfrm rot="3157743">
              <a:off x="5452846" y="5830514"/>
              <a:ext cx="274320" cy="27432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grpSp>
      <p:grpSp>
        <p:nvGrpSpPr>
          <p:cNvPr id="1027" name="Group 1026">
            <a:extLst>
              <a:ext uri="{FF2B5EF4-FFF2-40B4-BE49-F238E27FC236}">
                <a16:creationId xmlns:a16="http://schemas.microsoft.com/office/drawing/2014/main" id="{467A191C-1F2C-B5F7-84F8-4B6D18986CC1}"/>
              </a:ext>
            </a:extLst>
          </p:cNvPr>
          <p:cNvGrpSpPr/>
          <p:nvPr/>
        </p:nvGrpSpPr>
        <p:grpSpPr>
          <a:xfrm>
            <a:off x="3503782" y="2891444"/>
            <a:ext cx="1007143" cy="982436"/>
            <a:chOff x="6901846" y="3673977"/>
            <a:chExt cx="1007143" cy="982436"/>
          </a:xfrm>
        </p:grpSpPr>
        <p:sp>
          <p:nvSpPr>
            <p:cNvPr id="983" name="Oval 982">
              <a:extLst>
                <a:ext uri="{FF2B5EF4-FFF2-40B4-BE49-F238E27FC236}">
                  <a16:creationId xmlns:a16="http://schemas.microsoft.com/office/drawing/2014/main" id="{A52897A7-392E-4FA0-16C2-3D85A42357C9}"/>
                </a:ext>
              </a:extLst>
            </p:cNvPr>
            <p:cNvSpPr/>
            <p:nvPr/>
          </p:nvSpPr>
          <p:spPr>
            <a:xfrm rot="3157743">
              <a:off x="7446959" y="4016406"/>
              <a:ext cx="274320" cy="27432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987" name="Oval 986">
              <a:extLst>
                <a:ext uri="{FF2B5EF4-FFF2-40B4-BE49-F238E27FC236}">
                  <a16:creationId xmlns:a16="http://schemas.microsoft.com/office/drawing/2014/main" id="{3A7866D6-94F0-B3A1-A95B-6AC2F5AE9E23}"/>
                </a:ext>
              </a:extLst>
            </p:cNvPr>
            <p:cNvSpPr/>
            <p:nvPr/>
          </p:nvSpPr>
          <p:spPr>
            <a:xfrm rot="3157743">
              <a:off x="7253721" y="4023135"/>
              <a:ext cx="274320" cy="27432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988" name="Oval 987">
              <a:extLst>
                <a:ext uri="{FF2B5EF4-FFF2-40B4-BE49-F238E27FC236}">
                  <a16:creationId xmlns:a16="http://schemas.microsoft.com/office/drawing/2014/main" id="{6E34EFFA-8EDB-9489-AD04-E3574D093A75}"/>
                </a:ext>
              </a:extLst>
            </p:cNvPr>
            <p:cNvSpPr/>
            <p:nvPr/>
          </p:nvSpPr>
          <p:spPr>
            <a:xfrm rot="3157743">
              <a:off x="7039751" y="3809647"/>
              <a:ext cx="274320" cy="27432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990" name="Oval 989">
              <a:extLst>
                <a:ext uri="{FF2B5EF4-FFF2-40B4-BE49-F238E27FC236}">
                  <a16:creationId xmlns:a16="http://schemas.microsoft.com/office/drawing/2014/main" id="{EB3B43D7-081F-B114-EDDC-ED9C52D62889}"/>
                </a:ext>
              </a:extLst>
            </p:cNvPr>
            <p:cNvSpPr/>
            <p:nvPr/>
          </p:nvSpPr>
          <p:spPr>
            <a:xfrm rot="3157743">
              <a:off x="7212357" y="4144446"/>
              <a:ext cx="274320" cy="27432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991" name="Oval 990">
              <a:extLst>
                <a:ext uri="{FF2B5EF4-FFF2-40B4-BE49-F238E27FC236}">
                  <a16:creationId xmlns:a16="http://schemas.microsoft.com/office/drawing/2014/main" id="{985CED26-A515-47F9-3B6B-C21365C6D05C}"/>
                </a:ext>
              </a:extLst>
            </p:cNvPr>
            <p:cNvSpPr/>
            <p:nvPr/>
          </p:nvSpPr>
          <p:spPr>
            <a:xfrm rot="3157743">
              <a:off x="7190551" y="4090787"/>
              <a:ext cx="274320" cy="27432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996" name="Oval 995">
              <a:extLst>
                <a:ext uri="{FF2B5EF4-FFF2-40B4-BE49-F238E27FC236}">
                  <a16:creationId xmlns:a16="http://schemas.microsoft.com/office/drawing/2014/main" id="{7CF16E69-B2A0-654C-40A6-D1EE11CB074E}"/>
                </a:ext>
              </a:extLst>
            </p:cNvPr>
            <p:cNvSpPr/>
            <p:nvPr/>
          </p:nvSpPr>
          <p:spPr>
            <a:xfrm rot="19357743">
              <a:off x="6924449" y="4102259"/>
              <a:ext cx="274320" cy="27432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997" name="Oval 996">
              <a:extLst>
                <a:ext uri="{FF2B5EF4-FFF2-40B4-BE49-F238E27FC236}">
                  <a16:creationId xmlns:a16="http://schemas.microsoft.com/office/drawing/2014/main" id="{9BD93EF0-66D3-B941-05C3-F7F9FB8FFD22}"/>
                </a:ext>
              </a:extLst>
            </p:cNvPr>
            <p:cNvSpPr/>
            <p:nvPr/>
          </p:nvSpPr>
          <p:spPr>
            <a:xfrm rot="19357743">
              <a:off x="7217387" y="3673977"/>
              <a:ext cx="274320" cy="27432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998" name="Oval 997">
              <a:extLst>
                <a:ext uri="{FF2B5EF4-FFF2-40B4-BE49-F238E27FC236}">
                  <a16:creationId xmlns:a16="http://schemas.microsoft.com/office/drawing/2014/main" id="{4852B392-96EE-9994-7B37-A419A7A4025A}"/>
                </a:ext>
              </a:extLst>
            </p:cNvPr>
            <p:cNvSpPr/>
            <p:nvPr/>
          </p:nvSpPr>
          <p:spPr>
            <a:xfrm rot="19357743">
              <a:off x="7223006" y="4200235"/>
              <a:ext cx="274320" cy="27432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999" name="Oval 998">
              <a:extLst>
                <a:ext uri="{FF2B5EF4-FFF2-40B4-BE49-F238E27FC236}">
                  <a16:creationId xmlns:a16="http://schemas.microsoft.com/office/drawing/2014/main" id="{BB52C114-E969-5274-D7C2-BBB62BDD0189}"/>
                </a:ext>
              </a:extLst>
            </p:cNvPr>
            <p:cNvSpPr/>
            <p:nvPr/>
          </p:nvSpPr>
          <p:spPr>
            <a:xfrm rot="19357743">
              <a:off x="7549417" y="3765564"/>
              <a:ext cx="274320" cy="27432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1000" name="Oval 999">
              <a:extLst>
                <a:ext uri="{FF2B5EF4-FFF2-40B4-BE49-F238E27FC236}">
                  <a16:creationId xmlns:a16="http://schemas.microsoft.com/office/drawing/2014/main" id="{47304A31-A9B2-B519-BC8B-D08252B18E9C}"/>
                </a:ext>
              </a:extLst>
            </p:cNvPr>
            <p:cNvSpPr/>
            <p:nvPr/>
          </p:nvSpPr>
          <p:spPr>
            <a:xfrm rot="19357743">
              <a:off x="7240748" y="3905429"/>
              <a:ext cx="274320" cy="27432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1001" name="Oval 1000">
              <a:extLst>
                <a:ext uri="{FF2B5EF4-FFF2-40B4-BE49-F238E27FC236}">
                  <a16:creationId xmlns:a16="http://schemas.microsoft.com/office/drawing/2014/main" id="{6DC5E3FC-B020-FB41-131B-95C6C2F00B2D}"/>
                </a:ext>
              </a:extLst>
            </p:cNvPr>
            <p:cNvSpPr/>
            <p:nvPr/>
          </p:nvSpPr>
          <p:spPr>
            <a:xfrm rot="19357743">
              <a:off x="7006879" y="4000950"/>
              <a:ext cx="274320" cy="27432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1002" name="Oval 1001">
              <a:extLst>
                <a:ext uri="{FF2B5EF4-FFF2-40B4-BE49-F238E27FC236}">
                  <a16:creationId xmlns:a16="http://schemas.microsoft.com/office/drawing/2014/main" id="{E3F0EA35-A437-E9F5-669E-0141156D77D0}"/>
                </a:ext>
              </a:extLst>
            </p:cNvPr>
            <p:cNvSpPr/>
            <p:nvPr/>
          </p:nvSpPr>
          <p:spPr>
            <a:xfrm rot="3157743">
              <a:off x="7610955" y="4063742"/>
              <a:ext cx="274320" cy="27432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008" name="Oval 1007">
              <a:extLst>
                <a:ext uri="{FF2B5EF4-FFF2-40B4-BE49-F238E27FC236}">
                  <a16:creationId xmlns:a16="http://schemas.microsoft.com/office/drawing/2014/main" id="{174D1DC2-4A18-61E6-4CF2-AA76972CF241}"/>
                </a:ext>
              </a:extLst>
            </p:cNvPr>
            <p:cNvSpPr/>
            <p:nvPr/>
          </p:nvSpPr>
          <p:spPr>
            <a:xfrm rot="3157743">
              <a:off x="7483163" y="4206089"/>
              <a:ext cx="274320" cy="27432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009" name="Oval 1008">
              <a:extLst>
                <a:ext uri="{FF2B5EF4-FFF2-40B4-BE49-F238E27FC236}">
                  <a16:creationId xmlns:a16="http://schemas.microsoft.com/office/drawing/2014/main" id="{58F55AF3-7074-5669-C453-872C3DEB8FA3}"/>
                </a:ext>
              </a:extLst>
            </p:cNvPr>
            <p:cNvSpPr/>
            <p:nvPr/>
          </p:nvSpPr>
          <p:spPr>
            <a:xfrm rot="19357743">
              <a:off x="7634669" y="4103160"/>
              <a:ext cx="274320" cy="27432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1012" name="Oval 1011">
              <a:extLst>
                <a:ext uri="{FF2B5EF4-FFF2-40B4-BE49-F238E27FC236}">
                  <a16:creationId xmlns:a16="http://schemas.microsoft.com/office/drawing/2014/main" id="{92265039-46DA-DDA9-DAD1-98FDC53C27B0}"/>
                </a:ext>
              </a:extLst>
            </p:cNvPr>
            <p:cNvSpPr/>
            <p:nvPr/>
          </p:nvSpPr>
          <p:spPr>
            <a:xfrm rot="3157743">
              <a:off x="6901846" y="4189836"/>
              <a:ext cx="274320" cy="27432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014" name="Oval 1013">
              <a:extLst>
                <a:ext uri="{FF2B5EF4-FFF2-40B4-BE49-F238E27FC236}">
                  <a16:creationId xmlns:a16="http://schemas.microsoft.com/office/drawing/2014/main" id="{54FBCCBA-12B1-879A-A367-D17EC30BDE47}"/>
                </a:ext>
              </a:extLst>
            </p:cNvPr>
            <p:cNvSpPr/>
            <p:nvPr/>
          </p:nvSpPr>
          <p:spPr>
            <a:xfrm rot="3157743">
              <a:off x="7264397" y="4053564"/>
              <a:ext cx="274320" cy="27432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015" name="Oval 1014">
              <a:extLst>
                <a:ext uri="{FF2B5EF4-FFF2-40B4-BE49-F238E27FC236}">
                  <a16:creationId xmlns:a16="http://schemas.microsoft.com/office/drawing/2014/main" id="{1DCF492E-4949-155B-38CD-46550C7C53D6}"/>
                </a:ext>
              </a:extLst>
            </p:cNvPr>
            <p:cNvSpPr/>
            <p:nvPr/>
          </p:nvSpPr>
          <p:spPr>
            <a:xfrm rot="3157743">
              <a:off x="7400263" y="3905050"/>
              <a:ext cx="274320" cy="27432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016" name="Oval 1015">
              <a:extLst>
                <a:ext uri="{FF2B5EF4-FFF2-40B4-BE49-F238E27FC236}">
                  <a16:creationId xmlns:a16="http://schemas.microsoft.com/office/drawing/2014/main" id="{843017FB-1E85-6247-72A2-73422889E447}"/>
                </a:ext>
              </a:extLst>
            </p:cNvPr>
            <p:cNvSpPr/>
            <p:nvPr/>
          </p:nvSpPr>
          <p:spPr>
            <a:xfrm rot="3157743">
              <a:off x="7145606" y="3831074"/>
              <a:ext cx="274320" cy="27432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018" name="Oval 1017">
              <a:extLst>
                <a:ext uri="{FF2B5EF4-FFF2-40B4-BE49-F238E27FC236}">
                  <a16:creationId xmlns:a16="http://schemas.microsoft.com/office/drawing/2014/main" id="{87AF518D-0C15-8E88-D606-1C4DC5495812}"/>
                </a:ext>
              </a:extLst>
            </p:cNvPr>
            <p:cNvSpPr/>
            <p:nvPr/>
          </p:nvSpPr>
          <p:spPr>
            <a:xfrm rot="3157743">
              <a:off x="7273554" y="4199753"/>
              <a:ext cx="274320" cy="27432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019" name="Oval 1018">
              <a:extLst>
                <a:ext uri="{FF2B5EF4-FFF2-40B4-BE49-F238E27FC236}">
                  <a16:creationId xmlns:a16="http://schemas.microsoft.com/office/drawing/2014/main" id="{DCEDDA35-A866-5CE7-4A2F-6FDE9B687866}"/>
                </a:ext>
              </a:extLst>
            </p:cNvPr>
            <p:cNvSpPr/>
            <p:nvPr/>
          </p:nvSpPr>
          <p:spPr>
            <a:xfrm rot="3157743">
              <a:off x="7308714" y="3776814"/>
              <a:ext cx="274320" cy="27432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021" name="Oval 1020">
              <a:extLst>
                <a:ext uri="{FF2B5EF4-FFF2-40B4-BE49-F238E27FC236}">
                  <a16:creationId xmlns:a16="http://schemas.microsoft.com/office/drawing/2014/main" id="{BA07E790-81E8-8605-310E-A30887D3E23C}"/>
                </a:ext>
              </a:extLst>
            </p:cNvPr>
            <p:cNvSpPr/>
            <p:nvPr/>
          </p:nvSpPr>
          <p:spPr>
            <a:xfrm rot="19357743">
              <a:off x="7336112" y="4382093"/>
              <a:ext cx="274320" cy="27432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1022" name="Oval 1021">
              <a:extLst>
                <a:ext uri="{FF2B5EF4-FFF2-40B4-BE49-F238E27FC236}">
                  <a16:creationId xmlns:a16="http://schemas.microsoft.com/office/drawing/2014/main" id="{A7B42111-F0F2-E26A-5AD3-0263A274FC89}"/>
                </a:ext>
              </a:extLst>
            </p:cNvPr>
            <p:cNvSpPr/>
            <p:nvPr/>
          </p:nvSpPr>
          <p:spPr>
            <a:xfrm rot="3157743">
              <a:off x="7264619" y="4078963"/>
              <a:ext cx="274320" cy="27432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1023" name="Oval 1022">
              <a:extLst>
                <a:ext uri="{FF2B5EF4-FFF2-40B4-BE49-F238E27FC236}">
                  <a16:creationId xmlns:a16="http://schemas.microsoft.com/office/drawing/2014/main" id="{ACE74991-BA90-C2FA-BAA5-D369B3B13BA8}"/>
                </a:ext>
              </a:extLst>
            </p:cNvPr>
            <p:cNvSpPr/>
            <p:nvPr/>
          </p:nvSpPr>
          <p:spPr>
            <a:xfrm rot="19357743">
              <a:off x="7550305" y="3867161"/>
              <a:ext cx="274320" cy="27432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1025" name="Oval 1024">
              <a:extLst>
                <a:ext uri="{FF2B5EF4-FFF2-40B4-BE49-F238E27FC236}">
                  <a16:creationId xmlns:a16="http://schemas.microsoft.com/office/drawing/2014/main" id="{F8E3E9FA-9222-D820-9A73-AA65D0DD1DE9}"/>
                </a:ext>
              </a:extLst>
            </p:cNvPr>
            <p:cNvSpPr/>
            <p:nvPr/>
          </p:nvSpPr>
          <p:spPr>
            <a:xfrm rot="3157743">
              <a:off x="7388151" y="4291210"/>
              <a:ext cx="274320" cy="27432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grpSp>
      <p:sp>
        <p:nvSpPr>
          <p:cNvPr id="1073" name="Oval 1072">
            <a:extLst>
              <a:ext uri="{FF2B5EF4-FFF2-40B4-BE49-F238E27FC236}">
                <a16:creationId xmlns:a16="http://schemas.microsoft.com/office/drawing/2014/main" id="{0FE6BC95-38DF-980C-799D-D9DA2675F28E}"/>
              </a:ext>
            </a:extLst>
          </p:cNvPr>
          <p:cNvSpPr/>
          <p:nvPr/>
        </p:nvSpPr>
        <p:spPr>
          <a:xfrm>
            <a:off x="3838052" y="3180948"/>
            <a:ext cx="355926" cy="355926"/>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074" name="Oval 1073">
            <a:extLst>
              <a:ext uri="{FF2B5EF4-FFF2-40B4-BE49-F238E27FC236}">
                <a16:creationId xmlns:a16="http://schemas.microsoft.com/office/drawing/2014/main" id="{709F25D9-2C30-F2F9-FC2E-0ACDF1E18E07}"/>
              </a:ext>
            </a:extLst>
          </p:cNvPr>
          <p:cNvSpPr/>
          <p:nvPr/>
        </p:nvSpPr>
        <p:spPr>
          <a:xfrm>
            <a:off x="3766502" y="3251037"/>
            <a:ext cx="355926" cy="355926"/>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075" name="Oval 1074">
            <a:extLst>
              <a:ext uri="{FF2B5EF4-FFF2-40B4-BE49-F238E27FC236}">
                <a16:creationId xmlns:a16="http://schemas.microsoft.com/office/drawing/2014/main" id="{70767815-D5FB-5CC3-8159-D6B14E3167DC}"/>
              </a:ext>
            </a:extLst>
          </p:cNvPr>
          <p:cNvSpPr/>
          <p:nvPr/>
        </p:nvSpPr>
        <p:spPr>
          <a:xfrm>
            <a:off x="3614102" y="3180948"/>
            <a:ext cx="355926" cy="355926"/>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grpSp>
        <p:nvGrpSpPr>
          <p:cNvPr id="1076" name="Group 1075">
            <a:extLst>
              <a:ext uri="{FF2B5EF4-FFF2-40B4-BE49-F238E27FC236}">
                <a16:creationId xmlns:a16="http://schemas.microsoft.com/office/drawing/2014/main" id="{894AC649-EBE0-AFE2-40C3-B748335A7E9D}"/>
              </a:ext>
            </a:extLst>
          </p:cNvPr>
          <p:cNvGrpSpPr/>
          <p:nvPr/>
        </p:nvGrpSpPr>
        <p:grpSpPr>
          <a:xfrm rot="3157743">
            <a:off x="3276600" y="2773680"/>
            <a:ext cx="1386840" cy="1310640"/>
            <a:chOff x="2926080" y="1447800"/>
            <a:chExt cx="4160520" cy="3931920"/>
          </a:xfrm>
        </p:grpSpPr>
        <p:sp>
          <p:nvSpPr>
            <p:cNvPr id="1077" name="Oval 1076">
              <a:extLst>
                <a:ext uri="{FF2B5EF4-FFF2-40B4-BE49-F238E27FC236}">
                  <a16:creationId xmlns:a16="http://schemas.microsoft.com/office/drawing/2014/main" id="{7275454B-8517-D2AC-48D2-3EDA675A0877}"/>
                </a:ext>
              </a:extLst>
            </p:cNvPr>
            <p:cNvSpPr/>
            <p:nvPr/>
          </p:nvSpPr>
          <p:spPr>
            <a:xfrm>
              <a:off x="4160520" y="242316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1078" name="Oval 1077">
              <a:extLst>
                <a:ext uri="{FF2B5EF4-FFF2-40B4-BE49-F238E27FC236}">
                  <a16:creationId xmlns:a16="http://schemas.microsoft.com/office/drawing/2014/main" id="{C8DD1F75-1722-EC6E-C51C-1AD6347EA44A}"/>
                </a:ext>
              </a:extLst>
            </p:cNvPr>
            <p:cNvSpPr/>
            <p:nvPr/>
          </p:nvSpPr>
          <p:spPr>
            <a:xfrm>
              <a:off x="5852160" y="371856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1079" name="Oval 1078">
              <a:extLst>
                <a:ext uri="{FF2B5EF4-FFF2-40B4-BE49-F238E27FC236}">
                  <a16:creationId xmlns:a16="http://schemas.microsoft.com/office/drawing/2014/main" id="{7A46E8D1-DAEC-A71F-2E94-6A5E40AC921C}"/>
                </a:ext>
              </a:extLst>
            </p:cNvPr>
            <p:cNvSpPr/>
            <p:nvPr/>
          </p:nvSpPr>
          <p:spPr>
            <a:xfrm>
              <a:off x="4465320" y="455676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080" name="Oval 1079">
              <a:extLst>
                <a:ext uri="{FF2B5EF4-FFF2-40B4-BE49-F238E27FC236}">
                  <a16:creationId xmlns:a16="http://schemas.microsoft.com/office/drawing/2014/main" id="{A4E58197-5FA4-3B29-4C3E-815A9BEC3B3D}"/>
                </a:ext>
              </a:extLst>
            </p:cNvPr>
            <p:cNvSpPr/>
            <p:nvPr/>
          </p:nvSpPr>
          <p:spPr>
            <a:xfrm>
              <a:off x="3749040" y="429768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1081" name="Oval 1080">
              <a:extLst>
                <a:ext uri="{FF2B5EF4-FFF2-40B4-BE49-F238E27FC236}">
                  <a16:creationId xmlns:a16="http://schemas.microsoft.com/office/drawing/2014/main" id="{D6F64063-AAFC-EE36-DD21-DEA7DE0E89DD}"/>
                </a:ext>
              </a:extLst>
            </p:cNvPr>
            <p:cNvSpPr/>
            <p:nvPr/>
          </p:nvSpPr>
          <p:spPr>
            <a:xfrm>
              <a:off x="4282440" y="14478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082" name="Oval 1081">
              <a:extLst>
                <a:ext uri="{FF2B5EF4-FFF2-40B4-BE49-F238E27FC236}">
                  <a16:creationId xmlns:a16="http://schemas.microsoft.com/office/drawing/2014/main" id="{1748C061-FC87-06A4-D05F-47AECEB00BDB}"/>
                </a:ext>
              </a:extLst>
            </p:cNvPr>
            <p:cNvSpPr/>
            <p:nvPr/>
          </p:nvSpPr>
          <p:spPr>
            <a:xfrm>
              <a:off x="2926080" y="301752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083" name="Oval 1082">
              <a:extLst>
                <a:ext uri="{FF2B5EF4-FFF2-40B4-BE49-F238E27FC236}">
                  <a16:creationId xmlns:a16="http://schemas.microsoft.com/office/drawing/2014/main" id="{4DE33600-2AE4-5DCF-C997-CE8FA88B7986}"/>
                </a:ext>
              </a:extLst>
            </p:cNvPr>
            <p:cNvSpPr/>
            <p:nvPr/>
          </p:nvSpPr>
          <p:spPr>
            <a:xfrm>
              <a:off x="5852160" y="25146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084" name="Oval 1083">
              <a:extLst>
                <a:ext uri="{FF2B5EF4-FFF2-40B4-BE49-F238E27FC236}">
                  <a16:creationId xmlns:a16="http://schemas.microsoft.com/office/drawing/2014/main" id="{A0C71E35-235E-FD5E-23E7-1DDAB379CB48}"/>
                </a:ext>
              </a:extLst>
            </p:cNvPr>
            <p:cNvSpPr/>
            <p:nvPr/>
          </p:nvSpPr>
          <p:spPr>
            <a:xfrm>
              <a:off x="4038600" y="321564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085" name="Oval 1084">
              <a:extLst>
                <a:ext uri="{FF2B5EF4-FFF2-40B4-BE49-F238E27FC236}">
                  <a16:creationId xmlns:a16="http://schemas.microsoft.com/office/drawing/2014/main" id="{89A79390-7BE8-BC68-5D54-2B4B2EFB9E90}"/>
                </a:ext>
              </a:extLst>
            </p:cNvPr>
            <p:cNvSpPr/>
            <p:nvPr/>
          </p:nvSpPr>
          <p:spPr>
            <a:xfrm>
              <a:off x="3870960" y="316992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1086" name="Oval 1085">
              <a:extLst>
                <a:ext uri="{FF2B5EF4-FFF2-40B4-BE49-F238E27FC236}">
                  <a16:creationId xmlns:a16="http://schemas.microsoft.com/office/drawing/2014/main" id="{489995C1-9B74-2E78-D974-17AF7AAB8FF7}"/>
                </a:ext>
              </a:extLst>
            </p:cNvPr>
            <p:cNvSpPr/>
            <p:nvPr/>
          </p:nvSpPr>
          <p:spPr>
            <a:xfrm>
              <a:off x="4137660" y="37338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087" name="Oval 1086">
              <a:extLst>
                <a:ext uri="{FF2B5EF4-FFF2-40B4-BE49-F238E27FC236}">
                  <a16:creationId xmlns:a16="http://schemas.microsoft.com/office/drawing/2014/main" id="{C5C521D0-306F-87A5-667E-65DF58ED2C8F}"/>
                </a:ext>
              </a:extLst>
            </p:cNvPr>
            <p:cNvSpPr/>
            <p:nvPr/>
          </p:nvSpPr>
          <p:spPr>
            <a:xfrm>
              <a:off x="5227320" y="36576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088" name="Oval 1087">
              <a:extLst>
                <a:ext uri="{FF2B5EF4-FFF2-40B4-BE49-F238E27FC236}">
                  <a16:creationId xmlns:a16="http://schemas.microsoft.com/office/drawing/2014/main" id="{D9129380-DD5D-A7FC-215E-7AD934BA0C5B}"/>
                </a:ext>
              </a:extLst>
            </p:cNvPr>
            <p:cNvSpPr/>
            <p:nvPr/>
          </p:nvSpPr>
          <p:spPr>
            <a:xfrm>
              <a:off x="4693920" y="390144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089" name="Oval 1088">
              <a:extLst>
                <a:ext uri="{FF2B5EF4-FFF2-40B4-BE49-F238E27FC236}">
                  <a16:creationId xmlns:a16="http://schemas.microsoft.com/office/drawing/2014/main" id="{113B79FD-C3AC-13D4-E7AB-0FB97D9710CF}"/>
                </a:ext>
              </a:extLst>
            </p:cNvPr>
            <p:cNvSpPr/>
            <p:nvPr/>
          </p:nvSpPr>
          <p:spPr>
            <a:xfrm>
              <a:off x="5257800" y="41300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1090" name="Oval 1089">
              <a:extLst>
                <a:ext uri="{FF2B5EF4-FFF2-40B4-BE49-F238E27FC236}">
                  <a16:creationId xmlns:a16="http://schemas.microsoft.com/office/drawing/2014/main" id="{F2A6B947-4176-37C2-8B22-8E27184C1536}"/>
                </a:ext>
              </a:extLst>
            </p:cNvPr>
            <p:cNvSpPr/>
            <p:nvPr/>
          </p:nvSpPr>
          <p:spPr>
            <a:xfrm rot="16200000">
              <a:off x="3413760" y="38252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1091" name="Oval 1090">
              <a:extLst>
                <a:ext uri="{FF2B5EF4-FFF2-40B4-BE49-F238E27FC236}">
                  <a16:creationId xmlns:a16="http://schemas.microsoft.com/office/drawing/2014/main" id="{C3944BA8-335D-DB27-C2B0-8FC77994425A}"/>
                </a:ext>
              </a:extLst>
            </p:cNvPr>
            <p:cNvSpPr/>
            <p:nvPr/>
          </p:nvSpPr>
          <p:spPr>
            <a:xfrm rot="16200000">
              <a:off x="2926080" y="234696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1092" name="Oval 1091">
              <a:extLst>
                <a:ext uri="{FF2B5EF4-FFF2-40B4-BE49-F238E27FC236}">
                  <a16:creationId xmlns:a16="http://schemas.microsoft.com/office/drawing/2014/main" id="{59BED248-1ECB-D222-15EA-5C4912800FF5}"/>
                </a:ext>
              </a:extLst>
            </p:cNvPr>
            <p:cNvSpPr/>
            <p:nvPr/>
          </p:nvSpPr>
          <p:spPr>
            <a:xfrm rot="16200000">
              <a:off x="4191000" y="32918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1093" name="Oval 1092">
              <a:extLst>
                <a:ext uri="{FF2B5EF4-FFF2-40B4-BE49-F238E27FC236}">
                  <a16:creationId xmlns:a16="http://schemas.microsoft.com/office/drawing/2014/main" id="{A0DFFAC4-A790-C42E-F26D-0E23AA5CE9F2}"/>
                </a:ext>
              </a:extLst>
            </p:cNvPr>
            <p:cNvSpPr/>
            <p:nvPr/>
          </p:nvSpPr>
          <p:spPr>
            <a:xfrm rot="16200000">
              <a:off x="3749040" y="172212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1094" name="Oval 1093">
              <a:extLst>
                <a:ext uri="{FF2B5EF4-FFF2-40B4-BE49-F238E27FC236}">
                  <a16:creationId xmlns:a16="http://schemas.microsoft.com/office/drawing/2014/main" id="{0A1D9D59-3B6F-A307-FB5E-B5FEB2D896E9}"/>
                </a:ext>
              </a:extLst>
            </p:cNvPr>
            <p:cNvSpPr/>
            <p:nvPr/>
          </p:nvSpPr>
          <p:spPr>
            <a:xfrm rot="16200000">
              <a:off x="3520440" y="271272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1095" name="Oval 1094">
              <a:extLst>
                <a:ext uri="{FF2B5EF4-FFF2-40B4-BE49-F238E27FC236}">
                  <a16:creationId xmlns:a16="http://schemas.microsoft.com/office/drawing/2014/main" id="{4C0AC1DF-1ED9-36A2-F1A3-E1E1B4F2E519}"/>
                </a:ext>
              </a:extLst>
            </p:cNvPr>
            <p:cNvSpPr/>
            <p:nvPr/>
          </p:nvSpPr>
          <p:spPr>
            <a:xfrm rot="16200000">
              <a:off x="3322320" y="34442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1096" name="Oval 1095">
              <a:extLst>
                <a:ext uri="{FF2B5EF4-FFF2-40B4-BE49-F238E27FC236}">
                  <a16:creationId xmlns:a16="http://schemas.microsoft.com/office/drawing/2014/main" id="{6ABECC5B-A381-C734-BF0E-5820E5A6F49A}"/>
                </a:ext>
              </a:extLst>
            </p:cNvPr>
            <p:cNvSpPr/>
            <p:nvPr/>
          </p:nvSpPr>
          <p:spPr>
            <a:xfrm>
              <a:off x="4572000" y="211836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097" name="Oval 1096">
              <a:extLst>
                <a:ext uri="{FF2B5EF4-FFF2-40B4-BE49-F238E27FC236}">
                  <a16:creationId xmlns:a16="http://schemas.microsoft.com/office/drawing/2014/main" id="{3CBEB7EE-F80E-BA34-A8F2-77C6FCEC461D}"/>
                </a:ext>
              </a:extLst>
            </p:cNvPr>
            <p:cNvSpPr/>
            <p:nvPr/>
          </p:nvSpPr>
          <p:spPr>
            <a:xfrm>
              <a:off x="5562600" y="313944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098" name="Oval 1097">
              <a:extLst>
                <a:ext uri="{FF2B5EF4-FFF2-40B4-BE49-F238E27FC236}">
                  <a16:creationId xmlns:a16="http://schemas.microsoft.com/office/drawing/2014/main" id="{62E9E8FA-1A0B-4138-A82F-FAE8D1479D16}"/>
                </a:ext>
              </a:extLst>
            </p:cNvPr>
            <p:cNvSpPr/>
            <p:nvPr/>
          </p:nvSpPr>
          <p:spPr>
            <a:xfrm>
              <a:off x="5684520" y="19050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099" name="Oval 1098">
              <a:extLst>
                <a:ext uri="{FF2B5EF4-FFF2-40B4-BE49-F238E27FC236}">
                  <a16:creationId xmlns:a16="http://schemas.microsoft.com/office/drawing/2014/main" id="{1A5ECFF1-0720-044F-2F64-508ADA40C7DA}"/>
                </a:ext>
              </a:extLst>
            </p:cNvPr>
            <p:cNvSpPr/>
            <p:nvPr/>
          </p:nvSpPr>
          <p:spPr>
            <a:xfrm>
              <a:off x="4693920" y="320040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1100" name="Oval 1099">
              <a:extLst>
                <a:ext uri="{FF2B5EF4-FFF2-40B4-BE49-F238E27FC236}">
                  <a16:creationId xmlns:a16="http://schemas.microsoft.com/office/drawing/2014/main" id="{EC867C20-95DE-D639-B02A-57AD8E3E1D04}"/>
                </a:ext>
              </a:extLst>
            </p:cNvPr>
            <p:cNvSpPr/>
            <p:nvPr/>
          </p:nvSpPr>
          <p:spPr>
            <a:xfrm>
              <a:off x="6263640" y="27584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1101" name="Oval 1100">
              <a:extLst>
                <a:ext uri="{FF2B5EF4-FFF2-40B4-BE49-F238E27FC236}">
                  <a16:creationId xmlns:a16="http://schemas.microsoft.com/office/drawing/2014/main" id="{CAEB98EC-FFB7-F26C-B7A6-B5E2F930CCBE}"/>
                </a:ext>
              </a:extLst>
            </p:cNvPr>
            <p:cNvSpPr/>
            <p:nvPr/>
          </p:nvSpPr>
          <p:spPr>
            <a:xfrm>
              <a:off x="5273040" y="25298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1102" name="Oval 1101">
              <a:extLst>
                <a:ext uri="{FF2B5EF4-FFF2-40B4-BE49-F238E27FC236}">
                  <a16:creationId xmlns:a16="http://schemas.microsoft.com/office/drawing/2014/main" id="{3293CEC2-2AAE-1E02-5C48-0EA1B97DAE83}"/>
                </a:ext>
              </a:extLst>
            </p:cNvPr>
            <p:cNvSpPr/>
            <p:nvPr/>
          </p:nvSpPr>
          <p:spPr>
            <a:xfrm>
              <a:off x="4678680" y="268224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103" name="Oval 1102">
              <a:extLst>
                <a:ext uri="{FF2B5EF4-FFF2-40B4-BE49-F238E27FC236}">
                  <a16:creationId xmlns:a16="http://schemas.microsoft.com/office/drawing/2014/main" id="{36918194-DB4C-69F4-DF62-1545CA655ED1}"/>
                </a:ext>
              </a:extLst>
            </p:cNvPr>
            <p:cNvSpPr/>
            <p:nvPr/>
          </p:nvSpPr>
          <p:spPr>
            <a:xfrm rot="16200000">
              <a:off x="4709160" y="213360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1104" name="Oval 1103">
              <a:extLst>
                <a:ext uri="{FF2B5EF4-FFF2-40B4-BE49-F238E27FC236}">
                  <a16:creationId xmlns:a16="http://schemas.microsoft.com/office/drawing/2014/main" id="{9F01757E-2B42-FA91-0C41-0A15F7A6778E}"/>
                </a:ext>
              </a:extLst>
            </p:cNvPr>
            <p:cNvSpPr/>
            <p:nvPr/>
          </p:nvSpPr>
          <p:spPr>
            <a:xfrm rot="16200000">
              <a:off x="5120640" y="272796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1105" name="Oval 1104">
              <a:extLst>
                <a:ext uri="{FF2B5EF4-FFF2-40B4-BE49-F238E27FC236}">
                  <a16:creationId xmlns:a16="http://schemas.microsoft.com/office/drawing/2014/main" id="{29D4DFAA-0866-678B-5BBE-52F12A4194A2}"/>
                </a:ext>
              </a:extLst>
            </p:cNvPr>
            <p:cNvSpPr/>
            <p:nvPr/>
          </p:nvSpPr>
          <p:spPr>
            <a:xfrm>
              <a:off x="4328160" y="384048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106" name="Oval 1105">
              <a:extLst>
                <a:ext uri="{FF2B5EF4-FFF2-40B4-BE49-F238E27FC236}">
                  <a16:creationId xmlns:a16="http://schemas.microsoft.com/office/drawing/2014/main" id="{74F8AADF-709B-A1CE-94C2-AE3FA22693EF}"/>
                </a:ext>
              </a:extLst>
            </p:cNvPr>
            <p:cNvSpPr/>
            <p:nvPr/>
          </p:nvSpPr>
          <p:spPr>
            <a:xfrm>
              <a:off x="3581400" y="40386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107" name="Oval 1106">
              <a:extLst>
                <a:ext uri="{FF2B5EF4-FFF2-40B4-BE49-F238E27FC236}">
                  <a16:creationId xmlns:a16="http://schemas.microsoft.com/office/drawing/2014/main" id="{D840AF76-A0B6-F71B-198F-04171469AB51}"/>
                </a:ext>
              </a:extLst>
            </p:cNvPr>
            <p:cNvSpPr/>
            <p:nvPr/>
          </p:nvSpPr>
          <p:spPr>
            <a:xfrm rot="16200000">
              <a:off x="5730240" y="277368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1108" name="Oval 1107">
              <a:extLst>
                <a:ext uri="{FF2B5EF4-FFF2-40B4-BE49-F238E27FC236}">
                  <a16:creationId xmlns:a16="http://schemas.microsoft.com/office/drawing/2014/main" id="{97120618-A4B3-5FE0-5A9F-EA54D1E6C32B}"/>
                </a:ext>
              </a:extLst>
            </p:cNvPr>
            <p:cNvSpPr/>
            <p:nvPr/>
          </p:nvSpPr>
          <p:spPr>
            <a:xfrm>
              <a:off x="3916680" y="292608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109" name="Oval 1108">
              <a:extLst>
                <a:ext uri="{FF2B5EF4-FFF2-40B4-BE49-F238E27FC236}">
                  <a16:creationId xmlns:a16="http://schemas.microsoft.com/office/drawing/2014/main" id="{29002053-D14A-BF33-F1BE-0A5DE3F3FD03}"/>
                </a:ext>
              </a:extLst>
            </p:cNvPr>
            <p:cNvSpPr/>
            <p:nvPr/>
          </p:nvSpPr>
          <p:spPr>
            <a:xfrm>
              <a:off x="3810000" y="233172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110" name="Oval 1109">
              <a:extLst>
                <a:ext uri="{FF2B5EF4-FFF2-40B4-BE49-F238E27FC236}">
                  <a16:creationId xmlns:a16="http://schemas.microsoft.com/office/drawing/2014/main" id="{B9574CC4-1E39-C49C-7C2D-11DDA6127452}"/>
                </a:ext>
              </a:extLst>
            </p:cNvPr>
            <p:cNvSpPr/>
            <p:nvPr/>
          </p:nvSpPr>
          <p:spPr>
            <a:xfrm>
              <a:off x="3169920" y="280416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111" name="Oval 1110">
              <a:extLst>
                <a:ext uri="{FF2B5EF4-FFF2-40B4-BE49-F238E27FC236}">
                  <a16:creationId xmlns:a16="http://schemas.microsoft.com/office/drawing/2014/main" id="{E071C6A5-EE88-7FE8-95F2-D13D32D1024B}"/>
                </a:ext>
              </a:extLst>
            </p:cNvPr>
            <p:cNvSpPr/>
            <p:nvPr/>
          </p:nvSpPr>
          <p:spPr>
            <a:xfrm>
              <a:off x="5212080" y="318516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112" name="Oval 1111">
              <a:extLst>
                <a:ext uri="{FF2B5EF4-FFF2-40B4-BE49-F238E27FC236}">
                  <a16:creationId xmlns:a16="http://schemas.microsoft.com/office/drawing/2014/main" id="{845F0289-71C6-5CFC-4ABB-46716EA04AED}"/>
                </a:ext>
              </a:extLst>
            </p:cNvPr>
            <p:cNvSpPr/>
            <p:nvPr/>
          </p:nvSpPr>
          <p:spPr>
            <a:xfrm>
              <a:off x="4739640" y="172212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113" name="Oval 1112">
              <a:extLst>
                <a:ext uri="{FF2B5EF4-FFF2-40B4-BE49-F238E27FC236}">
                  <a16:creationId xmlns:a16="http://schemas.microsoft.com/office/drawing/2014/main" id="{B1F74E56-5F1C-C39C-9069-C7AE3C906546}"/>
                </a:ext>
              </a:extLst>
            </p:cNvPr>
            <p:cNvSpPr/>
            <p:nvPr/>
          </p:nvSpPr>
          <p:spPr>
            <a:xfrm>
              <a:off x="3337560" y="231648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114" name="Oval 1113">
              <a:extLst>
                <a:ext uri="{FF2B5EF4-FFF2-40B4-BE49-F238E27FC236}">
                  <a16:creationId xmlns:a16="http://schemas.microsoft.com/office/drawing/2014/main" id="{958991B9-DF85-D7BC-CEC5-4BF3BE2579AC}"/>
                </a:ext>
              </a:extLst>
            </p:cNvPr>
            <p:cNvSpPr/>
            <p:nvPr/>
          </p:nvSpPr>
          <p:spPr>
            <a:xfrm>
              <a:off x="6202680" y="2301239"/>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1115" name="Oval 1114">
              <a:extLst>
                <a:ext uri="{FF2B5EF4-FFF2-40B4-BE49-F238E27FC236}">
                  <a16:creationId xmlns:a16="http://schemas.microsoft.com/office/drawing/2014/main" id="{67F97A2E-D545-B1D3-7983-6709C64F1C63}"/>
                </a:ext>
              </a:extLst>
            </p:cNvPr>
            <p:cNvSpPr/>
            <p:nvPr/>
          </p:nvSpPr>
          <p:spPr>
            <a:xfrm rot="16200000">
              <a:off x="5288280" y="1904999"/>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1116" name="Oval 1115">
              <a:extLst>
                <a:ext uri="{FF2B5EF4-FFF2-40B4-BE49-F238E27FC236}">
                  <a16:creationId xmlns:a16="http://schemas.microsoft.com/office/drawing/2014/main" id="{B05FBB85-3FB7-5BA3-3685-FEF0CAAC97EE}"/>
                </a:ext>
              </a:extLst>
            </p:cNvPr>
            <p:cNvSpPr/>
            <p:nvPr/>
          </p:nvSpPr>
          <p:spPr>
            <a:xfrm>
              <a:off x="3977640" y="297180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1117" name="Oval 1116">
              <a:extLst>
                <a:ext uri="{FF2B5EF4-FFF2-40B4-BE49-F238E27FC236}">
                  <a16:creationId xmlns:a16="http://schemas.microsoft.com/office/drawing/2014/main" id="{11597B77-2614-122B-3BFC-B94D6CC4F7A1}"/>
                </a:ext>
              </a:extLst>
            </p:cNvPr>
            <p:cNvSpPr/>
            <p:nvPr/>
          </p:nvSpPr>
          <p:spPr>
            <a:xfrm rot="16200000">
              <a:off x="3992880" y="190500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1118" name="Oval 1117">
              <a:extLst>
                <a:ext uri="{FF2B5EF4-FFF2-40B4-BE49-F238E27FC236}">
                  <a16:creationId xmlns:a16="http://schemas.microsoft.com/office/drawing/2014/main" id="{8B61C95C-17C6-951B-28BB-68235E22CA36}"/>
                </a:ext>
              </a:extLst>
            </p:cNvPr>
            <p:cNvSpPr/>
            <p:nvPr/>
          </p:nvSpPr>
          <p:spPr>
            <a:xfrm>
              <a:off x="6111240" y="326136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119" name="Oval 1118">
              <a:extLst>
                <a:ext uri="{FF2B5EF4-FFF2-40B4-BE49-F238E27FC236}">
                  <a16:creationId xmlns:a16="http://schemas.microsoft.com/office/drawing/2014/main" id="{42C8FD2A-679E-CFA7-7864-C1E87935B9F6}"/>
                </a:ext>
              </a:extLst>
            </p:cNvPr>
            <p:cNvSpPr/>
            <p:nvPr/>
          </p:nvSpPr>
          <p:spPr>
            <a:xfrm>
              <a:off x="5166360" y="161544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grpSp>
      <p:sp>
        <p:nvSpPr>
          <p:cNvPr id="8" name="TextBox 7"/>
          <p:cNvSpPr txBox="1"/>
          <p:nvPr/>
        </p:nvSpPr>
        <p:spPr>
          <a:xfrm>
            <a:off x="7669705" y="698675"/>
            <a:ext cx="3359638" cy="553998"/>
          </a:xfrm>
          <a:prstGeom prst="rect">
            <a:avLst/>
          </a:prstGeom>
          <a:noFill/>
        </p:spPr>
        <p:txBody>
          <a:bodyPr wrap="square" rtlCol="0">
            <a:spAutoFit/>
          </a:bodyPr>
          <a:lstStyle/>
          <a:p>
            <a:r>
              <a:rPr lang="en-GB" sz="3000" dirty="0">
                <a:solidFill>
                  <a:schemeClr val="bg1"/>
                </a:solidFill>
              </a:rPr>
              <a:t>Reproduction factor</a:t>
            </a:r>
            <a:endParaRPr lang="en-IN" sz="3000" dirty="0">
              <a:solidFill>
                <a:schemeClr val="bg1"/>
              </a:solidFill>
            </a:endParaRPr>
          </a:p>
        </p:txBody>
      </p:sp>
      <mc:AlternateContent xmlns:mc="http://schemas.openxmlformats.org/markup-compatibility/2006" xmlns:a14="http://schemas.microsoft.com/office/drawing/2010/main">
        <mc:Choice Requires="a14">
          <p:sp>
            <p:nvSpPr>
              <p:cNvPr id="9" name="Rectangle 8"/>
              <p:cNvSpPr/>
              <p:nvPr/>
            </p:nvSpPr>
            <p:spPr>
              <a:xfrm>
                <a:off x="8377482" y="1252673"/>
                <a:ext cx="3580467" cy="96898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IN" sz="3000" smtClean="0">
                          <a:solidFill>
                            <a:schemeClr val="bg1"/>
                          </a:solidFill>
                          <a:latin typeface="Cambria Math" panose="02040503050406030204" pitchFamily="18" charset="0"/>
                        </a:rPr>
                        <m:t>=</m:t>
                      </m:r>
                      <m:f>
                        <m:fPr>
                          <m:ctrlPr>
                            <a:rPr lang="en-IN" sz="3000" i="1">
                              <a:solidFill>
                                <a:schemeClr val="bg1"/>
                              </a:solidFill>
                              <a:latin typeface="Cambria Math" panose="02040503050406030204" pitchFamily="18" charset="0"/>
                            </a:rPr>
                          </m:ctrlPr>
                        </m:fPr>
                        <m:num>
                          <m:r>
                            <a:rPr lang="en-GB" sz="3000" b="0" i="1" smtClean="0">
                              <a:solidFill>
                                <a:schemeClr val="bg1"/>
                              </a:solidFill>
                              <a:latin typeface="Cambria Math" panose="02040503050406030204" pitchFamily="18" charset="0"/>
                            </a:rPr>
                            <m:t>𝑛𝑢𝑡𝑟𝑜𝑛</m:t>
                          </m:r>
                          <m:r>
                            <a:rPr lang="en-GB" sz="3000" b="0" i="1" smtClean="0">
                              <a:solidFill>
                                <a:schemeClr val="bg1"/>
                              </a:solidFill>
                              <a:latin typeface="Cambria Math" panose="02040503050406030204" pitchFamily="18" charset="0"/>
                            </a:rPr>
                            <m:t> </m:t>
                          </m:r>
                          <m:r>
                            <a:rPr lang="en-IN" sz="3000" i="1">
                              <a:solidFill>
                                <a:schemeClr val="bg1"/>
                              </a:solidFill>
                              <a:latin typeface="Cambria Math" panose="02040503050406030204" pitchFamily="18" charset="0"/>
                            </a:rPr>
                            <m:t>𝑐𝑟𝑒𝑎𝑡𝑒𝑑</m:t>
                          </m:r>
                        </m:num>
                        <m:den>
                          <m:r>
                            <a:rPr lang="en-GB" sz="3000" b="0" i="1" smtClean="0">
                              <a:solidFill>
                                <a:schemeClr val="bg1"/>
                              </a:solidFill>
                              <a:latin typeface="Cambria Math" panose="02040503050406030204" pitchFamily="18" charset="0"/>
                            </a:rPr>
                            <m:t>𝑛𝑢𝑡𝑟𝑜𝑛</m:t>
                          </m:r>
                          <m:r>
                            <a:rPr lang="en-GB" sz="3000" b="0" i="1" smtClean="0">
                              <a:solidFill>
                                <a:schemeClr val="bg1"/>
                              </a:solidFill>
                              <a:latin typeface="Cambria Math" panose="02040503050406030204" pitchFamily="18" charset="0"/>
                            </a:rPr>
                            <m:t> </m:t>
                          </m:r>
                          <m:r>
                            <a:rPr lang="en-IN" sz="3000" i="1">
                              <a:solidFill>
                                <a:schemeClr val="bg1"/>
                              </a:solidFill>
                              <a:latin typeface="Cambria Math" panose="02040503050406030204" pitchFamily="18" charset="0"/>
                            </a:rPr>
                            <m:t>𝑎𝑏𝑠𝑜𝑟𝑏𝑒𝑑</m:t>
                          </m:r>
                        </m:den>
                      </m:f>
                    </m:oMath>
                  </m:oMathPara>
                </a14:m>
                <a:endParaRPr lang="en-IN" sz="3000" dirty="0">
                  <a:solidFill>
                    <a:schemeClr val="bg1"/>
                  </a:solidFill>
                </a:endParaRPr>
              </a:p>
            </p:txBody>
          </p:sp>
        </mc:Choice>
        <mc:Fallback xmlns="">
          <p:sp>
            <p:nvSpPr>
              <p:cNvPr id="9" name="Rectangle 8"/>
              <p:cNvSpPr>
                <a:spLocks noRot="1" noChangeAspect="1" noMove="1" noResize="1" noEditPoints="1" noAdjustHandles="1" noChangeArrowheads="1" noChangeShapeType="1" noTextEdit="1"/>
              </p:cNvSpPr>
              <p:nvPr/>
            </p:nvSpPr>
            <p:spPr>
              <a:xfrm>
                <a:off x="8377482" y="1252673"/>
                <a:ext cx="3580467" cy="968983"/>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Rectangle 9"/>
              <p:cNvSpPr/>
              <p:nvPr/>
            </p:nvSpPr>
            <p:spPr>
              <a:xfrm>
                <a:off x="8377482" y="2443058"/>
                <a:ext cx="96744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IN" sz="2400" smtClean="0">
                          <a:solidFill>
                            <a:srgbClr val="FFFF00"/>
                          </a:solidFill>
                          <a:latin typeface="Cambria Math" panose="02040503050406030204" pitchFamily="18" charset="0"/>
                        </a:rPr>
                        <m:t>≈</m:t>
                      </m:r>
                      <m:r>
                        <a:rPr lang="en-IN" sz="2400" i="0">
                          <a:solidFill>
                            <a:srgbClr val="FFFF00"/>
                          </a:solidFill>
                          <a:latin typeface="Cambria Math" panose="02040503050406030204" pitchFamily="18" charset="0"/>
                        </a:rPr>
                        <m:t>2.5</m:t>
                      </m:r>
                    </m:oMath>
                  </m:oMathPara>
                </a14:m>
                <a:endParaRPr lang="en-IN" sz="2400" dirty="0">
                  <a:solidFill>
                    <a:srgbClr val="FFFF00"/>
                  </a:solidFill>
                </a:endParaRPr>
              </a:p>
            </p:txBody>
          </p:sp>
        </mc:Choice>
        <mc:Fallback xmlns="">
          <p:sp>
            <p:nvSpPr>
              <p:cNvPr id="10" name="Rectangle 9"/>
              <p:cNvSpPr>
                <a:spLocks noRot="1" noChangeAspect="1" noMove="1" noResize="1" noEditPoints="1" noAdjustHandles="1" noChangeArrowheads="1" noChangeShapeType="1" noTextEdit="1"/>
              </p:cNvSpPr>
              <p:nvPr/>
            </p:nvSpPr>
            <p:spPr>
              <a:xfrm>
                <a:off x="8377482" y="2443058"/>
                <a:ext cx="967444" cy="461665"/>
              </a:xfrm>
              <a:prstGeom prst="rect">
                <a:avLst/>
              </a:prstGeom>
              <a:blipFill>
                <a:blip r:embed="rId3"/>
                <a:stretch>
                  <a:fillRect/>
                </a:stretch>
              </a:blipFill>
            </p:spPr>
            <p:txBody>
              <a:bodyPr/>
              <a:lstStyle/>
              <a:p>
                <a:r>
                  <a:rPr lang="en-US">
                    <a:noFill/>
                  </a:rPr>
                  <a:t> </a:t>
                </a:r>
              </a:p>
            </p:txBody>
          </p:sp>
        </mc:Fallback>
      </mc:AlternateContent>
      <p:sp>
        <p:nvSpPr>
          <p:cNvPr id="2" name="TextBox 1">
            <a:extLst>
              <a:ext uri="{FF2B5EF4-FFF2-40B4-BE49-F238E27FC236}">
                <a16:creationId xmlns:a16="http://schemas.microsoft.com/office/drawing/2014/main" id="{B78D4AD8-DD92-50DF-9B5A-C2871A8B8416}"/>
              </a:ext>
            </a:extLst>
          </p:cNvPr>
          <p:cNvSpPr txBox="1"/>
          <p:nvPr/>
        </p:nvSpPr>
        <p:spPr>
          <a:xfrm>
            <a:off x="7738130" y="2982876"/>
            <a:ext cx="4046434" cy="1015663"/>
          </a:xfrm>
          <a:prstGeom prst="rect">
            <a:avLst/>
          </a:prstGeom>
          <a:noFill/>
        </p:spPr>
        <p:txBody>
          <a:bodyPr wrap="square" rtlCol="0">
            <a:spAutoFit/>
          </a:bodyPr>
          <a:lstStyle/>
          <a:p>
            <a:r>
              <a:rPr lang="en-GB" sz="3000" dirty="0">
                <a:solidFill>
                  <a:schemeClr val="bg1"/>
                </a:solidFill>
              </a:rPr>
              <a:t>Energy released from one atom </a:t>
            </a:r>
            <a:endParaRPr lang="en-IN" sz="3000" dirty="0">
              <a:solidFill>
                <a:schemeClr val="bg1"/>
              </a:solidFill>
            </a:endParaRPr>
          </a:p>
        </p:txBody>
      </p:sp>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D4749933-CFBE-E45B-268C-1407785673E9}"/>
                  </a:ext>
                </a:extLst>
              </p:cNvPr>
              <p:cNvSpPr/>
              <p:nvPr/>
            </p:nvSpPr>
            <p:spPr>
              <a:xfrm>
                <a:off x="9388926" y="3444541"/>
                <a:ext cx="2075055" cy="55399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IN" sz="3000" smtClean="0">
                          <a:solidFill>
                            <a:schemeClr val="bg1"/>
                          </a:solidFill>
                          <a:latin typeface="Cambria Math" panose="02040503050406030204" pitchFamily="18" charset="0"/>
                        </a:rPr>
                        <m:t>=</m:t>
                      </m:r>
                      <m:r>
                        <a:rPr lang="en-US" sz="3000" i="1" smtClean="0">
                          <a:solidFill>
                            <a:schemeClr val="bg1"/>
                          </a:solidFill>
                          <a:latin typeface="Cambria Math" panose="02040503050406030204" pitchFamily="18" charset="0"/>
                        </a:rPr>
                        <m:t>2</m:t>
                      </m:r>
                      <m:r>
                        <a:rPr lang="en-US" sz="3000" b="0" i="1" smtClean="0">
                          <a:solidFill>
                            <a:schemeClr val="bg1"/>
                          </a:solidFill>
                          <a:latin typeface="Cambria Math" panose="02040503050406030204" pitchFamily="18" charset="0"/>
                        </a:rPr>
                        <m:t>00</m:t>
                      </m:r>
                      <m:r>
                        <a:rPr lang="en-US" sz="3000" b="0" i="1" smtClean="0">
                          <a:solidFill>
                            <a:schemeClr val="bg1"/>
                          </a:solidFill>
                          <a:latin typeface="Cambria Math" panose="02040503050406030204" pitchFamily="18" charset="0"/>
                        </a:rPr>
                        <m:t>𝑀𝑒𝑉</m:t>
                      </m:r>
                    </m:oMath>
                  </m:oMathPara>
                </a14:m>
                <a:endParaRPr lang="en-IN" sz="3000" dirty="0">
                  <a:solidFill>
                    <a:schemeClr val="bg1"/>
                  </a:solidFill>
                </a:endParaRPr>
              </a:p>
            </p:txBody>
          </p:sp>
        </mc:Choice>
        <mc:Fallback xmlns="">
          <p:sp>
            <p:nvSpPr>
              <p:cNvPr id="3" name="Rectangle 2">
                <a:extLst>
                  <a:ext uri="{FF2B5EF4-FFF2-40B4-BE49-F238E27FC236}">
                    <a16:creationId xmlns:a16="http://schemas.microsoft.com/office/drawing/2014/main" id="{D4749933-CFBE-E45B-268C-1407785673E9}"/>
                  </a:ext>
                </a:extLst>
              </p:cNvPr>
              <p:cNvSpPr>
                <a:spLocks noRot="1" noChangeAspect="1" noMove="1" noResize="1" noEditPoints="1" noAdjustHandles="1" noChangeArrowheads="1" noChangeShapeType="1" noTextEdit="1"/>
              </p:cNvSpPr>
              <p:nvPr/>
            </p:nvSpPr>
            <p:spPr>
              <a:xfrm>
                <a:off x="9388926" y="3444541"/>
                <a:ext cx="2075055" cy="553998"/>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31920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0"/>
                                  </p:stCondLst>
                                  <p:childTnLst>
                                    <p:animMotion origin="layout" path="M 4.58333E-6 -4.81481E-6 L 0.37148 -0.01412 " pathEditMode="relative" rAng="0" ptsTypes="AA">
                                      <p:cBhvr>
                                        <p:cTn id="6" dur="2000" fill="hold"/>
                                        <p:tgtEl>
                                          <p:spTgt spid="937"/>
                                        </p:tgtEl>
                                        <p:attrNameLst>
                                          <p:attrName>ppt_x</p:attrName>
                                          <p:attrName>ppt_y</p:attrName>
                                        </p:attrNameLst>
                                      </p:cBhvr>
                                      <p:rCtr x="18568" y="-718"/>
                                    </p:animMotion>
                                  </p:childTnLst>
                                </p:cTn>
                              </p:par>
                            </p:childTnLst>
                          </p:cTn>
                        </p:par>
                        <p:par>
                          <p:cTn id="7" fill="hold">
                            <p:stCondLst>
                              <p:cond delay="2000"/>
                            </p:stCondLst>
                            <p:childTnLst>
                              <p:par>
                                <p:cTn id="8" presetID="32" presetClass="emph" presetSubtype="0" fill="hold" nodeType="afterEffect">
                                  <p:stCondLst>
                                    <p:cond delay="0"/>
                                  </p:stCondLst>
                                  <p:childTnLst>
                                    <p:animRot by="120000">
                                      <p:cBhvr>
                                        <p:cTn id="9" dur="100" fill="hold">
                                          <p:stCondLst>
                                            <p:cond delay="0"/>
                                          </p:stCondLst>
                                        </p:cTn>
                                        <p:tgtEl>
                                          <p:spTgt spid="1076"/>
                                        </p:tgtEl>
                                        <p:attrNameLst>
                                          <p:attrName>r</p:attrName>
                                        </p:attrNameLst>
                                      </p:cBhvr>
                                    </p:animRot>
                                    <p:animRot by="-240000">
                                      <p:cBhvr>
                                        <p:cTn id="10" dur="200" fill="hold">
                                          <p:stCondLst>
                                            <p:cond delay="200"/>
                                          </p:stCondLst>
                                        </p:cTn>
                                        <p:tgtEl>
                                          <p:spTgt spid="1076"/>
                                        </p:tgtEl>
                                        <p:attrNameLst>
                                          <p:attrName>r</p:attrName>
                                        </p:attrNameLst>
                                      </p:cBhvr>
                                    </p:animRot>
                                    <p:animRot by="240000">
                                      <p:cBhvr>
                                        <p:cTn id="11" dur="200" fill="hold">
                                          <p:stCondLst>
                                            <p:cond delay="400"/>
                                          </p:stCondLst>
                                        </p:cTn>
                                        <p:tgtEl>
                                          <p:spTgt spid="1076"/>
                                        </p:tgtEl>
                                        <p:attrNameLst>
                                          <p:attrName>r</p:attrName>
                                        </p:attrNameLst>
                                      </p:cBhvr>
                                    </p:animRot>
                                    <p:animRot by="-240000">
                                      <p:cBhvr>
                                        <p:cTn id="12" dur="200" fill="hold">
                                          <p:stCondLst>
                                            <p:cond delay="600"/>
                                          </p:stCondLst>
                                        </p:cTn>
                                        <p:tgtEl>
                                          <p:spTgt spid="1076"/>
                                        </p:tgtEl>
                                        <p:attrNameLst>
                                          <p:attrName>r</p:attrName>
                                        </p:attrNameLst>
                                      </p:cBhvr>
                                    </p:animRot>
                                    <p:animRot by="120000">
                                      <p:cBhvr>
                                        <p:cTn id="13" dur="200" fill="hold">
                                          <p:stCondLst>
                                            <p:cond delay="800"/>
                                          </p:stCondLst>
                                        </p:cTn>
                                        <p:tgtEl>
                                          <p:spTgt spid="1076"/>
                                        </p:tgtEl>
                                        <p:attrNameLst>
                                          <p:attrName>r</p:attrName>
                                        </p:attrNameLst>
                                      </p:cBhvr>
                                    </p:animRot>
                                  </p:childTnLst>
                                </p:cTn>
                              </p:par>
                            </p:childTnLst>
                          </p:cTn>
                        </p:par>
                        <p:par>
                          <p:cTn id="14" fill="hold">
                            <p:stCondLst>
                              <p:cond delay="3000"/>
                            </p:stCondLst>
                            <p:childTnLst>
                              <p:par>
                                <p:cTn id="15" presetID="32" presetClass="emph" presetSubtype="0" fill="hold" nodeType="afterEffect">
                                  <p:stCondLst>
                                    <p:cond delay="0"/>
                                  </p:stCondLst>
                                  <p:childTnLst>
                                    <p:animRot by="120000">
                                      <p:cBhvr>
                                        <p:cTn id="16" dur="100" fill="hold">
                                          <p:stCondLst>
                                            <p:cond delay="0"/>
                                          </p:stCondLst>
                                        </p:cTn>
                                        <p:tgtEl>
                                          <p:spTgt spid="1076"/>
                                        </p:tgtEl>
                                        <p:attrNameLst>
                                          <p:attrName>r</p:attrName>
                                        </p:attrNameLst>
                                      </p:cBhvr>
                                    </p:animRot>
                                    <p:animRot by="-240000">
                                      <p:cBhvr>
                                        <p:cTn id="17" dur="200" fill="hold">
                                          <p:stCondLst>
                                            <p:cond delay="200"/>
                                          </p:stCondLst>
                                        </p:cTn>
                                        <p:tgtEl>
                                          <p:spTgt spid="1076"/>
                                        </p:tgtEl>
                                        <p:attrNameLst>
                                          <p:attrName>r</p:attrName>
                                        </p:attrNameLst>
                                      </p:cBhvr>
                                    </p:animRot>
                                    <p:animRot by="240000">
                                      <p:cBhvr>
                                        <p:cTn id="18" dur="200" fill="hold">
                                          <p:stCondLst>
                                            <p:cond delay="400"/>
                                          </p:stCondLst>
                                        </p:cTn>
                                        <p:tgtEl>
                                          <p:spTgt spid="1076"/>
                                        </p:tgtEl>
                                        <p:attrNameLst>
                                          <p:attrName>r</p:attrName>
                                        </p:attrNameLst>
                                      </p:cBhvr>
                                    </p:animRot>
                                    <p:animRot by="-240000">
                                      <p:cBhvr>
                                        <p:cTn id="19" dur="200" fill="hold">
                                          <p:stCondLst>
                                            <p:cond delay="600"/>
                                          </p:stCondLst>
                                        </p:cTn>
                                        <p:tgtEl>
                                          <p:spTgt spid="1076"/>
                                        </p:tgtEl>
                                        <p:attrNameLst>
                                          <p:attrName>r</p:attrName>
                                        </p:attrNameLst>
                                      </p:cBhvr>
                                    </p:animRot>
                                    <p:animRot by="120000">
                                      <p:cBhvr>
                                        <p:cTn id="20" dur="200" fill="hold">
                                          <p:stCondLst>
                                            <p:cond delay="800"/>
                                          </p:stCondLst>
                                        </p:cTn>
                                        <p:tgtEl>
                                          <p:spTgt spid="1076"/>
                                        </p:tgtEl>
                                        <p:attrNameLst>
                                          <p:attrName>r</p:attrName>
                                        </p:attrNameLst>
                                      </p:cBhvr>
                                    </p:animRot>
                                  </p:childTnLst>
                                </p:cTn>
                              </p:par>
                            </p:childTnLst>
                          </p:cTn>
                        </p:par>
                        <p:par>
                          <p:cTn id="21" fill="hold">
                            <p:stCondLst>
                              <p:cond delay="4000"/>
                            </p:stCondLst>
                            <p:childTnLst>
                              <p:par>
                                <p:cTn id="22" presetID="32" presetClass="emph" presetSubtype="0" fill="hold" nodeType="afterEffect">
                                  <p:stCondLst>
                                    <p:cond delay="0"/>
                                  </p:stCondLst>
                                  <p:childTnLst>
                                    <p:animRot by="120000">
                                      <p:cBhvr>
                                        <p:cTn id="23" dur="100" fill="hold">
                                          <p:stCondLst>
                                            <p:cond delay="0"/>
                                          </p:stCondLst>
                                        </p:cTn>
                                        <p:tgtEl>
                                          <p:spTgt spid="1076"/>
                                        </p:tgtEl>
                                        <p:attrNameLst>
                                          <p:attrName>r</p:attrName>
                                        </p:attrNameLst>
                                      </p:cBhvr>
                                    </p:animRot>
                                    <p:animRot by="-240000">
                                      <p:cBhvr>
                                        <p:cTn id="24" dur="200" fill="hold">
                                          <p:stCondLst>
                                            <p:cond delay="200"/>
                                          </p:stCondLst>
                                        </p:cTn>
                                        <p:tgtEl>
                                          <p:spTgt spid="1076"/>
                                        </p:tgtEl>
                                        <p:attrNameLst>
                                          <p:attrName>r</p:attrName>
                                        </p:attrNameLst>
                                      </p:cBhvr>
                                    </p:animRot>
                                    <p:animRot by="240000">
                                      <p:cBhvr>
                                        <p:cTn id="25" dur="200" fill="hold">
                                          <p:stCondLst>
                                            <p:cond delay="400"/>
                                          </p:stCondLst>
                                        </p:cTn>
                                        <p:tgtEl>
                                          <p:spTgt spid="1076"/>
                                        </p:tgtEl>
                                        <p:attrNameLst>
                                          <p:attrName>r</p:attrName>
                                        </p:attrNameLst>
                                      </p:cBhvr>
                                    </p:animRot>
                                    <p:animRot by="-240000">
                                      <p:cBhvr>
                                        <p:cTn id="26" dur="200" fill="hold">
                                          <p:stCondLst>
                                            <p:cond delay="600"/>
                                          </p:stCondLst>
                                        </p:cTn>
                                        <p:tgtEl>
                                          <p:spTgt spid="1076"/>
                                        </p:tgtEl>
                                        <p:attrNameLst>
                                          <p:attrName>r</p:attrName>
                                        </p:attrNameLst>
                                      </p:cBhvr>
                                    </p:animRot>
                                    <p:animRot by="120000">
                                      <p:cBhvr>
                                        <p:cTn id="27" dur="200" fill="hold">
                                          <p:stCondLst>
                                            <p:cond delay="800"/>
                                          </p:stCondLst>
                                        </p:cTn>
                                        <p:tgtEl>
                                          <p:spTgt spid="1076"/>
                                        </p:tgtEl>
                                        <p:attrNameLst>
                                          <p:attrName>r</p:attrName>
                                        </p:attrNameLst>
                                      </p:cBhvr>
                                    </p:animRot>
                                  </p:childTnLst>
                                </p:cTn>
                              </p:par>
                            </p:childTnLst>
                          </p:cTn>
                        </p:par>
                        <p:par>
                          <p:cTn id="28" fill="hold">
                            <p:stCondLst>
                              <p:cond delay="5000"/>
                            </p:stCondLst>
                            <p:childTnLst>
                              <p:par>
                                <p:cTn id="29" presetID="32" presetClass="emph" presetSubtype="0" fill="hold" nodeType="afterEffect">
                                  <p:stCondLst>
                                    <p:cond delay="0"/>
                                  </p:stCondLst>
                                  <p:childTnLst>
                                    <p:animRot by="120000">
                                      <p:cBhvr>
                                        <p:cTn id="30" dur="100" fill="hold">
                                          <p:stCondLst>
                                            <p:cond delay="0"/>
                                          </p:stCondLst>
                                        </p:cTn>
                                        <p:tgtEl>
                                          <p:spTgt spid="1076"/>
                                        </p:tgtEl>
                                        <p:attrNameLst>
                                          <p:attrName>r</p:attrName>
                                        </p:attrNameLst>
                                      </p:cBhvr>
                                    </p:animRot>
                                    <p:animRot by="-240000">
                                      <p:cBhvr>
                                        <p:cTn id="31" dur="200" fill="hold">
                                          <p:stCondLst>
                                            <p:cond delay="200"/>
                                          </p:stCondLst>
                                        </p:cTn>
                                        <p:tgtEl>
                                          <p:spTgt spid="1076"/>
                                        </p:tgtEl>
                                        <p:attrNameLst>
                                          <p:attrName>r</p:attrName>
                                        </p:attrNameLst>
                                      </p:cBhvr>
                                    </p:animRot>
                                    <p:animRot by="240000">
                                      <p:cBhvr>
                                        <p:cTn id="32" dur="200" fill="hold">
                                          <p:stCondLst>
                                            <p:cond delay="400"/>
                                          </p:stCondLst>
                                        </p:cTn>
                                        <p:tgtEl>
                                          <p:spTgt spid="1076"/>
                                        </p:tgtEl>
                                        <p:attrNameLst>
                                          <p:attrName>r</p:attrName>
                                        </p:attrNameLst>
                                      </p:cBhvr>
                                    </p:animRot>
                                    <p:animRot by="-240000">
                                      <p:cBhvr>
                                        <p:cTn id="33" dur="200" fill="hold">
                                          <p:stCondLst>
                                            <p:cond delay="600"/>
                                          </p:stCondLst>
                                        </p:cTn>
                                        <p:tgtEl>
                                          <p:spTgt spid="1076"/>
                                        </p:tgtEl>
                                        <p:attrNameLst>
                                          <p:attrName>r</p:attrName>
                                        </p:attrNameLst>
                                      </p:cBhvr>
                                    </p:animRot>
                                    <p:animRot by="120000">
                                      <p:cBhvr>
                                        <p:cTn id="34" dur="200" fill="hold">
                                          <p:stCondLst>
                                            <p:cond delay="800"/>
                                          </p:stCondLst>
                                        </p:cTn>
                                        <p:tgtEl>
                                          <p:spTgt spid="1076"/>
                                        </p:tgtEl>
                                        <p:attrNameLst>
                                          <p:attrName>r</p:attrName>
                                        </p:attrNameLst>
                                      </p:cBhvr>
                                    </p:animRot>
                                  </p:childTnLst>
                                </p:cTn>
                              </p:par>
                            </p:childTnLst>
                          </p:cTn>
                        </p:par>
                        <p:par>
                          <p:cTn id="35" fill="hold">
                            <p:stCondLst>
                              <p:cond delay="6000"/>
                            </p:stCondLst>
                            <p:childTnLst>
                              <p:par>
                                <p:cTn id="36" presetID="32" presetClass="emph" presetSubtype="0" fill="hold" nodeType="afterEffect">
                                  <p:stCondLst>
                                    <p:cond delay="0"/>
                                  </p:stCondLst>
                                  <p:childTnLst>
                                    <p:animRot by="120000">
                                      <p:cBhvr>
                                        <p:cTn id="37" dur="100" fill="hold">
                                          <p:stCondLst>
                                            <p:cond delay="0"/>
                                          </p:stCondLst>
                                        </p:cTn>
                                        <p:tgtEl>
                                          <p:spTgt spid="1076"/>
                                        </p:tgtEl>
                                        <p:attrNameLst>
                                          <p:attrName>r</p:attrName>
                                        </p:attrNameLst>
                                      </p:cBhvr>
                                    </p:animRot>
                                    <p:animRot by="-240000">
                                      <p:cBhvr>
                                        <p:cTn id="38" dur="200" fill="hold">
                                          <p:stCondLst>
                                            <p:cond delay="200"/>
                                          </p:stCondLst>
                                        </p:cTn>
                                        <p:tgtEl>
                                          <p:spTgt spid="1076"/>
                                        </p:tgtEl>
                                        <p:attrNameLst>
                                          <p:attrName>r</p:attrName>
                                        </p:attrNameLst>
                                      </p:cBhvr>
                                    </p:animRot>
                                    <p:animRot by="240000">
                                      <p:cBhvr>
                                        <p:cTn id="39" dur="200" fill="hold">
                                          <p:stCondLst>
                                            <p:cond delay="400"/>
                                          </p:stCondLst>
                                        </p:cTn>
                                        <p:tgtEl>
                                          <p:spTgt spid="1076"/>
                                        </p:tgtEl>
                                        <p:attrNameLst>
                                          <p:attrName>r</p:attrName>
                                        </p:attrNameLst>
                                      </p:cBhvr>
                                    </p:animRot>
                                    <p:animRot by="-240000">
                                      <p:cBhvr>
                                        <p:cTn id="40" dur="200" fill="hold">
                                          <p:stCondLst>
                                            <p:cond delay="600"/>
                                          </p:stCondLst>
                                        </p:cTn>
                                        <p:tgtEl>
                                          <p:spTgt spid="1076"/>
                                        </p:tgtEl>
                                        <p:attrNameLst>
                                          <p:attrName>r</p:attrName>
                                        </p:attrNameLst>
                                      </p:cBhvr>
                                    </p:animRot>
                                    <p:animRot by="120000">
                                      <p:cBhvr>
                                        <p:cTn id="41" dur="200" fill="hold">
                                          <p:stCondLst>
                                            <p:cond delay="800"/>
                                          </p:stCondLst>
                                        </p:cTn>
                                        <p:tgtEl>
                                          <p:spTgt spid="1076"/>
                                        </p:tgtEl>
                                        <p:attrNameLst>
                                          <p:attrName>r</p:attrName>
                                        </p:attrNameLst>
                                      </p:cBhvr>
                                    </p:animRot>
                                  </p:childTnLst>
                                </p:cTn>
                              </p:par>
                            </p:childTnLst>
                          </p:cTn>
                        </p:par>
                        <p:par>
                          <p:cTn id="42" fill="hold">
                            <p:stCondLst>
                              <p:cond delay="7000"/>
                            </p:stCondLst>
                            <p:childTnLst>
                              <p:par>
                                <p:cTn id="43" presetID="32" presetClass="emph" presetSubtype="0" fill="hold" nodeType="afterEffect">
                                  <p:stCondLst>
                                    <p:cond delay="0"/>
                                  </p:stCondLst>
                                  <p:childTnLst>
                                    <p:animRot by="120000">
                                      <p:cBhvr>
                                        <p:cTn id="44" dur="100" fill="hold">
                                          <p:stCondLst>
                                            <p:cond delay="0"/>
                                          </p:stCondLst>
                                        </p:cTn>
                                        <p:tgtEl>
                                          <p:spTgt spid="1076"/>
                                        </p:tgtEl>
                                        <p:attrNameLst>
                                          <p:attrName>r</p:attrName>
                                        </p:attrNameLst>
                                      </p:cBhvr>
                                    </p:animRot>
                                    <p:animRot by="-240000">
                                      <p:cBhvr>
                                        <p:cTn id="45" dur="200" fill="hold">
                                          <p:stCondLst>
                                            <p:cond delay="200"/>
                                          </p:stCondLst>
                                        </p:cTn>
                                        <p:tgtEl>
                                          <p:spTgt spid="1076"/>
                                        </p:tgtEl>
                                        <p:attrNameLst>
                                          <p:attrName>r</p:attrName>
                                        </p:attrNameLst>
                                      </p:cBhvr>
                                    </p:animRot>
                                    <p:animRot by="240000">
                                      <p:cBhvr>
                                        <p:cTn id="46" dur="200" fill="hold">
                                          <p:stCondLst>
                                            <p:cond delay="400"/>
                                          </p:stCondLst>
                                        </p:cTn>
                                        <p:tgtEl>
                                          <p:spTgt spid="1076"/>
                                        </p:tgtEl>
                                        <p:attrNameLst>
                                          <p:attrName>r</p:attrName>
                                        </p:attrNameLst>
                                      </p:cBhvr>
                                    </p:animRot>
                                    <p:animRot by="-240000">
                                      <p:cBhvr>
                                        <p:cTn id="47" dur="200" fill="hold">
                                          <p:stCondLst>
                                            <p:cond delay="600"/>
                                          </p:stCondLst>
                                        </p:cTn>
                                        <p:tgtEl>
                                          <p:spTgt spid="1076"/>
                                        </p:tgtEl>
                                        <p:attrNameLst>
                                          <p:attrName>r</p:attrName>
                                        </p:attrNameLst>
                                      </p:cBhvr>
                                    </p:animRot>
                                    <p:animRot by="120000">
                                      <p:cBhvr>
                                        <p:cTn id="48" dur="200" fill="hold">
                                          <p:stCondLst>
                                            <p:cond delay="800"/>
                                          </p:stCondLst>
                                        </p:cTn>
                                        <p:tgtEl>
                                          <p:spTgt spid="1076"/>
                                        </p:tgtEl>
                                        <p:attrNameLst>
                                          <p:attrName>r</p:attrName>
                                        </p:attrNameLst>
                                      </p:cBhvr>
                                    </p:animRot>
                                  </p:childTnLst>
                                </p:cTn>
                              </p:par>
                            </p:childTnLst>
                          </p:cTn>
                        </p:par>
                        <p:par>
                          <p:cTn id="49" fill="hold">
                            <p:stCondLst>
                              <p:cond delay="8000"/>
                            </p:stCondLst>
                            <p:childTnLst>
                              <p:par>
                                <p:cTn id="50" presetID="32" presetClass="emph" presetSubtype="0" fill="hold" nodeType="afterEffect">
                                  <p:stCondLst>
                                    <p:cond delay="0"/>
                                  </p:stCondLst>
                                  <p:childTnLst>
                                    <p:animRot by="120000">
                                      <p:cBhvr>
                                        <p:cTn id="51" dur="100" fill="hold">
                                          <p:stCondLst>
                                            <p:cond delay="0"/>
                                          </p:stCondLst>
                                        </p:cTn>
                                        <p:tgtEl>
                                          <p:spTgt spid="1076"/>
                                        </p:tgtEl>
                                        <p:attrNameLst>
                                          <p:attrName>r</p:attrName>
                                        </p:attrNameLst>
                                      </p:cBhvr>
                                    </p:animRot>
                                    <p:animRot by="-240000">
                                      <p:cBhvr>
                                        <p:cTn id="52" dur="200" fill="hold">
                                          <p:stCondLst>
                                            <p:cond delay="200"/>
                                          </p:stCondLst>
                                        </p:cTn>
                                        <p:tgtEl>
                                          <p:spTgt spid="1076"/>
                                        </p:tgtEl>
                                        <p:attrNameLst>
                                          <p:attrName>r</p:attrName>
                                        </p:attrNameLst>
                                      </p:cBhvr>
                                    </p:animRot>
                                    <p:animRot by="240000">
                                      <p:cBhvr>
                                        <p:cTn id="53" dur="200" fill="hold">
                                          <p:stCondLst>
                                            <p:cond delay="400"/>
                                          </p:stCondLst>
                                        </p:cTn>
                                        <p:tgtEl>
                                          <p:spTgt spid="1076"/>
                                        </p:tgtEl>
                                        <p:attrNameLst>
                                          <p:attrName>r</p:attrName>
                                        </p:attrNameLst>
                                      </p:cBhvr>
                                    </p:animRot>
                                    <p:animRot by="-240000">
                                      <p:cBhvr>
                                        <p:cTn id="54" dur="200" fill="hold">
                                          <p:stCondLst>
                                            <p:cond delay="600"/>
                                          </p:stCondLst>
                                        </p:cTn>
                                        <p:tgtEl>
                                          <p:spTgt spid="1076"/>
                                        </p:tgtEl>
                                        <p:attrNameLst>
                                          <p:attrName>r</p:attrName>
                                        </p:attrNameLst>
                                      </p:cBhvr>
                                    </p:animRot>
                                    <p:animRot by="120000">
                                      <p:cBhvr>
                                        <p:cTn id="55" dur="200" fill="hold">
                                          <p:stCondLst>
                                            <p:cond delay="800"/>
                                          </p:stCondLst>
                                        </p:cTn>
                                        <p:tgtEl>
                                          <p:spTgt spid="1076"/>
                                        </p:tgtEl>
                                        <p:attrNameLst>
                                          <p:attrName>r</p:attrName>
                                        </p:attrNameLst>
                                      </p:cBhvr>
                                    </p:animRot>
                                  </p:childTnLst>
                                </p:cTn>
                              </p:par>
                            </p:childTnLst>
                          </p:cTn>
                        </p:par>
                        <p:par>
                          <p:cTn id="56" fill="hold">
                            <p:stCondLst>
                              <p:cond delay="9000"/>
                            </p:stCondLst>
                            <p:childTnLst>
                              <p:par>
                                <p:cTn id="57" presetID="1" presetClass="exit" presetSubtype="0" fill="hold" nodeType="afterEffect">
                                  <p:stCondLst>
                                    <p:cond delay="0"/>
                                  </p:stCondLst>
                                  <p:childTnLst>
                                    <p:set>
                                      <p:cBhvr>
                                        <p:cTn id="58" dur="1" fill="hold">
                                          <p:stCondLst>
                                            <p:cond delay="0"/>
                                          </p:stCondLst>
                                        </p:cTn>
                                        <p:tgtEl>
                                          <p:spTgt spid="1076"/>
                                        </p:tgtEl>
                                        <p:attrNameLst>
                                          <p:attrName>style.visibility</p:attrName>
                                        </p:attrNameLst>
                                      </p:cBhvr>
                                      <p:to>
                                        <p:strVal val="hidden"/>
                                      </p:to>
                                    </p:set>
                                  </p:childTnLst>
                                </p:cTn>
                              </p:par>
                              <p:par>
                                <p:cTn id="59" presetID="1" presetClass="exit" presetSubtype="0" fill="hold" grpId="1" nodeType="withEffect">
                                  <p:stCondLst>
                                    <p:cond delay="0"/>
                                  </p:stCondLst>
                                  <p:childTnLst>
                                    <p:set>
                                      <p:cBhvr>
                                        <p:cTn id="60" dur="1" fill="hold">
                                          <p:stCondLst>
                                            <p:cond delay="0"/>
                                          </p:stCondLst>
                                        </p:cTn>
                                        <p:tgtEl>
                                          <p:spTgt spid="937"/>
                                        </p:tgtEl>
                                        <p:attrNameLst>
                                          <p:attrName>style.visibility</p:attrName>
                                        </p:attrNameLst>
                                      </p:cBhvr>
                                      <p:to>
                                        <p:strVal val="hidden"/>
                                      </p:to>
                                    </p:set>
                                  </p:childTnLst>
                                </p:cTn>
                              </p:par>
                            </p:childTnLst>
                          </p:cTn>
                        </p:par>
                        <p:par>
                          <p:cTn id="61" fill="hold">
                            <p:stCondLst>
                              <p:cond delay="9000"/>
                            </p:stCondLst>
                            <p:childTnLst>
                              <p:par>
                                <p:cTn id="62" presetID="42" presetClass="path" presetSubtype="0" accel="50000" decel="50000" fill="hold" nodeType="afterEffect">
                                  <p:stCondLst>
                                    <p:cond delay="0"/>
                                  </p:stCondLst>
                                  <p:childTnLst>
                                    <p:animMotion origin="layout" path="M -3.95833E-6 -1.85185E-6 L 0.278 0.35232 " pathEditMode="relative" rAng="0" ptsTypes="AA">
                                      <p:cBhvr>
                                        <p:cTn id="63" dur="2000" fill="hold"/>
                                        <p:tgtEl>
                                          <p:spTgt spid="1026"/>
                                        </p:tgtEl>
                                        <p:attrNameLst>
                                          <p:attrName>ppt_x</p:attrName>
                                          <p:attrName>ppt_y</p:attrName>
                                        </p:attrNameLst>
                                      </p:cBhvr>
                                      <p:rCtr x="13893" y="17616"/>
                                    </p:animMotion>
                                  </p:childTnLst>
                                </p:cTn>
                              </p:par>
                              <p:par>
                                <p:cTn id="64" presetID="42" presetClass="path" presetSubtype="0" accel="50000" decel="50000" fill="hold" nodeType="withEffect">
                                  <p:stCondLst>
                                    <p:cond delay="0"/>
                                  </p:stCondLst>
                                  <p:childTnLst>
                                    <p:animMotion origin="layout" path="M 4.16667E-6 4.44444E-6 L 0.28229 -0.22778 " pathEditMode="relative" rAng="0" ptsTypes="AA">
                                      <p:cBhvr>
                                        <p:cTn id="65" dur="2000" fill="hold"/>
                                        <p:tgtEl>
                                          <p:spTgt spid="1027"/>
                                        </p:tgtEl>
                                        <p:attrNameLst>
                                          <p:attrName>ppt_x</p:attrName>
                                          <p:attrName>ppt_y</p:attrName>
                                        </p:attrNameLst>
                                      </p:cBhvr>
                                      <p:rCtr x="14115" y="-11389"/>
                                    </p:animMotion>
                                  </p:childTnLst>
                                </p:cTn>
                              </p:par>
                              <p:par>
                                <p:cTn id="66" presetID="42" presetClass="path" presetSubtype="0" accel="50000" decel="50000" fill="hold" grpId="0" nodeType="withEffect">
                                  <p:stCondLst>
                                    <p:cond delay="0"/>
                                  </p:stCondLst>
                                  <p:childTnLst>
                                    <p:animMotion origin="layout" path="M 2.91667E-6 -4.81481E-6 L -0.21263 -0.33449 " pathEditMode="relative" rAng="0" ptsTypes="AA">
                                      <p:cBhvr>
                                        <p:cTn id="67" dur="2000" fill="hold"/>
                                        <p:tgtEl>
                                          <p:spTgt spid="1073"/>
                                        </p:tgtEl>
                                        <p:attrNameLst>
                                          <p:attrName>ppt_x</p:attrName>
                                          <p:attrName>ppt_y</p:attrName>
                                        </p:attrNameLst>
                                      </p:cBhvr>
                                      <p:rCtr x="-10638" y="-16736"/>
                                    </p:animMotion>
                                  </p:childTnLst>
                                </p:cTn>
                              </p:par>
                              <p:par>
                                <p:cTn id="68" presetID="42" presetClass="path" presetSubtype="0" accel="50000" decel="50000" fill="hold" grpId="0" nodeType="withEffect">
                                  <p:stCondLst>
                                    <p:cond delay="0"/>
                                  </p:stCondLst>
                                  <p:childTnLst>
                                    <p:animMotion origin="layout" path="M 2.29167E-6 0 L 0.3957 0.24167 " pathEditMode="relative" rAng="0" ptsTypes="AA">
                                      <p:cBhvr>
                                        <p:cTn id="69" dur="2000" fill="hold"/>
                                        <p:tgtEl>
                                          <p:spTgt spid="1074"/>
                                        </p:tgtEl>
                                        <p:attrNameLst>
                                          <p:attrName>ppt_x</p:attrName>
                                          <p:attrName>ppt_y</p:attrName>
                                        </p:attrNameLst>
                                      </p:cBhvr>
                                      <p:rCtr x="19779" y="12083"/>
                                    </p:animMotion>
                                  </p:childTnLst>
                                </p:cTn>
                              </p:par>
                              <p:par>
                                <p:cTn id="70" presetID="42" presetClass="path" presetSubtype="0" accel="50000" decel="50000" fill="hold" grpId="0" nodeType="withEffect">
                                  <p:stCondLst>
                                    <p:cond delay="0"/>
                                  </p:stCondLst>
                                  <p:childTnLst>
                                    <p:animMotion origin="layout" path="M 2.29167E-6 -4.81481E-6 L 0.26393 -0.41111 " pathEditMode="relative" rAng="0" ptsTypes="AA">
                                      <p:cBhvr>
                                        <p:cTn id="71" dur="2000" fill="hold"/>
                                        <p:tgtEl>
                                          <p:spTgt spid="1075"/>
                                        </p:tgtEl>
                                        <p:attrNameLst>
                                          <p:attrName>ppt_x</p:attrName>
                                          <p:attrName>ppt_y</p:attrName>
                                        </p:attrNameLst>
                                      </p:cBhvr>
                                      <p:rCtr x="13190" y="-20556"/>
                                    </p:animMotion>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grpId="0" nodeType="clickEffect">
                                  <p:stCondLst>
                                    <p:cond delay="0"/>
                                  </p:stCondLst>
                                  <p:childTnLst>
                                    <p:set>
                                      <p:cBhvr>
                                        <p:cTn id="75" dur="1" fill="hold">
                                          <p:stCondLst>
                                            <p:cond delay="0"/>
                                          </p:stCondLst>
                                        </p:cTn>
                                        <p:tgtEl>
                                          <p:spTgt spid="8"/>
                                        </p:tgtEl>
                                        <p:attrNameLst>
                                          <p:attrName>style.visibility</p:attrName>
                                        </p:attrNameLst>
                                      </p:cBhvr>
                                      <p:to>
                                        <p:strVal val="visible"/>
                                      </p:to>
                                    </p:set>
                                    <p:animEffect transition="in" filter="fade">
                                      <p:cBhvr>
                                        <p:cTn id="76" dur="500"/>
                                        <p:tgtEl>
                                          <p:spTgt spid="8"/>
                                        </p:tgtEl>
                                      </p:cBhvr>
                                    </p:animEffec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grpId="0" nodeType="clickEffect">
                                  <p:stCondLst>
                                    <p:cond delay="0"/>
                                  </p:stCondLst>
                                  <p:childTnLst>
                                    <p:set>
                                      <p:cBhvr>
                                        <p:cTn id="80" dur="1" fill="hold">
                                          <p:stCondLst>
                                            <p:cond delay="0"/>
                                          </p:stCondLst>
                                        </p:cTn>
                                        <p:tgtEl>
                                          <p:spTgt spid="9"/>
                                        </p:tgtEl>
                                        <p:attrNameLst>
                                          <p:attrName>style.visibility</p:attrName>
                                        </p:attrNameLst>
                                      </p:cBhvr>
                                      <p:to>
                                        <p:strVal val="visible"/>
                                      </p:to>
                                    </p:set>
                                    <p:animEffect transition="in" filter="fade">
                                      <p:cBhvr>
                                        <p:cTn id="81" dur="500"/>
                                        <p:tgtEl>
                                          <p:spTgt spid="9"/>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grpId="0" nodeType="clickEffect">
                                  <p:stCondLst>
                                    <p:cond delay="0"/>
                                  </p:stCondLst>
                                  <p:childTnLst>
                                    <p:set>
                                      <p:cBhvr>
                                        <p:cTn id="85" dur="1" fill="hold">
                                          <p:stCondLst>
                                            <p:cond delay="0"/>
                                          </p:stCondLst>
                                        </p:cTn>
                                        <p:tgtEl>
                                          <p:spTgt spid="10"/>
                                        </p:tgtEl>
                                        <p:attrNameLst>
                                          <p:attrName>style.visibility</p:attrName>
                                        </p:attrNameLst>
                                      </p:cBhvr>
                                      <p:to>
                                        <p:strVal val="visible"/>
                                      </p:to>
                                    </p:set>
                                    <p:animEffect transition="in" filter="fade">
                                      <p:cBhvr>
                                        <p:cTn id="86" dur="500"/>
                                        <p:tgtEl>
                                          <p:spTgt spid="10"/>
                                        </p:tgtEl>
                                      </p:cBhvr>
                                    </p:animEffect>
                                  </p:childTnLst>
                                </p:cTn>
                              </p:par>
                            </p:childTnLst>
                          </p:cTn>
                        </p:par>
                      </p:childTnLst>
                    </p:cTn>
                  </p:par>
                  <p:par>
                    <p:cTn id="87" fill="hold">
                      <p:stCondLst>
                        <p:cond delay="indefinite"/>
                      </p:stCondLst>
                      <p:childTnLst>
                        <p:par>
                          <p:cTn id="88" fill="hold">
                            <p:stCondLst>
                              <p:cond delay="0"/>
                            </p:stCondLst>
                            <p:childTnLst>
                              <p:par>
                                <p:cTn id="89" presetID="10" presetClass="entr" presetSubtype="0" fill="hold" grpId="0" nodeType="clickEffect">
                                  <p:stCondLst>
                                    <p:cond delay="0"/>
                                  </p:stCondLst>
                                  <p:childTnLst>
                                    <p:set>
                                      <p:cBhvr>
                                        <p:cTn id="90" dur="1" fill="hold">
                                          <p:stCondLst>
                                            <p:cond delay="0"/>
                                          </p:stCondLst>
                                        </p:cTn>
                                        <p:tgtEl>
                                          <p:spTgt spid="2"/>
                                        </p:tgtEl>
                                        <p:attrNameLst>
                                          <p:attrName>style.visibility</p:attrName>
                                        </p:attrNameLst>
                                      </p:cBhvr>
                                      <p:to>
                                        <p:strVal val="visible"/>
                                      </p:to>
                                    </p:set>
                                    <p:animEffect transition="in" filter="fade">
                                      <p:cBhvr>
                                        <p:cTn id="91" dur="500"/>
                                        <p:tgtEl>
                                          <p:spTgt spid="2"/>
                                        </p:tgtEl>
                                      </p:cBhvr>
                                    </p:animEffect>
                                  </p:childTnLst>
                                </p:cTn>
                              </p:par>
                            </p:childTnLst>
                          </p:cTn>
                        </p:par>
                      </p:childTnLst>
                    </p:cTn>
                  </p:par>
                  <p:par>
                    <p:cTn id="92" fill="hold">
                      <p:stCondLst>
                        <p:cond delay="indefinite"/>
                      </p:stCondLst>
                      <p:childTnLst>
                        <p:par>
                          <p:cTn id="93" fill="hold">
                            <p:stCondLst>
                              <p:cond delay="0"/>
                            </p:stCondLst>
                            <p:childTnLst>
                              <p:par>
                                <p:cTn id="94" presetID="10" presetClass="entr" presetSubtype="0" fill="hold" grpId="0" nodeType="clickEffect">
                                  <p:stCondLst>
                                    <p:cond delay="0"/>
                                  </p:stCondLst>
                                  <p:childTnLst>
                                    <p:set>
                                      <p:cBhvr>
                                        <p:cTn id="95" dur="1" fill="hold">
                                          <p:stCondLst>
                                            <p:cond delay="0"/>
                                          </p:stCondLst>
                                        </p:cTn>
                                        <p:tgtEl>
                                          <p:spTgt spid="3"/>
                                        </p:tgtEl>
                                        <p:attrNameLst>
                                          <p:attrName>style.visibility</p:attrName>
                                        </p:attrNameLst>
                                      </p:cBhvr>
                                      <p:to>
                                        <p:strVal val="visible"/>
                                      </p:to>
                                    </p:set>
                                    <p:animEffect transition="in" filter="fade">
                                      <p:cBhvr>
                                        <p:cTn id="96"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7" grpId="0" animBg="1"/>
      <p:bldP spid="937" grpId="1" animBg="1"/>
      <p:bldP spid="1073" grpId="0" animBg="1"/>
      <p:bldP spid="1074" grpId="0" animBg="1"/>
      <p:bldP spid="1075" grpId="0" animBg="1"/>
      <p:bldP spid="8" grpId="0"/>
      <p:bldP spid="9" grpId="0"/>
      <p:bldP spid="10" grpId="0"/>
      <p:bldP spid="2" grpId="0"/>
      <p:bldP spid="3"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3CABE8-0CAA-1943-52D1-50E788A151BF}"/>
            </a:ext>
          </a:extLst>
        </p:cNvPr>
        <p:cNvGrpSpPr/>
        <p:nvPr/>
      </p:nvGrpSpPr>
      <p:grpSpPr>
        <a:xfrm>
          <a:off x="0" y="0"/>
          <a:ext cx="0" cy="0"/>
          <a:chOff x="0" y="0"/>
          <a:chExt cx="0" cy="0"/>
        </a:xfrm>
      </p:grpSpPr>
      <p:grpSp>
        <p:nvGrpSpPr>
          <p:cNvPr id="56" name="Group 55">
            <a:extLst>
              <a:ext uri="{FF2B5EF4-FFF2-40B4-BE49-F238E27FC236}">
                <a16:creationId xmlns:a16="http://schemas.microsoft.com/office/drawing/2014/main" id="{61CB054F-01F3-9B8D-8106-EE55102D9795}"/>
              </a:ext>
            </a:extLst>
          </p:cNvPr>
          <p:cNvGrpSpPr/>
          <p:nvPr/>
        </p:nvGrpSpPr>
        <p:grpSpPr>
          <a:xfrm rot="3157743">
            <a:off x="3276600" y="2773680"/>
            <a:ext cx="1386840" cy="1310640"/>
            <a:chOff x="2926080" y="1447800"/>
            <a:chExt cx="4160520" cy="3931920"/>
          </a:xfrm>
        </p:grpSpPr>
        <p:sp>
          <p:nvSpPr>
            <p:cNvPr id="4" name="Oval 3">
              <a:extLst>
                <a:ext uri="{FF2B5EF4-FFF2-40B4-BE49-F238E27FC236}">
                  <a16:creationId xmlns:a16="http://schemas.microsoft.com/office/drawing/2014/main" id="{689EEA42-E847-274A-46C5-735950535183}"/>
                </a:ext>
              </a:extLst>
            </p:cNvPr>
            <p:cNvSpPr/>
            <p:nvPr/>
          </p:nvSpPr>
          <p:spPr>
            <a:xfrm>
              <a:off x="4160520" y="242316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03C5A9BD-F9CC-EF69-C764-B43087AD5B03}"/>
                </a:ext>
              </a:extLst>
            </p:cNvPr>
            <p:cNvSpPr/>
            <p:nvPr/>
          </p:nvSpPr>
          <p:spPr>
            <a:xfrm>
              <a:off x="5852160" y="371856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FBC00D6A-F934-A433-6D4B-9E7830D07303}"/>
                </a:ext>
              </a:extLst>
            </p:cNvPr>
            <p:cNvSpPr/>
            <p:nvPr/>
          </p:nvSpPr>
          <p:spPr>
            <a:xfrm>
              <a:off x="4465320" y="455676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CD2B3C53-A563-D487-4B9D-36F079C3468B}"/>
                </a:ext>
              </a:extLst>
            </p:cNvPr>
            <p:cNvSpPr/>
            <p:nvPr/>
          </p:nvSpPr>
          <p:spPr>
            <a:xfrm>
              <a:off x="3749040" y="429768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5CBA25F2-3A17-FA10-E8CA-32E3A65F3237}"/>
                </a:ext>
              </a:extLst>
            </p:cNvPr>
            <p:cNvSpPr/>
            <p:nvPr/>
          </p:nvSpPr>
          <p:spPr>
            <a:xfrm>
              <a:off x="4282440" y="14478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79554EFB-B7B7-4E0C-6A1C-B858B8F3FF44}"/>
                </a:ext>
              </a:extLst>
            </p:cNvPr>
            <p:cNvSpPr/>
            <p:nvPr/>
          </p:nvSpPr>
          <p:spPr>
            <a:xfrm>
              <a:off x="2926080" y="301752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01ED5893-1896-A3DB-49AA-F1E6D41AC8E7}"/>
                </a:ext>
              </a:extLst>
            </p:cNvPr>
            <p:cNvSpPr/>
            <p:nvPr/>
          </p:nvSpPr>
          <p:spPr>
            <a:xfrm>
              <a:off x="5852160" y="25146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846D5B1D-DA39-E831-743A-1F850EA59B38}"/>
                </a:ext>
              </a:extLst>
            </p:cNvPr>
            <p:cNvSpPr/>
            <p:nvPr/>
          </p:nvSpPr>
          <p:spPr>
            <a:xfrm>
              <a:off x="4038600" y="321564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7E145FB8-1245-5FD7-F71D-8BAB098B7E84}"/>
                </a:ext>
              </a:extLst>
            </p:cNvPr>
            <p:cNvSpPr/>
            <p:nvPr/>
          </p:nvSpPr>
          <p:spPr>
            <a:xfrm>
              <a:off x="3870960" y="316992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603E4FC9-1689-06BA-14B0-E8838E600F96}"/>
                </a:ext>
              </a:extLst>
            </p:cNvPr>
            <p:cNvSpPr/>
            <p:nvPr/>
          </p:nvSpPr>
          <p:spPr>
            <a:xfrm>
              <a:off x="4137660" y="37338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094BEB1D-9B8C-C2A5-69DC-3B366765F5FF}"/>
                </a:ext>
              </a:extLst>
            </p:cNvPr>
            <p:cNvSpPr/>
            <p:nvPr/>
          </p:nvSpPr>
          <p:spPr>
            <a:xfrm>
              <a:off x="5227320" y="36576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8890896C-9335-8761-F5C7-BE80E4C08244}"/>
                </a:ext>
              </a:extLst>
            </p:cNvPr>
            <p:cNvSpPr/>
            <p:nvPr/>
          </p:nvSpPr>
          <p:spPr>
            <a:xfrm>
              <a:off x="4693920" y="390144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35681E80-7478-89BE-8AAF-204A87076795}"/>
                </a:ext>
              </a:extLst>
            </p:cNvPr>
            <p:cNvSpPr/>
            <p:nvPr/>
          </p:nvSpPr>
          <p:spPr>
            <a:xfrm>
              <a:off x="5257800" y="41300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BE54AF1-3E14-C47A-CB47-7647EBAB9089}"/>
                </a:ext>
              </a:extLst>
            </p:cNvPr>
            <p:cNvSpPr/>
            <p:nvPr/>
          </p:nvSpPr>
          <p:spPr>
            <a:xfrm rot="16200000">
              <a:off x="3413760" y="38252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438EDECB-4EA1-0ECA-1182-E71F1F7013D5}"/>
                </a:ext>
              </a:extLst>
            </p:cNvPr>
            <p:cNvSpPr/>
            <p:nvPr/>
          </p:nvSpPr>
          <p:spPr>
            <a:xfrm rot="16200000">
              <a:off x="2926080" y="234696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C64C4E13-F208-4AB0-799D-1D5946A9F23F}"/>
                </a:ext>
              </a:extLst>
            </p:cNvPr>
            <p:cNvSpPr/>
            <p:nvPr/>
          </p:nvSpPr>
          <p:spPr>
            <a:xfrm rot="16200000">
              <a:off x="4191000" y="32918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C9BE3873-F2E0-FCC3-735E-5153B130F808}"/>
                </a:ext>
              </a:extLst>
            </p:cNvPr>
            <p:cNvSpPr/>
            <p:nvPr/>
          </p:nvSpPr>
          <p:spPr>
            <a:xfrm rot="16200000">
              <a:off x="3749040" y="172212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2F0029E8-5A49-5993-880C-BC96A71EB398}"/>
                </a:ext>
              </a:extLst>
            </p:cNvPr>
            <p:cNvSpPr/>
            <p:nvPr/>
          </p:nvSpPr>
          <p:spPr>
            <a:xfrm rot="16200000">
              <a:off x="3520440" y="271272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19F229BF-B595-9ECE-4ED3-39DF329CEB0C}"/>
                </a:ext>
              </a:extLst>
            </p:cNvPr>
            <p:cNvSpPr/>
            <p:nvPr/>
          </p:nvSpPr>
          <p:spPr>
            <a:xfrm rot="16200000">
              <a:off x="3322320" y="34442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8795BFE6-4D7F-2088-2AC8-C1D79612A489}"/>
                </a:ext>
              </a:extLst>
            </p:cNvPr>
            <p:cNvSpPr/>
            <p:nvPr/>
          </p:nvSpPr>
          <p:spPr>
            <a:xfrm>
              <a:off x="4572000" y="211836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FF671F2C-C695-C3C5-BB67-737E2A217D0B}"/>
                </a:ext>
              </a:extLst>
            </p:cNvPr>
            <p:cNvSpPr/>
            <p:nvPr/>
          </p:nvSpPr>
          <p:spPr>
            <a:xfrm>
              <a:off x="5562600" y="313944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83A5C145-DB5D-0DBC-1B34-48927CBF53F4}"/>
                </a:ext>
              </a:extLst>
            </p:cNvPr>
            <p:cNvSpPr/>
            <p:nvPr/>
          </p:nvSpPr>
          <p:spPr>
            <a:xfrm>
              <a:off x="5684520" y="19050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AD5A2234-7FA7-584B-7F26-31380B427842}"/>
                </a:ext>
              </a:extLst>
            </p:cNvPr>
            <p:cNvSpPr/>
            <p:nvPr/>
          </p:nvSpPr>
          <p:spPr>
            <a:xfrm>
              <a:off x="4693920" y="320040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5EA97A46-500B-0B42-3B97-F416BA4DAD32}"/>
                </a:ext>
              </a:extLst>
            </p:cNvPr>
            <p:cNvSpPr/>
            <p:nvPr/>
          </p:nvSpPr>
          <p:spPr>
            <a:xfrm>
              <a:off x="6263640" y="27584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18BBA0AE-8846-54BD-DEBE-7957BAF889C5}"/>
                </a:ext>
              </a:extLst>
            </p:cNvPr>
            <p:cNvSpPr/>
            <p:nvPr/>
          </p:nvSpPr>
          <p:spPr>
            <a:xfrm>
              <a:off x="5273040" y="25298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36575D06-883D-AFB1-F026-D7FE361AE216}"/>
                </a:ext>
              </a:extLst>
            </p:cNvPr>
            <p:cNvSpPr/>
            <p:nvPr/>
          </p:nvSpPr>
          <p:spPr>
            <a:xfrm>
              <a:off x="4678680" y="268224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3AD54E36-FEA0-2AE6-45D0-699A32092092}"/>
                </a:ext>
              </a:extLst>
            </p:cNvPr>
            <p:cNvSpPr/>
            <p:nvPr/>
          </p:nvSpPr>
          <p:spPr>
            <a:xfrm rot="16200000">
              <a:off x="4709160" y="213360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46B5563B-5083-B43C-0A52-7EA0B2E295A2}"/>
                </a:ext>
              </a:extLst>
            </p:cNvPr>
            <p:cNvSpPr/>
            <p:nvPr/>
          </p:nvSpPr>
          <p:spPr>
            <a:xfrm rot="16200000">
              <a:off x="5120640" y="272796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1E193DDB-E7A7-49BF-EDB3-45F187B9E598}"/>
                </a:ext>
              </a:extLst>
            </p:cNvPr>
            <p:cNvSpPr/>
            <p:nvPr/>
          </p:nvSpPr>
          <p:spPr>
            <a:xfrm>
              <a:off x="4328160" y="384048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408E79D2-BBD3-409F-A6FF-4E1A8EB2325F}"/>
                </a:ext>
              </a:extLst>
            </p:cNvPr>
            <p:cNvSpPr/>
            <p:nvPr/>
          </p:nvSpPr>
          <p:spPr>
            <a:xfrm>
              <a:off x="3581400" y="40386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9295EBD4-29D1-85DF-0D59-7458482D2F7D}"/>
                </a:ext>
              </a:extLst>
            </p:cNvPr>
            <p:cNvSpPr/>
            <p:nvPr/>
          </p:nvSpPr>
          <p:spPr>
            <a:xfrm rot="16200000">
              <a:off x="5730240" y="277368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C57E7895-1586-E5F9-5C46-E42559522BC7}"/>
                </a:ext>
              </a:extLst>
            </p:cNvPr>
            <p:cNvSpPr/>
            <p:nvPr/>
          </p:nvSpPr>
          <p:spPr>
            <a:xfrm>
              <a:off x="3916680" y="292608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EFE1E521-5804-7993-CE51-5985C0DF3FAB}"/>
                </a:ext>
              </a:extLst>
            </p:cNvPr>
            <p:cNvSpPr/>
            <p:nvPr/>
          </p:nvSpPr>
          <p:spPr>
            <a:xfrm>
              <a:off x="3810000" y="233172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4F0F157D-924D-B525-B6C6-DD01823596CC}"/>
                </a:ext>
              </a:extLst>
            </p:cNvPr>
            <p:cNvSpPr/>
            <p:nvPr/>
          </p:nvSpPr>
          <p:spPr>
            <a:xfrm>
              <a:off x="3169920" y="280416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DA0E3837-D7F9-2DA4-AA1C-7994A0A7FCC6}"/>
                </a:ext>
              </a:extLst>
            </p:cNvPr>
            <p:cNvSpPr/>
            <p:nvPr/>
          </p:nvSpPr>
          <p:spPr>
            <a:xfrm>
              <a:off x="5212080" y="318516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9B9DE093-99CE-76FB-2CCB-34DC4181837B}"/>
                </a:ext>
              </a:extLst>
            </p:cNvPr>
            <p:cNvSpPr/>
            <p:nvPr/>
          </p:nvSpPr>
          <p:spPr>
            <a:xfrm>
              <a:off x="4739640" y="172212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2CAF2B77-5B85-ABEF-D38E-8DA4333197FF}"/>
                </a:ext>
              </a:extLst>
            </p:cNvPr>
            <p:cNvSpPr/>
            <p:nvPr/>
          </p:nvSpPr>
          <p:spPr>
            <a:xfrm>
              <a:off x="3337560" y="231648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2651036D-427E-7EC8-EF53-B66BFB2480B9}"/>
                </a:ext>
              </a:extLst>
            </p:cNvPr>
            <p:cNvSpPr/>
            <p:nvPr/>
          </p:nvSpPr>
          <p:spPr>
            <a:xfrm>
              <a:off x="6202680" y="2301239"/>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3A5AF62B-5B83-E176-7D23-8103BA89F653}"/>
                </a:ext>
              </a:extLst>
            </p:cNvPr>
            <p:cNvSpPr/>
            <p:nvPr/>
          </p:nvSpPr>
          <p:spPr>
            <a:xfrm rot="16200000">
              <a:off x="5288280" y="1904999"/>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908E6D4C-76F6-8E01-CC37-E655353F8CA5}"/>
                </a:ext>
              </a:extLst>
            </p:cNvPr>
            <p:cNvSpPr/>
            <p:nvPr/>
          </p:nvSpPr>
          <p:spPr>
            <a:xfrm>
              <a:off x="3977640" y="297180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7D6E32A0-95A0-800D-E8DB-F89A8E98C9A7}"/>
                </a:ext>
              </a:extLst>
            </p:cNvPr>
            <p:cNvSpPr/>
            <p:nvPr/>
          </p:nvSpPr>
          <p:spPr>
            <a:xfrm rot="16200000">
              <a:off x="3992880" y="190500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C78F2013-458A-1990-722D-B1698500C206}"/>
                </a:ext>
              </a:extLst>
            </p:cNvPr>
            <p:cNvSpPr/>
            <p:nvPr/>
          </p:nvSpPr>
          <p:spPr>
            <a:xfrm>
              <a:off x="6111240" y="326136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55" name="Oval 54">
              <a:extLst>
                <a:ext uri="{FF2B5EF4-FFF2-40B4-BE49-F238E27FC236}">
                  <a16:creationId xmlns:a16="http://schemas.microsoft.com/office/drawing/2014/main" id="{DBA5539D-8931-0BA9-2D76-B0C231C3A13A}"/>
                </a:ext>
              </a:extLst>
            </p:cNvPr>
            <p:cNvSpPr/>
            <p:nvPr/>
          </p:nvSpPr>
          <p:spPr>
            <a:xfrm>
              <a:off x="5166360" y="161544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grpSp>
      <p:grpSp>
        <p:nvGrpSpPr>
          <p:cNvPr id="57" name="Group 56">
            <a:extLst>
              <a:ext uri="{FF2B5EF4-FFF2-40B4-BE49-F238E27FC236}">
                <a16:creationId xmlns:a16="http://schemas.microsoft.com/office/drawing/2014/main" id="{531E18AD-F742-CF14-5344-8A434C66703E}"/>
              </a:ext>
            </a:extLst>
          </p:cNvPr>
          <p:cNvGrpSpPr/>
          <p:nvPr/>
        </p:nvGrpSpPr>
        <p:grpSpPr>
          <a:xfrm rot="17624617">
            <a:off x="6101080" y="1463039"/>
            <a:ext cx="1386840" cy="1310640"/>
            <a:chOff x="2926080" y="1447800"/>
            <a:chExt cx="4160520" cy="3931920"/>
          </a:xfrm>
        </p:grpSpPr>
        <p:sp>
          <p:nvSpPr>
            <p:cNvPr id="58" name="Oval 57">
              <a:extLst>
                <a:ext uri="{FF2B5EF4-FFF2-40B4-BE49-F238E27FC236}">
                  <a16:creationId xmlns:a16="http://schemas.microsoft.com/office/drawing/2014/main" id="{02129A4C-78A0-ACDA-32D9-C6B108FD25D8}"/>
                </a:ext>
              </a:extLst>
            </p:cNvPr>
            <p:cNvSpPr/>
            <p:nvPr/>
          </p:nvSpPr>
          <p:spPr>
            <a:xfrm>
              <a:off x="4160520" y="242316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59" name="Oval 58">
              <a:extLst>
                <a:ext uri="{FF2B5EF4-FFF2-40B4-BE49-F238E27FC236}">
                  <a16:creationId xmlns:a16="http://schemas.microsoft.com/office/drawing/2014/main" id="{AA9EBE2C-685C-9320-9F35-6AE1F3F902BC}"/>
                </a:ext>
              </a:extLst>
            </p:cNvPr>
            <p:cNvSpPr/>
            <p:nvPr/>
          </p:nvSpPr>
          <p:spPr>
            <a:xfrm>
              <a:off x="5852160" y="371856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60" name="Oval 59">
              <a:extLst>
                <a:ext uri="{FF2B5EF4-FFF2-40B4-BE49-F238E27FC236}">
                  <a16:creationId xmlns:a16="http://schemas.microsoft.com/office/drawing/2014/main" id="{1AD44497-568D-6654-3D73-3FE2B00EED19}"/>
                </a:ext>
              </a:extLst>
            </p:cNvPr>
            <p:cNvSpPr/>
            <p:nvPr/>
          </p:nvSpPr>
          <p:spPr>
            <a:xfrm>
              <a:off x="4465320" y="455676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61" name="Oval 60">
              <a:extLst>
                <a:ext uri="{FF2B5EF4-FFF2-40B4-BE49-F238E27FC236}">
                  <a16:creationId xmlns:a16="http://schemas.microsoft.com/office/drawing/2014/main" id="{1942BF74-E0C7-FE75-6ED9-CC1EA3D0498D}"/>
                </a:ext>
              </a:extLst>
            </p:cNvPr>
            <p:cNvSpPr/>
            <p:nvPr/>
          </p:nvSpPr>
          <p:spPr>
            <a:xfrm>
              <a:off x="3749040" y="429768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62" name="Oval 61">
              <a:extLst>
                <a:ext uri="{FF2B5EF4-FFF2-40B4-BE49-F238E27FC236}">
                  <a16:creationId xmlns:a16="http://schemas.microsoft.com/office/drawing/2014/main" id="{0AEA6C61-E382-5EB3-E72D-FC5D0DE28160}"/>
                </a:ext>
              </a:extLst>
            </p:cNvPr>
            <p:cNvSpPr/>
            <p:nvPr/>
          </p:nvSpPr>
          <p:spPr>
            <a:xfrm>
              <a:off x="4282440" y="14478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63" name="Oval 62">
              <a:extLst>
                <a:ext uri="{FF2B5EF4-FFF2-40B4-BE49-F238E27FC236}">
                  <a16:creationId xmlns:a16="http://schemas.microsoft.com/office/drawing/2014/main" id="{DAFE3A6F-2B9E-6305-C008-D8F634108F53}"/>
                </a:ext>
              </a:extLst>
            </p:cNvPr>
            <p:cNvSpPr/>
            <p:nvPr/>
          </p:nvSpPr>
          <p:spPr>
            <a:xfrm>
              <a:off x="2926080" y="301752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64" name="Oval 63">
              <a:extLst>
                <a:ext uri="{FF2B5EF4-FFF2-40B4-BE49-F238E27FC236}">
                  <a16:creationId xmlns:a16="http://schemas.microsoft.com/office/drawing/2014/main" id="{62D30AEF-D04D-D56D-7A9A-66C2758A9200}"/>
                </a:ext>
              </a:extLst>
            </p:cNvPr>
            <p:cNvSpPr/>
            <p:nvPr/>
          </p:nvSpPr>
          <p:spPr>
            <a:xfrm>
              <a:off x="5852160" y="25146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65" name="Oval 64">
              <a:extLst>
                <a:ext uri="{FF2B5EF4-FFF2-40B4-BE49-F238E27FC236}">
                  <a16:creationId xmlns:a16="http://schemas.microsoft.com/office/drawing/2014/main" id="{168E7CFA-BC34-71DC-BA39-AA564D76005A}"/>
                </a:ext>
              </a:extLst>
            </p:cNvPr>
            <p:cNvSpPr/>
            <p:nvPr/>
          </p:nvSpPr>
          <p:spPr>
            <a:xfrm>
              <a:off x="4038600" y="321564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66" name="Oval 65">
              <a:extLst>
                <a:ext uri="{FF2B5EF4-FFF2-40B4-BE49-F238E27FC236}">
                  <a16:creationId xmlns:a16="http://schemas.microsoft.com/office/drawing/2014/main" id="{C49DDD1B-F7D6-814C-A73F-75681DDDA0B5}"/>
                </a:ext>
              </a:extLst>
            </p:cNvPr>
            <p:cNvSpPr/>
            <p:nvPr/>
          </p:nvSpPr>
          <p:spPr>
            <a:xfrm>
              <a:off x="3870960" y="316992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67" name="Oval 66">
              <a:extLst>
                <a:ext uri="{FF2B5EF4-FFF2-40B4-BE49-F238E27FC236}">
                  <a16:creationId xmlns:a16="http://schemas.microsoft.com/office/drawing/2014/main" id="{19219D30-5AB9-3970-64AA-BF8CAB66388C}"/>
                </a:ext>
              </a:extLst>
            </p:cNvPr>
            <p:cNvSpPr/>
            <p:nvPr/>
          </p:nvSpPr>
          <p:spPr>
            <a:xfrm>
              <a:off x="4137660" y="37338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68" name="Oval 67">
              <a:extLst>
                <a:ext uri="{FF2B5EF4-FFF2-40B4-BE49-F238E27FC236}">
                  <a16:creationId xmlns:a16="http://schemas.microsoft.com/office/drawing/2014/main" id="{D4FB600A-6720-5ED6-9481-3D092931F8BF}"/>
                </a:ext>
              </a:extLst>
            </p:cNvPr>
            <p:cNvSpPr/>
            <p:nvPr/>
          </p:nvSpPr>
          <p:spPr>
            <a:xfrm>
              <a:off x="5227320" y="36576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69" name="Oval 68">
              <a:extLst>
                <a:ext uri="{FF2B5EF4-FFF2-40B4-BE49-F238E27FC236}">
                  <a16:creationId xmlns:a16="http://schemas.microsoft.com/office/drawing/2014/main" id="{10CF1C5D-C422-3CC4-13DA-6FF2D03C0891}"/>
                </a:ext>
              </a:extLst>
            </p:cNvPr>
            <p:cNvSpPr/>
            <p:nvPr/>
          </p:nvSpPr>
          <p:spPr>
            <a:xfrm>
              <a:off x="4693920" y="390144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70" name="Oval 69">
              <a:extLst>
                <a:ext uri="{FF2B5EF4-FFF2-40B4-BE49-F238E27FC236}">
                  <a16:creationId xmlns:a16="http://schemas.microsoft.com/office/drawing/2014/main" id="{A97A5E48-F141-963E-C3FF-33CE94E08AF3}"/>
                </a:ext>
              </a:extLst>
            </p:cNvPr>
            <p:cNvSpPr/>
            <p:nvPr/>
          </p:nvSpPr>
          <p:spPr>
            <a:xfrm>
              <a:off x="5257800" y="41300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71" name="Oval 70">
              <a:extLst>
                <a:ext uri="{FF2B5EF4-FFF2-40B4-BE49-F238E27FC236}">
                  <a16:creationId xmlns:a16="http://schemas.microsoft.com/office/drawing/2014/main" id="{C39F7834-FDFB-AC9D-0AC7-B0D042CF36C5}"/>
                </a:ext>
              </a:extLst>
            </p:cNvPr>
            <p:cNvSpPr/>
            <p:nvPr/>
          </p:nvSpPr>
          <p:spPr>
            <a:xfrm rot="16200000">
              <a:off x="3413760" y="38252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72" name="Oval 71">
              <a:extLst>
                <a:ext uri="{FF2B5EF4-FFF2-40B4-BE49-F238E27FC236}">
                  <a16:creationId xmlns:a16="http://schemas.microsoft.com/office/drawing/2014/main" id="{CAF32238-491C-CB11-E32B-9C55E771FBF7}"/>
                </a:ext>
              </a:extLst>
            </p:cNvPr>
            <p:cNvSpPr/>
            <p:nvPr/>
          </p:nvSpPr>
          <p:spPr>
            <a:xfrm rot="16200000">
              <a:off x="2926080" y="234696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73" name="Oval 72">
              <a:extLst>
                <a:ext uri="{FF2B5EF4-FFF2-40B4-BE49-F238E27FC236}">
                  <a16:creationId xmlns:a16="http://schemas.microsoft.com/office/drawing/2014/main" id="{2EFDF111-10A6-C355-9EB3-195D8338BFF8}"/>
                </a:ext>
              </a:extLst>
            </p:cNvPr>
            <p:cNvSpPr/>
            <p:nvPr/>
          </p:nvSpPr>
          <p:spPr>
            <a:xfrm rot="16200000">
              <a:off x="4191000" y="32918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74" name="Oval 73">
              <a:extLst>
                <a:ext uri="{FF2B5EF4-FFF2-40B4-BE49-F238E27FC236}">
                  <a16:creationId xmlns:a16="http://schemas.microsoft.com/office/drawing/2014/main" id="{DE0C58C4-0432-48D5-E0D3-F8249D1C0B7C}"/>
                </a:ext>
              </a:extLst>
            </p:cNvPr>
            <p:cNvSpPr/>
            <p:nvPr/>
          </p:nvSpPr>
          <p:spPr>
            <a:xfrm rot="16200000">
              <a:off x="3749040" y="172212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75" name="Oval 74">
              <a:extLst>
                <a:ext uri="{FF2B5EF4-FFF2-40B4-BE49-F238E27FC236}">
                  <a16:creationId xmlns:a16="http://schemas.microsoft.com/office/drawing/2014/main" id="{C81F47BB-D108-E36F-D57A-FC01D272F1C2}"/>
                </a:ext>
              </a:extLst>
            </p:cNvPr>
            <p:cNvSpPr/>
            <p:nvPr/>
          </p:nvSpPr>
          <p:spPr>
            <a:xfrm rot="16200000">
              <a:off x="3520440" y="271272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76" name="Oval 75">
              <a:extLst>
                <a:ext uri="{FF2B5EF4-FFF2-40B4-BE49-F238E27FC236}">
                  <a16:creationId xmlns:a16="http://schemas.microsoft.com/office/drawing/2014/main" id="{B2CD0A42-1692-D855-2FC8-7AA70E2A0C28}"/>
                </a:ext>
              </a:extLst>
            </p:cNvPr>
            <p:cNvSpPr/>
            <p:nvPr/>
          </p:nvSpPr>
          <p:spPr>
            <a:xfrm rot="16200000">
              <a:off x="3322320" y="34442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77" name="Oval 76">
              <a:extLst>
                <a:ext uri="{FF2B5EF4-FFF2-40B4-BE49-F238E27FC236}">
                  <a16:creationId xmlns:a16="http://schemas.microsoft.com/office/drawing/2014/main" id="{CDBF6ABC-4DC4-5325-2F56-51AC0B3C2F40}"/>
                </a:ext>
              </a:extLst>
            </p:cNvPr>
            <p:cNvSpPr/>
            <p:nvPr/>
          </p:nvSpPr>
          <p:spPr>
            <a:xfrm>
              <a:off x="4572000" y="211836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78" name="Oval 77">
              <a:extLst>
                <a:ext uri="{FF2B5EF4-FFF2-40B4-BE49-F238E27FC236}">
                  <a16:creationId xmlns:a16="http://schemas.microsoft.com/office/drawing/2014/main" id="{3C6F39EE-6293-4605-E03D-338D246886FB}"/>
                </a:ext>
              </a:extLst>
            </p:cNvPr>
            <p:cNvSpPr/>
            <p:nvPr/>
          </p:nvSpPr>
          <p:spPr>
            <a:xfrm>
              <a:off x="5562600" y="313944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79" name="Oval 78">
              <a:extLst>
                <a:ext uri="{FF2B5EF4-FFF2-40B4-BE49-F238E27FC236}">
                  <a16:creationId xmlns:a16="http://schemas.microsoft.com/office/drawing/2014/main" id="{866D64F0-DAB9-D182-7E11-9F3C4EEA579A}"/>
                </a:ext>
              </a:extLst>
            </p:cNvPr>
            <p:cNvSpPr/>
            <p:nvPr/>
          </p:nvSpPr>
          <p:spPr>
            <a:xfrm>
              <a:off x="5684520" y="19050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80" name="Oval 79">
              <a:extLst>
                <a:ext uri="{FF2B5EF4-FFF2-40B4-BE49-F238E27FC236}">
                  <a16:creationId xmlns:a16="http://schemas.microsoft.com/office/drawing/2014/main" id="{815B551A-26E1-9074-1FD0-622C1D47BE00}"/>
                </a:ext>
              </a:extLst>
            </p:cNvPr>
            <p:cNvSpPr/>
            <p:nvPr/>
          </p:nvSpPr>
          <p:spPr>
            <a:xfrm>
              <a:off x="4693920" y="320040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81" name="Oval 80">
              <a:extLst>
                <a:ext uri="{FF2B5EF4-FFF2-40B4-BE49-F238E27FC236}">
                  <a16:creationId xmlns:a16="http://schemas.microsoft.com/office/drawing/2014/main" id="{EBE20A97-C9C0-BC12-CB3B-FC6D788A8CF9}"/>
                </a:ext>
              </a:extLst>
            </p:cNvPr>
            <p:cNvSpPr/>
            <p:nvPr/>
          </p:nvSpPr>
          <p:spPr>
            <a:xfrm>
              <a:off x="6263640" y="27584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82" name="Oval 81">
              <a:extLst>
                <a:ext uri="{FF2B5EF4-FFF2-40B4-BE49-F238E27FC236}">
                  <a16:creationId xmlns:a16="http://schemas.microsoft.com/office/drawing/2014/main" id="{F0230C16-041E-7794-872C-951623FA593E}"/>
                </a:ext>
              </a:extLst>
            </p:cNvPr>
            <p:cNvSpPr/>
            <p:nvPr/>
          </p:nvSpPr>
          <p:spPr>
            <a:xfrm>
              <a:off x="5273040" y="25298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83" name="Oval 82">
              <a:extLst>
                <a:ext uri="{FF2B5EF4-FFF2-40B4-BE49-F238E27FC236}">
                  <a16:creationId xmlns:a16="http://schemas.microsoft.com/office/drawing/2014/main" id="{EE728324-9825-A758-6C05-845BE93275C8}"/>
                </a:ext>
              </a:extLst>
            </p:cNvPr>
            <p:cNvSpPr/>
            <p:nvPr/>
          </p:nvSpPr>
          <p:spPr>
            <a:xfrm>
              <a:off x="4678680" y="268224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84" name="Oval 83">
              <a:extLst>
                <a:ext uri="{FF2B5EF4-FFF2-40B4-BE49-F238E27FC236}">
                  <a16:creationId xmlns:a16="http://schemas.microsoft.com/office/drawing/2014/main" id="{9C971E36-CB5B-E76B-9C7E-36987AD8F83D}"/>
                </a:ext>
              </a:extLst>
            </p:cNvPr>
            <p:cNvSpPr/>
            <p:nvPr/>
          </p:nvSpPr>
          <p:spPr>
            <a:xfrm rot="16200000">
              <a:off x="4709160" y="213360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85" name="Oval 84">
              <a:extLst>
                <a:ext uri="{FF2B5EF4-FFF2-40B4-BE49-F238E27FC236}">
                  <a16:creationId xmlns:a16="http://schemas.microsoft.com/office/drawing/2014/main" id="{41C2694F-47D4-97CC-9CE3-B8020A0C7DB4}"/>
                </a:ext>
              </a:extLst>
            </p:cNvPr>
            <p:cNvSpPr/>
            <p:nvPr/>
          </p:nvSpPr>
          <p:spPr>
            <a:xfrm rot="16200000">
              <a:off x="5120640" y="272796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86" name="Oval 85">
              <a:extLst>
                <a:ext uri="{FF2B5EF4-FFF2-40B4-BE49-F238E27FC236}">
                  <a16:creationId xmlns:a16="http://schemas.microsoft.com/office/drawing/2014/main" id="{ED2747C3-5C08-4C6E-898B-5E833920B445}"/>
                </a:ext>
              </a:extLst>
            </p:cNvPr>
            <p:cNvSpPr/>
            <p:nvPr/>
          </p:nvSpPr>
          <p:spPr>
            <a:xfrm>
              <a:off x="4328160" y="384048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87" name="Oval 86">
              <a:extLst>
                <a:ext uri="{FF2B5EF4-FFF2-40B4-BE49-F238E27FC236}">
                  <a16:creationId xmlns:a16="http://schemas.microsoft.com/office/drawing/2014/main" id="{7DBD587E-E3E3-9A1F-BD38-AFAEC9D010A3}"/>
                </a:ext>
              </a:extLst>
            </p:cNvPr>
            <p:cNvSpPr/>
            <p:nvPr/>
          </p:nvSpPr>
          <p:spPr>
            <a:xfrm>
              <a:off x="3581400" y="40386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88" name="Oval 87">
              <a:extLst>
                <a:ext uri="{FF2B5EF4-FFF2-40B4-BE49-F238E27FC236}">
                  <a16:creationId xmlns:a16="http://schemas.microsoft.com/office/drawing/2014/main" id="{2F51E0A2-E466-9E0D-9851-08D6238336D6}"/>
                </a:ext>
              </a:extLst>
            </p:cNvPr>
            <p:cNvSpPr/>
            <p:nvPr/>
          </p:nvSpPr>
          <p:spPr>
            <a:xfrm rot="16200000">
              <a:off x="5730240" y="277368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89" name="Oval 88">
              <a:extLst>
                <a:ext uri="{FF2B5EF4-FFF2-40B4-BE49-F238E27FC236}">
                  <a16:creationId xmlns:a16="http://schemas.microsoft.com/office/drawing/2014/main" id="{A42ED506-394A-2960-3B15-DD8CA1E4621F}"/>
                </a:ext>
              </a:extLst>
            </p:cNvPr>
            <p:cNvSpPr/>
            <p:nvPr/>
          </p:nvSpPr>
          <p:spPr>
            <a:xfrm>
              <a:off x="3916680" y="292608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90" name="Oval 89">
              <a:extLst>
                <a:ext uri="{FF2B5EF4-FFF2-40B4-BE49-F238E27FC236}">
                  <a16:creationId xmlns:a16="http://schemas.microsoft.com/office/drawing/2014/main" id="{7BBE93C7-FBCA-8809-68EB-3CC8D32434B0}"/>
                </a:ext>
              </a:extLst>
            </p:cNvPr>
            <p:cNvSpPr/>
            <p:nvPr/>
          </p:nvSpPr>
          <p:spPr>
            <a:xfrm>
              <a:off x="3810000" y="233172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91" name="Oval 90">
              <a:extLst>
                <a:ext uri="{FF2B5EF4-FFF2-40B4-BE49-F238E27FC236}">
                  <a16:creationId xmlns:a16="http://schemas.microsoft.com/office/drawing/2014/main" id="{A5361DC5-78B0-6E64-A4D1-4A360382F01F}"/>
                </a:ext>
              </a:extLst>
            </p:cNvPr>
            <p:cNvSpPr/>
            <p:nvPr/>
          </p:nvSpPr>
          <p:spPr>
            <a:xfrm>
              <a:off x="3169920" y="280416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92" name="Oval 91">
              <a:extLst>
                <a:ext uri="{FF2B5EF4-FFF2-40B4-BE49-F238E27FC236}">
                  <a16:creationId xmlns:a16="http://schemas.microsoft.com/office/drawing/2014/main" id="{6B23339A-23EA-D4B9-7C99-7B03DABF3814}"/>
                </a:ext>
              </a:extLst>
            </p:cNvPr>
            <p:cNvSpPr/>
            <p:nvPr/>
          </p:nvSpPr>
          <p:spPr>
            <a:xfrm>
              <a:off x="5212080" y="318516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93" name="Oval 92">
              <a:extLst>
                <a:ext uri="{FF2B5EF4-FFF2-40B4-BE49-F238E27FC236}">
                  <a16:creationId xmlns:a16="http://schemas.microsoft.com/office/drawing/2014/main" id="{BF009DCC-630E-B682-2C74-0C542678CF2A}"/>
                </a:ext>
              </a:extLst>
            </p:cNvPr>
            <p:cNvSpPr/>
            <p:nvPr/>
          </p:nvSpPr>
          <p:spPr>
            <a:xfrm>
              <a:off x="4739640" y="172212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94" name="Oval 93">
              <a:extLst>
                <a:ext uri="{FF2B5EF4-FFF2-40B4-BE49-F238E27FC236}">
                  <a16:creationId xmlns:a16="http://schemas.microsoft.com/office/drawing/2014/main" id="{0673B3CC-F8D8-C44B-59D1-E0977F55057E}"/>
                </a:ext>
              </a:extLst>
            </p:cNvPr>
            <p:cNvSpPr/>
            <p:nvPr/>
          </p:nvSpPr>
          <p:spPr>
            <a:xfrm>
              <a:off x="3337560" y="231648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95" name="Oval 94">
              <a:extLst>
                <a:ext uri="{FF2B5EF4-FFF2-40B4-BE49-F238E27FC236}">
                  <a16:creationId xmlns:a16="http://schemas.microsoft.com/office/drawing/2014/main" id="{9D2DDD6F-5A63-F214-6B47-FCE765440FBD}"/>
                </a:ext>
              </a:extLst>
            </p:cNvPr>
            <p:cNvSpPr/>
            <p:nvPr/>
          </p:nvSpPr>
          <p:spPr>
            <a:xfrm>
              <a:off x="6202680" y="2301239"/>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96" name="Oval 95">
              <a:extLst>
                <a:ext uri="{FF2B5EF4-FFF2-40B4-BE49-F238E27FC236}">
                  <a16:creationId xmlns:a16="http://schemas.microsoft.com/office/drawing/2014/main" id="{E40BC044-B690-3A8C-6B78-B6BC2D9F6648}"/>
                </a:ext>
              </a:extLst>
            </p:cNvPr>
            <p:cNvSpPr/>
            <p:nvPr/>
          </p:nvSpPr>
          <p:spPr>
            <a:xfrm rot="16200000">
              <a:off x="5288280" y="1904999"/>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97" name="Oval 96">
              <a:extLst>
                <a:ext uri="{FF2B5EF4-FFF2-40B4-BE49-F238E27FC236}">
                  <a16:creationId xmlns:a16="http://schemas.microsoft.com/office/drawing/2014/main" id="{2B3AE41A-47E1-8065-9374-A3E54187AF7E}"/>
                </a:ext>
              </a:extLst>
            </p:cNvPr>
            <p:cNvSpPr/>
            <p:nvPr/>
          </p:nvSpPr>
          <p:spPr>
            <a:xfrm>
              <a:off x="3977640" y="297180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98" name="Oval 97">
              <a:extLst>
                <a:ext uri="{FF2B5EF4-FFF2-40B4-BE49-F238E27FC236}">
                  <a16:creationId xmlns:a16="http://schemas.microsoft.com/office/drawing/2014/main" id="{4DE19054-0651-C022-8931-41E8E26AF056}"/>
                </a:ext>
              </a:extLst>
            </p:cNvPr>
            <p:cNvSpPr/>
            <p:nvPr/>
          </p:nvSpPr>
          <p:spPr>
            <a:xfrm rot="16200000">
              <a:off x="3992880" y="190500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99" name="Oval 98">
              <a:extLst>
                <a:ext uri="{FF2B5EF4-FFF2-40B4-BE49-F238E27FC236}">
                  <a16:creationId xmlns:a16="http://schemas.microsoft.com/office/drawing/2014/main" id="{D3B2D6B7-07D9-1FEC-12EC-96265C2E1B1A}"/>
                </a:ext>
              </a:extLst>
            </p:cNvPr>
            <p:cNvSpPr/>
            <p:nvPr/>
          </p:nvSpPr>
          <p:spPr>
            <a:xfrm>
              <a:off x="6111240" y="326136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00" name="Oval 99">
              <a:extLst>
                <a:ext uri="{FF2B5EF4-FFF2-40B4-BE49-F238E27FC236}">
                  <a16:creationId xmlns:a16="http://schemas.microsoft.com/office/drawing/2014/main" id="{52AE190F-152C-00F6-9406-F1A16539ADDD}"/>
                </a:ext>
              </a:extLst>
            </p:cNvPr>
            <p:cNvSpPr/>
            <p:nvPr/>
          </p:nvSpPr>
          <p:spPr>
            <a:xfrm>
              <a:off x="5166360" y="161544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grpSp>
      <p:grpSp>
        <p:nvGrpSpPr>
          <p:cNvPr id="101" name="Group 100">
            <a:extLst>
              <a:ext uri="{FF2B5EF4-FFF2-40B4-BE49-F238E27FC236}">
                <a16:creationId xmlns:a16="http://schemas.microsoft.com/office/drawing/2014/main" id="{4B689F72-6672-BA12-62B8-3969C0B05D48}"/>
              </a:ext>
            </a:extLst>
          </p:cNvPr>
          <p:cNvGrpSpPr/>
          <p:nvPr/>
        </p:nvGrpSpPr>
        <p:grpSpPr>
          <a:xfrm rot="1354499">
            <a:off x="8575040" y="2392678"/>
            <a:ext cx="1386840" cy="1310640"/>
            <a:chOff x="2926080" y="1447800"/>
            <a:chExt cx="4160520" cy="3931920"/>
          </a:xfrm>
        </p:grpSpPr>
        <p:sp>
          <p:nvSpPr>
            <p:cNvPr id="102" name="Oval 101">
              <a:extLst>
                <a:ext uri="{FF2B5EF4-FFF2-40B4-BE49-F238E27FC236}">
                  <a16:creationId xmlns:a16="http://schemas.microsoft.com/office/drawing/2014/main" id="{37BF28E8-FBD3-8B7A-B719-3400B69BBDAA}"/>
                </a:ext>
              </a:extLst>
            </p:cNvPr>
            <p:cNvSpPr/>
            <p:nvPr/>
          </p:nvSpPr>
          <p:spPr>
            <a:xfrm>
              <a:off x="4160520" y="242316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103" name="Oval 102">
              <a:extLst>
                <a:ext uri="{FF2B5EF4-FFF2-40B4-BE49-F238E27FC236}">
                  <a16:creationId xmlns:a16="http://schemas.microsoft.com/office/drawing/2014/main" id="{A2668ACF-CB23-C3D4-E6AE-232A0113A01D}"/>
                </a:ext>
              </a:extLst>
            </p:cNvPr>
            <p:cNvSpPr/>
            <p:nvPr/>
          </p:nvSpPr>
          <p:spPr>
            <a:xfrm>
              <a:off x="5852160" y="371856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104" name="Oval 103">
              <a:extLst>
                <a:ext uri="{FF2B5EF4-FFF2-40B4-BE49-F238E27FC236}">
                  <a16:creationId xmlns:a16="http://schemas.microsoft.com/office/drawing/2014/main" id="{15D80F7F-7395-BD6F-D888-4741F1639D93}"/>
                </a:ext>
              </a:extLst>
            </p:cNvPr>
            <p:cNvSpPr/>
            <p:nvPr/>
          </p:nvSpPr>
          <p:spPr>
            <a:xfrm>
              <a:off x="4465320" y="455676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05" name="Oval 104">
              <a:extLst>
                <a:ext uri="{FF2B5EF4-FFF2-40B4-BE49-F238E27FC236}">
                  <a16:creationId xmlns:a16="http://schemas.microsoft.com/office/drawing/2014/main" id="{9CE81F72-3EEE-7F8E-4196-AAB3B01C4A30}"/>
                </a:ext>
              </a:extLst>
            </p:cNvPr>
            <p:cNvSpPr/>
            <p:nvPr/>
          </p:nvSpPr>
          <p:spPr>
            <a:xfrm>
              <a:off x="3749040" y="429768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106" name="Oval 105">
              <a:extLst>
                <a:ext uri="{FF2B5EF4-FFF2-40B4-BE49-F238E27FC236}">
                  <a16:creationId xmlns:a16="http://schemas.microsoft.com/office/drawing/2014/main" id="{B22F2597-9BDC-AEBC-ED05-AE41772A9B24}"/>
                </a:ext>
              </a:extLst>
            </p:cNvPr>
            <p:cNvSpPr/>
            <p:nvPr/>
          </p:nvSpPr>
          <p:spPr>
            <a:xfrm>
              <a:off x="4282440" y="14478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07" name="Oval 106">
              <a:extLst>
                <a:ext uri="{FF2B5EF4-FFF2-40B4-BE49-F238E27FC236}">
                  <a16:creationId xmlns:a16="http://schemas.microsoft.com/office/drawing/2014/main" id="{18AF1185-A15B-3322-6CF8-0012EC2AAA61}"/>
                </a:ext>
              </a:extLst>
            </p:cNvPr>
            <p:cNvSpPr/>
            <p:nvPr/>
          </p:nvSpPr>
          <p:spPr>
            <a:xfrm>
              <a:off x="2926080" y="301752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08" name="Oval 107">
              <a:extLst>
                <a:ext uri="{FF2B5EF4-FFF2-40B4-BE49-F238E27FC236}">
                  <a16:creationId xmlns:a16="http://schemas.microsoft.com/office/drawing/2014/main" id="{0A17A889-168E-F742-1F8C-BDC70C2B06FC}"/>
                </a:ext>
              </a:extLst>
            </p:cNvPr>
            <p:cNvSpPr/>
            <p:nvPr/>
          </p:nvSpPr>
          <p:spPr>
            <a:xfrm>
              <a:off x="5852160" y="25146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09" name="Oval 108">
              <a:extLst>
                <a:ext uri="{FF2B5EF4-FFF2-40B4-BE49-F238E27FC236}">
                  <a16:creationId xmlns:a16="http://schemas.microsoft.com/office/drawing/2014/main" id="{34357BDB-38BF-FD18-EDD3-C977E8EDBB68}"/>
                </a:ext>
              </a:extLst>
            </p:cNvPr>
            <p:cNvSpPr/>
            <p:nvPr/>
          </p:nvSpPr>
          <p:spPr>
            <a:xfrm>
              <a:off x="4038600" y="321564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10" name="Oval 109">
              <a:extLst>
                <a:ext uri="{FF2B5EF4-FFF2-40B4-BE49-F238E27FC236}">
                  <a16:creationId xmlns:a16="http://schemas.microsoft.com/office/drawing/2014/main" id="{E655E773-BED5-5AAB-8072-5B8B16775890}"/>
                </a:ext>
              </a:extLst>
            </p:cNvPr>
            <p:cNvSpPr/>
            <p:nvPr/>
          </p:nvSpPr>
          <p:spPr>
            <a:xfrm>
              <a:off x="3870960" y="316992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111" name="Oval 110">
              <a:extLst>
                <a:ext uri="{FF2B5EF4-FFF2-40B4-BE49-F238E27FC236}">
                  <a16:creationId xmlns:a16="http://schemas.microsoft.com/office/drawing/2014/main" id="{13FFEC6A-60AB-C2B9-6699-3EF59421ADED}"/>
                </a:ext>
              </a:extLst>
            </p:cNvPr>
            <p:cNvSpPr/>
            <p:nvPr/>
          </p:nvSpPr>
          <p:spPr>
            <a:xfrm>
              <a:off x="4137660" y="37338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12" name="Oval 111">
              <a:extLst>
                <a:ext uri="{FF2B5EF4-FFF2-40B4-BE49-F238E27FC236}">
                  <a16:creationId xmlns:a16="http://schemas.microsoft.com/office/drawing/2014/main" id="{B6556DA3-D7F4-E4CF-92B3-2595B169339A}"/>
                </a:ext>
              </a:extLst>
            </p:cNvPr>
            <p:cNvSpPr/>
            <p:nvPr/>
          </p:nvSpPr>
          <p:spPr>
            <a:xfrm>
              <a:off x="5227320" y="36576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13" name="Oval 112">
              <a:extLst>
                <a:ext uri="{FF2B5EF4-FFF2-40B4-BE49-F238E27FC236}">
                  <a16:creationId xmlns:a16="http://schemas.microsoft.com/office/drawing/2014/main" id="{58AB0359-3006-9210-E253-CF678E6D361D}"/>
                </a:ext>
              </a:extLst>
            </p:cNvPr>
            <p:cNvSpPr/>
            <p:nvPr/>
          </p:nvSpPr>
          <p:spPr>
            <a:xfrm>
              <a:off x="4693920" y="390144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14" name="Oval 113">
              <a:extLst>
                <a:ext uri="{FF2B5EF4-FFF2-40B4-BE49-F238E27FC236}">
                  <a16:creationId xmlns:a16="http://schemas.microsoft.com/office/drawing/2014/main" id="{322CFD3F-68CF-8027-C58E-17CDC28707A0}"/>
                </a:ext>
              </a:extLst>
            </p:cNvPr>
            <p:cNvSpPr/>
            <p:nvPr/>
          </p:nvSpPr>
          <p:spPr>
            <a:xfrm>
              <a:off x="5257800" y="41300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115" name="Oval 114">
              <a:extLst>
                <a:ext uri="{FF2B5EF4-FFF2-40B4-BE49-F238E27FC236}">
                  <a16:creationId xmlns:a16="http://schemas.microsoft.com/office/drawing/2014/main" id="{0ACAAFEA-8322-409A-257E-0984F7EB10ED}"/>
                </a:ext>
              </a:extLst>
            </p:cNvPr>
            <p:cNvSpPr/>
            <p:nvPr/>
          </p:nvSpPr>
          <p:spPr>
            <a:xfrm rot="16200000">
              <a:off x="3413760" y="38252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116" name="Oval 115">
              <a:extLst>
                <a:ext uri="{FF2B5EF4-FFF2-40B4-BE49-F238E27FC236}">
                  <a16:creationId xmlns:a16="http://schemas.microsoft.com/office/drawing/2014/main" id="{56B15106-B0A1-1492-F64F-1E7ED16A746F}"/>
                </a:ext>
              </a:extLst>
            </p:cNvPr>
            <p:cNvSpPr/>
            <p:nvPr/>
          </p:nvSpPr>
          <p:spPr>
            <a:xfrm rot="16200000">
              <a:off x="2926080" y="234696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117" name="Oval 116">
              <a:extLst>
                <a:ext uri="{FF2B5EF4-FFF2-40B4-BE49-F238E27FC236}">
                  <a16:creationId xmlns:a16="http://schemas.microsoft.com/office/drawing/2014/main" id="{4317395D-429B-2C50-E716-18CF3C602A86}"/>
                </a:ext>
              </a:extLst>
            </p:cNvPr>
            <p:cNvSpPr/>
            <p:nvPr/>
          </p:nvSpPr>
          <p:spPr>
            <a:xfrm rot="16200000">
              <a:off x="4191000" y="32918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118" name="Oval 117">
              <a:extLst>
                <a:ext uri="{FF2B5EF4-FFF2-40B4-BE49-F238E27FC236}">
                  <a16:creationId xmlns:a16="http://schemas.microsoft.com/office/drawing/2014/main" id="{557514F1-9DE4-21AC-6A9A-3A449709D735}"/>
                </a:ext>
              </a:extLst>
            </p:cNvPr>
            <p:cNvSpPr/>
            <p:nvPr/>
          </p:nvSpPr>
          <p:spPr>
            <a:xfrm rot="16200000">
              <a:off x="3749040" y="172212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119" name="Oval 118">
              <a:extLst>
                <a:ext uri="{FF2B5EF4-FFF2-40B4-BE49-F238E27FC236}">
                  <a16:creationId xmlns:a16="http://schemas.microsoft.com/office/drawing/2014/main" id="{A5F0AC40-F7E7-B747-D378-4E3719373A67}"/>
                </a:ext>
              </a:extLst>
            </p:cNvPr>
            <p:cNvSpPr/>
            <p:nvPr/>
          </p:nvSpPr>
          <p:spPr>
            <a:xfrm rot="16200000">
              <a:off x="3520440" y="271272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120" name="Oval 119">
              <a:extLst>
                <a:ext uri="{FF2B5EF4-FFF2-40B4-BE49-F238E27FC236}">
                  <a16:creationId xmlns:a16="http://schemas.microsoft.com/office/drawing/2014/main" id="{389036C3-AD39-4B51-B8FD-9330B952D3F5}"/>
                </a:ext>
              </a:extLst>
            </p:cNvPr>
            <p:cNvSpPr/>
            <p:nvPr/>
          </p:nvSpPr>
          <p:spPr>
            <a:xfrm rot="16200000">
              <a:off x="3322320" y="34442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121" name="Oval 120">
              <a:extLst>
                <a:ext uri="{FF2B5EF4-FFF2-40B4-BE49-F238E27FC236}">
                  <a16:creationId xmlns:a16="http://schemas.microsoft.com/office/drawing/2014/main" id="{D78ED9EB-3BB7-59FF-FAD7-4603EF2F0785}"/>
                </a:ext>
              </a:extLst>
            </p:cNvPr>
            <p:cNvSpPr/>
            <p:nvPr/>
          </p:nvSpPr>
          <p:spPr>
            <a:xfrm>
              <a:off x="4572000" y="211836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22" name="Oval 121">
              <a:extLst>
                <a:ext uri="{FF2B5EF4-FFF2-40B4-BE49-F238E27FC236}">
                  <a16:creationId xmlns:a16="http://schemas.microsoft.com/office/drawing/2014/main" id="{E6F824A9-140D-410A-6B45-52CB4FE030AB}"/>
                </a:ext>
              </a:extLst>
            </p:cNvPr>
            <p:cNvSpPr/>
            <p:nvPr/>
          </p:nvSpPr>
          <p:spPr>
            <a:xfrm>
              <a:off x="5562600" y="313944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23" name="Oval 122">
              <a:extLst>
                <a:ext uri="{FF2B5EF4-FFF2-40B4-BE49-F238E27FC236}">
                  <a16:creationId xmlns:a16="http://schemas.microsoft.com/office/drawing/2014/main" id="{FFDD907A-97FB-4B7A-92AA-A6F6E2E21303}"/>
                </a:ext>
              </a:extLst>
            </p:cNvPr>
            <p:cNvSpPr/>
            <p:nvPr/>
          </p:nvSpPr>
          <p:spPr>
            <a:xfrm>
              <a:off x="5684520" y="19050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24" name="Oval 123">
              <a:extLst>
                <a:ext uri="{FF2B5EF4-FFF2-40B4-BE49-F238E27FC236}">
                  <a16:creationId xmlns:a16="http://schemas.microsoft.com/office/drawing/2014/main" id="{6E7D0AE7-7140-1420-5ABC-2613E3156F6F}"/>
                </a:ext>
              </a:extLst>
            </p:cNvPr>
            <p:cNvSpPr/>
            <p:nvPr/>
          </p:nvSpPr>
          <p:spPr>
            <a:xfrm>
              <a:off x="4693920" y="320040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125" name="Oval 124">
              <a:extLst>
                <a:ext uri="{FF2B5EF4-FFF2-40B4-BE49-F238E27FC236}">
                  <a16:creationId xmlns:a16="http://schemas.microsoft.com/office/drawing/2014/main" id="{8055BA24-5D00-FB99-D7B2-06F3688831EE}"/>
                </a:ext>
              </a:extLst>
            </p:cNvPr>
            <p:cNvSpPr/>
            <p:nvPr/>
          </p:nvSpPr>
          <p:spPr>
            <a:xfrm>
              <a:off x="6263640" y="27584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126" name="Oval 125">
              <a:extLst>
                <a:ext uri="{FF2B5EF4-FFF2-40B4-BE49-F238E27FC236}">
                  <a16:creationId xmlns:a16="http://schemas.microsoft.com/office/drawing/2014/main" id="{E7DFA907-C674-C576-8CE9-0FD7B0F77192}"/>
                </a:ext>
              </a:extLst>
            </p:cNvPr>
            <p:cNvSpPr/>
            <p:nvPr/>
          </p:nvSpPr>
          <p:spPr>
            <a:xfrm>
              <a:off x="5273040" y="25298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127" name="Oval 126">
              <a:extLst>
                <a:ext uri="{FF2B5EF4-FFF2-40B4-BE49-F238E27FC236}">
                  <a16:creationId xmlns:a16="http://schemas.microsoft.com/office/drawing/2014/main" id="{CFD740A6-4ECD-2025-1D3C-1BE552D66641}"/>
                </a:ext>
              </a:extLst>
            </p:cNvPr>
            <p:cNvSpPr/>
            <p:nvPr/>
          </p:nvSpPr>
          <p:spPr>
            <a:xfrm>
              <a:off x="4678680" y="268224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28" name="Oval 127">
              <a:extLst>
                <a:ext uri="{FF2B5EF4-FFF2-40B4-BE49-F238E27FC236}">
                  <a16:creationId xmlns:a16="http://schemas.microsoft.com/office/drawing/2014/main" id="{73DA42C2-E7BF-A44F-DC45-E6C9FF4A9D6B}"/>
                </a:ext>
              </a:extLst>
            </p:cNvPr>
            <p:cNvSpPr/>
            <p:nvPr/>
          </p:nvSpPr>
          <p:spPr>
            <a:xfrm rot="16200000">
              <a:off x="4709160" y="213360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129" name="Oval 128">
              <a:extLst>
                <a:ext uri="{FF2B5EF4-FFF2-40B4-BE49-F238E27FC236}">
                  <a16:creationId xmlns:a16="http://schemas.microsoft.com/office/drawing/2014/main" id="{01512CBD-A4E0-50C5-4CF5-D08B4E9E991E}"/>
                </a:ext>
              </a:extLst>
            </p:cNvPr>
            <p:cNvSpPr/>
            <p:nvPr/>
          </p:nvSpPr>
          <p:spPr>
            <a:xfrm rot="16200000">
              <a:off x="5120640" y="272796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130" name="Oval 129">
              <a:extLst>
                <a:ext uri="{FF2B5EF4-FFF2-40B4-BE49-F238E27FC236}">
                  <a16:creationId xmlns:a16="http://schemas.microsoft.com/office/drawing/2014/main" id="{EFB92788-22D5-4EE7-78F2-0F4CE73F0CF8}"/>
                </a:ext>
              </a:extLst>
            </p:cNvPr>
            <p:cNvSpPr/>
            <p:nvPr/>
          </p:nvSpPr>
          <p:spPr>
            <a:xfrm>
              <a:off x="4328160" y="384048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31" name="Oval 130">
              <a:extLst>
                <a:ext uri="{FF2B5EF4-FFF2-40B4-BE49-F238E27FC236}">
                  <a16:creationId xmlns:a16="http://schemas.microsoft.com/office/drawing/2014/main" id="{CFB79179-FEAC-7989-B972-FDFA11B2B3DE}"/>
                </a:ext>
              </a:extLst>
            </p:cNvPr>
            <p:cNvSpPr/>
            <p:nvPr/>
          </p:nvSpPr>
          <p:spPr>
            <a:xfrm>
              <a:off x="3581400" y="40386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32" name="Oval 131">
              <a:extLst>
                <a:ext uri="{FF2B5EF4-FFF2-40B4-BE49-F238E27FC236}">
                  <a16:creationId xmlns:a16="http://schemas.microsoft.com/office/drawing/2014/main" id="{0E2A8B08-5D74-EE96-17D8-DE0762DD508B}"/>
                </a:ext>
              </a:extLst>
            </p:cNvPr>
            <p:cNvSpPr/>
            <p:nvPr/>
          </p:nvSpPr>
          <p:spPr>
            <a:xfrm rot="16200000">
              <a:off x="5730240" y="277368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133" name="Oval 132">
              <a:extLst>
                <a:ext uri="{FF2B5EF4-FFF2-40B4-BE49-F238E27FC236}">
                  <a16:creationId xmlns:a16="http://schemas.microsoft.com/office/drawing/2014/main" id="{9E06C37D-1616-26DB-2A7F-A06FC023CA0D}"/>
                </a:ext>
              </a:extLst>
            </p:cNvPr>
            <p:cNvSpPr/>
            <p:nvPr/>
          </p:nvSpPr>
          <p:spPr>
            <a:xfrm>
              <a:off x="3916680" y="292608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34" name="Oval 133">
              <a:extLst>
                <a:ext uri="{FF2B5EF4-FFF2-40B4-BE49-F238E27FC236}">
                  <a16:creationId xmlns:a16="http://schemas.microsoft.com/office/drawing/2014/main" id="{6283648B-1018-F1A0-E350-16C90C016D04}"/>
                </a:ext>
              </a:extLst>
            </p:cNvPr>
            <p:cNvSpPr/>
            <p:nvPr/>
          </p:nvSpPr>
          <p:spPr>
            <a:xfrm>
              <a:off x="3810000" y="233172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35" name="Oval 134">
              <a:extLst>
                <a:ext uri="{FF2B5EF4-FFF2-40B4-BE49-F238E27FC236}">
                  <a16:creationId xmlns:a16="http://schemas.microsoft.com/office/drawing/2014/main" id="{136CF19C-D376-7E34-33F1-2A35EFE556B0}"/>
                </a:ext>
              </a:extLst>
            </p:cNvPr>
            <p:cNvSpPr/>
            <p:nvPr/>
          </p:nvSpPr>
          <p:spPr>
            <a:xfrm>
              <a:off x="3169920" y="280416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36" name="Oval 135">
              <a:extLst>
                <a:ext uri="{FF2B5EF4-FFF2-40B4-BE49-F238E27FC236}">
                  <a16:creationId xmlns:a16="http://schemas.microsoft.com/office/drawing/2014/main" id="{19C30C83-2A22-2EF8-F332-5B7463AD0801}"/>
                </a:ext>
              </a:extLst>
            </p:cNvPr>
            <p:cNvSpPr/>
            <p:nvPr/>
          </p:nvSpPr>
          <p:spPr>
            <a:xfrm>
              <a:off x="5212080" y="318516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37" name="Oval 136">
              <a:extLst>
                <a:ext uri="{FF2B5EF4-FFF2-40B4-BE49-F238E27FC236}">
                  <a16:creationId xmlns:a16="http://schemas.microsoft.com/office/drawing/2014/main" id="{ED032A11-7FAE-4AF1-B26D-20CBD87FF9A1}"/>
                </a:ext>
              </a:extLst>
            </p:cNvPr>
            <p:cNvSpPr/>
            <p:nvPr/>
          </p:nvSpPr>
          <p:spPr>
            <a:xfrm>
              <a:off x="4739640" y="172212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38" name="Oval 137">
              <a:extLst>
                <a:ext uri="{FF2B5EF4-FFF2-40B4-BE49-F238E27FC236}">
                  <a16:creationId xmlns:a16="http://schemas.microsoft.com/office/drawing/2014/main" id="{8AD409B9-6EAD-8B12-B313-8A49CFE4DE1D}"/>
                </a:ext>
              </a:extLst>
            </p:cNvPr>
            <p:cNvSpPr/>
            <p:nvPr/>
          </p:nvSpPr>
          <p:spPr>
            <a:xfrm>
              <a:off x="3337560" y="231648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39" name="Oval 138">
              <a:extLst>
                <a:ext uri="{FF2B5EF4-FFF2-40B4-BE49-F238E27FC236}">
                  <a16:creationId xmlns:a16="http://schemas.microsoft.com/office/drawing/2014/main" id="{DC873F2B-2244-C28F-2294-D95BC2FB7F4B}"/>
                </a:ext>
              </a:extLst>
            </p:cNvPr>
            <p:cNvSpPr/>
            <p:nvPr/>
          </p:nvSpPr>
          <p:spPr>
            <a:xfrm>
              <a:off x="6202680" y="2301239"/>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140" name="Oval 139">
              <a:extLst>
                <a:ext uri="{FF2B5EF4-FFF2-40B4-BE49-F238E27FC236}">
                  <a16:creationId xmlns:a16="http://schemas.microsoft.com/office/drawing/2014/main" id="{D89A9940-B1D7-4B63-57C5-D96F31CA662E}"/>
                </a:ext>
              </a:extLst>
            </p:cNvPr>
            <p:cNvSpPr/>
            <p:nvPr/>
          </p:nvSpPr>
          <p:spPr>
            <a:xfrm rot="16200000">
              <a:off x="5288280" y="1904999"/>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141" name="Oval 140">
              <a:extLst>
                <a:ext uri="{FF2B5EF4-FFF2-40B4-BE49-F238E27FC236}">
                  <a16:creationId xmlns:a16="http://schemas.microsoft.com/office/drawing/2014/main" id="{16A5B453-86AC-3A07-3C1D-68A240EABF0E}"/>
                </a:ext>
              </a:extLst>
            </p:cNvPr>
            <p:cNvSpPr/>
            <p:nvPr/>
          </p:nvSpPr>
          <p:spPr>
            <a:xfrm>
              <a:off x="3977640" y="297180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142" name="Oval 141">
              <a:extLst>
                <a:ext uri="{FF2B5EF4-FFF2-40B4-BE49-F238E27FC236}">
                  <a16:creationId xmlns:a16="http://schemas.microsoft.com/office/drawing/2014/main" id="{CA05FABC-D6D6-F54E-9CDF-24A9B551E00B}"/>
                </a:ext>
              </a:extLst>
            </p:cNvPr>
            <p:cNvSpPr/>
            <p:nvPr/>
          </p:nvSpPr>
          <p:spPr>
            <a:xfrm rot="16200000">
              <a:off x="3992880" y="190500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143" name="Oval 142">
              <a:extLst>
                <a:ext uri="{FF2B5EF4-FFF2-40B4-BE49-F238E27FC236}">
                  <a16:creationId xmlns:a16="http://schemas.microsoft.com/office/drawing/2014/main" id="{20F3B71E-593D-D11F-70C6-2D4E3BB076B4}"/>
                </a:ext>
              </a:extLst>
            </p:cNvPr>
            <p:cNvSpPr/>
            <p:nvPr/>
          </p:nvSpPr>
          <p:spPr>
            <a:xfrm>
              <a:off x="6111240" y="326136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44" name="Oval 143">
              <a:extLst>
                <a:ext uri="{FF2B5EF4-FFF2-40B4-BE49-F238E27FC236}">
                  <a16:creationId xmlns:a16="http://schemas.microsoft.com/office/drawing/2014/main" id="{87E8F533-B175-BA15-4885-DE0940CF4217}"/>
                </a:ext>
              </a:extLst>
            </p:cNvPr>
            <p:cNvSpPr/>
            <p:nvPr/>
          </p:nvSpPr>
          <p:spPr>
            <a:xfrm>
              <a:off x="5166360" y="161544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grpSp>
      <p:grpSp>
        <p:nvGrpSpPr>
          <p:cNvPr id="145" name="Group 144">
            <a:extLst>
              <a:ext uri="{FF2B5EF4-FFF2-40B4-BE49-F238E27FC236}">
                <a16:creationId xmlns:a16="http://schemas.microsoft.com/office/drawing/2014/main" id="{A5FCA0D5-430E-AE81-33D0-8D953B7C8687}"/>
              </a:ext>
            </a:extLst>
          </p:cNvPr>
          <p:cNvGrpSpPr/>
          <p:nvPr/>
        </p:nvGrpSpPr>
        <p:grpSpPr>
          <a:xfrm rot="2504491">
            <a:off x="7406640" y="4145277"/>
            <a:ext cx="1386840" cy="1310640"/>
            <a:chOff x="2926080" y="1447800"/>
            <a:chExt cx="4160520" cy="3931920"/>
          </a:xfrm>
        </p:grpSpPr>
        <p:sp>
          <p:nvSpPr>
            <p:cNvPr id="146" name="Oval 145">
              <a:extLst>
                <a:ext uri="{FF2B5EF4-FFF2-40B4-BE49-F238E27FC236}">
                  <a16:creationId xmlns:a16="http://schemas.microsoft.com/office/drawing/2014/main" id="{79D3224E-A605-FCAA-6659-8313554ACB48}"/>
                </a:ext>
              </a:extLst>
            </p:cNvPr>
            <p:cNvSpPr/>
            <p:nvPr/>
          </p:nvSpPr>
          <p:spPr>
            <a:xfrm>
              <a:off x="4160520" y="242316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147" name="Oval 146">
              <a:extLst>
                <a:ext uri="{FF2B5EF4-FFF2-40B4-BE49-F238E27FC236}">
                  <a16:creationId xmlns:a16="http://schemas.microsoft.com/office/drawing/2014/main" id="{126E90D3-B694-0D74-DBB7-9505FEB3937A}"/>
                </a:ext>
              </a:extLst>
            </p:cNvPr>
            <p:cNvSpPr/>
            <p:nvPr/>
          </p:nvSpPr>
          <p:spPr>
            <a:xfrm>
              <a:off x="5852160" y="371856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148" name="Oval 147">
              <a:extLst>
                <a:ext uri="{FF2B5EF4-FFF2-40B4-BE49-F238E27FC236}">
                  <a16:creationId xmlns:a16="http://schemas.microsoft.com/office/drawing/2014/main" id="{83A9906A-BC2F-3BB3-D005-9EAE46624B44}"/>
                </a:ext>
              </a:extLst>
            </p:cNvPr>
            <p:cNvSpPr/>
            <p:nvPr/>
          </p:nvSpPr>
          <p:spPr>
            <a:xfrm>
              <a:off x="4465320" y="455676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49" name="Oval 148">
              <a:extLst>
                <a:ext uri="{FF2B5EF4-FFF2-40B4-BE49-F238E27FC236}">
                  <a16:creationId xmlns:a16="http://schemas.microsoft.com/office/drawing/2014/main" id="{AEF8D74D-9A17-D38C-9171-1F19116B08C6}"/>
                </a:ext>
              </a:extLst>
            </p:cNvPr>
            <p:cNvSpPr/>
            <p:nvPr/>
          </p:nvSpPr>
          <p:spPr>
            <a:xfrm>
              <a:off x="3749040" y="429768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150" name="Oval 149">
              <a:extLst>
                <a:ext uri="{FF2B5EF4-FFF2-40B4-BE49-F238E27FC236}">
                  <a16:creationId xmlns:a16="http://schemas.microsoft.com/office/drawing/2014/main" id="{3A47D90F-8AC5-26B0-0990-6A9A695556A5}"/>
                </a:ext>
              </a:extLst>
            </p:cNvPr>
            <p:cNvSpPr/>
            <p:nvPr/>
          </p:nvSpPr>
          <p:spPr>
            <a:xfrm>
              <a:off x="4282440" y="14478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51" name="Oval 150">
              <a:extLst>
                <a:ext uri="{FF2B5EF4-FFF2-40B4-BE49-F238E27FC236}">
                  <a16:creationId xmlns:a16="http://schemas.microsoft.com/office/drawing/2014/main" id="{F4008AE1-8B60-6BFD-2DC2-5D0792C62713}"/>
                </a:ext>
              </a:extLst>
            </p:cNvPr>
            <p:cNvSpPr/>
            <p:nvPr/>
          </p:nvSpPr>
          <p:spPr>
            <a:xfrm>
              <a:off x="2926080" y="301752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52" name="Oval 151">
              <a:extLst>
                <a:ext uri="{FF2B5EF4-FFF2-40B4-BE49-F238E27FC236}">
                  <a16:creationId xmlns:a16="http://schemas.microsoft.com/office/drawing/2014/main" id="{B416992B-2D4D-0402-1F95-558E46A3BA9A}"/>
                </a:ext>
              </a:extLst>
            </p:cNvPr>
            <p:cNvSpPr/>
            <p:nvPr/>
          </p:nvSpPr>
          <p:spPr>
            <a:xfrm>
              <a:off x="5852160" y="25146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53" name="Oval 152">
              <a:extLst>
                <a:ext uri="{FF2B5EF4-FFF2-40B4-BE49-F238E27FC236}">
                  <a16:creationId xmlns:a16="http://schemas.microsoft.com/office/drawing/2014/main" id="{087289B5-9825-B3B2-92ED-099F041F27E9}"/>
                </a:ext>
              </a:extLst>
            </p:cNvPr>
            <p:cNvSpPr/>
            <p:nvPr/>
          </p:nvSpPr>
          <p:spPr>
            <a:xfrm>
              <a:off x="4038600" y="321564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54" name="Oval 153">
              <a:extLst>
                <a:ext uri="{FF2B5EF4-FFF2-40B4-BE49-F238E27FC236}">
                  <a16:creationId xmlns:a16="http://schemas.microsoft.com/office/drawing/2014/main" id="{073B60B0-638E-6704-FBCD-1DDFC9448163}"/>
                </a:ext>
              </a:extLst>
            </p:cNvPr>
            <p:cNvSpPr/>
            <p:nvPr/>
          </p:nvSpPr>
          <p:spPr>
            <a:xfrm>
              <a:off x="3870960" y="316992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155" name="Oval 154">
              <a:extLst>
                <a:ext uri="{FF2B5EF4-FFF2-40B4-BE49-F238E27FC236}">
                  <a16:creationId xmlns:a16="http://schemas.microsoft.com/office/drawing/2014/main" id="{9EFA1907-CC79-9F37-5AAA-BD0C51B63222}"/>
                </a:ext>
              </a:extLst>
            </p:cNvPr>
            <p:cNvSpPr/>
            <p:nvPr/>
          </p:nvSpPr>
          <p:spPr>
            <a:xfrm>
              <a:off x="4137660" y="37338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56" name="Oval 155">
              <a:extLst>
                <a:ext uri="{FF2B5EF4-FFF2-40B4-BE49-F238E27FC236}">
                  <a16:creationId xmlns:a16="http://schemas.microsoft.com/office/drawing/2014/main" id="{51BAEB30-31FB-E9C1-8530-36837273DD96}"/>
                </a:ext>
              </a:extLst>
            </p:cNvPr>
            <p:cNvSpPr/>
            <p:nvPr/>
          </p:nvSpPr>
          <p:spPr>
            <a:xfrm>
              <a:off x="5227320" y="36576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57" name="Oval 156">
              <a:extLst>
                <a:ext uri="{FF2B5EF4-FFF2-40B4-BE49-F238E27FC236}">
                  <a16:creationId xmlns:a16="http://schemas.microsoft.com/office/drawing/2014/main" id="{88C8017D-FA55-FD04-81CE-573257CDACE7}"/>
                </a:ext>
              </a:extLst>
            </p:cNvPr>
            <p:cNvSpPr/>
            <p:nvPr/>
          </p:nvSpPr>
          <p:spPr>
            <a:xfrm>
              <a:off x="4693920" y="390144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58" name="Oval 157">
              <a:extLst>
                <a:ext uri="{FF2B5EF4-FFF2-40B4-BE49-F238E27FC236}">
                  <a16:creationId xmlns:a16="http://schemas.microsoft.com/office/drawing/2014/main" id="{87334342-E578-6807-DE3D-373C7700DB7C}"/>
                </a:ext>
              </a:extLst>
            </p:cNvPr>
            <p:cNvSpPr/>
            <p:nvPr/>
          </p:nvSpPr>
          <p:spPr>
            <a:xfrm>
              <a:off x="5257800" y="41300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159" name="Oval 158">
              <a:extLst>
                <a:ext uri="{FF2B5EF4-FFF2-40B4-BE49-F238E27FC236}">
                  <a16:creationId xmlns:a16="http://schemas.microsoft.com/office/drawing/2014/main" id="{87CC4047-E37B-428A-AA5A-A879735DF2CA}"/>
                </a:ext>
              </a:extLst>
            </p:cNvPr>
            <p:cNvSpPr/>
            <p:nvPr/>
          </p:nvSpPr>
          <p:spPr>
            <a:xfrm rot="16200000">
              <a:off x="3413760" y="38252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160" name="Oval 159">
              <a:extLst>
                <a:ext uri="{FF2B5EF4-FFF2-40B4-BE49-F238E27FC236}">
                  <a16:creationId xmlns:a16="http://schemas.microsoft.com/office/drawing/2014/main" id="{61F43F00-F1A3-C5DE-67EB-4F85BDC96E66}"/>
                </a:ext>
              </a:extLst>
            </p:cNvPr>
            <p:cNvSpPr/>
            <p:nvPr/>
          </p:nvSpPr>
          <p:spPr>
            <a:xfrm rot="16200000">
              <a:off x="2926080" y="234696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161" name="Oval 160">
              <a:extLst>
                <a:ext uri="{FF2B5EF4-FFF2-40B4-BE49-F238E27FC236}">
                  <a16:creationId xmlns:a16="http://schemas.microsoft.com/office/drawing/2014/main" id="{192643AD-C25A-EFAD-8F53-397F1D458DB0}"/>
                </a:ext>
              </a:extLst>
            </p:cNvPr>
            <p:cNvSpPr/>
            <p:nvPr/>
          </p:nvSpPr>
          <p:spPr>
            <a:xfrm rot="16200000">
              <a:off x="4191000" y="32918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162" name="Oval 161">
              <a:extLst>
                <a:ext uri="{FF2B5EF4-FFF2-40B4-BE49-F238E27FC236}">
                  <a16:creationId xmlns:a16="http://schemas.microsoft.com/office/drawing/2014/main" id="{B87F76DC-DE25-66EF-952B-80A5B0BC2EB7}"/>
                </a:ext>
              </a:extLst>
            </p:cNvPr>
            <p:cNvSpPr/>
            <p:nvPr/>
          </p:nvSpPr>
          <p:spPr>
            <a:xfrm rot="16200000">
              <a:off x="3749040" y="172212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163" name="Oval 162">
              <a:extLst>
                <a:ext uri="{FF2B5EF4-FFF2-40B4-BE49-F238E27FC236}">
                  <a16:creationId xmlns:a16="http://schemas.microsoft.com/office/drawing/2014/main" id="{B215C5E5-B95C-EAA3-1200-4713786A6A79}"/>
                </a:ext>
              </a:extLst>
            </p:cNvPr>
            <p:cNvSpPr/>
            <p:nvPr/>
          </p:nvSpPr>
          <p:spPr>
            <a:xfrm rot="16200000">
              <a:off x="3520440" y="271272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164" name="Oval 163">
              <a:extLst>
                <a:ext uri="{FF2B5EF4-FFF2-40B4-BE49-F238E27FC236}">
                  <a16:creationId xmlns:a16="http://schemas.microsoft.com/office/drawing/2014/main" id="{4BC6B9AE-4C03-CC7F-EA74-879F2C4D8E32}"/>
                </a:ext>
              </a:extLst>
            </p:cNvPr>
            <p:cNvSpPr/>
            <p:nvPr/>
          </p:nvSpPr>
          <p:spPr>
            <a:xfrm rot="16200000">
              <a:off x="3322320" y="34442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165" name="Oval 164">
              <a:extLst>
                <a:ext uri="{FF2B5EF4-FFF2-40B4-BE49-F238E27FC236}">
                  <a16:creationId xmlns:a16="http://schemas.microsoft.com/office/drawing/2014/main" id="{0FD70B9F-EBAB-6D9B-DBFE-1DF8A55AEDD9}"/>
                </a:ext>
              </a:extLst>
            </p:cNvPr>
            <p:cNvSpPr/>
            <p:nvPr/>
          </p:nvSpPr>
          <p:spPr>
            <a:xfrm>
              <a:off x="4572000" y="211836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66" name="Oval 165">
              <a:extLst>
                <a:ext uri="{FF2B5EF4-FFF2-40B4-BE49-F238E27FC236}">
                  <a16:creationId xmlns:a16="http://schemas.microsoft.com/office/drawing/2014/main" id="{1FB8C0F6-B08B-99AF-45DF-4E3576F9A518}"/>
                </a:ext>
              </a:extLst>
            </p:cNvPr>
            <p:cNvSpPr/>
            <p:nvPr/>
          </p:nvSpPr>
          <p:spPr>
            <a:xfrm>
              <a:off x="5562600" y="313944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67" name="Oval 166">
              <a:extLst>
                <a:ext uri="{FF2B5EF4-FFF2-40B4-BE49-F238E27FC236}">
                  <a16:creationId xmlns:a16="http://schemas.microsoft.com/office/drawing/2014/main" id="{D19AA751-236B-6E13-1C23-2BB1BADD50A9}"/>
                </a:ext>
              </a:extLst>
            </p:cNvPr>
            <p:cNvSpPr/>
            <p:nvPr/>
          </p:nvSpPr>
          <p:spPr>
            <a:xfrm>
              <a:off x="5684520" y="19050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68" name="Oval 167">
              <a:extLst>
                <a:ext uri="{FF2B5EF4-FFF2-40B4-BE49-F238E27FC236}">
                  <a16:creationId xmlns:a16="http://schemas.microsoft.com/office/drawing/2014/main" id="{AA63B85A-25EF-4F7E-029A-5141BE76C539}"/>
                </a:ext>
              </a:extLst>
            </p:cNvPr>
            <p:cNvSpPr/>
            <p:nvPr/>
          </p:nvSpPr>
          <p:spPr>
            <a:xfrm>
              <a:off x="4693920" y="320040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169" name="Oval 168">
              <a:extLst>
                <a:ext uri="{FF2B5EF4-FFF2-40B4-BE49-F238E27FC236}">
                  <a16:creationId xmlns:a16="http://schemas.microsoft.com/office/drawing/2014/main" id="{11C38C93-5E50-B405-6E4E-E6E35D8CAFA6}"/>
                </a:ext>
              </a:extLst>
            </p:cNvPr>
            <p:cNvSpPr/>
            <p:nvPr/>
          </p:nvSpPr>
          <p:spPr>
            <a:xfrm>
              <a:off x="6263640" y="27584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170" name="Oval 169">
              <a:extLst>
                <a:ext uri="{FF2B5EF4-FFF2-40B4-BE49-F238E27FC236}">
                  <a16:creationId xmlns:a16="http://schemas.microsoft.com/office/drawing/2014/main" id="{E227FC85-D1D2-8383-1C01-72D9EACA0744}"/>
                </a:ext>
              </a:extLst>
            </p:cNvPr>
            <p:cNvSpPr/>
            <p:nvPr/>
          </p:nvSpPr>
          <p:spPr>
            <a:xfrm>
              <a:off x="5273040" y="25298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171" name="Oval 170">
              <a:extLst>
                <a:ext uri="{FF2B5EF4-FFF2-40B4-BE49-F238E27FC236}">
                  <a16:creationId xmlns:a16="http://schemas.microsoft.com/office/drawing/2014/main" id="{0D325305-0B5B-0BAE-87DA-6D15E8604F0A}"/>
                </a:ext>
              </a:extLst>
            </p:cNvPr>
            <p:cNvSpPr/>
            <p:nvPr/>
          </p:nvSpPr>
          <p:spPr>
            <a:xfrm>
              <a:off x="4678680" y="268224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72" name="Oval 171">
              <a:extLst>
                <a:ext uri="{FF2B5EF4-FFF2-40B4-BE49-F238E27FC236}">
                  <a16:creationId xmlns:a16="http://schemas.microsoft.com/office/drawing/2014/main" id="{AA8ABBB2-B476-0D08-A839-6202D7CD4990}"/>
                </a:ext>
              </a:extLst>
            </p:cNvPr>
            <p:cNvSpPr/>
            <p:nvPr/>
          </p:nvSpPr>
          <p:spPr>
            <a:xfrm rot="16200000">
              <a:off x="4709160" y="213360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173" name="Oval 172">
              <a:extLst>
                <a:ext uri="{FF2B5EF4-FFF2-40B4-BE49-F238E27FC236}">
                  <a16:creationId xmlns:a16="http://schemas.microsoft.com/office/drawing/2014/main" id="{CC8EBE91-6C90-863C-42A1-94C3D7393E37}"/>
                </a:ext>
              </a:extLst>
            </p:cNvPr>
            <p:cNvSpPr/>
            <p:nvPr/>
          </p:nvSpPr>
          <p:spPr>
            <a:xfrm rot="16200000">
              <a:off x="5120640" y="272796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174" name="Oval 173">
              <a:extLst>
                <a:ext uri="{FF2B5EF4-FFF2-40B4-BE49-F238E27FC236}">
                  <a16:creationId xmlns:a16="http://schemas.microsoft.com/office/drawing/2014/main" id="{DFA8CE20-2CF1-05D1-A285-7527E089E42B}"/>
                </a:ext>
              </a:extLst>
            </p:cNvPr>
            <p:cNvSpPr/>
            <p:nvPr/>
          </p:nvSpPr>
          <p:spPr>
            <a:xfrm>
              <a:off x="4328160" y="384048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75" name="Oval 174">
              <a:extLst>
                <a:ext uri="{FF2B5EF4-FFF2-40B4-BE49-F238E27FC236}">
                  <a16:creationId xmlns:a16="http://schemas.microsoft.com/office/drawing/2014/main" id="{C7CE4965-8460-711E-3D7C-CB3412996F41}"/>
                </a:ext>
              </a:extLst>
            </p:cNvPr>
            <p:cNvSpPr/>
            <p:nvPr/>
          </p:nvSpPr>
          <p:spPr>
            <a:xfrm>
              <a:off x="3581400" y="40386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76" name="Oval 175">
              <a:extLst>
                <a:ext uri="{FF2B5EF4-FFF2-40B4-BE49-F238E27FC236}">
                  <a16:creationId xmlns:a16="http://schemas.microsoft.com/office/drawing/2014/main" id="{BCB280F5-C497-E994-73C6-74087E977B97}"/>
                </a:ext>
              </a:extLst>
            </p:cNvPr>
            <p:cNvSpPr/>
            <p:nvPr/>
          </p:nvSpPr>
          <p:spPr>
            <a:xfrm rot="16200000">
              <a:off x="5730240" y="277368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177" name="Oval 176">
              <a:extLst>
                <a:ext uri="{FF2B5EF4-FFF2-40B4-BE49-F238E27FC236}">
                  <a16:creationId xmlns:a16="http://schemas.microsoft.com/office/drawing/2014/main" id="{3ECCE8DF-2BDD-F532-F1F5-B304A056B4FC}"/>
                </a:ext>
              </a:extLst>
            </p:cNvPr>
            <p:cNvSpPr/>
            <p:nvPr/>
          </p:nvSpPr>
          <p:spPr>
            <a:xfrm>
              <a:off x="3916680" y="292608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78" name="Oval 177">
              <a:extLst>
                <a:ext uri="{FF2B5EF4-FFF2-40B4-BE49-F238E27FC236}">
                  <a16:creationId xmlns:a16="http://schemas.microsoft.com/office/drawing/2014/main" id="{DBFDD3BA-3B90-3E77-F864-1259B6E9FE42}"/>
                </a:ext>
              </a:extLst>
            </p:cNvPr>
            <p:cNvSpPr/>
            <p:nvPr/>
          </p:nvSpPr>
          <p:spPr>
            <a:xfrm>
              <a:off x="3810000" y="233172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79" name="Oval 178">
              <a:extLst>
                <a:ext uri="{FF2B5EF4-FFF2-40B4-BE49-F238E27FC236}">
                  <a16:creationId xmlns:a16="http://schemas.microsoft.com/office/drawing/2014/main" id="{B90AD2BB-6D9F-C60D-A410-645842855470}"/>
                </a:ext>
              </a:extLst>
            </p:cNvPr>
            <p:cNvSpPr/>
            <p:nvPr/>
          </p:nvSpPr>
          <p:spPr>
            <a:xfrm>
              <a:off x="3169920" y="280416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80" name="Oval 179">
              <a:extLst>
                <a:ext uri="{FF2B5EF4-FFF2-40B4-BE49-F238E27FC236}">
                  <a16:creationId xmlns:a16="http://schemas.microsoft.com/office/drawing/2014/main" id="{46CB2BC5-6809-484E-B284-A61A0119716C}"/>
                </a:ext>
              </a:extLst>
            </p:cNvPr>
            <p:cNvSpPr/>
            <p:nvPr/>
          </p:nvSpPr>
          <p:spPr>
            <a:xfrm>
              <a:off x="5212080" y="318516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81" name="Oval 180">
              <a:extLst>
                <a:ext uri="{FF2B5EF4-FFF2-40B4-BE49-F238E27FC236}">
                  <a16:creationId xmlns:a16="http://schemas.microsoft.com/office/drawing/2014/main" id="{CF2A2623-1772-B2A1-026C-599B7BDFB6CA}"/>
                </a:ext>
              </a:extLst>
            </p:cNvPr>
            <p:cNvSpPr/>
            <p:nvPr/>
          </p:nvSpPr>
          <p:spPr>
            <a:xfrm>
              <a:off x="4739640" y="172212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82" name="Oval 181">
              <a:extLst>
                <a:ext uri="{FF2B5EF4-FFF2-40B4-BE49-F238E27FC236}">
                  <a16:creationId xmlns:a16="http://schemas.microsoft.com/office/drawing/2014/main" id="{442875E5-FBAA-98EA-CADD-8D170BB8F7E3}"/>
                </a:ext>
              </a:extLst>
            </p:cNvPr>
            <p:cNvSpPr/>
            <p:nvPr/>
          </p:nvSpPr>
          <p:spPr>
            <a:xfrm>
              <a:off x="3337560" y="231648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83" name="Oval 182">
              <a:extLst>
                <a:ext uri="{FF2B5EF4-FFF2-40B4-BE49-F238E27FC236}">
                  <a16:creationId xmlns:a16="http://schemas.microsoft.com/office/drawing/2014/main" id="{FBDF435B-F372-1B8B-C4C2-2658F39167B8}"/>
                </a:ext>
              </a:extLst>
            </p:cNvPr>
            <p:cNvSpPr/>
            <p:nvPr/>
          </p:nvSpPr>
          <p:spPr>
            <a:xfrm>
              <a:off x="6202680" y="2301239"/>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184" name="Oval 183">
              <a:extLst>
                <a:ext uri="{FF2B5EF4-FFF2-40B4-BE49-F238E27FC236}">
                  <a16:creationId xmlns:a16="http://schemas.microsoft.com/office/drawing/2014/main" id="{17F4ECDD-F0D1-155A-C914-BDECFF352E1E}"/>
                </a:ext>
              </a:extLst>
            </p:cNvPr>
            <p:cNvSpPr/>
            <p:nvPr/>
          </p:nvSpPr>
          <p:spPr>
            <a:xfrm rot="16200000">
              <a:off x="5288280" y="1904999"/>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185" name="Oval 184">
              <a:extLst>
                <a:ext uri="{FF2B5EF4-FFF2-40B4-BE49-F238E27FC236}">
                  <a16:creationId xmlns:a16="http://schemas.microsoft.com/office/drawing/2014/main" id="{CE74B579-B85A-6C52-A971-C8B21EDAEA4F}"/>
                </a:ext>
              </a:extLst>
            </p:cNvPr>
            <p:cNvSpPr/>
            <p:nvPr/>
          </p:nvSpPr>
          <p:spPr>
            <a:xfrm>
              <a:off x="3977640" y="297180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186" name="Oval 185">
              <a:extLst>
                <a:ext uri="{FF2B5EF4-FFF2-40B4-BE49-F238E27FC236}">
                  <a16:creationId xmlns:a16="http://schemas.microsoft.com/office/drawing/2014/main" id="{522767DC-03AF-C0A0-6692-8DCD57210B82}"/>
                </a:ext>
              </a:extLst>
            </p:cNvPr>
            <p:cNvSpPr/>
            <p:nvPr/>
          </p:nvSpPr>
          <p:spPr>
            <a:xfrm rot="16200000">
              <a:off x="3992880" y="190500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187" name="Oval 186">
              <a:extLst>
                <a:ext uri="{FF2B5EF4-FFF2-40B4-BE49-F238E27FC236}">
                  <a16:creationId xmlns:a16="http://schemas.microsoft.com/office/drawing/2014/main" id="{056711E7-07F3-F8C5-78CA-FE43703D4D33}"/>
                </a:ext>
              </a:extLst>
            </p:cNvPr>
            <p:cNvSpPr/>
            <p:nvPr/>
          </p:nvSpPr>
          <p:spPr>
            <a:xfrm>
              <a:off x="6111240" y="326136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88" name="Oval 187">
              <a:extLst>
                <a:ext uri="{FF2B5EF4-FFF2-40B4-BE49-F238E27FC236}">
                  <a16:creationId xmlns:a16="http://schemas.microsoft.com/office/drawing/2014/main" id="{101DE3BE-7467-70A0-86EC-DC2AA9FEB0BB}"/>
                </a:ext>
              </a:extLst>
            </p:cNvPr>
            <p:cNvSpPr/>
            <p:nvPr/>
          </p:nvSpPr>
          <p:spPr>
            <a:xfrm>
              <a:off x="5166360" y="161544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grpSp>
      <p:grpSp>
        <p:nvGrpSpPr>
          <p:cNvPr id="189" name="Group 188">
            <a:extLst>
              <a:ext uri="{FF2B5EF4-FFF2-40B4-BE49-F238E27FC236}">
                <a16:creationId xmlns:a16="http://schemas.microsoft.com/office/drawing/2014/main" id="{EBFDEDDB-0E13-720F-328A-26B56F86A1B0}"/>
              </a:ext>
            </a:extLst>
          </p:cNvPr>
          <p:cNvGrpSpPr/>
          <p:nvPr/>
        </p:nvGrpSpPr>
        <p:grpSpPr>
          <a:xfrm rot="3704710">
            <a:off x="4709160" y="4815836"/>
            <a:ext cx="1386840" cy="1310640"/>
            <a:chOff x="2926080" y="1447800"/>
            <a:chExt cx="4160520" cy="3931920"/>
          </a:xfrm>
        </p:grpSpPr>
        <p:sp>
          <p:nvSpPr>
            <p:cNvPr id="190" name="Oval 189">
              <a:extLst>
                <a:ext uri="{FF2B5EF4-FFF2-40B4-BE49-F238E27FC236}">
                  <a16:creationId xmlns:a16="http://schemas.microsoft.com/office/drawing/2014/main" id="{09D02238-EC6C-8F69-D91B-4B4921F2FB43}"/>
                </a:ext>
              </a:extLst>
            </p:cNvPr>
            <p:cNvSpPr/>
            <p:nvPr/>
          </p:nvSpPr>
          <p:spPr>
            <a:xfrm>
              <a:off x="4160520" y="242316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191" name="Oval 190">
              <a:extLst>
                <a:ext uri="{FF2B5EF4-FFF2-40B4-BE49-F238E27FC236}">
                  <a16:creationId xmlns:a16="http://schemas.microsoft.com/office/drawing/2014/main" id="{731F81E9-5EEA-7FE8-8D33-9B9E9B6D92AE}"/>
                </a:ext>
              </a:extLst>
            </p:cNvPr>
            <p:cNvSpPr/>
            <p:nvPr/>
          </p:nvSpPr>
          <p:spPr>
            <a:xfrm>
              <a:off x="5852160" y="371856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192" name="Oval 191">
              <a:extLst>
                <a:ext uri="{FF2B5EF4-FFF2-40B4-BE49-F238E27FC236}">
                  <a16:creationId xmlns:a16="http://schemas.microsoft.com/office/drawing/2014/main" id="{1C017A12-5C8C-4983-DDBA-342D37B3496F}"/>
                </a:ext>
              </a:extLst>
            </p:cNvPr>
            <p:cNvSpPr/>
            <p:nvPr/>
          </p:nvSpPr>
          <p:spPr>
            <a:xfrm>
              <a:off x="4465320" y="455676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93" name="Oval 192">
              <a:extLst>
                <a:ext uri="{FF2B5EF4-FFF2-40B4-BE49-F238E27FC236}">
                  <a16:creationId xmlns:a16="http://schemas.microsoft.com/office/drawing/2014/main" id="{106C5797-94F9-60C2-B7A7-DD4462A8952A}"/>
                </a:ext>
              </a:extLst>
            </p:cNvPr>
            <p:cNvSpPr/>
            <p:nvPr/>
          </p:nvSpPr>
          <p:spPr>
            <a:xfrm>
              <a:off x="3749040" y="429768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194" name="Oval 193">
              <a:extLst>
                <a:ext uri="{FF2B5EF4-FFF2-40B4-BE49-F238E27FC236}">
                  <a16:creationId xmlns:a16="http://schemas.microsoft.com/office/drawing/2014/main" id="{5855CEBD-C65D-7E98-1C46-CA1F95F0138A}"/>
                </a:ext>
              </a:extLst>
            </p:cNvPr>
            <p:cNvSpPr/>
            <p:nvPr/>
          </p:nvSpPr>
          <p:spPr>
            <a:xfrm>
              <a:off x="4282440" y="14478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95" name="Oval 194">
              <a:extLst>
                <a:ext uri="{FF2B5EF4-FFF2-40B4-BE49-F238E27FC236}">
                  <a16:creationId xmlns:a16="http://schemas.microsoft.com/office/drawing/2014/main" id="{030B3799-186F-461D-21D5-7DC141DAB4B5}"/>
                </a:ext>
              </a:extLst>
            </p:cNvPr>
            <p:cNvSpPr/>
            <p:nvPr/>
          </p:nvSpPr>
          <p:spPr>
            <a:xfrm>
              <a:off x="2926080" y="301752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96" name="Oval 195">
              <a:extLst>
                <a:ext uri="{FF2B5EF4-FFF2-40B4-BE49-F238E27FC236}">
                  <a16:creationId xmlns:a16="http://schemas.microsoft.com/office/drawing/2014/main" id="{3870778B-C6FF-43D4-FEA4-496E9F33D7D2}"/>
                </a:ext>
              </a:extLst>
            </p:cNvPr>
            <p:cNvSpPr/>
            <p:nvPr/>
          </p:nvSpPr>
          <p:spPr>
            <a:xfrm>
              <a:off x="5852160" y="25146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97" name="Oval 196">
              <a:extLst>
                <a:ext uri="{FF2B5EF4-FFF2-40B4-BE49-F238E27FC236}">
                  <a16:creationId xmlns:a16="http://schemas.microsoft.com/office/drawing/2014/main" id="{79D519EB-9C0A-6F8B-26D9-34062A2F99C2}"/>
                </a:ext>
              </a:extLst>
            </p:cNvPr>
            <p:cNvSpPr/>
            <p:nvPr/>
          </p:nvSpPr>
          <p:spPr>
            <a:xfrm>
              <a:off x="4038600" y="321564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98" name="Oval 197">
              <a:extLst>
                <a:ext uri="{FF2B5EF4-FFF2-40B4-BE49-F238E27FC236}">
                  <a16:creationId xmlns:a16="http://schemas.microsoft.com/office/drawing/2014/main" id="{A78AA000-6544-3F68-13D4-9D7166CD746F}"/>
                </a:ext>
              </a:extLst>
            </p:cNvPr>
            <p:cNvSpPr/>
            <p:nvPr/>
          </p:nvSpPr>
          <p:spPr>
            <a:xfrm>
              <a:off x="3870960" y="316992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199" name="Oval 198">
              <a:extLst>
                <a:ext uri="{FF2B5EF4-FFF2-40B4-BE49-F238E27FC236}">
                  <a16:creationId xmlns:a16="http://schemas.microsoft.com/office/drawing/2014/main" id="{397E86D7-6C29-A41C-3A6E-E301A4DEAD77}"/>
                </a:ext>
              </a:extLst>
            </p:cNvPr>
            <p:cNvSpPr/>
            <p:nvPr/>
          </p:nvSpPr>
          <p:spPr>
            <a:xfrm>
              <a:off x="4137660" y="37338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200" name="Oval 199">
              <a:extLst>
                <a:ext uri="{FF2B5EF4-FFF2-40B4-BE49-F238E27FC236}">
                  <a16:creationId xmlns:a16="http://schemas.microsoft.com/office/drawing/2014/main" id="{CD3F9BDE-6E32-57BA-29C5-7B543964D36F}"/>
                </a:ext>
              </a:extLst>
            </p:cNvPr>
            <p:cNvSpPr/>
            <p:nvPr/>
          </p:nvSpPr>
          <p:spPr>
            <a:xfrm>
              <a:off x="5227320" y="36576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201" name="Oval 200">
              <a:extLst>
                <a:ext uri="{FF2B5EF4-FFF2-40B4-BE49-F238E27FC236}">
                  <a16:creationId xmlns:a16="http://schemas.microsoft.com/office/drawing/2014/main" id="{67602E98-073C-13B2-EFF6-FA52383E4609}"/>
                </a:ext>
              </a:extLst>
            </p:cNvPr>
            <p:cNvSpPr/>
            <p:nvPr/>
          </p:nvSpPr>
          <p:spPr>
            <a:xfrm>
              <a:off x="4693920" y="390144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202" name="Oval 201">
              <a:extLst>
                <a:ext uri="{FF2B5EF4-FFF2-40B4-BE49-F238E27FC236}">
                  <a16:creationId xmlns:a16="http://schemas.microsoft.com/office/drawing/2014/main" id="{5BC1AE78-1AA5-E395-128A-DC620F372680}"/>
                </a:ext>
              </a:extLst>
            </p:cNvPr>
            <p:cNvSpPr/>
            <p:nvPr/>
          </p:nvSpPr>
          <p:spPr>
            <a:xfrm>
              <a:off x="5257800" y="41300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203" name="Oval 202">
              <a:extLst>
                <a:ext uri="{FF2B5EF4-FFF2-40B4-BE49-F238E27FC236}">
                  <a16:creationId xmlns:a16="http://schemas.microsoft.com/office/drawing/2014/main" id="{FB67D898-9E30-994F-F319-5A265F5D8A3C}"/>
                </a:ext>
              </a:extLst>
            </p:cNvPr>
            <p:cNvSpPr/>
            <p:nvPr/>
          </p:nvSpPr>
          <p:spPr>
            <a:xfrm rot="16200000">
              <a:off x="3413760" y="38252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204" name="Oval 203">
              <a:extLst>
                <a:ext uri="{FF2B5EF4-FFF2-40B4-BE49-F238E27FC236}">
                  <a16:creationId xmlns:a16="http://schemas.microsoft.com/office/drawing/2014/main" id="{14F0A208-7A62-BED2-48DC-854B4A9603B1}"/>
                </a:ext>
              </a:extLst>
            </p:cNvPr>
            <p:cNvSpPr/>
            <p:nvPr/>
          </p:nvSpPr>
          <p:spPr>
            <a:xfrm rot="16200000">
              <a:off x="2926080" y="234696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205" name="Oval 204">
              <a:extLst>
                <a:ext uri="{FF2B5EF4-FFF2-40B4-BE49-F238E27FC236}">
                  <a16:creationId xmlns:a16="http://schemas.microsoft.com/office/drawing/2014/main" id="{D5275E47-E002-2AD8-FCBA-E9AAC672FAE6}"/>
                </a:ext>
              </a:extLst>
            </p:cNvPr>
            <p:cNvSpPr/>
            <p:nvPr/>
          </p:nvSpPr>
          <p:spPr>
            <a:xfrm rot="16200000">
              <a:off x="4191000" y="32918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206" name="Oval 205">
              <a:extLst>
                <a:ext uri="{FF2B5EF4-FFF2-40B4-BE49-F238E27FC236}">
                  <a16:creationId xmlns:a16="http://schemas.microsoft.com/office/drawing/2014/main" id="{830995C8-E71B-AC1F-C24B-AB6BDEFC706A}"/>
                </a:ext>
              </a:extLst>
            </p:cNvPr>
            <p:cNvSpPr/>
            <p:nvPr/>
          </p:nvSpPr>
          <p:spPr>
            <a:xfrm rot="16200000">
              <a:off x="3749040" y="172212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207" name="Oval 206">
              <a:extLst>
                <a:ext uri="{FF2B5EF4-FFF2-40B4-BE49-F238E27FC236}">
                  <a16:creationId xmlns:a16="http://schemas.microsoft.com/office/drawing/2014/main" id="{DFDFF568-7354-FD93-0B98-84249BE518AA}"/>
                </a:ext>
              </a:extLst>
            </p:cNvPr>
            <p:cNvSpPr/>
            <p:nvPr/>
          </p:nvSpPr>
          <p:spPr>
            <a:xfrm rot="16200000">
              <a:off x="3520440" y="271272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208" name="Oval 207">
              <a:extLst>
                <a:ext uri="{FF2B5EF4-FFF2-40B4-BE49-F238E27FC236}">
                  <a16:creationId xmlns:a16="http://schemas.microsoft.com/office/drawing/2014/main" id="{07E95FEB-E756-A04E-89C6-3ACFF005247A}"/>
                </a:ext>
              </a:extLst>
            </p:cNvPr>
            <p:cNvSpPr/>
            <p:nvPr/>
          </p:nvSpPr>
          <p:spPr>
            <a:xfrm rot="16200000">
              <a:off x="3322320" y="34442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209" name="Oval 208">
              <a:extLst>
                <a:ext uri="{FF2B5EF4-FFF2-40B4-BE49-F238E27FC236}">
                  <a16:creationId xmlns:a16="http://schemas.microsoft.com/office/drawing/2014/main" id="{0633C84A-4D99-2C6B-A28F-9D22B6AA4CFA}"/>
                </a:ext>
              </a:extLst>
            </p:cNvPr>
            <p:cNvSpPr/>
            <p:nvPr/>
          </p:nvSpPr>
          <p:spPr>
            <a:xfrm>
              <a:off x="4572000" y="211836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210" name="Oval 209">
              <a:extLst>
                <a:ext uri="{FF2B5EF4-FFF2-40B4-BE49-F238E27FC236}">
                  <a16:creationId xmlns:a16="http://schemas.microsoft.com/office/drawing/2014/main" id="{B58089BD-CE2A-035B-2145-2A938DEE3DE6}"/>
                </a:ext>
              </a:extLst>
            </p:cNvPr>
            <p:cNvSpPr/>
            <p:nvPr/>
          </p:nvSpPr>
          <p:spPr>
            <a:xfrm>
              <a:off x="5562600" y="313944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211" name="Oval 210">
              <a:extLst>
                <a:ext uri="{FF2B5EF4-FFF2-40B4-BE49-F238E27FC236}">
                  <a16:creationId xmlns:a16="http://schemas.microsoft.com/office/drawing/2014/main" id="{3619E7F5-46B9-45BD-EB6E-C604641A40AA}"/>
                </a:ext>
              </a:extLst>
            </p:cNvPr>
            <p:cNvSpPr/>
            <p:nvPr/>
          </p:nvSpPr>
          <p:spPr>
            <a:xfrm>
              <a:off x="5684520" y="19050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212" name="Oval 211">
              <a:extLst>
                <a:ext uri="{FF2B5EF4-FFF2-40B4-BE49-F238E27FC236}">
                  <a16:creationId xmlns:a16="http://schemas.microsoft.com/office/drawing/2014/main" id="{ACB15522-E5B4-2944-6B2D-7BCB6284D42D}"/>
                </a:ext>
              </a:extLst>
            </p:cNvPr>
            <p:cNvSpPr/>
            <p:nvPr/>
          </p:nvSpPr>
          <p:spPr>
            <a:xfrm>
              <a:off x="4693920" y="320040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213" name="Oval 212">
              <a:extLst>
                <a:ext uri="{FF2B5EF4-FFF2-40B4-BE49-F238E27FC236}">
                  <a16:creationId xmlns:a16="http://schemas.microsoft.com/office/drawing/2014/main" id="{9593A3EF-1E4E-A648-56CB-FEFAF47BB669}"/>
                </a:ext>
              </a:extLst>
            </p:cNvPr>
            <p:cNvSpPr/>
            <p:nvPr/>
          </p:nvSpPr>
          <p:spPr>
            <a:xfrm>
              <a:off x="6263640" y="27584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214" name="Oval 213">
              <a:extLst>
                <a:ext uri="{FF2B5EF4-FFF2-40B4-BE49-F238E27FC236}">
                  <a16:creationId xmlns:a16="http://schemas.microsoft.com/office/drawing/2014/main" id="{9FF75313-A018-115D-B207-7283895DA5DB}"/>
                </a:ext>
              </a:extLst>
            </p:cNvPr>
            <p:cNvSpPr/>
            <p:nvPr/>
          </p:nvSpPr>
          <p:spPr>
            <a:xfrm>
              <a:off x="5273040" y="25298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215" name="Oval 214">
              <a:extLst>
                <a:ext uri="{FF2B5EF4-FFF2-40B4-BE49-F238E27FC236}">
                  <a16:creationId xmlns:a16="http://schemas.microsoft.com/office/drawing/2014/main" id="{4D0FDC0F-874A-0C05-71FD-D6B9804689EE}"/>
                </a:ext>
              </a:extLst>
            </p:cNvPr>
            <p:cNvSpPr/>
            <p:nvPr/>
          </p:nvSpPr>
          <p:spPr>
            <a:xfrm>
              <a:off x="4678680" y="268224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216" name="Oval 215">
              <a:extLst>
                <a:ext uri="{FF2B5EF4-FFF2-40B4-BE49-F238E27FC236}">
                  <a16:creationId xmlns:a16="http://schemas.microsoft.com/office/drawing/2014/main" id="{B5652877-431E-0477-3794-39675423A2C7}"/>
                </a:ext>
              </a:extLst>
            </p:cNvPr>
            <p:cNvSpPr/>
            <p:nvPr/>
          </p:nvSpPr>
          <p:spPr>
            <a:xfrm rot="16200000">
              <a:off x="4709160" y="213360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217" name="Oval 216">
              <a:extLst>
                <a:ext uri="{FF2B5EF4-FFF2-40B4-BE49-F238E27FC236}">
                  <a16:creationId xmlns:a16="http://schemas.microsoft.com/office/drawing/2014/main" id="{8724F3A9-CAA3-3355-2B01-780331F49491}"/>
                </a:ext>
              </a:extLst>
            </p:cNvPr>
            <p:cNvSpPr/>
            <p:nvPr/>
          </p:nvSpPr>
          <p:spPr>
            <a:xfrm rot="16200000">
              <a:off x="5120640" y="272796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218" name="Oval 217">
              <a:extLst>
                <a:ext uri="{FF2B5EF4-FFF2-40B4-BE49-F238E27FC236}">
                  <a16:creationId xmlns:a16="http://schemas.microsoft.com/office/drawing/2014/main" id="{6BAC6CD4-5EC7-BC53-EF2E-79FF51569F49}"/>
                </a:ext>
              </a:extLst>
            </p:cNvPr>
            <p:cNvSpPr/>
            <p:nvPr/>
          </p:nvSpPr>
          <p:spPr>
            <a:xfrm>
              <a:off x="4328160" y="384048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219" name="Oval 218">
              <a:extLst>
                <a:ext uri="{FF2B5EF4-FFF2-40B4-BE49-F238E27FC236}">
                  <a16:creationId xmlns:a16="http://schemas.microsoft.com/office/drawing/2014/main" id="{B852E978-E97E-ABB1-66F5-B201EFF36E9A}"/>
                </a:ext>
              </a:extLst>
            </p:cNvPr>
            <p:cNvSpPr/>
            <p:nvPr/>
          </p:nvSpPr>
          <p:spPr>
            <a:xfrm>
              <a:off x="3581400" y="40386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220" name="Oval 219">
              <a:extLst>
                <a:ext uri="{FF2B5EF4-FFF2-40B4-BE49-F238E27FC236}">
                  <a16:creationId xmlns:a16="http://schemas.microsoft.com/office/drawing/2014/main" id="{5E5FAD81-3921-79F8-F36F-AACE6F958E26}"/>
                </a:ext>
              </a:extLst>
            </p:cNvPr>
            <p:cNvSpPr/>
            <p:nvPr/>
          </p:nvSpPr>
          <p:spPr>
            <a:xfrm rot="16200000">
              <a:off x="5730240" y="277368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221" name="Oval 220">
              <a:extLst>
                <a:ext uri="{FF2B5EF4-FFF2-40B4-BE49-F238E27FC236}">
                  <a16:creationId xmlns:a16="http://schemas.microsoft.com/office/drawing/2014/main" id="{90DA2B7A-EA42-6D33-7F83-06A43F235F7A}"/>
                </a:ext>
              </a:extLst>
            </p:cNvPr>
            <p:cNvSpPr/>
            <p:nvPr/>
          </p:nvSpPr>
          <p:spPr>
            <a:xfrm>
              <a:off x="3916680" y="292608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222" name="Oval 221">
              <a:extLst>
                <a:ext uri="{FF2B5EF4-FFF2-40B4-BE49-F238E27FC236}">
                  <a16:creationId xmlns:a16="http://schemas.microsoft.com/office/drawing/2014/main" id="{2E51C87C-2AA8-6466-9772-C83BAEF96B44}"/>
                </a:ext>
              </a:extLst>
            </p:cNvPr>
            <p:cNvSpPr/>
            <p:nvPr/>
          </p:nvSpPr>
          <p:spPr>
            <a:xfrm>
              <a:off x="3810000" y="233172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223" name="Oval 222">
              <a:extLst>
                <a:ext uri="{FF2B5EF4-FFF2-40B4-BE49-F238E27FC236}">
                  <a16:creationId xmlns:a16="http://schemas.microsoft.com/office/drawing/2014/main" id="{9E7937DD-CEEE-EB13-B453-CFD1FE778F68}"/>
                </a:ext>
              </a:extLst>
            </p:cNvPr>
            <p:cNvSpPr/>
            <p:nvPr/>
          </p:nvSpPr>
          <p:spPr>
            <a:xfrm>
              <a:off x="3169920" y="280416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224" name="Oval 223">
              <a:extLst>
                <a:ext uri="{FF2B5EF4-FFF2-40B4-BE49-F238E27FC236}">
                  <a16:creationId xmlns:a16="http://schemas.microsoft.com/office/drawing/2014/main" id="{4E12B0D7-5930-29D4-3AA7-38A0CC797C9F}"/>
                </a:ext>
              </a:extLst>
            </p:cNvPr>
            <p:cNvSpPr/>
            <p:nvPr/>
          </p:nvSpPr>
          <p:spPr>
            <a:xfrm>
              <a:off x="5212080" y="318516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225" name="Oval 224">
              <a:extLst>
                <a:ext uri="{FF2B5EF4-FFF2-40B4-BE49-F238E27FC236}">
                  <a16:creationId xmlns:a16="http://schemas.microsoft.com/office/drawing/2014/main" id="{4E16378A-9304-1F2A-F1C5-597666E8A54D}"/>
                </a:ext>
              </a:extLst>
            </p:cNvPr>
            <p:cNvSpPr/>
            <p:nvPr/>
          </p:nvSpPr>
          <p:spPr>
            <a:xfrm>
              <a:off x="4739640" y="172212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226" name="Oval 225">
              <a:extLst>
                <a:ext uri="{FF2B5EF4-FFF2-40B4-BE49-F238E27FC236}">
                  <a16:creationId xmlns:a16="http://schemas.microsoft.com/office/drawing/2014/main" id="{3BDCCDA6-5FE2-4A8C-05B4-AD652BCEBDDD}"/>
                </a:ext>
              </a:extLst>
            </p:cNvPr>
            <p:cNvSpPr/>
            <p:nvPr/>
          </p:nvSpPr>
          <p:spPr>
            <a:xfrm>
              <a:off x="3337560" y="231648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227" name="Oval 226">
              <a:extLst>
                <a:ext uri="{FF2B5EF4-FFF2-40B4-BE49-F238E27FC236}">
                  <a16:creationId xmlns:a16="http://schemas.microsoft.com/office/drawing/2014/main" id="{0099C8B2-CD27-1A62-2E9B-16B479215BA9}"/>
                </a:ext>
              </a:extLst>
            </p:cNvPr>
            <p:cNvSpPr/>
            <p:nvPr/>
          </p:nvSpPr>
          <p:spPr>
            <a:xfrm>
              <a:off x="6202680" y="2301239"/>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228" name="Oval 227">
              <a:extLst>
                <a:ext uri="{FF2B5EF4-FFF2-40B4-BE49-F238E27FC236}">
                  <a16:creationId xmlns:a16="http://schemas.microsoft.com/office/drawing/2014/main" id="{421C64C6-2A4E-5870-FAF5-DB78C442C981}"/>
                </a:ext>
              </a:extLst>
            </p:cNvPr>
            <p:cNvSpPr/>
            <p:nvPr/>
          </p:nvSpPr>
          <p:spPr>
            <a:xfrm rot="16200000">
              <a:off x="5288280" y="1904999"/>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229" name="Oval 228">
              <a:extLst>
                <a:ext uri="{FF2B5EF4-FFF2-40B4-BE49-F238E27FC236}">
                  <a16:creationId xmlns:a16="http://schemas.microsoft.com/office/drawing/2014/main" id="{62E952DC-458E-2957-F298-15C6CCD536A7}"/>
                </a:ext>
              </a:extLst>
            </p:cNvPr>
            <p:cNvSpPr/>
            <p:nvPr/>
          </p:nvSpPr>
          <p:spPr>
            <a:xfrm>
              <a:off x="3977640" y="297180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230" name="Oval 229">
              <a:extLst>
                <a:ext uri="{FF2B5EF4-FFF2-40B4-BE49-F238E27FC236}">
                  <a16:creationId xmlns:a16="http://schemas.microsoft.com/office/drawing/2014/main" id="{1856D8A8-EA96-F5A1-7A5E-30BB5A32EA0B}"/>
                </a:ext>
              </a:extLst>
            </p:cNvPr>
            <p:cNvSpPr/>
            <p:nvPr/>
          </p:nvSpPr>
          <p:spPr>
            <a:xfrm rot="16200000">
              <a:off x="3992880" y="190500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231" name="Oval 230">
              <a:extLst>
                <a:ext uri="{FF2B5EF4-FFF2-40B4-BE49-F238E27FC236}">
                  <a16:creationId xmlns:a16="http://schemas.microsoft.com/office/drawing/2014/main" id="{3672A383-26EB-1588-60A5-C21F15F09D07}"/>
                </a:ext>
              </a:extLst>
            </p:cNvPr>
            <p:cNvSpPr/>
            <p:nvPr/>
          </p:nvSpPr>
          <p:spPr>
            <a:xfrm>
              <a:off x="6111240" y="326136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232" name="Oval 231">
              <a:extLst>
                <a:ext uri="{FF2B5EF4-FFF2-40B4-BE49-F238E27FC236}">
                  <a16:creationId xmlns:a16="http://schemas.microsoft.com/office/drawing/2014/main" id="{65A52994-D250-A8DD-EC10-0C2D42DABDED}"/>
                </a:ext>
              </a:extLst>
            </p:cNvPr>
            <p:cNvSpPr/>
            <p:nvPr/>
          </p:nvSpPr>
          <p:spPr>
            <a:xfrm>
              <a:off x="5166360" y="161544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grpSp>
      <p:grpSp>
        <p:nvGrpSpPr>
          <p:cNvPr id="233" name="Group 232">
            <a:extLst>
              <a:ext uri="{FF2B5EF4-FFF2-40B4-BE49-F238E27FC236}">
                <a16:creationId xmlns:a16="http://schemas.microsoft.com/office/drawing/2014/main" id="{2F8CE51E-1624-CA3D-0488-A0B546A063F7}"/>
              </a:ext>
            </a:extLst>
          </p:cNvPr>
          <p:cNvGrpSpPr/>
          <p:nvPr/>
        </p:nvGrpSpPr>
        <p:grpSpPr>
          <a:xfrm rot="2595812">
            <a:off x="1783080" y="5059675"/>
            <a:ext cx="1386840" cy="1310640"/>
            <a:chOff x="2926080" y="1447800"/>
            <a:chExt cx="4160520" cy="3931920"/>
          </a:xfrm>
        </p:grpSpPr>
        <p:sp>
          <p:nvSpPr>
            <p:cNvPr id="234" name="Oval 233">
              <a:extLst>
                <a:ext uri="{FF2B5EF4-FFF2-40B4-BE49-F238E27FC236}">
                  <a16:creationId xmlns:a16="http://schemas.microsoft.com/office/drawing/2014/main" id="{87C474DF-591C-278A-40D8-A679AEE585D1}"/>
                </a:ext>
              </a:extLst>
            </p:cNvPr>
            <p:cNvSpPr/>
            <p:nvPr/>
          </p:nvSpPr>
          <p:spPr>
            <a:xfrm>
              <a:off x="4160520" y="242316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235" name="Oval 234">
              <a:extLst>
                <a:ext uri="{FF2B5EF4-FFF2-40B4-BE49-F238E27FC236}">
                  <a16:creationId xmlns:a16="http://schemas.microsoft.com/office/drawing/2014/main" id="{71BBE915-4FAF-C9B0-820F-2698BAEB4E48}"/>
                </a:ext>
              </a:extLst>
            </p:cNvPr>
            <p:cNvSpPr/>
            <p:nvPr/>
          </p:nvSpPr>
          <p:spPr>
            <a:xfrm>
              <a:off x="5852160" y="371856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236" name="Oval 235">
              <a:extLst>
                <a:ext uri="{FF2B5EF4-FFF2-40B4-BE49-F238E27FC236}">
                  <a16:creationId xmlns:a16="http://schemas.microsoft.com/office/drawing/2014/main" id="{E647E3B8-4F87-633F-53E7-BDF1BEE71AA6}"/>
                </a:ext>
              </a:extLst>
            </p:cNvPr>
            <p:cNvSpPr/>
            <p:nvPr/>
          </p:nvSpPr>
          <p:spPr>
            <a:xfrm>
              <a:off x="4465320" y="455676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237" name="Oval 236">
              <a:extLst>
                <a:ext uri="{FF2B5EF4-FFF2-40B4-BE49-F238E27FC236}">
                  <a16:creationId xmlns:a16="http://schemas.microsoft.com/office/drawing/2014/main" id="{210617A5-54DB-925A-5790-2CDC09887359}"/>
                </a:ext>
              </a:extLst>
            </p:cNvPr>
            <p:cNvSpPr/>
            <p:nvPr/>
          </p:nvSpPr>
          <p:spPr>
            <a:xfrm>
              <a:off x="3749040" y="429768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238" name="Oval 237">
              <a:extLst>
                <a:ext uri="{FF2B5EF4-FFF2-40B4-BE49-F238E27FC236}">
                  <a16:creationId xmlns:a16="http://schemas.microsoft.com/office/drawing/2014/main" id="{C2A32DD0-BC58-DF87-BF41-3666F30C7F62}"/>
                </a:ext>
              </a:extLst>
            </p:cNvPr>
            <p:cNvSpPr/>
            <p:nvPr/>
          </p:nvSpPr>
          <p:spPr>
            <a:xfrm>
              <a:off x="4282440" y="14478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239" name="Oval 238">
              <a:extLst>
                <a:ext uri="{FF2B5EF4-FFF2-40B4-BE49-F238E27FC236}">
                  <a16:creationId xmlns:a16="http://schemas.microsoft.com/office/drawing/2014/main" id="{59A253F0-DB6A-58BE-B8E3-26855FC90D92}"/>
                </a:ext>
              </a:extLst>
            </p:cNvPr>
            <p:cNvSpPr/>
            <p:nvPr/>
          </p:nvSpPr>
          <p:spPr>
            <a:xfrm>
              <a:off x="2926080" y="301752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240" name="Oval 239">
              <a:extLst>
                <a:ext uri="{FF2B5EF4-FFF2-40B4-BE49-F238E27FC236}">
                  <a16:creationId xmlns:a16="http://schemas.microsoft.com/office/drawing/2014/main" id="{3CBF9C75-90B7-F805-8994-7A438AB3D8AC}"/>
                </a:ext>
              </a:extLst>
            </p:cNvPr>
            <p:cNvSpPr/>
            <p:nvPr/>
          </p:nvSpPr>
          <p:spPr>
            <a:xfrm>
              <a:off x="5852160" y="25146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241" name="Oval 240">
              <a:extLst>
                <a:ext uri="{FF2B5EF4-FFF2-40B4-BE49-F238E27FC236}">
                  <a16:creationId xmlns:a16="http://schemas.microsoft.com/office/drawing/2014/main" id="{4972EAA4-9B9D-4E3C-6A63-79403506F144}"/>
                </a:ext>
              </a:extLst>
            </p:cNvPr>
            <p:cNvSpPr/>
            <p:nvPr/>
          </p:nvSpPr>
          <p:spPr>
            <a:xfrm>
              <a:off x="4038600" y="321564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242" name="Oval 241">
              <a:extLst>
                <a:ext uri="{FF2B5EF4-FFF2-40B4-BE49-F238E27FC236}">
                  <a16:creationId xmlns:a16="http://schemas.microsoft.com/office/drawing/2014/main" id="{94F1D437-8A70-409D-3F99-501B93A1EDFB}"/>
                </a:ext>
              </a:extLst>
            </p:cNvPr>
            <p:cNvSpPr/>
            <p:nvPr/>
          </p:nvSpPr>
          <p:spPr>
            <a:xfrm>
              <a:off x="3870960" y="316992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243" name="Oval 242">
              <a:extLst>
                <a:ext uri="{FF2B5EF4-FFF2-40B4-BE49-F238E27FC236}">
                  <a16:creationId xmlns:a16="http://schemas.microsoft.com/office/drawing/2014/main" id="{78BD4603-B3BC-59DD-B14F-3A9DDB7FBC22}"/>
                </a:ext>
              </a:extLst>
            </p:cNvPr>
            <p:cNvSpPr/>
            <p:nvPr/>
          </p:nvSpPr>
          <p:spPr>
            <a:xfrm>
              <a:off x="4137660" y="37338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244" name="Oval 243">
              <a:extLst>
                <a:ext uri="{FF2B5EF4-FFF2-40B4-BE49-F238E27FC236}">
                  <a16:creationId xmlns:a16="http://schemas.microsoft.com/office/drawing/2014/main" id="{10CEA398-1B38-410A-7256-81A3FC70CC4F}"/>
                </a:ext>
              </a:extLst>
            </p:cNvPr>
            <p:cNvSpPr/>
            <p:nvPr/>
          </p:nvSpPr>
          <p:spPr>
            <a:xfrm>
              <a:off x="5227320" y="36576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245" name="Oval 244">
              <a:extLst>
                <a:ext uri="{FF2B5EF4-FFF2-40B4-BE49-F238E27FC236}">
                  <a16:creationId xmlns:a16="http://schemas.microsoft.com/office/drawing/2014/main" id="{5D2057BF-0679-F895-6972-82693F4BB441}"/>
                </a:ext>
              </a:extLst>
            </p:cNvPr>
            <p:cNvSpPr/>
            <p:nvPr/>
          </p:nvSpPr>
          <p:spPr>
            <a:xfrm>
              <a:off x="4693920" y="390144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246" name="Oval 245">
              <a:extLst>
                <a:ext uri="{FF2B5EF4-FFF2-40B4-BE49-F238E27FC236}">
                  <a16:creationId xmlns:a16="http://schemas.microsoft.com/office/drawing/2014/main" id="{6516C0E7-621F-DFDE-6B68-3ACF538E354A}"/>
                </a:ext>
              </a:extLst>
            </p:cNvPr>
            <p:cNvSpPr/>
            <p:nvPr/>
          </p:nvSpPr>
          <p:spPr>
            <a:xfrm>
              <a:off x="5257800" y="41300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247" name="Oval 246">
              <a:extLst>
                <a:ext uri="{FF2B5EF4-FFF2-40B4-BE49-F238E27FC236}">
                  <a16:creationId xmlns:a16="http://schemas.microsoft.com/office/drawing/2014/main" id="{FCBF1BF2-92C0-3AF8-03B6-F173DB02D240}"/>
                </a:ext>
              </a:extLst>
            </p:cNvPr>
            <p:cNvSpPr/>
            <p:nvPr/>
          </p:nvSpPr>
          <p:spPr>
            <a:xfrm rot="16200000">
              <a:off x="3413760" y="38252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248" name="Oval 247">
              <a:extLst>
                <a:ext uri="{FF2B5EF4-FFF2-40B4-BE49-F238E27FC236}">
                  <a16:creationId xmlns:a16="http://schemas.microsoft.com/office/drawing/2014/main" id="{959CB4B3-2FFF-2CBD-411E-0121BB3702EC}"/>
                </a:ext>
              </a:extLst>
            </p:cNvPr>
            <p:cNvSpPr/>
            <p:nvPr/>
          </p:nvSpPr>
          <p:spPr>
            <a:xfrm rot="16200000">
              <a:off x="2926080" y="234696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249" name="Oval 248">
              <a:extLst>
                <a:ext uri="{FF2B5EF4-FFF2-40B4-BE49-F238E27FC236}">
                  <a16:creationId xmlns:a16="http://schemas.microsoft.com/office/drawing/2014/main" id="{D9BAE2C2-DBF7-EC06-7F16-EAED88F526C5}"/>
                </a:ext>
              </a:extLst>
            </p:cNvPr>
            <p:cNvSpPr/>
            <p:nvPr/>
          </p:nvSpPr>
          <p:spPr>
            <a:xfrm rot="16200000">
              <a:off x="4191000" y="32918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250" name="Oval 249">
              <a:extLst>
                <a:ext uri="{FF2B5EF4-FFF2-40B4-BE49-F238E27FC236}">
                  <a16:creationId xmlns:a16="http://schemas.microsoft.com/office/drawing/2014/main" id="{9B643E3C-F367-884E-6261-82143B017D77}"/>
                </a:ext>
              </a:extLst>
            </p:cNvPr>
            <p:cNvSpPr/>
            <p:nvPr/>
          </p:nvSpPr>
          <p:spPr>
            <a:xfrm rot="16200000">
              <a:off x="3749040" y="172212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251" name="Oval 250">
              <a:extLst>
                <a:ext uri="{FF2B5EF4-FFF2-40B4-BE49-F238E27FC236}">
                  <a16:creationId xmlns:a16="http://schemas.microsoft.com/office/drawing/2014/main" id="{3D703C06-4224-C503-6F1A-6D05B9A99175}"/>
                </a:ext>
              </a:extLst>
            </p:cNvPr>
            <p:cNvSpPr/>
            <p:nvPr/>
          </p:nvSpPr>
          <p:spPr>
            <a:xfrm rot="16200000">
              <a:off x="3520440" y="271272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252" name="Oval 251">
              <a:extLst>
                <a:ext uri="{FF2B5EF4-FFF2-40B4-BE49-F238E27FC236}">
                  <a16:creationId xmlns:a16="http://schemas.microsoft.com/office/drawing/2014/main" id="{F28161D6-B2E4-0B7E-6E4C-C1C3DC57D38B}"/>
                </a:ext>
              </a:extLst>
            </p:cNvPr>
            <p:cNvSpPr/>
            <p:nvPr/>
          </p:nvSpPr>
          <p:spPr>
            <a:xfrm rot="16200000">
              <a:off x="3322320" y="34442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253" name="Oval 252">
              <a:extLst>
                <a:ext uri="{FF2B5EF4-FFF2-40B4-BE49-F238E27FC236}">
                  <a16:creationId xmlns:a16="http://schemas.microsoft.com/office/drawing/2014/main" id="{A2F4ED50-22F6-D15D-1C36-20BC6A9CCA1C}"/>
                </a:ext>
              </a:extLst>
            </p:cNvPr>
            <p:cNvSpPr/>
            <p:nvPr/>
          </p:nvSpPr>
          <p:spPr>
            <a:xfrm>
              <a:off x="4572000" y="211836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254" name="Oval 253">
              <a:extLst>
                <a:ext uri="{FF2B5EF4-FFF2-40B4-BE49-F238E27FC236}">
                  <a16:creationId xmlns:a16="http://schemas.microsoft.com/office/drawing/2014/main" id="{B7E35AF0-235B-779C-BCCD-FCC7081A808B}"/>
                </a:ext>
              </a:extLst>
            </p:cNvPr>
            <p:cNvSpPr/>
            <p:nvPr/>
          </p:nvSpPr>
          <p:spPr>
            <a:xfrm>
              <a:off x="5562600" y="313944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255" name="Oval 254">
              <a:extLst>
                <a:ext uri="{FF2B5EF4-FFF2-40B4-BE49-F238E27FC236}">
                  <a16:creationId xmlns:a16="http://schemas.microsoft.com/office/drawing/2014/main" id="{D103EF55-C2F3-80CA-3277-1C821185C0B4}"/>
                </a:ext>
              </a:extLst>
            </p:cNvPr>
            <p:cNvSpPr/>
            <p:nvPr/>
          </p:nvSpPr>
          <p:spPr>
            <a:xfrm>
              <a:off x="5684520" y="19050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256" name="Oval 255">
              <a:extLst>
                <a:ext uri="{FF2B5EF4-FFF2-40B4-BE49-F238E27FC236}">
                  <a16:creationId xmlns:a16="http://schemas.microsoft.com/office/drawing/2014/main" id="{EF3E2AD6-0A56-E1CF-C00A-DEEC80F8D1EA}"/>
                </a:ext>
              </a:extLst>
            </p:cNvPr>
            <p:cNvSpPr/>
            <p:nvPr/>
          </p:nvSpPr>
          <p:spPr>
            <a:xfrm>
              <a:off x="4693920" y="320040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257" name="Oval 256">
              <a:extLst>
                <a:ext uri="{FF2B5EF4-FFF2-40B4-BE49-F238E27FC236}">
                  <a16:creationId xmlns:a16="http://schemas.microsoft.com/office/drawing/2014/main" id="{C49F0A6C-2EAF-34D1-5BFC-7F897AB91D89}"/>
                </a:ext>
              </a:extLst>
            </p:cNvPr>
            <p:cNvSpPr/>
            <p:nvPr/>
          </p:nvSpPr>
          <p:spPr>
            <a:xfrm>
              <a:off x="6263640" y="27584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258" name="Oval 257">
              <a:extLst>
                <a:ext uri="{FF2B5EF4-FFF2-40B4-BE49-F238E27FC236}">
                  <a16:creationId xmlns:a16="http://schemas.microsoft.com/office/drawing/2014/main" id="{00DE362C-592F-E5BA-5FC1-3BE2170A2E48}"/>
                </a:ext>
              </a:extLst>
            </p:cNvPr>
            <p:cNvSpPr/>
            <p:nvPr/>
          </p:nvSpPr>
          <p:spPr>
            <a:xfrm>
              <a:off x="5273040" y="25298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259" name="Oval 258">
              <a:extLst>
                <a:ext uri="{FF2B5EF4-FFF2-40B4-BE49-F238E27FC236}">
                  <a16:creationId xmlns:a16="http://schemas.microsoft.com/office/drawing/2014/main" id="{94DA222A-FB9B-25EF-43BD-0AF6454AB31B}"/>
                </a:ext>
              </a:extLst>
            </p:cNvPr>
            <p:cNvSpPr/>
            <p:nvPr/>
          </p:nvSpPr>
          <p:spPr>
            <a:xfrm>
              <a:off x="4678680" y="268224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260" name="Oval 259">
              <a:extLst>
                <a:ext uri="{FF2B5EF4-FFF2-40B4-BE49-F238E27FC236}">
                  <a16:creationId xmlns:a16="http://schemas.microsoft.com/office/drawing/2014/main" id="{06FD4AE9-483F-4F2C-3590-844155D5E594}"/>
                </a:ext>
              </a:extLst>
            </p:cNvPr>
            <p:cNvSpPr/>
            <p:nvPr/>
          </p:nvSpPr>
          <p:spPr>
            <a:xfrm rot="16200000">
              <a:off x="4709160" y="213360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261" name="Oval 260">
              <a:extLst>
                <a:ext uri="{FF2B5EF4-FFF2-40B4-BE49-F238E27FC236}">
                  <a16:creationId xmlns:a16="http://schemas.microsoft.com/office/drawing/2014/main" id="{21E051A0-A726-82D4-94B0-78E7044DB366}"/>
                </a:ext>
              </a:extLst>
            </p:cNvPr>
            <p:cNvSpPr/>
            <p:nvPr/>
          </p:nvSpPr>
          <p:spPr>
            <a:xfrm rot="16200000">
              <a:off x="5120640" y="272796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262" name="Oval 261">
              <a:extLst>
                <a:ext uri="{FF2B5EF4-FFF2-40B4-BE49-F238E27FC236}">
                  <a16:creationId xmlns:a16="http://schemas.microsoft.com/office/drawing/2014/main" id="{C9CBC314-F2A7-07A2-0C1F-BCE20FFAF455}"/>
                </a:ext>
              </a:extLst>
            </p:cNvPr>
            <p:cNvSpPr/>
            <p:nvPr/>
          </p:nvSpPr>
          <p:spPr>
            <a:xfrm>
              <a:off x="4328160" y="384048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263" name="Oval 262">
              <a:extLst>
                <a:ext uri="{FF2B5EF4-FFF2-40B4-BE49-F238E27FC236}">
                  <a16:creationId xmlns:a16="http://schemas.microsoft.com/office/drawing/2014/main" id="{A6156299-E3DF-BD78-02AB-B88637E8B7B9}"/>
                </a:ext>
              </a:extLst>
            </p:cNvPr>
            <p:cNvSpPr/>
            <p:nvPr/>
          </p:nvSpPr>
          <p:spPr>
            <a:xfrm>
              <a:off x="3581400" y="40386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264" name="Oval 263">
              <a:extLst>
                <a:ext uri="{FF2B5EF4-FFF2-40B4-BE49-F238E27FC236}">
                  <a16:creationId xmlns:a16="http://schemas.microsoft.com/office/drawing/2014/main" id="{FCC14447-C637-91AA-2785-8FE0A1B3B54D}"/>
                </a:ext>
              </a:extLst>
            </p:cNvPr>
            <p:cNvSpPr/>
            <p:nvPr/>
          </p:nvSpPr>
          <p:spPr>
            <a:xfrm rot="16200000">
              <a:off x="5730240" y="277368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265" name="Oval 264">
              <a:extLst>
                <a:ext uri="{FF2B5EF4-FFF2-40B4-BE49-F238E27FC236}">
                  <a16:creationId xmlns:a16="http://schemas.microsoft.com/office/drawing/2014/main" id="{FC8D6A68-9299-A5A3-102B-EC5D667AF79D}"/>
                </a:ext>
              </a:extLst>
            </p:cNvPr>
            <p:cNvSpPr/>
            <p:nvPr/>
          </p:nvSpPr>
          <p:spPr>
            <a:xfrm>
              <a:off x="3916680" y="292608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266" name="Oval 265">
              <a:extLst>
                <a:ext uri="{FF2B5EF4-FFF2-40B4-BE49-F238E27FC236}">
                  <a16:creationId xmlns:a16="http://schemas.microsoft.com/office/drawing/2014/main" id="{69197F7F-EB48-4535-CF50-FE04EA7E33DD}"/>
                </a:ext>
              </a:extLst>
            </p:cNvPr>
            <p:cNvSpPr/>
            <p:nvPr/>
          </p:nvSpPr>
          <p:spPr>
            <a:xfrm>
              <a:off x="3810000" y="233172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267" name="Oval 266">
              <a:extLst>
                <a:ext uri="{FF2B5EF4-FFF2-40B4-BE49-F238E27FC236}">
                  <a16:creationId xmlns:a16="http://schemas.microsoft.com/office/drawing/2014/main" id="{487348AA-363C-1717-ACE6-F9886AE4FE26}"/>
                </a:ext>
              </a:extLst>
            </p:cNvPr>
            <p:cNvSpPr/>
            <p:nvPr/>
          </p:nvSpPr>
          <p:spPr>
            <a:xfrm>
              <a:off x="3169920" y="280416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268" name="Oval 267">
              <a:extLst>
                <a:ext uri="{FF2B5EF4-FFF2-40B4-BE49-F238E27FC236}">
                  <a16:creationId xmlns:a16="http://schemas.microsoft.com/office/drawing/2014/main" id="{EC19BE7C-1772-BDCE-D2F1-F8D473FAC75F}"/>
                </a:ext>
              </a:extLst>
            </p:cNvPr>
            <p:cNvSpPr/>
            <p:nvPr/>
          </p:nvSpPr>
          <p:spPr>
            <a:xfrm>
              <a:off x="5212080" y="318516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269" name="Oval 268">
              <a:extLst>
                <a:ext uri="{FF2B5EF4-FFF2-40B4-BE49-F238E27FC236}">
                  <a16:creationId xmlns:a16="http://schemas.microsoft.com/office/drawing/2014/main" id="{67DD0281-78C7-6CAD-0704-EA092B847C19}"/>
                </a:ext>
              </a:extLst>
            </p:cNvPr>
            <p:cNvSpPr/>
            <p:nvPr/>
          </p:nvSpPr>
          <p:spPr>
            <a:xfrm>
              <a:off x="4739640" y="172212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270" name="Oval 269">
              <a:extLst>
                <a:ext uri="{FF2B5EF4-FFF2-40B4-BE49-F238E27FC236}">
                  <a16:creationId xmlns:a16="http://schemas.microsoft.com/office/drawing/2014/main" id="{112D4E7F-7C87-BF71-2128-6089ED1ABE52}"/>
                </a:ext>
              </a:extLst>
            </p:cNvPr>
            <p:cNvSpPr/>
            <p:nvPr/>
          </p:nvSpPr>
          <p:spPr>
            <a:xfrm>
              <a:off x="3337560" y="231648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271" name="Oval 270">
              <a:extLst>
                <a:ext uri="{FF2B5EF4-FFF2-40B4-BE49-F238E27FC236}">
                  <a16:creationId xmlns:a16="http://schemas.microsoft.com/office/drawing/2014/main" id="{39E7509C-57B4-0F95-36FA-F96EDC77D918}"/>
                </a:ext>
              </a:extLst>
            </p:cNvPr>
            <p:cNvSpPr/>
            <p:nvPr/>
          </p:nvSpPr>
          <p:spPr>
            <a:xfrm>
              <a:off x="6202680" y="2301239"/>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272" name="Oval 271">
              <a:extLst>
                <a:ext uri="{FF2B5EF4-FFF2-40B4-BE49-F238E27FC236}">
                  <a16:creationId xmlns:a16="http://schemas.microsoft.com/office/drawing/2014/main" id="{EC2CD900-2DD8-21D0-1686-E940EC0DAA9F}"/>
                </a:ext>
              </a:extLst>
            </p:cNvPr>
            <p:cNvSpPr/>
            <p:nvPr/>
          </p:nvSpPr>
          <p:spPr>
            <a:xfrm rot="16200000">
              <a:off x="5288280" y="1904999"/>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273" name="Oval 272">
              <a:extLst>
                <a:ext uri="{FF2B5EF4-FFF2-40B4-BE49-F238E27FC236}">
                  <a16:creationId xmlns:a16="http://schemas.microsoft.com/office/drawing/2014/main" id="{19B5268E-6EEF-2926-9413-6CAC5EADB358}"/>
                </a:ext>
              </a:extLst>
            </p:cNvPr>
            <p:cNvSpPr/>
            <p:nvPr/>
          </p:nvSpPr>
          <p:spPr>
            <a:xfrm>
              <a:off x="3977640" y="297180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274" name="Oval 273">
              <a:extLst>
                <a:ext uri="{FF2B5EF4-FFF2-40B4-BE49-F238E27FC236}">
                  <a16:creationId xmlns:a16="http://schemas.microsoft.com/office/drawing/2014/main" id="{80CCAD68-D19D-738B-A433-9973C943D09B}"/>
                </a:ext>
              </a:extLst>
            </p:cNvPr>
            <p:cNvSpPr/>
            <p:nvPr/>
          </p:nvSpPr>
          <p:spPr>
            <a:xfrm rot="16200000">
              <a:off x="3992880" y="190500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275" name="Oval 274">
              <a:extLst>
                <a:ext uri="{FF2B5EF4-FFF2-40B4-BE49-F238E27FC236}">
                  <a16:creationId xmlns:a16="http://schemas.microsoft.com/office/drawing/2014/main" id="{CC1C651B-8F9C-66F2-3C77-A456496EDE06}"/>
                </a:ext>
              </a:extLst>
            </p:cNvPr>
            <p:cNvSpPr/>
            <p:nvPr/>
          </p:nvSpPr>
          <p:spPr>
            <a:xfrm>
              <a:off x="6111240" y="326136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276" name="Oval 275">
              <a:extLst>
                <a:ext uri="{FF2B5EF4-FFF2-40B4-BE49-F238E27FC236}">
                  <a16:creationId xmlns:a16="http://schemas.microsoft.com/office/drawing/2014/main" id="{2DFEEEDC-3027-A4A9-9354-CAF974883EA1}"/>
                </a:ext>
              </a:extLst>
            </p:cNvPr>
            <p:cNvSpPr/>
            <p:nvPr/>
          </p:nvSpPr>
          <p:spPr>
            <a:xfrm>
              <a:off x="5166360" y="161544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grpSp>
      <p:grpSp>
        <p:nvGrpSpPr>
          <p:cNvPr id="277" name="Group 276">
            <a:extLst>
              <a:ext uri="{FF2B5EF4-FFF2-40B4-BE49-F238E27FC236}">
                <a16:creationId xmlns:a16="http://schemas.microsoft.com/office/drawing/2014/main" id="{494602D8-09D3-9616-A19E-D12A8FCD61B3}"/>
              </a:ext>
            </a:extLst>
          </p:cNvPr>
          <p:cNvGrpSpPr/>
          <p:nvPr/>
        </p:nvGrpSpPr>
        <p:grpSpPr>
          <a:xfrm rot="4603563">
            <a:off x="822959" y="3720961"/>
            <a:ext cx="1386840" cy="1310640"/>
            <a:chOff x="2926080" y="1447800"/>
            <a:chExt cx="4160520" cy="3931920"/>
          </a:xfrm>
        </p:grpSpPr>
        <p:sp>
          <p:nvSpPr>
            <p:cNvPr id="278" name="Oval 277">
              <a:extLst>
                <a:ext uri="{FF2B5EF4-FFF2-40B4-BE49-F238E27FC236}">
                  <a16:creationId xmlns:a16="http://schemas.microsoft.com/office/drawing/2014/main" id="{1852CDA1-0272-A3EA-1A32-AD45A15CC250}"/>
                </a:ext>
              </a:extLst>
            </p:cNvPr>
            <p:cNvSpPr/>
            <p:nvPr/>
          </p:nvSpPr>
          <p:spPr>
            <a:xfrm>
              <a:off x="4160520" y="242316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279" name="Oval 278">
              <a:extLst>
                <a:ext uri="{FF2B5EF4-FFF2-40B4-BE49-F238E27FC236}">
                  <a16:creationId xmlns:a16="http://schemas.microsoft.com/office/drawing/2014/main" id="{ECB9FCB3-9579-E057-BC4A-C9FA96A788B7}"/>
                </a:ext>
              </a:extLst>
            </p:cNvPr>
            <p:cNvSpPr/>
            <p:nvPr/>
          </p:nvSpPr>
          <p:spPr>
            <a:xfrm>
              <a:off x="5852160" y="371856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280" name="Oval 279">
              <a:extLst>
                <a:ext uri="{FF2B5EF4-FFF2-40B4-BE49-F238E27FC236}">
                  <a16:creationId xmlns:a16="http://schemas.microsoft.com/office/drawing/2014/main" id="{859985AA-525B-43A9-941A-2279020B76FA}"/>
                </a:ext>
              </a:extLst>
            </p:cNvPr>
            <p:cNvSpPr/>
            <p:nvPr/>
          </p:nvSpPr>
          <p:spPr>
            <a:xfrm>
              <a:off x="4465320" y="455676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281" name="Oval 280">
              <a:extLst>
                <a:ext uri="{FF2B5EF4-FFF2-40B4-BE49-F238E27FC236}">
                  <a16:creationId xmlns:a16="http://schemas.microsoft.com/office/drawing/2014/main" id="{38007F3C-3F67-4FE5-56FB-206CA8CCAC92}"/>
                </a:ext>
              </a:extLst>
            </p:cNvPr>
            <p:cNvSpPr/>
            <p:nvPr/>
          </p:nvSpPr>
          <p:spPr>
            <a:xfrm>
              <a:off x="3749040" y="429768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282" name="Oval 281">
              <a:extLst>
                <a:ext uri="{FF2B5EF4-FFF2-40B4-BE49-F238E27FC236}">
                  <a16:creationId xmlns:a16="http://schemas.microsoft.com/office/drawing/2014/main" id="{5875CB30-3736-4E84-C094-D3016A467C67}"/>
                </a:ext>
              </a:extLst>
            </p:cNvPr>
            <p:cNvSpPr/>
            <p:nvPr/>
          </p:nvSpPr>
          <p:spPr>
            <a:xfrm>
              <a:off x="4282440" y="14478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283" name="Oval 282">
              <a:extLst>
                <a:ext uri="{FF2B5EF4-FFF2-40B4-BE49-F238E27FC236}">
                  <a16:creationId xmlns:a16="http://schemas.microsoft.com/office/drawing/2014/main" id="{9A42DDD4-0142-68F6-8271-F7A45261E89D}"/>
                </a:ext>
              </a:extLst>
            </p:cNvPr>
            <p:cNvSpPr/>
            <p:nvPr/>
          </p:nvSpPr>
          <p:spPr>
            <a:xfrm>
              <a:off x="2926080" y="301752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284" name="Oval 283">
              <a:extLst>
                <a:ext uri="{FF2B5EF4-FFF2-40B4-BE49-F238E27FC236}">
                  <a16:creationId xmlns:a16="http://schemas.microsoft.com/office/drawing/2014/main" id="{611245C8-875E-C9C7-368A-8DA142424A53}"/>
                </a:ext>
              </a:extLst>
            </p:cNvPr>
            <p:cNvSpPr/>
            <p:nvPr/>
          </p:nvSpPr>
          <p:spPr>
            <a:xfrm>
              <a:off x="5852160" y="25146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285" name="Oval 284">
              <a:extLst>
                <a:ext uri="{FF2B5EF4-FFF2-40B4-BE49-F238E27FC236}">
                  <a16:creationId xmlns:a16="http://schemas.microsoft.com/office/drawing/2014/main" id="{940C3622-2CEC-DACE-E395-BF660E9D0B55}"/>
                </a:ext>
              </a:extLst>
            </p:cNvPr>
            <p:cNvSpPr/>
            <p:nvPr/>
          </p:nvSpPr>
          <p:spPr>
            <a:xfrm>
              <a:off x="4038600" y="321564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286" name="Oval 285">
              <a:extLst>
                <a:ext uri="{FF2B5EF4-FFF2-40B4-BE49-F238E27FC236}">
                  <a16:creationId xmlns:a16="http://schemas.microsoft.com/office/drawing/2014/main" id="{C5AD4F62-482A-36A0-25B4-260E6A3CBE26}"/>
                </a:ext>
              </a:extLst>
            </p:cNvPr>
            <p:cNvSpPr/>
            <p:nvPr/>
          </p:nvSpPr>
          <p:spPr>
            <a:xfrm>
              <a:off x="3870960" y="316992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287" name="Oval 286">
              <a:extLst>
                <a:ext uri="{FF2B5EF4-FFF2-40B4-BE49-F238E27FC236}">
                  <a16:creationId xmlns:a16="http://schemas.microsoft.com/office/drawing/2014/main" id="{8668C7AA-149F-DCE4-2B8B-CCA754EDB12B}"/>
                </a:ext>
              </a:extLst>
            </p:cNvPr>
            <p:cNvSpPr/>
            <p:nvPr/>
          </p:nvSpPr>
          <p:spPr>
            <a:xfrm>
              <a:off x="4137660" y="37338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288" name="Oval 287">
              <a:extLst>
                <a:ext uri="{FF2B5EF4-FFF2-40B4-BE49-F238E27FC236}">
                  <a16:creationId xmlns:a16="http://schemas.microsoft.com/office/drawing/2014/main" id="{16C9B971-1C71-BC95-2270-16898D68DBA4}"/>
                </a:ext>
              </a:extLst>
            </p:cNvPr>
            <p:cNvSpPr/>
            <p:nvPr/>
          </p:nvSpPr>
          <p:spPr>
            <a:xfrm>
              <a:off x="5227320" y="36576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289" name="Oval 288">
              <a:extLst>
                <a:ext uri="{FF2B5EF4-FFF2-40B4-BE49-F238E27FC236}">
                  <a16:creationId xmlns:a16="http://schemas.microsoft.com/office/drawing/2014/main" id="{527459C6-FA28-8427-EC34-840E3E12D15B}"/>
                </a:ext>
              </a:extLst>
            </p:cNvPr>
            <p:cNvSpPr/>
            <p:nvPr/>
          </p:nvSpPr>
          <p:spPr>
            <a:xfrm>
              <a:off x="4693920" y="390144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290" name="Oval 289">
              <a:extLst>
                <a:ext uri="{FF2B5EF4-FFF2-40B4-BE49-F238E27FC236}">
                  <a16:creationId xmlns:a16="http://schemas.microsoft.com/office/drawing/2014/main" id="{15CC7B61-6C96-D299-6333-64A34BBBAAFB}"/>
                </a:ext>
              </a:extLst>
            </p:cNvPr>
            <p:cNvSpPr/>
            <p:nvPr/>
          </p:nvSpPr>
          <p:spPr>
            <a:xfrm>
              <a:off x="5257800" y="41300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291" name="Oval 290">
              <a:extLst>
                <a:ext uri="{FF2B5EF4-FFF2-40B4-BE49-F238E27FC236}">
                  <a16:creationId xmlns:a16="http://schemas.microsoft.com/office/drawing/2014/main" id="{14A7A130-B9A4-212B-6B42-305BB539C458}"/>
                </a:ext>
              </a:extLst>
            </p:cNvPr>
            <p:cNvSpPr/>
            <p:nvPr/>
          </p:nvSpPr>
          <p:spPr>
            <a:xfrm rot="16200000">
              <a:off x="3413760" y="38252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292" name="Oval 291">
              <a:extLst>
                <a:ext uri="{FF2B5EF4-FFF2-40B4-BE49-F238E27FC236}">
                  <a16:creationId xmlns:a16="http://schemas.microsoft.com/office/drawing/2014/main" id="{ACDCA062-9194-F784-878F-3D431CD4CE20}"/>
                </a:ext>
              </a:extLst>
            </p:cNvPr>
            <p:cNvSpPr/>
            <p:nvPr/>
          </p:nvSpPr>
          <p:spPr>
            <a:xfrm rot="16200000">
              <a:off x="2926080" y="234696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293" name="Oval 292">
              <a:extLst>
                <a:ext uri="{FF2B5EF4-FFF2-40B4-BE49-F238E27FC236}">
                  <a16:creationId xmlns:a16="http://schemas.microsoft.com/office/drawing/2014/main" id="{BE9BC79C-F4DF-9972-DC4B-0E283E205896}"/>
                </a:ext>
              </a:extLst>
            </p:cNvPr>
            <p:cNvSpPr/>
            <p:nvPr/>
          </p:nvSpPr>
          <p:spPr>
            <a:xfrm rot="16200000">
              <a:off x="4191000" y="32918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294" name="Oval 293">
              <a:extLst>
                <a:ext uri="{FF2B5EF4-FFF2-40B4-BE49-F238E27FC236}">
                  <a16:creationId xmlns:a16="http://schemas.microsoft.com/office/drawing/2014/main" id="{FE952D5E-D1E0-856D-8E8A-A76B58F887EF}"/>
                </a:ext>
              </a:extLst>
            </p:cNvPr>
            <p:cNvSpPr/>
            <p:nvPr/>
          </p:nvSpPr>
          <p:spPr>
            <a:xfrm rot="16200000">
              <a:off x="3749040" y="172212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295" name="Oval 294">
              <a:extLst>
                <a:ext uri="{FF2B5EF4-FFF2-40B4-BE49-F238E27FC236}">
                  <a16:creationId xmlns:a16="http://schemas.microsoft.com/office/drawing/2014/main" id="{BFB051D6-1701-7B15-1995-4BC935D7C44E}"/>
                </a:ext>
              </a:extLst>
            </p:cNvPr>
            <p:cNvSpPr/>
            <p:nvPr/>
          </p:nvSpPr>
          <p:spPr>
            <a:xfrm rot="16200000">
              <a:off x="3520440" y="271272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296" name="Oval 295">
              <a:extLst>
                <a:ext uri="{FF2B5EF4-FFF2-40B4-BE49-F238E27FC236}">
                  <a16:creationId xmlns:a16="http://schemas.microsoft.com/office/drawing/2014/main" id="{DE3C5048-3B23-DA93-84ED-475EBA8718A3}"/>
                </a:ext>
              </a:extLst>
            </p:cNvPr>
            <p:cNvSpPr/>
            <p:nvPr/>
          </p:nvSpPr>
          <p:spPr>
            <a:xfrm rot="16200000">
              <a:off x="3322320" y="34442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297" name="Oval 296">
              <a:extLst>
                <a:ext uri="{FF2B5EF4-FFF2-40B4-BE49-F238E27FC236}">
                  <a16:creationId xmlns:a16="http://schemas.microsoft.com/office/drawing/2014/main" id="{01BB6098-C6D5-7073-41F3-18528E7BCD83}"/>
                </a:ext>
              </a:extLst>
            </p:cNvPr>
            <p:cNvSpPr/>
            <p:nvPr/>
          </p:nvSpPr>
          <p:spPr>
            <a:xfrm>
              <a:off x="4572000" y="211836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298" name="Oval 297">
              <a:extLst>
                <a:ext uri="{FF2B5EF4-FFF2-40B4-BE49-F238E27FC236}">
                  <a16:creationId xmlns:a16="http://schemas.microsoft.com/office/drawing/2014/main" id="{A24D4686-D5CB-0512-995E-882DD643F16A}"/>
                </a:ext>
              </a:extLst>
            </p:cNvPr>
            <p:cNvSpPr/>
            <p:nvPr/>
          </p:nvSpPr>
          <p:spPr>
            <a:xfrm>
              <a:off x="5562600" y="313944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299" name="Oval 298">
              <a:extLst>
                <a:ext uri="{FF2B5EF4-FFF2-40B4-BE49-F238E27FC236}">
                  <a16:creationId xmlns:a16="http://schemas.microsoft.com/office/drawing/2014/main" id="{37BA5885-E51A-D229-9F66-3B1C3EAC1AF3}"/>
                </a:ext>
              </a:extLst>
            </p:cNvPr>
            <p:cNvSpPr/>
            <p:nvPr/>
          </p:nvSpPr>
          <p:spPr>
            <a:xfrm>
              <a:off x="5684520" y="19050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300" name="Oval 299">
              <a:extLst>
                <a:ext uri="{FF2B5EF4-FFF2-40B4-BE49-F238E27FC236}">
                  <a16:creationId xmlns:a16="http://schemas.microsoft.com/office/drawing/2014/main" id="{9223F6F6-DE87-9949-54C4-5E48DF48B37A}"/>
                </a:ext>
              </a:extLst>
            </p:cNvPr>
            <p:cNvSpPr/>
            <p:nvPr/>
          </p:nvSpPr>
          <p:spPr>
            <a:xfrm>
              <a:off x="4693920" y="320040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301" name="Oval 300">
              <a:extLst>
                <a:ext uri="{FF2B5EF4-FFF2-40B4-BE49-F238E27FC236}">
                  <a16:creationId xmlns:a16="http://schemas.microsoft.com/office/drawing/2014/main" id="{6F3D0282-5C33-307C-D22F-953A901BA2B3}"/>
                </a:ext>
              </a:extLst>
            </p:cNvPr>
            <p:cNvSpPr/>
            <p:nvPr/>
          </p:nvSpPr>
          <p:spPr>
            <a:xfrm>
              <a:off x="6263640" y="27584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302" name="Oval 301">
              <a:extLst>
                <a:ext uri="{FF2B5EF4-FFF2-40B4-BE49-F238E27FC236}">
                  <a16:creationId xmlns:a16="http://schemas.microsoft.com/office/drawing/2014/main" id="{2FE1F96A-FB1E-5696-6CB4-019635983B7E}"/>
                </a:ext>
              </a:extLst>
            </p:cNvPr>
            <p:cNvSpPr/>
            <p:nvPr/>
          </p:nvSpPr>
          <p:spPr>
            <a:xfrm>
              <a:off x="5273040" y="25298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303" name="Oval 302">
              <a:extLst>
                <a:ext uri="{FF2B5EF4-FFF2-40B4-BE49-F238E27FC236}">
                  <a16:creationId xmlns:a16="http://schemas.microsoft.com/office/drawing/2014/main" id="{C8184051-E7C0-8EA2-4F6D-3021E628F171}"/>
                </a:ext>
              </a:extLst>
            </p:cNvPr>
            <p:cNvSpPr/>
            <p:nvPr/>
          </p:nvSpPr>
          <p:spPr>
            <a:xfrm>
              <a:off x="4678680" y="268224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304" name="Oval 303">
              <a:extLst>
                <a:ext uri="{FF2B5EF4-FFF2-40B4-BE49-F238E27FC236}">
                  <a16:creationId xmlns:a16="http://schemas.microsoft.com/office/drawing/2014/main" id="{D1E3B783-AACF-4AEF-7ED3-45B94F7CE0D5}"/>
                </a:ext>
              </a:extLst>
            </p:cNvPr>
            <p:cNvSpPr/>
            <p:nvPr/>
          </p:nvSpPr>
          <p:spPr>
            <a:xfrm rot="16200000">
              <a:off x="4709160" y="213360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305" name="Oval 304">
              <a:extLst>
                <a:ext uri="{FF2B5EF4-FFF2-40B4-BE49-F238E27FC236}">
                  <a16:creationId xmlns:a16="http://schemas.microsoft.com/office/drawing/2014/main" id="{4430DFC2-5EE7-677D-65E3-B80FEF97EAB8}"/>
                </a:ext>
              </a:extLst>
            </p:cNvPr>
            <p:cNvSpPr/>
            <p:nvPr/>
          </p:nvSpPr>
          <p:spPr>
            <a:xfrm rot="16200000">
              <a:off x="5120640" y="272796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306" name="Oval 305">
              <a:extLst>
                <a:ext uri="{FF2B5EF4-FFF2-40B4-BE49-F238E27FC236}">
                  <a16:creationId xmlns:a16="http://schemas.microsoft.com/office/drawing/2014/main" id="{607630E9-A544-B5AC-9564-6A54DB22C3F6}"/>
                </a:ext>
              </a:extLst>
            </p:cNvPr>
            <p:cNvSpPr/>
            <p:nvPr/>
          </p:nvSpPr>
          <p:spPr>
            <a:xfrm>
              <a:off x="4328160" y="384048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307" name="Oval 306">
              <a:extLst>
                <a:ext uri="{FF2B5EF4-FFF2-40B4-BE49-F238E27FC236}">
                  <a16:creationId xmlns:a16="http://schemas.microsoft.com/office/drawing/2014/main" id="{8676D52F-016B-8F0E-2C5E-F3E50486CE37}"/>
                </a:ext>
              </a:extLst>
            </p:cNvPr>
            <p:cNvSpPr/>
            <p:nvPr/>
          </p:nvSpPr>
          <p:spPr>
            <a:xfrm>
              <a:off x="3581400" y="40386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308" name="Oval 307">
              <a:extLst>
                <a:ext uri="{FF2B5EF4-FFF2-40B4-BE49-F238E27FC236}">
                  <a16:creationId xmlns:a16="http://schemas.microsoft.com/office/drawing/2014/main" id="{010ED5CF-8C3A-8BE7-B611-838562E3E22E}"/>
                </a:ext>
              </a:extLst>
            </p:cNvPr>
            <p:cNvSpPr/>
            <p:nvPr/>
          </p:nvSpPr>
          <p:spPr>
            <a:xfrm rot="16200000">
              <a:off x="5730240" y="277368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309" name="Oval 308">
              <a:extLst>
                <a:ext uri="{FF2B5EF4-FFF2-40B4-BE49-F238E27FC236}">
                  <a16:creationId xmlns:a16="http://schemas.microsoft.com/office/drawing/2014/main" id="{11C0C715-AA32-13FC-B754-6C222AC97AF0}"/>
                </a:ext>
              </a:extLst>
            </p:cNvPr>
            <p:cNvSpPr/>
            <p:nvPr/>
          </p:nvSpPr>
          <p:spPr>
            <a:xfrm>
              <a:off x="3916680" y="292608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310" name="Oval 309">
              <a:extLst>
                <a:ext uri="{FF2B5EF4-FFF2-40B4-BE49-F238E27FC236}">
                  <a16:creationId xmlns:a16="http://schemas.microsoft.com/office/drawing/2014/main" id="{11315307-8D70-1E3C-AF8F-91445EC3F4F9}"/>
                </a:ext>
              </a:extLst>
            </p:cNvPr>
            <p:cNvSpPr/>
            <p:nvPr/>
          </p:nvSpPr>
          <p:spPr>
            <a:xfrm>
              <a:off x="3810000" y="233172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311" name="Oval 310">
              <a:extLst>
                <a:ext uri="{FF2B5EF4-FFF2-40B4-BE49-F238E27FC236}">
                  <a16:creationId xmlns:a16="http://schemas.microsoft.com/office/drawing/2014/main" id="{4DE8DAC7-EC54-DB82-708F-BA08E60735A2}"/>
                </a:ext>
              </a:extLst>
            </p:cNvPr>
            <p:cNvSpPr/>
            <p:nvPr/>
          </p:nvSpPr>
          <p:spPr>
            <a:xfrm>
              <a:off x="3169920" y="280416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312" name="Oval 311">
              <a:extLst>
                <a:ext uri="{FF2B5EF4-FFF2-40B4-BE49-F238E27FC236}">
                  <a16:creationId xmlns:a16="http://schemas.microsoft.com/office/drawing/2014/main" id="{CD745A6C-0DAC-956A-8991-D8BE32DBB8D2}"/>
                </a:ext>
              </a:extLst>
            </p:cNvPr>
            <p:cNvSpPr/>
            <p:nvPr/>
          </p:nvSpPr>
          <p:spPr>
            <a:xfrm>
              <a:off x="5212080" y="318516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313" name="Oval 312">
              <a:extLst>
                <a:ext uri="{FF2B5EF4-FFF2-40B4-BE49-F238E27FC236}">
                  <a16:creationId xmlns:a16="http://schemas.microsoft.com/office/drawing/2014/main" id="{3BE65475-6CAF-70D9-6EE7-B5BB8E7E90B2}"/>
                </a:ext>
              </a:extLst>
            </p:cNvPr>
            <p:cNvSpPr/>
            <p:nvPr/>
          </p:nvSpPr>
          <p:spPr>
            <a:xfrm>
              <a:off x="4739640" y="172212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314" name="Oval 313">
              <a:extLst>
                <a:ext uri="{FF2B5EF4-FFF2-40B4-BE49-F238E27FC236}">
                  <a16:creationId xmlns:a16="http://schemas.microsoft.com/office/drawing/2014/main" id="{78FDFC8B-14E9-0861-03E5-7647C675780A}"/>
                </a:ext>
              </a:extLst>
            </p:cNvPr>
            <p:cNvSpPr/>
            <p:nvPr/>
          </p:nvSpPr>
          <p:spPr>
            <a:xfrm>
              <a:off x="3337560" y="231648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315" name="Oval 314">
              <a:extLst>
                <a:ext uri="{FF2B5EF4-FFF2-40B4-BE49-F238E27FC236}">
                  <a16:creationId xmlns:a16="http://schemas.microsoft.com/office/drawing/2014/main" id="{8EB2E229-41F2-F1DE-DA12-E857553D9478}"/>
                </a:ext>
              </a:extLst>
            </p:cNvPr>
            <p:cNvSpPr/>
            <p:nvPr/>
          </p:nvSpPr>
          <p:spPr>
            <a:xfrm>
              <a:off x="6202680" y="2301239"/>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316" name="Oval 315">
              <a:extLst>
                <a:ext uri="{FF2B5EF4-FFF2-40B4-BE49-F238E27FC236}">
                  <a16:creationId xmlns:a16="http://schemas.microsoft.com/office/drawing/2014/main" id="{1E82157C-1B92-ADF9-BDCF-004D69C010B5}"/>
                </a:ext>
              </a:extLst>
            </p:cNvPr>
            <p:cNvSpPr/>
            <p:nvPr/>
          </p:nvSpPr>
          <p:spPr>
            <a:xfrm rot="16200000">
              <a:off x="5288280" y="1904999"/>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317" name="Oval 316">
              <a:extLst>
                <a:ext uri="{FF2B5EF4-FFF2-40B4-BE49-F238E27FC236}">
                  <a16:creationId xmlns:a16="http://schemas.microsoft.com/office/drawing/2014/main" id="{89BD9DF6-52B9-22FE-A902-06A0CF7B4564}"/>
                </a:ext>
              </a:extLst>
            </p:cNvPr>
            <p:cNvSpPr/>
            <p:nvPr/>
          </p:nvSpPr>
          <p:spPr>
            <a:xfrm>
              <a:off x="3977640" y="297180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318" name="Oval 317">
              <a:extLst>
                <a:ext uri="{FF2B5EF4-FFF2-40B4-BE49-F238E27FC236}">
                  <a16:creationId xmlns:a16="http://schemas.microsoft.com/office/drawing/2014/main" id="{B88453DC-0302-9096-5C87-3292980FED0B}"/>
                </a:ext>
              </a:extLst>
            </p:cNvPr>
            <p:cNvSpPr/>
            <p:nvPr/>
          </p:nvSpPr>
          <p:spPr>
            <a:xfrm rot="16200000">
              <a:off x="3992880" y="190500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319" name="Oval 318">
              <a:extLst>
                <a:ext uri="{FF2B5EF4-FFF2-40B4-BE49-F238E27FC236}">
                  <a16:creationId xmlns:a16="http://schemas.microsoft.com/office/drawing/2014/main" id="{C7BC9E19-14D8-0C19-B22A-8DB391CDBCA6}"/>
                </a:ext>
              </a:extLst>
            </p:cNvPr>
            <p:cNvSpPr/>
            <p:nvPr/>
          </p:nvSpPr>
          <p:spPr>
            <a:xfrm>
              <a:off x="6111240" y="326136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320" name="Oval 319">
              <a:extLst>
                <a:ext uri="{FF2B5EF4-FFF2-40B4-BE49-F238E27FC236}">
                  <a16:creationId xmlns:a16="http://schemas.microsoft.com/office/drawing/2014/main" id="{837EA0CD-B20F-FE8D-381C-80672D349826}"/>
                </a:ext>
              </a:extLst>
            </p:cNvPr>
            <p:cNvSpPr/>
            <p:nvPr/>
          </p:nvSpPr>
          <p:spPr>
            <a:xfrm>
              <a:off x="5166360" y="161544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grpSp>
      <p:grpSp>
        <p:nvGrpSpPr>
          <p:cNvPr id="321" name="Group 320">
            <a:extLst>
              <a:ext uri="{FF2B5EF4-FFF2-40B4-BE49-F238E27FC236}">
                <a16:creationId xmlns:a16="http://schemas.microsoft.com/office/drawing/2014/main" id="{C4356138-0B06-593A-39B6-F17F9BBED69E}"/>
              </a:ext>
            </a:extLst>
          </p:cNvPr>
          <p:cNvGrpSpPr/>
          <p:nvPr/>
        </p:nvGrpSpPr>
        <p:grpSpPr>
          <a:xfrm rot="6618426">
            <a:off x="487680" y="1188713"/>
            <a:ext cx="1386840" cy="1310640"/>
            <a:chOff x="2926080" y="1447800"/>
            <a:chExt cx="4160520" cy="3931920"/>
          </a:xfrm>
        </p:grpSpPr>
        <p:sp>
          <p:nvSpPr>
            <p:cNvPr id="322" name="Oval 321">
              <a:extLst>
                <a:ext uri="{FF2B5EF4-FFF2-40B4-BE49-F238E27FC236}">
                  <a16:creationId xmlns:a16="http://schemas.microsoft.com/office/drawing/2014/main" id="{55C69CBF-4B8D-0D86-4F70-F0413A30C26C}"/>
                </a:ext>
              </a:extLst>
            </p:cNvPr>
            <p:cNvSpPr/>
            <p:nvPr/>
          </p:nvSpPr>
          <p:spPr>
            <a:xfrm>
              <a:off x="4160520" y="242316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323" name="Oval 322">
              <a:extLst>
                <a:ext uri="{FF2B5EF4-FFF2-40B4-BE49-F238E27FC236}">
                  <a16:creationId xmlns:a16="http://schemas.microsoft.com/office/drawing/2014/main" id="{9E79A9F0-0CE1-7EAB-9394-FB57EFBB4DF2}"/>
                </a:ext>
              </a:extLst>
            </p:cNvPr>
            <p:cNvSpPr/>
            <p:nvPr/>
          </p:nvSpPr>
          <p:spPr>
            <a:xfrm>
              <a:off x="5852160" y="371856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324" name="Oval 323">
              <a:extLst>
                <a:ext uri="{FF2B5EF4-FFF2-40B4-BE49-F238E27FC236}">
                  <a16:creationId xmlns:a16="http://schemas.microsoft.com/office/drawing/2014/main" id="{264694A2-FDCE-6ACD-9F9D-55073F04CE90}"/>
                </a:ext>
              </a:extLst>
            </p:cNvPr>
            <p:cNvSpPr/>
            <p:nvPr/>
          </p:nvSpPr>
          <p:spPr>
            <a:xfrm>
              <a:off x="4465320" y="455676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325" name="Oval 324">
              <a:extLst>
                <a:ext uri="{FF2B5EF4-FFF2-40B4-BE49-F238E27FC236}">
                  <a16:creationId xmlns:a16="http://schemas.microsoft.com/office/drawing/2014/main" id="{A18CC58C-D214-64FC-F7A2-ACB81030635B}"/>
                </a:ext>
              </a:extLst>
            </p:cNvPr>
            <p:cNvSpPr/>
            <p:nvPr/>
          </p:nvSpPr>
          <p:spPr>
            <a:xfrm>
              <a:off x="3749040" y="429768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326" name="Oval 325">
              <a:extLst>
                <a:ext uri="{FF2B5EF4-FFF2-40B4-BE49-F238E27FC236}">
                  <a16:creationId xmlns:a16="http://schemas.microsoft.com/office/drawing/2014/main" id="{8602AA9D-BC49-9E31-741E-09A5E64759D9}"/>
                </a:ext>
              </a:extLst>
            </p:cNvPr>
            <p:cNvSpPr/>
            <p:nvPr/>
          </p:nvSpPr>
          <p:spPr>
            <a:xfrm>
              <a:off x="4282440" y="14478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327" name="Oval 326">
              <a:extLst>
                <a:ext uri="{FF2B5EF4-FFF2-40B4-BE49-F238E27FC236}">
                  <a16:creationId xmlns:a16="http://schemas.microsoft.com/office/drawing/2014/main" id="{7BA62508-0C33-0B3E-62A5-A36CF677BACE}"/>
                </a:ext>
              </a:extLst>
            </p:cNvPr>
            <p:cNvSpPr/>
            <p:nvPr/>
          </p:nvSpPr>
          <p:spPr>
            <a:xfrm>
              <a:off x="2926080" y="301752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328" name="Oval 327">
              <a:extLst>
                <a:ext uri="{FF2B5EF4-FFF2-40B4-BE49-F238E27FC236}">
                  <a16:creationId xmlns:a16="http://schemas.microsoft.com/office/drawing/2014/main" id="{F6C9BD06-B16E-0D8C-D04D-2C634929FF3F}"/>
                </a:ext>
              </a:extLst>
            </p:cNvPr>
            <p:cNvSpPr/>
            <p:nvPr/>
          </p:nvSpPr>
          <p:spPr>
            <a:xfrm>
              <a:off x="5852160" y="25146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329" name="Oval 328">
              <a:extLst>
                <a:ext uri="{FF2B5EF4-FFF2-40B4-BE49-F238E27FC236}">
                  <a16:creationId xmlns:a16="http://schemas.microsoft.com/office/drawing/2014/main" id="{9B7671BD-CBF0-48AA-0AF8-19F7E34C67D4}"/>
                </a:ext>
              </a:extLst>
            </p:cNvPr>
            <p:cNvSpPr/>
            <p:nvPr/>
          </p:nvSpPr>
          <p:spPr>
            <a:xfrm>
              <a:off x="4038600" y="321564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330" name="Oval 329">
              <a:extLst>
                <a:ext uri="{FF2B5EF4-FFF2-40B4-BE49-F238E27FC236}">
                  <a16:creationId xmlns:a16="http://schemas.microsoft.com/office/drawing/2014/main" id="{AA515A2F-3CC0-EFBF-109A-605E5F26B578}"/>
                </a:ext>
              </a:extLst>
            </p:cNvPr>
            <p:cNvSpPr/>
            <p:nvPr/>
          </p:nvSpPr>
          <p:spPr>
            <a:xfrm>
              <a:off x="3870960" y="316992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331" name="Oval 330">
              <a:extLst>
                <a:ext uri="{FF2B5EF4-FFF2-40B4-BE49-F238E27FC236}">
                  <a16:creationId xmlns:a16="http://schemas.microsoft.com/office/drawing/2014/main" id="{17DA32B4-B467-19E3-A487-A227B88727BB}"/>
                </a:ext>
              </a:extLst>
            </p:cNvPr>
            <p:cNvSpPr/>
            <p:nvPr/>
          </p:nvSpPr>
          <p:spPr>
            <a:xfrm>
              <a:off x="4137660" y="37338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332" name="Oval 331">
              <a:extLst>
                <a:ext uri="{FF2B5EF4-FFF2-40B4-BE49-F238E27FC236}">
                  <a16:creationId xmlns:a16="http://schemas.microsoft.com/office/drawing/2014/main" id="{961E65D4-4C26-1E12-B9F5-7FC4C9F052CA}"/>
                </a:ext>
              </a:extLst>
            </p:cNvPr>
            <p:cNvSpPr/>
            <p:nvPr/>
          </p:nvSpPr>
          <p:spPr>
            <a:xfrm>
              <a:off x="5227320" y="36576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333" name="Oval 332">
              <a:extLst>
                <a:ext uri="{FF2B5EF4-FFF2-40B4-BE49-F238E27FC236}">
                  <a16:creationId xmlns:a16="http://schemas.microsoft.com/office/drawing/2014/main" id="{1886E734-FA4A-17FD-DF73-B5BEC3EA0287}"/>
                </a:ext>
              </a:extLst>
            </p:cNvPr>
            <p:cNvSpPr/>
            <p:nvPr/>
          </p:nvSpPr>
          <p:spPr>
            <a:xfrm>
              <a:off x="4693920" y="390144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334" name="Oval 333">
              <a:extLst>
                <a:ext uri="{FF2B5EF4-FFF2-40B4-BE49-F238E27FC236}">
                  <a16:creationId xmlns:a16="http://schemas.microsoft.com/office/drawing/2014/main" id="{4358BE4D-1366-4848-878C-D243D66B35FB}"/>
                </a:ext>
              </a:extLst>
            </p:cNvPr>
            <p:cNvSpPr/>
            <p:nvPr/>
          </p:nvSpPr>
          <p:spPr>
            <a:xfrm>
              <a:off x="5257800" y="41300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335" name="Oval 334">
              <a:extLst>
                <a:ext uri="{FF2B5EF4-FFF2-40B4-BE49-F238E27FC236}">
                  <a16:creationId xmlns:a16="http://schemas.microsoft.com/office/drawing/2014/main" id="{08F70C8F-0A34-3074-F62B-C86E8E6D5EE8}"/>
                </a:ext>
              </a:extLst>
            </p:cNvPr>
            <p:cNvSpPr/>
            <p:nvPr/>
          </p:nvSpPr>
          <p:spPr>
            <a:xfrm rot="16200000">
              <a:off x="3413760" y="38252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336" name="Oval 335">
              <a:extLst>
                <a:ext uri="{FF2B5EF4-FFF2-40B4-BE49-F238E27FC236}">
                  <a16:creationId xmlns:a16="http://schemas.microsoft.com/office/drawing/2014/main" id="{5CAF1075-0D74-D58D-DED4-ED9D6DA5F2F9}"/>
                </a:ext>
              </a:extLst>
            </p:cNvPr>
            <p:cNvSpPr/>
            <p:nvPr/>
          </p:nvSpPr>
          <p:spPr>
            <a:xfrm rot="16200000">
              <a:off x="2926080" y="234696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337" name="Oval 336">
              <a:extLst>
                <a:ext uri="{FF2B5EF4-FFF2-40B4-BE49-F238E27FC236}">
                  <a16:creationId xmlns:a16="http://schemas.microsoft.com/office/drawing/2014/main" id="{1293A2BE-9806-F422-CB12-5AA7F72D0792}"/>
                </a:ext>
              </a:extLst>
            </p:cNvPr>
            <p:cNvSpPr/>
            <p:nvPr/>
          </p:nvSpPr>
          <p:spPr>
            <a:xfrm rot="16200000">
              <a:off x="4191000" y="32918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338" name="Oval 337">
              <a:extLst>
                <a:ext uri="{FF2B5EF4-FFF2-40B4-BE49-F238E27FC236}">
                  <a16:creationId xmlns:a16="http://schemas.microsoft.com/office/drawing/2014/main" id="{6470B76D-DC40-70E7-C7B8-D716DE2BC793}"/>
                </a:ext>
              </a:extLst>
            </p:cNvPr>
            <p:cNvSpPr/>
            <p:nvPr/>
          </p:nvSpPr>
          <p:spPr>
            <a:xfrm rot="16200000">
              <a:off x="3749040" y="172212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339" name="Oval 338">
              <a:extLst>
                <a:ext uri="{FF2B5EF4-FFF2-40B4-BE49-F238E27FC236}">
                  <a16:creationId xmlns:a16="http://schemas.microsoft.com/office/drawing/2014/main" id="{879BB542-2FD1-9EF6-E7A8-3C9C47F9806E}"/>
                </a:ext>
              </a:extLst>
            </p:cNvPr>
            <p:cNvSpPr/>
            <p:nvPr/>
          </p:nvSpPr>
          <p:spPr>
            <a:xfrm rot="16200000">
              <a:off x="3520440" y="271272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340" name="Oval 339">
              <a:extLst>
                <a:ext uri="{FF2B5EF4-FFF2-40B4-BE49-F238E27FC236}">
                  <a16:creationId xmlns:a16="http://schemas.microsoft.com/office/drawing/2014/main" id="{82051E82-B3F0-E061-8859-53E46B31CC88}"/>
                </a:ext>
              </a:extLst>
            </p:cNvPr>
            <p:cNvSpPr/>
            <p:nvPr/>
          </p:nvSpPr>
          <p:spPr>
            <a:xfrm rot="16200000">
              <a:off x="3322320" y="34442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341" name="Oval 340">
              <a:extLst>
                <a:ext uri="{FF2B5EF4-FFF2-40B4-BE49-F238E27FC236}">
                  <a16:creationId xmlns:a16="http://schemas.microsoft.com/office/drawing/2014/main" id="{21209122-72A4-3C34-039C-51C719D7C59E}"/>
                </a:ext>
              </a:extLst>
            </p:cNvPr>
            <p:cNvSpPr/>
            <p:nvPr/>
          </p:nvSpPr>
          <p:spPr>
            <a:xfrm>
              <a:off x="4572000" y="211836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342" name="Oval 341">
              <a:extLst>
                <a:ext uri="{FF2B5EF4-FFF2-40B4-BE49-F238E27FC236}">
                  <a16:creationId xmlns:a16="http://schemas.microsoft.com/office/drawing/2014/main" id="{FA2A315F-4E55-B690-D61C-FB7AE7515597}"/>
                </a:ext>
              </a:extLst>
            </p:cNvPr>
            <p:cNvSpPr/>
            <p:nvPr/>
          </p:nvSpPr>
          <p:spPr>
            <a:xfrm>
              <a:off x="5562600" y="313944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343" name="Oval 342">
              <a:extLst>
                <a:ext uri="{FF2B5EF4-FFF2-40B4-BE49-F238E27FC236}">
                  <a16:creationId xmlns:a16="http://schemas.microsoft.com/office/drawing/2014/main" id="{DEA4675E-5D08-69F4-EB89-19BD960E6888}"/>
                </a:ext>
              </a:extLst>
            </p:cNvPr>
            <p:cNvSpPr/>
            <p:nvPr/>
          </p:nvSpPr>
          <p:spPr>
            <a:xfrm>
              <a:off x="5684520" y="19050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344" name="Oval 343">
              <a:extLst>
                <a:ext uri="{FF2B5EF4-FFF2-40B4-BE49-F238E27FC236}">
                  <a16:creationId xmlns:a16="http://schemas.microsoft.com/office/drawing/2014/main" id="{FAE79A0E-280D-5A62-0C37-95008FFAE600}"/>
                </a:ext>
              </a:extLst>
            </p:cNvPr>
            <p:cNvSpPr/>
            <p:nvPr/>
          </p:nvSpPr>
          <p:spPr>
            <a:xfrm>
              <a:off x="4693920" y="320040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345" name="Oval 344">
              <a:extLst>
                <a:ext uri="{FF2B5EF4-FFF2-40B4-BE49-F238E27FC236}">
                  <a16:creationId xmlns:a16="http://schemas.microsoft.com/office/drawing/2014/main" id="{27E8575E-7C99-4981-4CA9-43AA2B9E5DA2}"/>
                </a:ext>
              </a:extLst>
            </p:cNvPr>
            <p:cNvSpPr/>
            <p:nvPr/>
          </p:nvSpPr>
          <p:spPr>
            <a:xfrm>
              <a:off x="6263640" y="27584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346" name="Oval 345">
              <a:extLst>
                <a:ext uri="{FF2B5EF4-FFF2-40B4-BE49-F238E27FC236}">
                  <a16:creationId xmlns:a16="http://schemas.microsoft.com/office/drawing/2014/main" id="{2C515039-41AB-FC65-5290-5C8E8B464181}"/>
                </a:ext>
              </a:extLst>
            </p:cNvPr>
            <p:cNvSpPr/>
            <p:nvPr/>
          </p:nvSpPr>
          <p:spPr>
            <a:xfrm>
              <a:off x="5273040" y="25298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347" name="Oval 346">
              <a:extLst>
                <a:ext uri="{FF2B5EF4-FFF2-40B4-BE49-F238E27FC236}">
                  <a16:creationId xmlns:a16="http://schemas.microsoft.com/office/drawing/2014/main" id="{6C38FEAE-0690-9051-A440-C999545A35BD}"/>
                </a:ext>
              </a:extLst>
            </p:cNvPr>
            <p:cNvSpPr/>
            <p:nvPr/>
          </p:nvSpPr>
          <p:spPr>
            <a:xfrm>
              <a:off x="4678680" y="268224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348" name="Oval 347">
              <a:extLst>
                <a:ext uri="{FF2B5EF4-FFF2-40B4-BE49-F238E27FC236}">
                  <a16:creationId xmlns:a16="http://schemas.microsoft.com/office/drawing/2014/main" id="{865EF0B7-078F-C27C-4FAA-1476CE313D20}"/>
                </a:ext>
              </a:extLst>
            </p:cNvPr>
            <p:cNvSpPr/>
            <p:nvPr/>
          </p:nvSpPr>
          <p:spPr>
            <a:xfrm rot="16200000">
              <a:off x="4709160" y="213360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349" name="Oval 348">
              <a:extLst>
                <a:ext uri="{FF2B5EF4-FFF2-40B4-BE49-F238E27FC236}">
                  <a16:creationId xmlns:a16="http://schemas.microsoft.com/office/drawing/2014/main" id="{4E9C8E71-913F-BEE4-CBA8-01163134D44D}"/>
                </a:ext>
              </a:extLst>
            </p:cNvPr>
            <p:cNvSpPr/>
            <p:nvPr/>
          </p:nvSpPr>
          <p:spPr>
            <a:xfrm rot="16200000">
              <a:off x="5120640" y="272796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350" name="Oval 349">
              <a:extLst>
                <a:ext uri="{FF2B5EF4-FFF2-40B4-BE49-F238E27FC236}">
                  <a16:creationId xmlns:a16="http://schemas.microsoft.com/office/drawing/2014/main" id="{7660DB92-A1DE-A7E0-8CF3-E8B70039A474}"/>
                </a:ext>
              </a:extLst>
            </p:cNvPr>
            <p:cNvSpPr/>
            <p:nvPr/>
          </p:nvSpPr>
          <p:spPr>
            <a:xfrm>
              <a:off x="4328160" y="384048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351" name="Oval 350">
              <a:extLst>
                <a:ext uri="{FF2B5EF4-FFF2-40B4-BE49-F238E27FC236}">
                  <a16:creationId xmlns:a16="http://schemas.microsoft.com/office/drawing/2014/main" id="{940878C8-DA57-6789-8DBF-F3ADEB529828}"/>
                </a:ext>
              </a:extLst>
            </p:cNvPr>
            <p:cNvSpPr/>
            <p:nvPr/>
          </p:nvSpPr>
          <p:spPr>
            <a:xfrm>
              <a:off x="3581400" y="40386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352" name="Oval 351">
              <a:extLst>
                <a:ext uri="{FF2B5EF4-FFF2-40B4-BE49-F238E27FC236}">
                  <a16:creationId xmlns:a16="http://schemas.microsoft.com/office/drawing/2014/main" id="{838BBE6C-523A-CFE8-53AB-547F452B773C}"/>
                </a:ext>
              </a:extLst>
            </p:cNvPr>
            <p:cNvSpPr/>
            <p:nvPr/>
          </p:nvSpPr>
          <p:spPr>
            <a:xfrm rot="16200000">
              <a:off x="5730240" y="277368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353" name="Oval 352">
              <a:extLst>
                <a:ext uri="{FF2B5EF4-FFF2-40B4-BE49-F238E27FC236}">
                  <a16:creationId xmlns:a16="http://schemas.microsoft.com/office/drawing/2014/main" id="{43361F58-4698-E1D5-128E-34CCE08445DE}"/>
                </a:ext>
              </a:extLst>
            </p:cNvPr>
            <p:cNvSpPr/>
            <p:nvPr/>
          </p:nvSpPr>
          <p:spPr>
            <a:xfrm>
              <a:off x="3916680" y="292608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354" name="Oval 353">
              <a:extLst>
                <a:ext uri="{FF2B5EF4-FFF2-40B4-BE49-F238E27FC236}">
                  <a16:creationId xmlns:a16="http://schemas.microsoft.com/office/drawing/2014/main" id="{182068B0-E39D-7E7D-F7E6-5ED0D820BA79}"/>
                </a:ext>
              </a:extLst>
            </p:cNvPr>
            <p:cNvSpPr/>
            <p:nvPr/>
          </p:nvSpPr>
          <p:spPr>
            <a:xfrm>
              <a:off x="3810000" y="233172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355" name="Oval 354">
              <a:extLst>
                <a:ext uri="{FF2B5EF4-FFF2-40B4-BE49-F238E27FC236}">
                  <a16:creationId xmlns:a16="http://schemas.microsoft.com/office/drawing/2014/main" id="{4DE1BEF9-F2EC-B7A7-5B56-076DBCFF1891}"/>
                </a:ext>
              </a:extLst>
            </p:cNvPr>
            <p:cNvSpPr/>
            <p:nvPr/>
          </p:nvSpPr>
          <p:spPr>
            <a:xfrm>
              <a:off x="3169920" y="280416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356" name="Oval 355">
              <a:extLst>
                <a:ext uri="{FF2B5EF4-FFF2-40B4-BE49-F238E27FC236}">
                  <a16:creationId xmlns:a16="http://schemas.microsoft.com/office/drawing/2014/main" id="{97B8A399-4345-518E-9442-96456AAE71EA}"/>
                </a:ext>
              </a:extLst>
            </p:cNvPr>
            <p:cNvSpPr/>
            <p:nvPr/>
          </p:nvSpPr>
          <p:spPr>
            <a:xfrm>
              <a:off x="5212080" y="318516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357" name="Oval 356">
              <a:extLst>
                <a:ext uri="{FF2B5EF4-FFF2-40B4-BE49-F238E27FC236}">
                  <a16:creationId xmlns:a16="http://schemas.microsoft.com/office/drawing/2014/main" id="{8EF1E382-08D4-A132-9A73-0847A26BACE4}"/>
                </a:ext>
              </a:extLst>
            </p:cNvPr>
            <p:cNvSpPr/>
            <p:nvPr/>
          </p:nvSpPr>
          <p:spPr>
            <a:xfrm>
              <a:off x="4739640" y="172212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358" name="Oval 357">
              <a:extLst>
                <a:ext uri="{FF2B5EF4-FFF2-40B4-BE49-F238E27FC236}">
                  <a16:creationId xmlns:a16="http://schemas.microsoft.com/office/drawing/2014/main" id="{5E7747D2-6F62-2583-82AD-F15BF596A77F}"/>
                </a:ext>
              </a:extLst>
            </p:cNvPr>
            <p:cNvSpPr/>
            <p:nvPr/>
          </p:nvSpPr>
          <p:spPr>
            <a:xfrm>
              <a:off x="3337560" y="231648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359" name="Oval 358">
              <a:extLst>
                <a:ext uri="{FF2B5EF4-FFF2-40B4-BE49-F238E27FC236}">
                  <a16:creationId xmlns:a16="http://schemas.microsoft.com/office/drawing/2014/main" id="{FE299F8C-8030-1FEC-5952-5655C27594D7}"/>
                </a:ext>
              </a:extLst>
            </p:cNvPr>
            <p:cNvSpPr/>
            <p:nvPr/>
          </p:nvSpPr>
          <p:spPr>
            <a:xfrm>
              <a:off x="6202680" y="2301239"/>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360" name="Oval 359">
              <a:extLst>
                <a:ext uri="{FF2B5EF4-FFF2-40B4-BE49-F238E27FC236}">
                  <a16:creationId xmlns:a16="http://schemas.microsoft.com/office/drawing/2014/main" id="{36975C09-910A-9D27-5034-EC7827F92616}"/>
                </a:ext>
              </a:extLst>
            </p:cNvPr>
            <p:cNvSpPr/>
            <p:nvPr/>
          </p:nvSpPr>
          <p:spPr>
            <a:xfrm rot="16200000">
              <a:off x="5288280" y="1904999"/>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361" name="Oval 360">
              <a:extLst>
                <a:ext uri="{FF2B5EF4-FFF2-40B4-BE49-F238E27FC236}">
                  <a16:creationId xmlns:a16="http://schemas.microsoft.com/office/drawing/2014/main" id="{D02158F3-72B6-D668-0454-D53D44B741B4}"/>
                </a:ext>
              </a:extLst>
            </p:cNvPr>
            <p:cNvSpPr/>
            <p:nvPr/>
          </p:nvSpPr>
          <p:spPr>
            <a:xfrm>
              <a:off x="3977640" y="297180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362" name="Oval 361">
              <a:extLst>
                <a:ext uri="{FF2B5EF4-FFF2-40B4-BE49-F238E27FC236}">
                  <a16:creationId xmlns:a16="http://schemas.microsoft.com/office/drawing/2014/main" id="{CDBD8E0E-DD7D-A0E1-D379-C52B0A86B9CA}"/>
                </a:ext>
              </a:extLst>
            </p:cNvPr>
            <p:cNvSpPr/>
            <p:nvPr/>
          </p:nvSpPr>
          <p:spPr>
            <a:xfrm rot="16200000">
              <a:off x="3992880" y="190500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363" name="Oval 362">
              <a:extLst>
                <a:ext uri="{FF2B5EF4-FFF2-40B4-BE49-F238E27FC236}">
                  <a16:creationId xmlns:a16="http://schemas.microsoft.com/office/drawing/2014/main" id="{C44E5F50-31A5-E5E5-C5D1-BD314E1AA703}"/>
                </a:ext>
              </a:extLst>
            </p:cNvPr>
            <p:cNvSpPr/>
            <p:nvPr/>
          </p:nvSpPr>
          <p:spPr>
            <a:xfrm>
              <a:off x="6111240" y="326136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364" name="Oval 363">
              <a:extLst>
                <a:ext uri="{FF2B5EF4-FFF2-40B4-BE49-F238E27FC236}">
                  <a16:creationId xmlns:a16="http://schemas.microsoft.com/office/drawing/2014/main" id="{36E63482-235A-A07A-6C63-181DF43C6ABD}"/>
                </a:ext>
              </a:extLst>
            </p:cNvPr>
            <p:cNvSpPr/>
            <p:nvPr/>
          </p:nvSpPr>
          <p:spPr>
            <a:xfrm>
              <a:off x="5166360" y="161544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grpSp>
      <p:grpSp>
        <p:nvGrpSpPr>
          <p:cNvPr id="365" name="Group 364">
            <a:extLst>
              <a:ext uri="{FF2B5EF4-FFF2-40B4-BE49-F238E27FC236}">
                <a16:creationId xmlns:a16="http://schemas.microsoft.com/office/drawing/2014/main" id="{056583BB-FEB2-BF58-B24B-F715934AABD4}"/>
              </a:ext>
            </a:extLst>
          </p:cNvPr>
          <p:cNvGrpSpPr/>
          <p:nvPr/>
        </p:nvGrpSpPr>
        <p:grpSpPr>
          <a:xfrm rot="6618426">
            <a:off x="2880360" y="579112"/>
            <a:ext cx="1386840" cy="1310640"/>
            <a:chOff x="2926080" y="1447800"/>
            <a:chExt cx="4160520" cy="3931920"/>
          </a:xfrm>
        </p:grpSpPr>
        <p:sp>
          <p:nvSpPr>
            <p:cNvPr id="366" name="Oval 365">
              <a:extLst>
                <a:ext uri="{FF2B5EF4-FFF2-40B4-BE49-F238E27FC236}">
                  <a16:creationId xmlns:a16="http://schemas.microsoft.com/office/drawing/2014/main" id="{51185871-50E9-B87E-699F-35302A5F2FDC}"/>
                </a:ext>
              </a:extLst>
            </p:cNvPr>
            <p:cNvSpPr/>
            <p:nvPr/>
          </p:nvSpPr>
          <p:spPr>
            <a:xfrm>
              <a:off x="4160520" y="242316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367" name="Oval 366">
              <a:extLst>
                <a:ext uri="{FF2B5EF4-FFF2-40B4-BE49-F238E27FC236}">
                  <a16:creationId xmlns:a16="http://schemas.microsoft.com/office/drawing/2014/main" id="{BDDD8562-BC7B-B9A4-04B5-5BC1D28BDB99}"/>
                </a:ext>
              </a:extLst>
            </p:cNvPr>
            <p:cNvSpPr/>
            <p:nvPr/>
          </p:nvSpPr>
          <p:spPr>
            <a:xfrm>
              <a:off x="5852160" y="371856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368" name="Oval 367">
              <a:extLst>
                <a:ext uri="{FF2B5EF4-FFF2-40B4-BE49-F238E27FC236}">
                  <a16:creationId xmlns:a16="http://schemas.microsoft.com/office/drawing/2014/main" id="{C8168EE4-DF5D-B5AA-6DB2-0E47FAF140FD}"/>
                </a:ext>
              </a:extLst>
            </p:cNvPr>
            <p:cNvSpPr/>
            <p:nvPr/>
          </p:nvSpPr>
          <p:spPr>
            <a:xfrm>
              <a:off x="4465320" y="455676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369" name="Oval 368">
              <a:extLst>
                <a:ext uri="{FF2B5EF4-FFF2-40B4-BE49-F238E27FC236}">
                  <a16:creationId xmlns:a16="http://schemas.microsoft.com/office/drawing/2014/main" id="{B4E9C2C5-9D0E-1187-EA2E-82C167A9FFAC}"/>
                </a:ext>
              </a:extLst>
            </p:cNvPr>
            <p:cNvSpPr/>
            <p:nvPr/>
          </p:nvSpPr>
          <p:spPr>
            <a:xfrm>
              <a:off x="3749040" y="429768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370" name="Oval 369">
              <a:extLst>
                <a:ext uri="{FF2B5EF4-FFF2-40B4-BE49-F238E27FC236}">
                  <a16:creationId xmlns:a16="http://schemas.microsoft.com/office/drawing/2014/main" id="{BA71FA2B-8372-9CAD-ADC3-D60901B07854}"/>
                </a:ext>
              </a:extLst>
            </p:cNvPr>
            <p:cNvSpPr/>
            <p:nvPr/>
          </p:nvSpPr>
          <p:spPr>
            <a:xfrm>
              <a:off x="4282440" y="14478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371" name="Oval 370">
              <a:extLst>
                <a:ext uri="{FF2B5EF4-FFF2-40B4-BE49-F238E27FC236}">
                  <a16:creationId xmlns:a16="http://schemas.microsoft.com/office/drawing/2014/main" id="{625C936B-09DF-B3DB-4916-8C5C2ABF9666}"/>
                </a:ext>
              </a:extLst>
            </p:cNvPr>
            <p:cNvSpPr/>
            <p:nvPr/>
          </p:nvSpPr>
          <p:spPr>
            <a:xfrm>
              <a:off x="2926080" y="301752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372" name="Oval 371">
              <a:extLst>
                <a:ext uri="{FF2B5EF4-FFF2-40B4-BE49-F238E27FC236}">
                  <a16:creationId xmlns:a16="http://schemas.microsoft.com/office/drawing/2014/main" id="{507488AC-41E6-EE08-9EBC-F91EE8A1507A}"/>
                </a:ext>
              </a:extLst>
            </p:cNvPr>
            <p:cNvSpPr/>
            <p:nvPr/>
          </p:nvSpPr>
          <p:spPr>
            <a:xfrm>
              <a:off x="5852160" y="25146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373" name="Oval 372">
              <a:extLst>
                <a:ext uri="{FF2B5EF4-FFF2-40B4-BE49-F238E27FC236}">
                  <a16:creationId xmlns:a16="http://schemas.microsoft.com/office/drawing/2014/main" id="{75A21520-027F-D28A-041E-921B51157951}"/>
                </a:ext>
              </a:extLst>
            </p:cNvPr>
            <p:cNvSpPr/>
            <p:nvPr/>
          </p:nvSpPr>
          <p:spPr>
            <a:xfrm>
              <a:off x="4038600" y="321564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374" name="Oval 373">
              <a:extLst>
                <a:ext uri="{FF2B5EF4-FFF2-40B4-BE49-F238E27FC236}">
                  <a16:creationId xmlns:a16="http://schemas.microsoft.com/office/drawing/2014/main" id="{63A40987-8A83-1A74-7108-E54F584B9023}"/>
                </a:ext>
              </a:extLst>
            </p:cNvPr>
            <p:cNvSpPr/>
            <p:nvPr/>
          </p:nvSpPr>
          <p:spPr>
            <a:xfrm>
              <a:off x="3870960" y="316992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375" name="Oval 374">
              <a:extLst>
                <a:ext uri="{FF2B5EF4-FFF2-40B4-BE49-F238E27FC236}">
                  <a16:creationId xmlns:a16="http://schemas.microsoft.com/office/drawing/2014/main" id="{2F6CF777-60FE-E19C-1FA5-F87E2C5D591A}"/>
                </a:ext>
              </a:extLst>
            </p:cNvPr>
            <p:cNvSpPr/>
            <p:nvPr/>
          </p:nvSpPr>
          <p:spPr>
            <a:xfrm>
              <a:off x="4137660" y="37338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376" name="Oval 375">
              <a:extLst>
                <a:ext uri="{FF2B5EF4-FFF2-40B4-BE49-F238E27FC236}">
                  <a16:creationId xmlns:a16="http://schemas.microsoft.com/office/drawing/2014/main" id="{0EBB6A47-1665-FB42-C730-09CD92DAA309}"/>
                </a:ext>
              </a:extLst>
            </p:cNvPr>
            <p:cNvSpPr/>
            <p:nvPr/>
          </p:nvSpPr>
          <p:spPr>
            <a:xfrm>
              <a:off x="5227320" y="36576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377" name="Oval 376">
              <a:extLst>
                <a:ext uri="{FF2B5EF4-FFF2-40B4-BE49-F238E27FC236}">
                  <a16:creationId xmlns:a16="http://schemas.microsoft.com/office/drawing/2014/main" id="{962E1CBB-07E7-05C9-9BBE-C2F47B246423}"/>
                </a:ext>
              </a:extLst>
            </p:cNvPr>
            <p:cNvSpPr/>
            <p:nvPr/>
          </p:nvSpPr>
          <p:spPr>
            <a:xfrm>
              <a:off x="4693920" y="390144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378" name="Oval 377">
              <a:extLst>
                <a:ext uri="{FF2B5EF4-FFF2-40B4-BE49-F238E27FC236}">
                  <a16:creationId xmlns:a16="http://schemas.microsoft.com/office/drawing/2014/main" id="{73C1BB08-DB8C-A10C-40E9-2F442196E184}"/>
                </a:ext>
              </a:extLst>
            </p:cNvPr>
            <p:cNvSpPr/>
            <p:nvPr/>
          </p:nvSpPr>
          <p:spPr>
            <a:xfrm>
              <a:off x="5257800" y="41300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379" name="Oval 378">
              <a:extLst>
                <a:ext uri="{FF2B5EF4-FFF2-40B4-BE49-F238E27FC236}">
                  <a16:creationId xmlns:a16="http://schemas.microsoft.com/office/drawing/2014/main" id="{A34946D5-2E83-3A7A-9FC0-18A232B56F8F}"/>
                </a:ext>
              </a:extLst>
            </p:cNvPr>
            <p:cNvSpPr/>
            <p:nvPr/>
          </p:nvSpPr>
          <p:spPr>
            <a:xfrm rot="16200000">
              <a:off x="3413760" y="38252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380" name="Oval 379">
              <a:extLst>
                <a:ext uri="{FF2B5EF4-FFF2-40B4-BE49-F238E27FC236}">
                  <a16:creationId xmlns:a16="http://schemas.microsoft.com/office/drawing/2014/main" id="{4DEEF32F-2AAC-6DB9-0148-BA36FD88F1B8}"/>
                </a:ext>
              </a:extLst>
            </p:cNvPr>
            <p:cNvSpPr/>
            <p:nvPr/>
          </p:nvSpPr>
          <p:spPr>
            <a:xfrm rot="16200000">
              <a:off x="2926080" y="234696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381" name="Oval 380">
              <a:extLst>
                <a:ext uri="{FF2B5EF4-FFF2-40B4-BE49-F238E27FC236}">
                  <a16:creationId xmlns:a16="http://schemas.microsoft.com/office/drawing/2014/main" id="{0533D60C-A6D5-6885-FDA3-0EFB419E3178}"/>
                </a:ext>
              </a:extLst>
            </p:cNvPr>
            <p:cNvSpPr/>
            <p:nvPr/>
          </p:nvSpPr>
          <p:spPr>
            <a:xfrm rot="16200000">
              <a:off x="4191000" y="32918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382" name="Oval 381">
              <a:extLst>
                <a:ext uri="{FF2B5EF4-FFF2-40B4-BE49-F238E27FC236}">
                  <a16:creationId xmlns:a16="http://schemas.microsoft.com/office/drawing/2014/main" id="{7E69FF72-C797-EA82-FB47-F2239AEB7278}"/>
                </a:ext>
              </a:extLst>
            </p:cNvPr>
            <p:cNvSpPr/>
            <p:nvPr/>
          </p:nvSpPr>
          <p:spPr>
            <a:xfrm rot="16200000">
              <a:off x="3749040" y="172212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383" name="Oval 382">
              <a:extLst>
                <a:ext uri="{FF2B5EF4-FFF2-40B4-BE49-F238E27FC236}">
                  <a16:creationId xmlns:a16="http://schemas.microsoft.com/office/drawing/2014/main" id="{6BB4839D-18FE-08EC-9635-5B74A9990D74}"/>
                </a:ext>
              </a:extLst>
            </p:cNvPr>
            <p:cNvSpPr/>
            <p:nvPr/>
          </p:nvSpPr>
          <p:spPr>
            <a:xfrm rot="16200000">
              <a:off x="3520440" y="271272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384" name="Oval 383">
              <a:extLst>
                <a:ext uri="{FF2B5EF4-FFF2-40B4-BE49-F238E27FC236}">
                  <a16:creationId xmlns:a16="http://schemas.microsoft.com/office/drawing/2014/main" id="{0AFA2527-5AA9-9D05-C2C9-79E2EB064FF6}"/>
                </a:ext>
              </a:extLst>
            </p:cNvPr>
            <p:cNvSpPr/>
            <p:nvPr/>
          </p:nvSpPr>
          <p:spPr>
            <a:xfrm rot="16200000">
              <a:off x="3322320" y="34442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385" name="Oval 384">
              <a:extLst>
                <a:ext uri="{FF2B5EF4-FFF2-40B4-BE49-F238E27FC236}">
                  <a16:creationId xmlns:a16="http://schemas.microsoft.com/office/drawing/2014/main" id="{3A0F2EFF-3D31-D6E7-5BAF-C19DB1507070}"/>
                </a:ext>
              </a:extLst>
            </p:cNvPr>
            <p:cNvSpPr/>
            <p:nvPr/>
          </p:nvSpPr>
          <p:spPr>
            <a:xfrm>
              <a:off x="4572000" y="211836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386" name="Oval 385">
              <a:extLst>
                <a:ext uri="{FF2B5EF4-FFF2-40B4-BE49-F238E27FC236}">
                  <a16:creationId xmlns:a16="http://schemas.microsoft.com/office/drawing/2014/main" id="{D30D2762-4F95-737F-6D09-A93BA7D17175}"/>
                </a:ext>
              </a:extLst>
            </p:cNvPr>
            <p:cNvSpPr/>
            <p:nvPr/>
          </p:nvSpPr>
          <p:spPr>
            <a:xfrm>
              <a:off x="5562600" y="313944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387" name="Oval 386">
              <a:extLst>
                <a:ext uri="{FF2B5EF4-FFF2-40B4-BE49-F238E27FC236}">
                  <a16:creationId xmlns:a16="http://schemas.microsoft.com/office/drawing/2014/main" id="{3B5027F5-ED9D-1C25-7204-3E5CDEC3A9C7}"/>
                </a:ext>
              </a:extLst>
            </p:cNvPr>
            <p:cNvSpPr/>
            <p:nvPr/>
          </p:nvSpPr>
          <p:spPr>
            <a:xfrm>
              <a:off x="5684520" y="19050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388" name="Oval 387">
              <a:extLst>
                <a:ext uri="{FF2B5EF4-FFF2-40B4-BE49-F238E27FC236}">
                  <a16:creationId xmlns:a16="http://schemas.microsoft.com/office/drawing/2014/main" id="{420D890A-96B7-7477-E979-8C9F4A62AC86}"/>
                </a:ext>
              </a:extLst>
            </p:cNvPr>
            <p:cNvSpPr/>
            <p:nvPr/>
          </p:nvSpPr>
          <p:spPr>
            <a:xfrm>
              <a:off x="4693920" y="320040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389" name="Oval 388">
              <a:extLst>
                <a:ext uri="{FF2B5EF4-FFF2-40B4-BE49-F238E27FC236}">
                  <a16:creationId xmlns:a16="http://schemas.microsoft.com/office/drawing/2014/main" id="{E2B8198C-C93B-4F61-46BF-9364633DB705}"/>
                </a:ext>
              </a:extLst>
            </p:cNvPr>
            <p:cNvSpPr/>
            <p:nvPr/>
          </p:nvSpPr>
          <p:spPr>
            <a:xfrm>
              <a:off x="6263640" y="27584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390" name="Oval 389">
              <a:extLst>
                <a:ext uri="{FF2B5EF4-FFF2-40B4-BE49-F238E27FC236}">
                  <a16:creationId xmlns:a16="http://schemas.microsoft.com/office/drawing/2014/main" id="{2CDD9F4A-25C2-E882-0F4C-E8B0CE171723}"/>
                </a:ext>
              </a:extLst>
            </p:cNvPr>
            <p:cNvSpPr/>
            <p:nvPr/>
          </p:nvSpPr>
          <p:spPr>
            <a:xfrm>
              <a:off x="5273040" y="25298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391" name="Oval 390">
              <a:extLst>
                <a:ext uri="{FF2B5EF4-FFF2-40B4-BE49-F238E27FC236}">
                  <a16:creationId xmlns:a16="http://schemas.microsoft.com/office/drawing/2014/main" id="{ED38469A-787D-C819-D671-AA0D8C63E72D}"/>
                </a:ext>
              </a:extLst>
            </p:cNvPr>
            <p:cNvSpPr/>
            <p:nvPr/>
          </p:nvSpPr>
          <p:spPr>
            <a:xfrm>
              <a:off x="4678680" y="268224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392" name="Oval 391">
              <a:extLst>
                <a:ext uri="{FF2B5EF4-FFF2-40B4-BE49-F238E27FC236}">
                  <a16:creationId xmlns:a16="http://schemas.microsoft.com/office/drawing/2014/main" id="{D293B73B-F87C-67E6-CBE9-D0CB565927EB}"/>
                </a:ext>
              </a:extLst>
            </p:cNvPr>
            <p:cNvSpPr/>
            <p:nvPr/>
          </p:nvSpPr>
          <p:spPr>
            <a:xfrm rot="16200000">
              <a:off x="4709160" y="213360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393" name="Oval 392">
              <a:extLst>
                <a:ext uri="{FF2B5EF4-FFF2-40B4-BE49-F238E27FC236}">
                  <a16:creationId xmlns:a16="http://schemas.microsoft.com/office/drawing/2014/main" id="{68391561-95CD-5F30-3D77-49A412AF9CF2}"/>
                </a:ext>
              </a:extLst>
            </p:cNvPr>
            <p:cNvSpPr/>
            <p:nvPr/>
          </p:nvSpPr>
          <p:spPr>
            <a:xfrm rot="16200000">
              <a:off x="5120640" y="272796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394" name="Oval 393">
              <a:extLst>
                <a:ext uri="{FF2B5EF4-FFF2-40B4-BE49-F238E27FC236}">
                  <a16:creationId xmlns:a16="http://schemas.microsoft.com/office/drawing/2014/main" id="{56D1B61B-83A8-1AFE-6B6C-3D1A048881B3}"/>
                </a:ext>
              </a:extLst>
            </p:cNvPr>
            <p:cNvSpPr/>
            <p:nvPr/>
          </p:nvSpPr>
          <p:spPr>
            <a:xfrm>
              <a:off x="4328160" y="384048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395" name="Oval 394">
              <a:extLst>
                <a:ext uri="{FF2B5EF4-FFF2-40B4-BE49-F238E27FC236}">
                  <a16:creationId xmlns:a16="http://schemas.microsoft.com/office/drawing/2014/main" id="{C5B57CA5-F5DF-04B9-2931-D6C01B03E8C8}"/>
                </a:ext>
              </a:extLst>
            </p:cNvPr>
            <p:cNvSpPr/>
            <p:nvPr/>
          </p:nvSpPr>
          <p:spPr>
            <a:xfrm>
              <a:off x="3581400" y="40386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396" name="Oval 395">
              <a:extLst>
                <a:ext uri="{FF2B5EF4-FFF2-40B4-BE49-F238E27FC236}">
                  <a16:creationId xmlns:a16="http://schemas.microsoft.com/office/drawing/2014/main" id="{CB20E23A-604E-ADE4-4289-8C3106A8D694}"/>
                </a:ext>
              </a:extLst>
            </p:cNvPr>
            <p:cNvSpPr/>
            <p:nvPr/>
          </p:nvSpPr>
          <p:spPr>
            <a:xfrm rot="16200000">
              <a:off x="5730240" y="277368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397" name="Oval 396">
              <a:extLst>
                <a:ext uri="{FF2B5EF4-FFF2-40B4-BE49-F238E27FC236}">
                  <a16:creationId xmlns:a16="http://schemas.microsoft.com/office/drawing/2014/main" id="{6F364211-6104-53B8-A6EC-AEB2BD51A096}"/>
                </a:ext>
              </a:extLst>
            </p:cNvPr>
            <p:cNvSpPr/>
            <p:nvPr/>
          </p:nvSpPr>
          <p:spPr>
            <a:xfrm>
              <a:off x="3916680" y="292608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398" name="Oval 397">
              <a:extLst>
                <a:ext uri="{FF2B5EF4-FFF2-40B4-BE49-F238E27FC236}">
                  <a16:creationId xmlns:a16="http://schemas.microsoft.com/office/drawing/2014/main" id="{3C21FB0C-79AE-2286-878B-A73B58A7536E}"/>
                </a:ext>
              </a:extLst>
            </p:cNvPr>
            <p:cNvSpPr/>
            <p:nvPr/>
          </p:nvSpPr>
          <p:spPr>
            <a:xfrm>
              <a:off x="3810000" y="233172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399" name="Oval 398">
              <a:extLst>
                <a:ext uri="{FF2B5EF4-FFF2-40B4-BE49-F238E27FC236}">
                  <a16:creationId xmlns:a16="http://schemas.microsoft.com/office/drawing/2014/main" id="{E02A05AC-0057-5275-1EEA-28EF8FEF3D70}"/>
                </a:ext>
              </a:extLst>
            </p:cNvPr>
            <p:cNvSpPr/>
            <p:nvPr/>
          </p:nvSpPr>
          <p:spPr>
            <a:xfrm>
              <a:off x="3169920" y="280416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400" name="Oval 399">
              <a:extLst>
                <a:ext uri="{FF2B5EF4-FFF2-40B4-BE49-F238E27FC236}">
                  <a16:creationId xmlns:a16="http://schemas.microsoft.com/office/drawing/2014/main" id="{918401A4-8DA8-864D-F7F0-5B6BB8FF0183}"/>
                </a:ext>
              </a:extLst>
            </p:cNvPr>
            <p:cNvSpPr/>
            <p:nvPr/>
          </p:nvSpPr>
          <p:spPr>
            <a:xfrm>
              <a:off x="5212080" y="318516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401" name="Oval 400">
              <a:extLst>
                <a:ext uri="{FF2B5EF4-FFF2-40B4-BE49-F238E27FC236}">
                  <a16:creationId xmlns:a16="http://schemas.microsoft.com/office/drawing/2014/main" id="{020BC4CC-AF21-43CA-BE1E-4B2BF148451B}"/>
                </a:ext>
              </a:extLst>
            </p:cNvPr>
            <p:cNvSpPr/>
            <p:nvPr/>
          </p:nvSpPr>
          <p:spPr>
            <a:xfrm>
              <a:off x="4739640" y="172212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402" name="Oval 401">
              <a:extLst>
                <a:ext uri="{FF2B5EF4-FFF2-40B4-BE49-F238E27FC236}">
                  <a16:creationId xmlns:a16="http://schemas.microsoft.com/office/drawing/2014/main" id="{8433FA96-EE81-B9B8-EAA8-13C70715BC6C}"/>
                </a:ext>
              </a:extLst>
            </p:cNvPr>
            <p:cNvSpPr/>
            <p:nvPr/>
          </p:nvSpPr>
          <p:spPr>
            <a:xfrm>
              <a:off x="3337560" y="231648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403" name="Oval 402">
              <a:extLst>
                <a:ext uri="{FF2B5EF4-FFF2-40B4-BE49-F238E27FC236}">
                  <a16:creationId xmlns:a16="http://schemas.microsoft.com/office/drawing/2014/main" id="{46B04C9B-92D9-6B48-3FBD-31F4AF6244CC}"/>
                </a:ext>
              </a:extLst>
            </p:cNvPr>
            <p:cNvSpPr/>
            <p:nvPr/>
          </p:nvSpPr>
          <p:spPr>
            <a:xfrm>
              <a:off x="6202680" y="2301239"/>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404" name="Oval 403">
              <a:extLst>
                <a:ext uri="{FF2B5EF4-FFF2-40B4-BE49-F238E27FC236}">
                  <a16:creationId xmlns:a16="http://schemas.microsoft.com/office/drawing/2014/main" id="{89EDE20C-3BB8-5D48-E39A-F1857680A46E}"/>
                </a:ext>
              </a:extLst>
            </p:cNvPr>
            <p:cNvSpPr/>
            <p:nvPr/>
          </p:nvSpPr>
          <p:spPr>
            <a:xfrm rot="16200000">
              <a:off x="5288280" y="1904999"/>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405" name="Oval 404">
              <a:extLst>
                <a:ext uri="{FF2B5EF4-FFF2-40B4-BE49-F238E27FC236}">
                  <a16:creationId xmlns:a16="http://schemas.microsoft.com/office/drawing/2014/main" id="{C7FA25F2-9ADC-8417-87FE-D47F106356BC}"/>
                </a:ext>
              </a:extLst>
            </p:cNvPr>
            <p:cNvSpPr/>
            <p:nvPr/>
          </p:nvSpPr>
          <p:spPr>
            <a:xfrm>
              <a:off x="3977640" y="297180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406" name="Oval 405">
              <a:extLst>
                <a:ext uri="{FF2B5EF4-FFF2-40B4-BE49-F238E27FC236}">
                  <a16:creationId xmlns:a16="http://schemas.microsoft.com/office/drawing/2014/main" id="{6C0B4724-3D5F-4F73-FC32-ECC8D3091F0C}"/>
                </a:ext>
              </a:extLst>
            </p:cNvPr>
            <p:cNvSpPr/>
            <p:nvPr/>
          </p:nvSpPr>
          <p:spPr>
            <a:xfrm rot="16200000">
              <a:off x="3992880" y="190500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407" name="Oval 406">
              <a:extLst>
                <a:ext uri="{FF2B5EF4-FFF2-40B4-BE49-F238E27FC236}">
                  <a16:creationId xmlns:a16="http://schemas.microsoft.com/office/drawing/2014/main" id="{0D5F3358-EC1C-5E83-A9E2-AC6BE0D4EF64}"/>
                </a:ext>
              </a:extLst>
            </p:cNvPr>
            <p:cNvSpPr/>
            <p:nvPr/>
          </p:nvSpPr>
          <p:spPr>
            <a:xfrm>
              <a:off x="6111240" y="326136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408" name="Oval 407">
              <a:extLst>
                <a:ext uri="{FF2B5EF4-FFF2-40B4-BE49-F238E27FC236}">
                  <a16:creationId xmlns:a16="http://schemas.microsoft.com/office/drawing/2014/main" id="{80E28080-4434-61AF-C623-CB472F09DBB5}"/>
                </a:ext>
              </a:extLst>
            </p:cNvPr>
            <p:cNvSpPr/>
            <p:nvPr/>
          </p:nvSpPr>
          <p:spPr>
            <a:xfrm>
              <a:off x="5166360" y="161544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grpSp>
      <p:grpSp>
        <p:nvGrpSpPr>
          <p:cNvPr id="409" name="Group 408">
            <a:extLst>
              <a:ext uri="{FF2B5EF4-FFF2-40B4-BE49-F238E27FC236}">
                <a16:creationId xmlns:a16="http://schemas.microsoft.com/office/drawing/2014/main" id="{DA30B4F2-BDE7-8905-0CB5-12C7AC321A1C}"/>
              </a:ext>
            </a:extLst>
          </p:cNvPr>
          <p:cNvGrpSpPr/>
          <p:nvPr/>
        </p:nvGrpSpPr>
        <p:grpSpPr>
          <a:xfrm rot="5172606">
            <a:off x="5013960" y="487671"/>
            <a:ext cx="1386840" cy="1310640"/>
            <a:chOff x="2926080" y="1447800"/>
            <a:chExt cx="4160520" cy="3931920"/>
          </a:xfrm>
        </p:grpSpPr>
        <p:sp>
          <p:nvSpPr>
            <p:cNvPr id="410" name="Oval 409">
              <a:extLst>
                <a:ext uri="{FF2B5EF4-FFF2-40B4-BE49-F238E27FC236}">
                  <a16:creationId xmlns:a16="http://schemas.microsoft.com/office/drawing/2014/main" id="{F1483353-E9C5-102F-A494-7424FFD381C7}"/>
                </a:ext>
              </a:extLst>
            </p:cNvPr>
            <p:cNvSpPr/>
            <p:nvPr/>
          </p:nvSpPr>
          <p:spPr>
            <a:xfrm>
              <a:off x="4160520" y="242316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411" name="Oval 410">
              <a:extLst>
                <a:ext uri="{FF2B5EF4-FFF2-40B4-BE49-F238E27FC236}">
                  <a16:creationId xmlns:a16="http://schemas.microsoft.com/office/drawing/2014/main" id="{572D85A2-593F-0E4A-CBB6-6FC6EDA57027}"/>
                </a:ext>
              </a:extLst>
            </p:cNvPr>
            <p:cNvSpPr/>
            <p:nvPr/>
          </p:nvSpPr>
          <p:spPr>
            <a:xfrm>
              <a:off x="5852160" y="371856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412" name="Oval 411">
              <a:extLst>
                <a:ext uri="{FF2B5EF4-FFF2-40B4-BE49-F238E27FC236}">
                  <a16:creationId xmlns:a16="http://schemas.microsoft.com/office/drawing/2014/main" id="{40FBAC9B-1E97-05B9-CE5A-AC373BE68D86}"/>
                </a:ext>
              </a:extLst>
            </p:cNvPr>
            <p:cNvSpPr/>
            <p:nvPr/>
          </p:nvSpPr>
          <p:spPr>
            <a:xfrm>
              <a:off x="4465320" y="455676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413" name="Oval 412">
              <a:extLst>
                <a:ext uri="{FF2B5EF4-FFF2-40B4-BE49-F238E27FC236}">
                  <a16:creationId xmlns:a16="http://schemas.microsoft.com/office/drawing/2014/main" id="{3F631656-F76B-60B9-FFC1-F0B7AD40D715}"/>
                </a:ext>
              </a:extLst>
            </p:cNvPr>
            <p:cNvSpPr/>
            <p:nvPr/>
          </p:nvSpPr>
          <p:spPr>
            <a:xfrm>
              <a:off x="3749040" y="429768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414" name="Oval 413">
              <a:extLst>
                <a:ext uri="{FF2B5EF4-FFF2-40B4-BE49-F238E27FC236}">
                  <a16:creationId xmlns:a16="http://schemas.microsoft.com/office/drawing/2014/main" id="{21A8C6BE-BDAD-55B4-ED5C-2822852077D3}"/>
                </a:ext>
              </a:extLst>
            </p:cNvPr>
            <p:cNvSpPr/>
            <p:nvPr/>
          </p:nvSpPr>
          <p:spPr>
            <a:xfrm>
              <a:off x="4282440" y="14478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415" name="Oval 414">
              <a:extLst>
                <a:ext uri="{FF2B5EF4-FFF2-40B4-BE49-F238E27FC236}">
                  <a16:creationId xmlns:a16="http://schemas.microsoft.com/office/drawing/2014/main" id="{1A750004-054A-43B6-CC5D-2F1B738B9D08}"/>
                </a:ext>
              </a:extLst>
            </p:cNvPr>
            <p:cNvSpPr/>
            <p:nvPr/>
          </p:nvSpPr>
          <p:spPr>
            <a:xfrm>
              <a:off x="2926080" y="301752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416" name="Oval 415">
              <a:extLst>
                <a:ext uri="{FF2B5EF4-FFF2-40B4-BE49-F238E27FC236}">
                  <a16:creationId xmlns:a16="http://schemas.microsoft.com/office/drawing/2014/main" id="{193F6A99-4C00-F8FC-F699-A8197BE4A391}"/>
                </a:ext>
              </a:extLst>
            </p:cNvPr>
            <p:cNvSpPr/>
            <p:nvPr/>
          </p:nvSpPr>
          <p:spPr>
            <a:xfrm>
              <a:off x="5852160" y="25146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417" name="Oval 416">
              <a:extLst>
                <a:ext uri="{FF2B5EF4-FFF2-40B4-BE49-F238E27FC236}">
                  <a16:creationId xmlns:a16="http://schemas.microsoft.com/office/drawing/2014/main" id="{E2BB297A-0380-FD55-934F-36D288243385}"/>
                </a:ext>
              </a:extLst>
            </p:cNvPr>
            <p:cNvSpPr/>
            <p:nvPr/>
          </p:nvSpPr>
          <p:spPr>
            <a:xfrm>
              <a:off x="4038600" y="321564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418" name="Oval 417">
              <a:extLst>
                <a:ext uri="{FF2B5EF4-FFF2-40B4-BE49-F238E27FC236}">
                  <a16:creationId xmlns:a16="http://schemas.microsoft.com/office/drawing/2014/main" id="{34A7550B-A4A4-F185-CCC9-C5DDAEE7A302}"/>
                </a:ext>
              </a:extLst>
            </p:cNvPr>
            <p:cNvSpPr/>
            <p:nvPr/>
          </p:nvSpPr>
          <p:spPr>
            <a:xfrm>
              <a:off x="3870960" y="316992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419" name="Oval 418">
              <a:extLst>
                <a:ext uri="{FF2B5EF4-FFF2-40B4-BE49-F238E27FC236}">
                  <a16:creationId xmlns:a16="http://schemas.microsoft.com/office/drawing/2014/main" id="{0EC25C63-A0D1-386A-B4AD-31F1466641EC}"/>
                </a:ext>
              </a:extLst>
            </p:cNvPr>
            <p:cNvSpPr/>
            <p:nvPr/>
          </p:nvSpPr>
          <p:spPr>
            <a:xfrm>
              <a:off x="4137660" y="37338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420" name="Oval 419">
              <a:extLst>
                <a:ext uri="{FF2B5EF4-FFF2-40B4-BE49-F238E27FC236}">
                  <a16:creationId xmlns:a16="http://schemas.microsoft.com/office/drawing/2014/main" id="{CB8D359D-A207-B1B9-2B51-7DEF8A43DF27}"/>
                </a:ext>
              </a:extLst>
            </p:cNvPr>
            <p:cNvSpPr/>
            <p:nvPr/>
          </p:nvSpPr>
          <p:spPr>
            <a:xfrm>
              <a:off x="5227320" y="36576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421" name="Oval 420">
              <a:extLst>
                <a:ext uri="{FF2B5EF4-FFF2-40B4-BE49-F238E27FC236}">
                  <a16:creationId xmlns:a16="http://schemas.microsoft.com/office/drawing/2014/main" id="{354645AA-BBD6-07AB-A775-33F3FCC99859}"/>
                </a:ext>
              </a:extLst>
            </p:cNvPr>
            <p:cNvSpPr/>
            <p:nvPr/>
          </p:nvSpPr>
          <p:spPr>
            <a:xfrm>
              <a:off x="4693920" y="390144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422" name="Oval 421">
              <a:extLst>
                <a:ext uri="{FF2B5EF4-FFF2-40B4-BE49-F238E27FC236}">
                  <a16:creationId xmlns:a16="http://schemas.microsoft.com/office/drawing/2014/main" id="{EBF4D9E3-4C57-7CB7-EF32-12235D3C9152}"/>
                </a:ext>
              </a:extLst>
            </p:cNvPr>
            <p:cNvSpPr/>
            <p:nvPr/>
          </p:nvSpPr>
          <p:spPr>
            <a:xfrm>
              <a:off x="5257800" y="41300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423" name="Oval 422">
              <a:extLst>
                <a:ext uri="{FF2B5EF4-FFF2-40B4-BE49-F238E27FC236}">
                  <a16:creationId xmlns:a16="http://schemas.microsoft.com/office/drawing/2014/main" id="{69F77C59-5733-6410-ECF5-B182802FD48B}"/>
                </a:ext>
              </a:extLst>
            </p:cNvPr>
            <p:cNvSpPr/>
            <p:nvPr/>
          </p:nvSpPr>
          <p:spPr>
            <a:xfrm rot="16200000">
              <a:off x="3413760" y="38252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424" name="Oval 423">
              <a:extLst>
                <a:ext uri="{FF2B5EF4-FFF2-40B4-BE49-F238E27FC236}">
                  <a16:creationId xmlns:a16="http://schemas.microsoft.com/office/drawing/2014/main" id="{82ED198A-CEBD-ADB4-32CE-0AFEA8044452}"/>
                </a:ext>
              </a:extLst>
            </p:cNvPr>
            <p:cNvSpPr/>
            <p:nvPr/>
          </p:nvSpPr>
          <p:spPr>
            <a:xfrm rot="16200000">
              <a:off x="2926080" y="234696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425" name="Oval 424">
              <a:extLst>
                <a:ext uri="{FF2B5EF4-FFF2-40B4-BE49-F238E27FC236}">
                  <a16:creationId xmlns:a16="http://schemas.microsoft.com/office/drawing/2014/main" id="{52189E57-D1CC-9E5F-E5C0-6478E4F2A4C7}"/>
                </a:ext>
              </a:extLst>
            </p:cNvPr>
            <p:cNvSpPr/>
            <p:nvPr/>
          </p:nvSpPr>
          <p:spPr>
            <a:xfrm rot="16200000">
              <a:off x="4191000" y="32918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426" name="Oval 425">
              <a:extLst>
                <a:ext uri="{FF2B5EF4-FFF2-40B4-BE49-F238E27FC236}">
                  <a16:creationId xmlns:a16="http://schemas.microsoft.com/office/drawing/2014/main" id="{5EF71C64-0DA3-0FC5-6556-224700E0537F}"/>
                </a:ext>
              </a:extLst>
            </p:cNvPr>
            <p:cNvSpPr/>
            <p:nvPr/>
          </p:nvSpPr>
          <p:spPr>
            <a:xfrm rot="16200000">
              <a:off x="3749040" y="172212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427" name="Oval 426">
              <a:extLst>
                <a:ext uri="{FF2B5EF4-FFF2-40B4-BE49-F238E27FC236}">
                  <a16:creationId xmlns:a16="http://schemas.microsoft.com/office/drawing/2014/main" id="{8236FB3B-90F1-D964-25C9-1EE5A1C1B736}"/>
                </a:ext>
              </a:extLst>
            </p:cNvPr>
            <p:cNvSpPr/>
            <p:nvPr/>
          </p:nvSpPr>
          <p:spPr>
            <a:xfrm rot="16200000">
              <a:off x="3520440" y="271272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428" name="Oval 427">
              <a:extLst>
                <a:ext uri="{FF2B5EF4-FFF2-40B4-BE49-F238E27FC236}">
                  <a16:creationId xmlns:a16="http://schemas.microsoft.com/office/drawing/2014/main" id="{F7935A8E-E917-AD9A-14D2-0E0890D4C8D5}"/>
                </a:ext>
              </a:extLst>
            </p:cNvPr>
            <p:cNvSpPr/>
            <p:nvPr/>
          </p:nvSpPr>
          <p:spPr>
            <a:xfrm rot="16200000">
              <a:off x="3322320" y="34442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429" name="Oval 428">
              <a:extLst>
                <a:ext uri="{FF2B5EF4-FFF2-40B4-BE49-F238E27FC236}">
                  <a16:creationId xmlns:a16="http://schemas.microsoft.com/office/drawing/2014/main" id="{276D1116-C57B-C2E4-37A2-EE27F7CEC0BF}"/>
                </a:ext>
              </a:extLst>
            </p:cNvPr>
            <p:cNvSpPr/>
            <p:nvPr/>
          </p:nvSpPr>
          <p:spPr>
            <a:xfrm>
              <a:off x="4572000" y="211836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430" name="Oval 429">
              <a:extLst>
                <a:ext uri="{FF2B5EF4-FFF2-40B4-BE49-F238E27FC236}">
                  <a16:creationId xmlns:a16="http://schemas.microsoft.com/office/drawing/2014/main" id="{DC4876B1-3CB7-3EE7-66B9-3FA9952CC785}"/>
                </a:ext>
              </a:extLst>
            </p:cNvPr>
            <p:cNvSpPr/>
            <p:nvPr/>
          </p:nvSpPr>
          <p:spPr>
            <a:xfrm>
              <a:off x="5562600" y="313944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431" name="Oval 430">
              <a:extLst>
                <a:ext uri="{FF2B5EF4-FFF2-40B4-BE49-F238E27FC236}">
                  <a16:creationId xmlns:a16="http://schemas.microsoft.com/office/drawing/2014/main" id="{6AC98EFC-35A2-CD7E-EAC2-5ECAA7B91732}"/>
                </a:ext>
              </a:extLst>
            </p:cNvPr>
            <p:cNvSpPr/>
            <p:nvPr/>
          </p:nvSpPr>
          <p:spPr>
            <a:xfrm>
              <a:off x="5684520" y="19050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432" name="Oval 431">
              <a:extLst>
                <a:ext uri="{FF2B5EF4-FFF2-40B4-BE49-F238E27FC236}">
                  <a16:creationId xmlns:a16="http://schemas.microsoft.com/office/drawing/2014/main" id="{70F14884-37D6-6E61-9946-FBF314919EBB}"/>
                </a:ext>
              </a:extLst>
            </p:cNvPr>
            <p:cNvSpPr/>
            <p:nvPr/>
          </p:nvSpPr>
          <p:spPr>
            <a:xfrm>
              <a:off x="4693920" y="320040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433" name="Oval 432">
              <a:extLst>
                <a:ext uri="{FF2B5EF4-FFF2-40B4-BE49-F238E27FC236}">
                  <a16:creationId xmlns:a16="http://schemas.microsoft.com/office/drawing/2014/main" id="{973248F1-3B09-A319-F515-13EF2316D9D5}"/>
                </a:ext>
              </a:extLst>
            </p:cNvPr>
            <p:cNvSpPr/>
            <p:nvPr/>
          </p:nvSpPr>
          <p:spPr>
            <a:xfrm>
              <a:off x="6263640" y="27584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434" name="Oval 433">
              <a:extLst>
                <a:ext uri="{FF2B5EF4-FFF2-40B4-BE49-F238E27FC236}">
                  <a16:creationId xmlns:a16="http://schemas.microsoft.com/office/drawing/2014/main" id="{290F2EEC-4ECD-77AA-4EFF-F4CA926890FB}"/>
                </a:ext>
              </a:extLst>
            </p:cNvPr>
            <p:cNvSpPr/>
            <p:nvPr/>
          </p:nvSpPr>
          <p:spPr>
            <a:xfrm>
              <a:off x="5273040" y="25298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435" name="Oval 434">
              <a:extLst>
                <a:ext uri="{FF2B5EF4-FFF2-40B4-BE49-F238E27FC236}">
                  <a16:creationId xmlns:a16="http://schemas.microsoft.com/office/drawing/2014/main" id="{6D1D0186-13B7-87CB-7E4B-D09A13E3CEE9}"/>
                </a:ext>
              </a:extLst>
            </p:cNvPr>
            <p:cNvSpPr/>
            <p:nvPr/>
          </p:nvSpPr>
          <p:spPr>
            <a:xfrm>
              <a:off x="4678680" y="268224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436" name="Oval 435">
              <a:extLst>
                <a:ext uri="{FF2B5EF4-FFF2-40B4-BE49-F238E27FC236}">
                  <a16:creationId xmlns:a16="http://schemas.microsoft.com/office/drawing/2014/main" id="{A3443F68-5DDF-5F00-CF1D-5C632EC06497}"/>
                </a:ext>
              </a:extLst>
            </p:cNvPr>
            <p:cNvSpPr/>
            <p:nvPr/>
          </p:nvSpPr>
          <p:spPr>
            <a:xfrm rot="16200000">
              <a:off x="4709160" y="213360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437" name="Oval 436">
              <a:extLst>
                <a:ext uri="{FF2B5EF4-FFF2-40B4-BE49-F238E27FC236}">
                  <a16:creationId xmlns:a16="http://schemas.microsoft.com/office/drawing/2014/main" id="{B95467A4-3D32-A95E-F674-A869214A6973}"/>
                </a:ext>
              </a:extLst>
            </p:cNvPr>
            <p:cNvSpPr/>
            <p:nvPr/>
          </p:nvSpPr>
          <p:spPr>
            <a:xfrm rot="16200000">
              <a:off x="5120640" y="272796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438" name="Oval 437">
              <a:extLst>
                <a:ext uri="{FF2B5EF4-FFF2-40B4-BE49-F238E27FC236}">
                  <a16:creationId xmlns:a16="http://schemas.microsoft.com/office/drawing/2014/main" id="{A3943B9A-0EAA-0414-EB40-B3F626DA77C0}"/>
                </a:ext>
              </a:extLst>
            </p:cNvPr>
            <p:cNvSpPr/>
            <p:nvPr/>
          </p:nvSpPr>
          <p:spPr>
            <a:xfrm>
              <a:off x="4328160" y="384048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439" name="Oval 438">
              <a:extLst>
                <a:ext uri="{FF2B5EF4-FFF2-40B4-BE49-F238E27FC236}">
                  <a16:creationId xmlns:a16="http://schemas.microsoft.com/office/drawing/2014/main" id="{235A189D-A322-6790-2490-4B3176779EF1}"/>
                </a:ext>
              </a:extLst>
            </p:cNvPr>
            <p:cNvSpPr/>
            <p:nvPr/>
          </p:nvSpPr>
          <p:spPr>
            <a:xfrm>
              <a:off x="3581400" y="40386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440" name="Oval 439">
              <a:extLst>
                <a:ext uri="{FF2B5EF4-FFF2-40B4-BE49-F238E27FC236}">
                  <a16:creationId xmlns:a16="http://schemas.microsoft.com/office/drawing/2014/main" id="{CA787B5F-7AA8-D19C-3B87-246DA3467AC6}"/>
                </a:ext>
              </a:extLst>
            </p:cNvPr>
            <p:cNvSpPr/>
            <p:nvPr/>
          </p:nvSpPr>
          <p:spPr>
            <a:xfrm rot="16200000">
              <a:off x="5730240" y="277368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441" name="Oval 440">
              <a:extLst>
                <a:ext uri="{FF2B5EF4-FFF2-40B4-BE49-F238E27FC236}">
                  <a16:creationId xmlns:a16="http://schemas.microsoft.com/office/drawing/2014/main" id="{54351F02-C81A-B44F-65B1-4BACC675E0D5}"/>
                </a:ext>
              </a:extLst>
            </p:cNvPr>
            <p:cNvSpPr/>
            <p:nvPr/>
          </p:nvSpPr>
          <p:spPr>
            <a:xfrm>
              <a:off x="3916680" y="292608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442" name="Oval 441">
              <a:extLst>
                <a:ext uri="{FF2B5EF4-FFF2-40B4-BE49-F238E27FC236}">
                  <a16:creationId xmlns:a16="http://schemas.microsoft.com/office/drawing/2014/main" id="{5740B733-2FA5-602B-F683-C4390544D504}"/>
                </a:ext>
              </a:extLst>
            </p:cNvPr>
            <p:cNvSpPr/>
            <p:nvPr/>
          </p:nvSpPr>
          <p:spPr>
            <a:xfrm>
              <a:off x="3810000" y="233172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443" name="Oval 442">
              <a:extLst>
                <a:ext uri="{FF2B5EF4-FFF2-40B4-BE49-F238E27FC236}">
                  <a16:creationId xmlns:a16="http://schemas.microsoft.com/office/drawing/2014/main" id="{2EC4F2AD-B087-72F8-FC5E-9C58A750E81D}"/>
                </a:ext>
              </a:extLst>
            </p:cNvPr>
            <p:cNvSpPr/>
            <p:nvPr/>
          </p:nvSpPr>
          <p:spPr>
            <a:xfrm>
              <a:off x="3169920" y="280416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444" name="Oval 443">
              <a:extLst>
                <a:ext uri="{FF2B5EF4-FFF2-40B4-BE49-F238E27FC236}">
                  <a16:creationId xmlns:a16="http://schemas.microsoft.com/office/drawing/2014/main" id="{4F172902-AB4E-8DC9-FAA5-0D01209F0007}"/>
                </a:ext>
              </a:extLst>
            </p:cNvPr>
            <p:cNvSpPr/>
            <p:nvPr/>
          </p:nvSpPr>
          <p:spPr>
            <a:xfrm>
              <a:off x="5212080" y="318516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445" name="Oval 444">
              <a:extLst>
                <a:ext uri="{FF2B5EF4-FFF2-40B4-BE49-F238E27FC236}">
                  <a16:creationId xmlns:a16="http://schemas.microsoft.com/office/drawing/2014/main" id="{CBBEFCE0-D7AD-37A3-5E25-C8AAE970AECB}"/>
                </a:ext>
              </a:extLst>
            </p:cNvPr>
            <p:cNvSpPr/>
            <p:nvPr/>
          </p:nvSpPr>
          <p:spPr>
            <a:xfrm>
              <a:off x="4739640" y="172212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446" name="Oval 445">
              <a:extLst>
                <a:ext uri="{FF2B5EF4-FFF2-40B4-BE49-F238E27FC236}">
                  <a16:creationId xmlns:a16="http://schemas.microsoft.com/office/drawing/2014/main" id="{9CD0A247-ABB4-EF94-4F39-23C6E2120F10}"/>
                </a:ext>
              </a:extLst>
            </p:cNvPr>
            <p:cNvSpPr/>
            <p:nvPr/>
          </p:nvSpPr>
          <p:spPr>
            <a:xfrm>
              <a:off x="3337560" y="231648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447" name="Oval 446">
              <a:extLst>
                <a:ext uri="{FF2B5EF4-FFF2-40B4-BE49-F238E27FC236}">
                  <a16:creationId xmlns:a16="http://schemas.microsoft.com/office/drawing/2014/main" id="{A015BB92-1DCF-CFE9-C6C5-DE7846FD4892}"/>
                </a:ext>
              </a:extLst>
            </p:cNvPr>
            <p:cNvSpPr/>
            <p:nvPr/>
          </p:nvSpPr>
          <p:spPr>
            <a:xfrm>
              <a:off x="6202680" y="2301239"/>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448" name="Oval 447">
              <a:extLst>
                <a:ext uri="{FF2B5EF4-FFF2-40B4-BE49-F238E27FC236}">
                  <a16:creationId xmlns:a16="http://schemas.microsoft.com/office/drawing/2014/main" id="{413D098B-1427-EB4B-E4C5-B961DE80CDA8}"/>
                </a:ext>
              </a:extLst>
            </p:cNvPr>
            <p:cNvSpPr/>
            <p:nvPr/>
          </p:nvSpPr>
          <p:spPr>
            <a:xfrm rot="16200000">
              <a:off x="5288280" y="1904999"/>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449" name="Oval 448">
              <a:extLst>
                <a:ext uri="{FF2B5EF4-FFF2-40B4-BE49-F238E27FC236}">
                  <a16:creationId xmlns:a16="http://schemas.microsoft.com/office/drawing/2014/main" id="{FF6C12A5-AB4C-6ADF-8AF8-4C174DFBA97C}"/>
                </a:ext>
              </a:extLst>
            </p:cNvPr>
            <p:cNvSpPr/>
            <p:nvPr/>
          </p:nvSpPr>
          <p:spPr>
            <a:xfrm>
              <a:off x="3977640" y="297180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450" name="Oval 449">
              <a:extLst>
                <a:ext uri="{FF2B5EF4-FFF2-40B4-BE49-F238E27FC236}">
                  <a16:creationId xmlns:a16="http://schemas.microsoft.com/office/drawing/2014/main" id="{43E6B7B3-43B7-84EE-A4B3-580BFCC440EC}"/>
                </a:ext>
              </a:extLst>
            </p:cNvPr>
            <p:cNvSpPr/>
            <p:nvPr/>
          </p:nvSpPr>
          <p:spPr>
            <a:xfrm rot="16200000">
              <a:off x="3992880" y="190500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451" name="Oval 450">
              <a:extLst>
                <a:ext uri="{FF2B5EF4-FFF2-40B4-BE49-F238E27FC236}">
                  <a16:creationId xmlns:a16="http://schemas.microsoft.com/office/drawing/2014/main" id="{57F3CBE9-DA49-9148-F5E6-F3E9C6554889}"/>
                </a:ext>
              </a:extLst>
            </p:cNvPr>
            <p:cNvSpPr/>
            <p:nvPr/>
          </p:nvSpPr>
          <p:spPr>
            <a:xfrm>
              <a:off x="6111240" y="326136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452" name="Oval 451">
              <a:extLst>
                <a:ext uri="{FF2B5EF4-FFF2-40B4-BE49-F238E27FC236}">
                  <a16:creationId xmlns:a16="http://schemas.microsoft.com/office/drawing/2014/main" id="{C611E038-84F0-2748-9F1D-B195F50FC44E}"/>
                </a:ext>
              </a:extLst>
            </p:cNvPr>
            <p:cNvSpPr/>
            <p:nvPr/>
          </p:nvSpPr>
          <p:spPr>
            <a:xfrm>
              <a:off x="5166360" y="161544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grpSp>
      <p:grpSp>
        <p:nvGrpSpPr>
          <p:cNvPr id="453" name="Group 452">
            <a:extLst>
              <a:ext uri="{FF2B5EF4-FFF2-40B4-BE49-F238E27FC236}">
                <a16:creationId xmlns:a16="http://schemas.microsoft.com/office/drawing/2014/main" id="{E315A701-DDC0-CECB-7247-46C55E0F76D1}"/>
              </a:ext>
            </a:extLst>
          </p:cNvPr>
          <p:cNvGrpSpPr/>
          <p:nvPr/>
        </p:nvGrpSpPr>
        <p:grpSpPr>
          <a:xfrm rot="17624617">
            <a:off x="7985760" y="472430"/>
            <a:ext cx="1386840" cy="1310640"/>
            <a:chOff x="2926080" y="1447800"/>
            <a:chExt cx="4160520" cy="3931920"/>
          </a:xfrm>
        </p:grpSpPr>
        <p:sp>
          <p:nvSpPr>
            <p:cNvPr id="454" name="Oval 453">
              <a:extLst>
                <a:ext uri="{FF2B5EF4-FFF2-40B4-BE49-F238E27FC236}">
                  <a16:creationId xmlns:a16="http://schemas.microsoft.com/office/drawing/2014/main" id="{03CE8A79-A272-D2F5-856A-B4F32748E008}"/>
                </a:ext>
              </a:extLst>
            </p:cNvPr>
            <p:cNvSpPr/>
            <p:nvPr/>
          </p:nvSpPr>
          <p:spPr>
            <a:xfrm>
              <a:off x="4160520" y="242316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455" name="Oval 454">
              <a:extLst>
                <a:ext uri="{FF2B5EF4-FFF2-40B4-BE49-F238E27FC236}">
                  <a16:creationId xmlns:a16="http://schemas.microsoft.com/office/drawing/2014/main" id="{A883EA29-F94B-C9F3-6E1E-806F9F4F2F74}"/>
                </a:ext>
              </a:extLst>
            </p:cNvPr>
            <p:cNvSpPr/>
            <p:nvPr/>
          </p:nvSpPr>
          <p:spPr>
            <a:xfrm>
              <a:off x="5852160" y="371856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456" name="Oval 455">
              <a:extLst>
                <a:ext uri="{FF2B5EF4-FFF2-40B4-BE49-F238E27FC236}">
                  <a16:creationId xmlns:a16="http://schemas.microsoft.com/office/drawing/2014/main" id="{961E6190-7658-2689-6202-92F2AA67A6EF}"/>
                </a:ext>
              </a:extLst>
            </p:cNvPr>
            <p:cNvSpPr/>
            <p:nvPr/>
          </p:nvSpPr>
          <p:spPr>
            <a:xfrm>
              <a:off x="4465320" y="455676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457" name="Oval 456">
              <a:extLst>
                <a:ext uri="{FF2B5EF4-FFF2-40B4-BE49-F238E27FC236}">
                  <a16:creationId xmlns:a16="http://schemas.microsoft.com/office/drawing/2014/main" id="{58E2B2B2-1D7C-1C02-9DD4-99F324366445}"/>
                </a:ext>
              </a:extLst>
            </p:cNvPr>
            <p:cNvSpPr/>
            <p:nvPr/>
          </p:nvSpPr>
          <p:spPr>
            <a:xfrm>
              <a:off x="3749040" y="429768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458" name="Oval 457">
              <a:extLst>
                <a:ext uri="{FF2B5EF4-FFF2-40B4-BE49-F238E27FC236}">
                  <a16:creationId xmlns:a16="http://schemas.microsoft.com/office/drawing/2014/main" id="{90C714F7-ECC1-51A8-9118-5993A8F597AE}"/>
                </a:ext>
              </a:extLst>
            </p:cNvPr>
            <p:cNvSpPr/>
            <p:nvPr/>
          </p:nvSpPr>
          <p:spPr>
            <a:xfrm>
              <a:off x="4282440" y="14478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459" name="Oval 458">
              <a:extLst>
                <a:ext uri="{FF2B5EF4-FFF2-40B4-BE49-F238E27FC236}">
                  <a16:creationId xmlns:a16="http://schemas.microsoft.com/office/drawing/2014/main" id="{D1960D9B-4B9B-1EC8-8583-1EAD7B0F957C}"/>
                </a:ext>
              </a:extLst>
            </p:cNvPr>
            <p:cNvSpPr/>
            <p:nvPr/>
          </p:nvSpPr>
          <p:spPr>
            <a:xfrm>
              <a:off x="2926080" y="301752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460" name="Oval 459">
              <a:extLst>
                <a:ext uri="{FF2B5EF4-FFF2-40B4-BE49-F238E27FC236}">
                  <a16:creationId xmlns:a16="http://schemas.microsoft.com/office/drawing/2014/main" id="{0B0C9A27-9E3D-21CD-DFA5-251789711E48}"/>
                </a:ext>
              </a:extLst>
            </p:cNvPr>
            <p:cNvSpPr/>
            <p:nvPr/>
          </p:nvSpPr>
          <p:spPr>
            <a:xfrm>
              <a:off x="5852160" y="25146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461" name="Oval 460">
              <a:extLst>
                <a:ext uri="{FF2B5EF4-FFF2-40B4-BE49-F238E27FC236}">
                  <a16:creationId xmlns:a16="http://schemas.microsoft.com/office/drawing/2014/main" id="{DA451202-1B67-A890-5537-A8778FADD542}"/>
                </a:ext>
              </a:extLst>
            </p:cNvPr>
            <p:cNvSpPr/>
            <p:nvPr/>
          </p:nvSpPr>
          <p:spPr>
            <a:xfrm>
              <a:off x="4038600" y="321564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462" name="Oval 461">
              <a:extLst>
                <a:ext uri="{FF2B5EF4-FFF2-40B4-BE49-F238E27FC236}">
                  <a16:creationId xmlns:a16="http://schemas.microsoft.com/office/drawing/2014/main" id="{7DAB8D54-9E27-91EE-1551-24E608FB8F04}"/>
                </a:ext>
              </a:extLst>
            </p:cNvPr>
            <p:cNvSpPr/>
            <p:nvPr/>
          </p:nvSpPr>
          <p:spPr>
            <a:xfrm>
              <a:off x="3870960" y="316992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463" name="Oval 462">
              <a:extLst>
                <a:ext uri="{FF2B5EF4-FFF2-40B4-BE49-F238E27FC236}">
                  <a16:creationId xmlns:a16="http://schemas.microsoft.com/office/drawing/2014/main" id="{08A4301F-729C-113A-0ED0-235847FED782}"/>
                </a:ext>
              </a:extLst>
            </p:cNvPr>
            <p:cNvSpPr/>
            <p:nvPr/>
          </p:nvSpPr>
          <p:spPr>
            <a:xfrm>
              <a:off x="4137660" y="37338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464" name="Oval 463">
              <a:extLst>
                <a:ext uri="{FF2B5EF4-FFF2-40B4-BE49-F238E27FC236}">
                  <a16:creationId xmlns:a16="http://schemas.microsoft.com/office/drawing/2014/main" id="{5A34E1DC-C1AC-3AEA-4E0C-37A172F01046}"/>
                </a:ext>
              </a:extLst>
            </p:cNvPr>
            <p:cNvSpPr/>
            <p:nvPr/>
          </p:nvSpPr>
          <p:spPr>
            <a:xfrm>
              <a:off x="5227320" y="36576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465" name="Oval 464">
              <a:extLst>
                <a:ext uri="{FF2B5EF4-FFF2-40B4-BE49-F238E27FC236}">
                  <a16:creationId xmlns:a16="http://schemas.microsoft.com/office/drawing/2014/main" id="{4ACDA898-2DF5-3C2C-09C8-F6F3BA911DE0}"/>
                </a:ext>
              </a:extLst>
            </p:cNvPr>
            <p:cNvSpPr/>
            <p:nvPr/>
          </p:nvSpPr>
          <p:spPr>
            <a:xfrm>
              <a:off x="4693920" y="390144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466" name="Oval 465">
              <a:extLst>
                <a:ext uri="{FF2B5EF4-FFF2-40B4-BE49-F238E27FC236}">
                  <a16:creationId xmlns:a16="http://schemas.microsoft.com/office/drawing/2014/main" id="{0B98FBF0-0FD9-2150-2F1B-3DD9E6679A9C}"/>
                </a:ext>
              </a:extLst>
            </p:cNvPr>
            <p:cNvSpPr/>
            <p:nvPr/>
          </p:nvSpPr>
          <p:spPr>
            <a:xfrm>
              <a:off x="5257800" y="41300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467" name="Oval 466">
              <a:extLst>
                <a:ext uri="{FF2B5EF4-FFF2-40B4-BE49-F238E27FC236}">
                  <a16:creationId xmlns:a16="http://schemas.microsoft.com/office/drawing/2014/main" id="{87A6E14D-545E-D4CC-BD41-3444F09D2CEA}"/>
                </a:ext>
              </a:extLst>
            </p:cNvPr>
            <p:cNvSpPr/>
            <p:nvPr/>
          </p:nvSpPr>
          <p:spPr>
            <a:xfrm rot="16200000">
              <a:off x="3413760" y="38252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468" name="Oval 467">
              <a:extLst>
                <a:ext uri="{FF2B5EF4-FFF2-40B4-BE49-F238E27FC236}">
                  <a16:creationId xmlns:a16="http://schemas.microsoft.com/office/drawing/2014/main" id="{628BF8B2-EA0F-E5F5-9C33-754C13034B3E}"/>
                </a:ext>
              </a:extLst>
            </p:cNvPr>
            <p:cNvSpPr/>
            <p:nvPr/>
          </p:nvSpPr>
          <p:spPr>
            <a:xfrm rot="16200000">
              <a:off x="2926080" y="234696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469" name="Oval 468">
              <a:extLst>
                <a:ext uri="{FF2B5EF4-FFF2-40B4-BE49-F238E27FC236}">
                  <a16:creationId xmlns:a16="http://schemas.microsoft.com/office/drawing/2014/main" id="{422F5FBA-B7E5-B367-8358-A85C3B546830}"/>
                </a:ext>
              </a:extLst>
            </p:cNvPr>
            <p:cNvSpPr/>
            <p:nvPr/>
          </p:nvSpPr>
          <p:spPr>
            <a:xfrm rot="16200000">
              <a:off x="4191000" y="32918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470" name="Oval 469">
              <a:extLst>
                <a:ext uri="{FF2B5EF4-FFF2-40B4-BE49-F238E27FC236}">
                  <a16:creationId xmlns:a16="http://schemas.microsoft.com/office/drawing/2014/main" id="{7B7E3ADD-AD08-1007-19E6-2711D04FF9DA}"/>
                </a:ext>
              </a:extLst>
            </p:cNvPr>
            <p:cNvSpPr/>
            <p:nvPr/>
          </p:nvSpPr>
          <p:spPr>
            <a:xfrm rot="16200000">
              <a:off x="3749040" y="172212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471" name="Oval 470">
              <a:extLst>
                <a:ext uri="{FF2B5EF4-FFF2-40B4-BE49-F238E27FC236}">
                  <a16:creationId xmlns:a16="http://schemas.microsoft.com/office/drawing/2014/main" id="{64D8ED0E-C278-0D97-AE43-FF520378354F}"/>
                </a:ext>
              </a:extLst>
            </p:cNvPr>
            <p:cNvSpPr/>
            <p:nvPr/>
          </p:nvSpPr>
          <p:spPr>
            <a:xfrm rot="16200000">
              <a:off x="3520440" y="271272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472" name="Oval 471">
              <a:extLst>
                <a:ext uri="{FF2B5EF4-FFF2-40B4-BE49-F238E27FC236}">
                  <a16:creationId xmlns:a16="http://schemas.microsoft.com/office/drawing/2014/main" id="{853DA644-B300-2506-B83A-3135DA5AC6D9}"/>
                </a:ext>
              </a:extLst>
            </p:cNvPr>
            <p:cNvSpPr/>
            <p:nvPr/>
          </p:nvSpPr>
          <p:spPr>
            <a:xfrm rot="16200000">
              <a:off x="3322320" y="34442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473" name="Oval 472">
              <a:extLst>
                <a:ext uri="{FF2B5EF4-FFF2-40B4-BE49-F238E27FC236}">
                  <a16:creationId xmlns:a16="http://schemas.microsoft.com/office/drawing/2014/main" id="{62C70827-00A6-3730-FA8D-43A5802E977A}"/>
                </a:ext>
              </a:extLst>
            </p:cNvPr>
            <p:cNvSpPr/>
            <p:nvPr/>
          </p:nvSpPr>
          <p:spPr>
            <a:xfrm>
              <a:off x="4572000" y="211836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474" name="Oval 473">
              <a:extLst>
                <a:ext uri="{FF2B5EF4-FFF2-40B4-BE49-F238E27FC236}">
                  <a16:creationId xmlns:a16="http://schemas.microsoft.com/office/drawing/2014/main" id="{B6726B7E-309B-D2CD-C1E3-BE1B3521586C}"/>
                </a:ext>
              </a:extLst>
            </p:cNvPr>
            <p:cNvSpPr/>
            <p:nvPr/>
          </p:nvSpPr>
          <p:spPr>
            <a:xfrm>
              <a:off x="5562600" y="313944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475" name="Oval 474">
              <a:extLst>
                <a:ext uri="{FF2B5EF4-FFF2-40B4-BE49-F238E27FC236}">
                  <a16:creationId xmlns:a16="http://schemas.microsoft.com/office/drawing/2014/main" id="{18241529-9BEE-61C7-5285-110B1139799E}"/>
                </a:ext>
              </a:extLst>
            </p:cNvPr>
            <p:cNvSpPr/>
            <p:nvPr/>
          </p:nvSpPr>
          <p:spPr>
            <a:xfrm>
              <a:off x="5684520" y="19050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476" name="Oval 475">
              <a:extLst>
                <a:ext uri="{FF2B5EF4-FFF2-40B4-BE49-F238E27FC236}">
                  <a16:creationId xmlns:a16="http://schemas.microsoft.com/office/drawing/2014/main" id="{2B6ABA64-BB90-50BA-59F5-BACACF13C182}"/>
                </a:ext>
              </a:extLst>
            </p:cNvPr>
            <p:cNvSpPr/>
            <p:nvPr/>
          </p:nvSpPr>
          <p:spPr>
            <a:xfrm>
              <a:off x="4693920" y="320040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477" name="Oval 476">
              <a:extLst>
                <a:ext uri="{FF2B5EF4-FFF2-40B4-BE49-F238E27FC236}">
                  <a16:creationId xmlns:a16="http://schemas.microsoft.com/office/drawing/2014/main" id="{734764E9-B880-8221-12E4-24C3D9EF52AB}"/>
                </a:ext>
              </a:extLst>
            </p:cNvPr>
            <p:cNvSpPr/>
            <p:nvPr/>
          </p:nvSpPr>
          <p:spPr>
            <a:xfrm>
              <a:off x="6263640" y="27584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478" name="Oval 477">
              <a:extLst>
                <a:ext uri="{FF2B5EF4-FFF2-40B4-BE49-F238E27FC236}">
                  <a16:creationId xmlns:a16="http://schemas.microsoft.com/office/drawing/2014/main" id="{E2832C9A-36AC-37C3-D72E-81C5946068BC}"/>
                </a:ext>
              </a:extLst>
            </p:cNvPr>
            <p:cNvSpPr/>
            <p:nvPr/>
          </p:nvSpPr>
          <p:spPr>
            <a:xfrm>
              <a:off x="5273040" y="25298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479" name="Oval 478">
              <a:extLst>
                <a:ext uri="{FF2B5EF4-FFF2-40B4-BE49-F238E27FC236}">
                  <a16:creationId xmlns:a16="http://schemas.microsoft.com/office/drawing/2014/main" id="{640AA550-C6D2-91EF-AC0E-AAD0DA500483}"/>
                </a:ext>
              </a:extLst>
            </p:cNvPr>
            <p:cNvSpPr/>
            <p:nvPr/>
          </p:nvSpPr>
          <p:spPr>
            <a:xfrm>
              <a:off x="4678680" y="268224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480" name="Oval 479">
              <a:extLst>
                <a:ext uri="{FF2B5EF4-FFF2-40B4-BE49-F238E27FC236}">
                  <a16:creationId xmlns:a16="http://schemas.microsoft.com/office/drawing/2014/main" id="{A54452AD-3A9D-D8D7-D4F2-273CF672507C}"/>
                </a:ext>
              </a:extLst>
            </p:cNvPr>
            <p:cNvSpPr/>
            <p:nvPr/>
          </p:nvSpPr>
          <p:spPr>
            <a:xfrm rot="16200000">
              <a:off x="4709160" y="213360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481" name="Oval 480">
              <a:extLst>
                <a:ext uri="{FF2B5EF4-FFF2-40B4-BE49-F238E27FC236}">
                  <a16:creationId xmlns:a16="http://schemas.microsoft.com/office/drawing/2014/main" id="{3147D540-888B-AA1B-013B-A43BED992B3B}"/>
                </a:ext>
              </a:extLst>
            </p:cNvPr>
            <p:cNvSpPr/>
            <p:nvPr/>
          </p:nvSpPr>
          <p:spPr>
            <a:xfrm rot="16200000">
              <a:off x="5120640" y="272796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482" name="Oval 481">
              <a:extLst>
                <a:ext uri="{FF2B5EF4-FFF2-40B4-BE49-F238E27FC236}">
                  <a16:creationId xmlns:a16="http://schemas.microsoft.com/office/drawing/2014/main" id="{A75E75A4-D2D5-627C-FF79-1EDC5B650F58}"/>
                </a:ext>
              </a:extLst>
            </p:cNvPr>
            <p:cNvSpPr/>
            <p:nvPr/>
          </p:nvSpPr>
          <p:spPr>
            <a:xfrm>
              <a:off x="4328160" y="384048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483" name="Oval 482">
              <a:extLst>
                <a:ext uri="{FF2B5EF4-FFF2-40B4-BE49-F238E27FC236}">
                  <a16:creationId xmlns:a16="http://schemas.microsoft.com/office/drawing/2014/main" id="{4926A897-AF03-E7AA-FCAD-57D26452D17D}"/>
                </a:ext>
              </a:extLst>
            </p:cNvPr>
            <p:cNvSpPr/>
            <p:nvPr/>
          </p:nvSpPr>
          <p:spPr>
            <a:xfrm>
              <a:off x="3581400" y="40386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484" name="Oval 483">
              <a:extLst>
                <a:ext uri="{FF2B5EF4-FFF2-40B4-BE49-F238E27FC236}">
                  <a16:creationId xmlns:a16="http://schemas.microsoft.com/office/drawing/2014/main" id="{2B76E30C-6FF5-A4FD-6CFC-A1971FC457D4}"/>
                </a:ext>
              </a:extLst>
            </p:cNvPr>
            <p:cNvSpPr/>
            <p:nvPr/>
          </p:nvSpPr>
          <p:spPr>
            <a:xfrm rot="16200000">
              <a:off x="5730240" y="277368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485" name="Oval 484">
              <a:extLst>
                <a:ext uri="{FF2B5EF4-FFF2-40B4-BE49-F238E27FC236}">
                  <a16:creationId xmlns:a16="http://schemas.microsoft.com/office/drawing/2014/main" id="{4E6F95D6-A43F-6535-CDDC-390E7562340D}"/>
                </a:ext>
              </a:extLst>
            </p:cNvPr>
            <p:cNvSpPr/>
            <p:nvPr/>
          </p:nvSpPr>
          <p:spPr>
            <a:xfrm>
              <a:off x="3916680" y="292608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486" name="Oval 485">
              <a:extLst>
                <a:ext uri="{FF2B5EF4-FFF2-40B4-BE49-F238E27FC236}">
                  <a16:creationId xmlns:a16="http://schemas.microsoft.com/office/drawing/2014/main" id="{272CD5E7-7F0E-8136-9C73-95D159078BCD}"/>
                </a:ext>
              </a:extLst>
            </p:cNvPr>
            <p:cNvSpPr/>
            <p:nvPr/>
          </p:nvSpPr>
          <p:spPr>
            <a:xfrm>
              <a:off x="3810000" y="233172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487" name="Oval 486">
              <a:extLst>
                <a:ext uri="{FF2B5EF4-FFF2-40B4-BE49-F238E27FC236}">
                  <a16:creationId xmlns:a16="http://schemas.microsoft.com/office/drawing/2014/main" id="{C1B3D608-B45D-DB6A-9F02-7A01012EE55B}"/>
                </a:ext>
              </a:extLst>
            </p:cNvPr>
            <p:cNvSpPr/>
            <p:nvPr/>
          </p:nvSpPr>
          <p:spPr>
            <a:xfrm>
              <a:off x="3169920" y="280416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488" name="Oval 487">
              <a:extLst>
                <a:ext uri="{FF2B5EF4-FFF2-40B4-BE49-F238E27FC236}">
                  <a16:creationId xmlns:a16="http://schemas.microsoft.com/office/drawing/2014/main" id="{E8E5DAE2-6603-7CCB-715B-CA287A98653A}"/>
                </a:ext>
              </a:extLst>
            </p:cNvPr>
            <p:cNvSpPr/>
            <p:nvPr/>
          </p:nvSpPr>
          <p:spPr>
            <a:xfrm>
              <a:off x="5212080" y="318516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489" name="Oval 488">
              <a:extLst>
                <a:ext uri="{FF2B5EF4-FFF2-40B4-BE49-F238E27FC236}">
                  <a16:creationId xmlns:a16="http://schemas.microsoft.com/office/drawing/2014/main" id="{746699CA-229E-5222-3A02-1145110709AA}"/>
                </a:ext>
              </a:extLst>
            </p:cNvPr>
            <p:cNvSpPr/>
            <p:nvPr/>
          </p:nvSpPr>
          <p:spPr>
            <a:xfrm>
              <a:off x="4739640" y="172212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490" name="Oval 489">
              <a:extLst>
                <a:ext uri="{FF2B5EF4-FFF2-40B4-BE49-F238E27FC236}">
                  <a16:creationId xmlns:a16="http://schemas.microsoft.com/office/drawing/2014/main" id="{10D4514D-418C-7D35-675D-7D9E72005988}"/>
                </a:ext>
              </a:extLst>
            </p:cNvPr>
            <p:cNvSpPr/>
            <p:nvPr/>
          </p:nvSpPr>
          <p:spPr>
            <a:xfrm>
              <a:off x="3337560" y="231648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491" name="Oval 490">
              <a:extLst>
                <a:ext uri="{FF2B5EF4-FFF2-40B4-BE49-F238E27FC236}">
                  <a16:creationId xmlns:a16="http://schemas.microsoft.com/office/drawing/2014/main" id="{A52C11C3-A17D-723A-54EE-5AAA9110217A}"/>
                </a:ext>
              </a:extLst>
            </p:cNvPr>
            <p:cNvSpPr/>
            <p:nvPr/>
          </p:nvSpPr>
          <p:spPr>
            <a:xfrm>
              <a:off x="6202680" y="2301239"/>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492" name="Oval 491">
              <a:extLst>
                <a:ext uri="{FF2B5EF4-FFF2-40B4-BE49-F238E27FC236}">
                  <a16:creationId xmlns:a16="http://schemas.microsoft.com/office/drawing/2014/main" id="{6294B830-A6E7-A3E9-5CB4-D23802D52B2C}"/>
                </a:ext>
              </a:extLst>
            </p:cNvPr>
            <p:cNvSpPr/>
            <p:nvPr/>
          </p:nvSpPr>
          <p:spPr>
            <a:xfrm rot="16200000">
              <a:off x="5288280" y="1904999"/>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493" name="Oval 492">
              <a:extLst>
                <a:ext uri="{FF2B5EF4-FFF2-40B4-BE49-F238E27FC236}">
                  <a16:creationId xmlns:a16="http://schemas.microsoft.com/office/drawing/2014/main" id="{E595778B-99FB-F6E0-0BB6-FF2C5823C26F}"/>
                </a:ext>
              </a:extLst>
            </p:cNvPr>
            <p:cNvSpPr/>
            <p:nvPr/>
          </p:nvSpPr>
          <p:spPr>
            <a:xfrm>
              <a:off x="3977640" y="297180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494" name="Oval 493">
              <a:extLst>
                <a:ext uri="{FF2B5EF4-FFF2-40B4-BE49-F238E27FC236}">
                  <a16:creationId xmlns:a16="http://schemas.microsoft.com/office/drawing/2014/main" id="{1225977C-0906-9AAA-EBBC-57C46C4ACF79}"/>
                </a:ext>
              </a:extLst>
            </p:cNvPr>
            <p:cNvSpPr/>
            <p:nvPr/>
          </p:nvSpPr>
          <p:spPr>
            <a:xfrm rot="16200000">
              <a:off x="3992880" y="190500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495" name="Oval 494">
              <a:extLst>
                <a:ext uri="{FF2B5EF4-FFF2-40B4-BE49-F238E27FC236}">
                  <a16:creationId xmlns:a16="http://schemas.microsoft.com/office/drawing/2014/main" id="{6E5D4F9C-BE24-8A6B-D162-E07A43BCBC2F}"/>
                </a:ext>
              </a:extLst>
            </p:cNvPr>
            <p:cNvSpPr/>
            <p:nvPr/>
          </p:nvSpPr>
          <p:spPr>
            <a:xfrm>
              <a:off x="6111240" y="326136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496" name="Oval 495">
              <a:extLst>
                <a:ext uri="{FF2B5EF4-FFF2-40B4-BE49-F238E27FC236}">
                  <a16:creationId xmlns:a16="http://schemas.microsoft.com/office/drawing/2014/main" id="{7303FD30-A0E0-94A6-C364-6E5A1CE74CE6}"/>
                </a:ext>
              </a:extLst>
            </p:cNvPr>
            <p:cNvSpPr/>
            <p:nvPr/>
          </p:nvSpPr>
          <p:spPr>
            <a:xfrm>
              <a:off x="5166360" y="161544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grpSp>
      <p:grpSp>
        <p:nvGrpSpPr>
          <p:cNvPr id="497" name="Group 496">
            <a:extLst>
              <a:ext uri="{FF2B5EF4-FFF2-40B4-BE49-F238E27FC236}">
                <a16:creationId xmlns:a16="http://schemas.microsoft.com/office/drawing/2014/main" id="{E8E1AB02-CEBA-0485-8413-359327590984}"/>
              </a:ext>
            </a:extLst>
          </p:cNvPr>
          <p:cNvGrpSpPr/>
          <p:nvPr/>
        </p:nvGrpSpPr>
        <p:grpSpPr>
          <a:xfrm rot="3884062">
            <a:off x="10485120" y="899149"/>
            <a:ext cx="1386840" cy="1310640"/>
            <a:chOff x="2926080" y="1447800"/>
            <a:chExt cx="4160520" cy="3931920"/>
          </a:xfrm>
        </p:grpSpPr>
        <p:sp>
          <p:nvSpPr>
            <p:cNvPr id="498" name="Oval 497">
              <a:extLst>
                <a:ext uri="{FF2B5EF4-FFF2-40B4-BE49-F238E27FC236}">
                  <a16:creationId xmlns:a16="http://schemas.microsoft.com/office/drawing/2014/main" id="{8CFC1B92-CA3F-1F8E-770F-E823797978EF}"/>
                </a:ext>
              </a:extLst>
            </p:cNvPr>
            <p:cNvSpPr/>
            <p:nvPr/>
          </p:nvSpPr>
          <p:spPr>
            <a:xfrm>
              <a:off x="4160520" y="242316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499" name="Oval 498">
              <a:extLst>
                <a:ext uri="{FF2B5EF4-FFF2-40B4-BE49-F238E27FC236}">
                  <a16:creationId xmlns:a16="http://schemas.microsoft.com/office/drawing/2014/main" id="{6BEC083A-0B0D-611E-44F2-6A9DC05D0A9C}"/>
                </a:ext>
              </a:extLst>
            </p:cNvPr>
            <p:cNvSpPr/>
            <p:nvPr/>
          </p:nvSpPr>
          <p:spPr>
            <a:xfrm>
              <a:off x="5852160" y="371856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500" name="Oval 499">
              <a:extLst>
                <a:ext uri="{FF2B5EF4-FFF2-40B4-BE49-F238E27FC236}">
                  <a16:creationId xmlns:a16="http://schemas.microsoft.com/office/drawing/2014/main" id="{4104982F-6220-64FF-267E-9681BFE7472A}"/>
                </a:ext>
              </a:extLst>
            </p:cNvPr>
            <p:cNvSpPr/>
            <p:nvPr/>
          </p:nvSpPr>
          <p:spPr>
            <a:xfrm>
              <a:off x="4465320" y="455676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501" name="Oval 500">
              <a:extLst>
                <a:ext uri="{FF2B5EF4-FFF2-40B4-BE49-F238E27FC236}">
                  <a16:creationId xmlns:a16="http://schemas.microsoft.com/office/drawing/2014/main" id="{FD2C1C40-DFE5-8A86-C62F-DC852E6BDBCB}"/>
                </a:ext>
              </a:extLst>
            </p:cNvPr>
            <p:cNvSpPr/>
            <p:nvPr/>
          </p:nvSpPr>
          <p:spPr>
            <a:xfrm>
              <a:off x="3749040" y="429768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502" name="Oval 501">
              <a:extLst>
                <a:ext uri="{FF2B5EF4-FFF2-40B4-BE49-F238E27FC236}">
                  <a16:creationId xmlns:a16="http://schemas.microsoft.com/office/drawing/2014/main" id="{7C019ECB-B993-E806-164B-BC158B460022}"/>
                </a:ext>
              </a:extLst>
            </p:cNvPr>
            <p:cNvSpPr/>
            <p:nvPr/>
          </p:nvSpPr>
          <p:spPr>
            <a:xfrm>
              <a:off x="4282440" y="14478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503" name="Oval 502">
              <a:extLst>
                <a:ext uri="{FF2B5EF4-FFF2-40B4-BE49-F238E27FC236}">
                  <a16:creationId xmlns:a16="http://schemas.microsoft.com/office/drawing/2014/main" id="{66809FE5-16B9-1A4E-41E3-CD2A3DF476B2}"/>
                </a:ext>
              </a:extLst>
            </p:cNvPr>
            <p:cNvSpPr/>
            <p:nvPr/>
          </p:nvSpPr>
          <p:spPr>
            <a:xfrm>
              <a:off x="2926080" y="301752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504" name="Oval 503">
              <a:extLst>
                <a:ext uri="{FF2B5EF4-FFF2-40B4-BE49-F238E27FC236}">
                  <a16:creationId xmlns:a16="http://schemas.microsoft.com/office/drawing/2014/main" id="{020E29B9-6506-A8F5-6A9A-8B0193EABBA3}"/>
                </a:ext>
              </a:extLst>
            </p:cNvPr>
            <p:cNvSpPr/>
            <p:nvPr/>
          </p:nvSpPr>
          <p:spPr>
            <a:xfrm>
              <a:off x="5852160" y="25146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505" name="Oval 504">
              <a:extLst>
                <a:ext uri="{FF2B5EF4-FFF2-40B4-BE49-F238E27FC236}">
                  <a16:creationId xmlns:a16="http://schemas.microsoft.com/office/drawing/2014/main" id="{D346334D-F68D-0AEF-9C5F-F872FC8EAEED}"/>
                </a:ext>
              </a:extLst>
            </p:cNvPr>
            <p:cNvSpPr/>
            <p:nvPr/>
          </p:nvSpPr>
          <p:spPr>
            <a:xfrm>
              <a:off x="4038600" y="321564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506" name="Oval 505">
              <a:extLst>
                <a:ext uri="{FF2B5EF4-FFF2-40B4-BE49-F238E27FC236}">
                  <a16:creationId xmlns:a16="http://schemas.microsoft.com/office/drawing/2014/main" id="{20BFC191-D1E2-4F5E-CA89-DC2FD070F0D3}"/>
                </a:ext>
              </a:extLst>
            </p:cNvPr>
            <p:cNvSpPr/>
            <p:nvPr/>
          </p:nvSpPr>
          <p:spPr>
            <a:xfrm>
              <a:off x="3870960" y="316992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507" name="Oval 506">
              <a:extLst>
                <a:ext uri="{FF2B5EF4-FFF2-40B4-BE49-F238E27FC236}">
                  <a16:creationId xmlns:a16="http://schemas.microsoft.com/office/drawing/2014/main" id="{019B7A7E-B596-AC6E-3811-23F950C54ED1}"/>
                </a:ext>
              </a:extLst>
            </p:cNvPr>
            <p:cNvSpPr/>
            <p:nvPr/>
          </p:nvSpPr>
          <p:spPr>
            <a:xfrm>
              <a:off x="4137660" y="37338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508" name="Oval 507">
              <a:extLst>
                <a:ext uri="{FF2B5EF4-FFF2-40B4-BE49-F238E27FC236}">
                  <a16:creationId xmlns:a16="http://schemas.microsoft.com/office/drawing/2014/main" id="{0AD8E6E6-A814-A0EA-4045-22070565E357}"/>
                </a:ext>
              </a:extLst>
            </p:cNvPr>
            <p:cNvSpPr/>
            <p:nvPr/>
          </p:nvSpPr>
          <p:spPr>
            <a:xfrm>
              <a:off x="5227320" y="36576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509" name="Oval 508">
              <a:extLst>
                <a:ext uri="{FF2B5EF4-FFF2-40B4-BE49-F238E27FC236}">
                  <a16:creationId xmlns:a16="http://schemas.microsoft.com/office/drawing/2014/main" id="{95185117-EEBA-85FF-690A-971BF1FF3C94}"/>
                </a:ext>
              </a:extLst>
            </p:cNvPr>
            <p:cNvSpPr/>
            <p:nvPr/>
          </p:nvSpPr>
          <p:spPr>
            <a:xfrm>
              <a:off x="4693920" y="390144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510" name="Oval 509">
              <a:extLst>
                <a:ext uri="{FF2B5EF4-FFF2-40B4-BE49-F238E27FC236}">
                  <a16:creationId xmlns:a16="http://schemas.microsoft.com/office/drawing/2014/main" id="{83BF6214-2189-CF75-C16C-572A66F28FE6}"/>
                </a:ext>
              </a:extLst>
            </p:cNvPr>
            <p:cNvSpPr/>
            <p:nvPr/>
          </p:nvSpPr>
          <p:spPr>
            <a:xfrm>
              <a:off x="5257800" y="41300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511" name="Oval 510">
              <a:extLst>
                <a:ext uri="{FF2B5EF4-FFF2-40B4-BE49-F238E27FC236}">
                  <a16:creationId xmlns:a16="http://schemas.microsoft.com/office/drawing/2014/main" id="{248CDC34-768B-1369-269A-E91C3F977C2A}"/>
                </a:ext>
              </a:extLst>
            </p:cNvPr>
            <p:cNvSpPr/>
            <p:nvPr/>
          </p:nvSpPr>
          <p:spPr>
            <a:xfrm rot="16200000">
              <a:off x="3413760" y="38252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512" name="Oval 511">
              <a:extLst>
                <a:ext uri="{FF2B5EF4-FFF2-40B4-BE49-F238E27FC236}">
                  <a16:creationId xmlns:a16="http://schemas.microsoft.com/office/drawing/2014/main" id="{34E1DD30-40DC-1D72-336A-87E5D59C6DEB}"/>
                </a:ext>
              </a:extLst>
            </p:cNvPr>
            <p:cNvSpPr/>
            <p:nvPr/>
          </p:nvSpPr>
          <p:spPr>
            <a:xfrm rot="16200000">
              <a:off x="2926080" y="234696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513" name="Oval 512">
              <a:extLst>
                <a:ext uri="{FF2B5EF4-FFF2-40B4-BE49-F238E27FC236}">
                  <a16:creationId xmlns:a16="http://schemas.microsoft.com/office/drawing/2014/main" id="{A2C6FD2B-793F-818A-3C35-C206280DA306}"/>
                </a:ext>
              </a:extLst>
            </p:cNvPr>
            <p:cNvSpPr/>
            <p:nvPr/>
          </p:nvSpPr>
          <p:spPr>
            <a:xfrm rot="16200000">
              <a:off x="4191000" y="32918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514" name="Oval 513">
              <a:extLst>
                <a:ext uri="{FF2B5EF4-FFF2-40B4-BE49-F238E27FC236}">
                  <a16:creationId xmlns:a16="http://schemas.microsoft.com/office/drawing/2014/main" id="{D0CFB55D-DDAA-A33D-4EFD-755F96DB9469}"/>
                </a:ext>
              </a:extLst>
            </p:cNvPr>
            <p:cNvSpPr/>
            <p:nvPr/>
          </p:nvSpPr>
          <p:spPr>
            <a:xfrm rot="16200000">
              <a:off x="3749040" y="172212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515" name="Oval 514">
              <a:extLst>
                <a:ext uri="{FF2B5EF4-FFF2-40B4-BE49-F238E27FC236}">
                  <a16:creationId xmlns:a16="http://schemas.microsoft.com/office/drawing/2014/main" id="{B74E677A-F1F2-C27B-5CAC-38F81F891B6C}"/>
                </a:ext>
              </a:extLst>
            </p:cNvPr>
            <p:cNvSpPr/>
            <p:nvPr/>
          </p:nvSpPr>
          <p:spPr>
            <a:xfrm rot="16200000">
              <a:off x="3520440" y="271272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516" name="Oval 515">
              <a:extLst>
                <a:ext uri="{FF2B5EF4-FFF2-40B4-BE49-F238E27FC236}">
                  <a16:creationId xmlns:a16="http://schemas.microsoft.com/office/drawing/2014/main" id="{C1BEDE91-03DB-A882-EE8D-45E302F0D384}"/>
                </a:ext>
              </a:extLst>
            </p:cNvPr>
            <p:cNvSpPr/>
            <p:nvPr/>
          </p:nvSpPr>
          <p:spPr>
            <a:xfrm rot="16200000">
              <a:off x="3322320" y="34442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517" name="Oval 516">
              <a:extLst>
                <a:ext uri="{FF2B5EF4-FFF2-40B4-BE49-F238E27FC236}">
                  <a16:creationId xmlns:a16="http://schemas.microsoft.com/office/drawing/2014/main" id="{24C7B0B6-9034-0F8E-C502-0A65E887B141}"/>
                </a:ext>
              </a:extLst>
            </p:cNvPr>
            <p:cNvSpPr/>
            <p:nvPr/>
          </p:nvSpPr>
          <p:spPr>
            <a:xfrm>
              <a:off x="4572000" y="211836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518" name="Oval 517">
              <a:extLst>
                <a:ext uri="{FF2B5EF4-FFF2-40B4-BE49-F238E27FC236}">
                  <a16:creationId xmlns:a16="http://schemas.microsoft.com/office/drawing/2014/main" id="{67667A2A-E558-D04A-A6F0-394438DD300A}"/>
                </a:ext>
              </a:extLst>
            </p:cNvPr>
            <p:cNvSpPr/>
            <p:nvPr/>
          </p:nvSpPr>
          <p:spPr>
            <a:xfrm>
              <a:off x="5562600" y="313944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519" name="Oval 518">
              <a:extLst>
                <a:ext uri="{FF2B5EF4-FFF2-40B4-BE49-F238E27FC236}">
                  <a16:creationId xmlns:a16="http://schemas.microsoft.com/office/drawing/2014/main" id="{ADEE9845-9D29-B7AA-E87F-1A7EEB833A11}"/>
                </a:ext>
              </a:extLst>
            </p:cNvPr>
            <p:cNvSpPr/>
            <p:nvPr/>
          </p:nvSpPr>
          <p:spPr>
            <a:xfrm>
              <a:off x="5684520" y="19050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520" name="Oval 519">
              <a:extLst>
                <a:ext uri="{FF2B5EF4-FFF2-40B4-BE49-F238E27FC236}">
                  <a16:creationId xmlns:a16="http://schemas.microsoft.com/office/drawing/2014/main" id="{1F737F0C-FC2C-EDDA-75FA-0496B6C2D32B}"/>
                </a:ext>
              </a:extLst>
            </p:cNvPr>
            <p:cNvSpPr/>
            <p:nvPr/>
          </p:nvSpPr>
          <p:spPr>
            <a:xfrm>
              <a:off x="4693920" y="320040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521" name="Oval 520">
              <a:extLst>
                <a:ext uri="{FF2B5EF4-FFF2-40B4-BE49-F238E27FC236}">
                  <a16:creationId xmlns:a16="http://schemas.microsoft.com/office/drawing/2014/main" id="{9A1379FE-7B33-33DD-DBA1-5D19FD5C3E21}"/>
                </a:ext>
              </a:extLst>
            </p:cNvPr>
            <p:cNvSpPr/>
            <p:nvPr/>
          </p:nvSpPr>
          <p:spPr>
            <a:xfrm>
              <a:off x="6263640" y="27584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522" name="Oval 521">
              <a:extLst>
                <a:ext uri="{FF2B5EF4-FFF2-40B4-BE49-F238E27FC236}">
                  <a16:creationId xmlns:a16="http://schemas.microsoft.com/office/drawing/2014/main" id="{BB2EB034-657E-9CA6-F434-142220132871}"/>
                </a:ext>
              </a:extLst>
            </p:cNvPr>
            <p:cNvSpPr/>
            <p:nvPr/>
          </p:nvSpPr>
          <p:spPr>
            <a:xfrm>
              <a:off x="5273040" y="25298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523" name="Oval 522">
              <a:extLst>
                <a:ext uri="{FF2B5EF4-FFF2-40B4-BE49-F238E27FC236}">
                  <a16:creationId xmlns:a16="http://schemas.microsoft.com/office/drawing/2014/main" id="{8721E456-AE80-4F21-5E42-ABD435B9F3C2}"/>
                </a:ext>
              </a:extLst>
            </p:cNvPr>
            <p:cNvSpPr/>
            <p:nvPr/>
          </p:nvSpPr>
          <p:spPr>
            <a:xfrm>
              <a:off x="4678680" y="268224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524" name="Oval 523">
              <a:extLst>
                <a:ext uri="{FF2B5EF4-FFF2-40B4-BE49-F238E27FC236}">
                  <a16:creationId xmlns:a16="http://schemas.microsoft.com/office/drawing/2014/main" id="{A99A67D0-2601-2013-2C44-1FE53A04E6FD}"/>
                </a:ext>
              </a:extLst>
            </p:cNvPr>
            <p:cNvSpPr/>
            <p:nvPr/>
          </p:nvSpPr>
          <p:spPr>
            <a:xfrm rot="16200000">
              <a:off x="4709160" y="213360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525" name="Oval 524">
              <a:extLst>
                <a:ext uri="{FF2B5EF4-FFF2-40B4-BE49-F238E27FC236}">
                  <a16:creationId xmlns:a16="http://schemas.microsoft.com/office/drawing/2014/main" id="{4BC6D3EC-067A-BAE7-B761-AEA54CFA7888}"/>
                </a:ext>
              </a:extLst>
            </p:cNvPr>
            <p:cNvSpPr/>
            <p:nvPr/>
          </p:nvSpPr>
          <p:spPr>
            <a:xfrm rot="16200000">
              <a:off x="5120640" y="272796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526" name="Oval 525">
              <a:extLst>
                <a:ext uri="{FF2B5EF4-FFF2-40B4-BE49-F238E27FC236}">
                  <a16:creationId xmlns:a16="http://schemas.microsoft.com/office/drawing/2014/main" id="{1119A041-769E-0469-CA30-9D555388B083}"/>
                </a:ext>
              </a:extLst>
            </p:cNvPr>
            <p:cNvSpPr/>
            <p:nvPr/>
          </p:nvSpPr>
          <p:spPr>
            <a:xfrm>
              <a:off x="4328160" y="384048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527" name="Oval 526">
              <a:extLst>
                <a:ext uri="{FF2B5EF4-FFF2-40B4-BE49-F238E27FC236}">
                  <a16:creationId xmlns:a16="http://schemas.microsoft.com/office/drawing/2014/main" id="{1B5596C9-F14A-2DA8-5A78-F30681F4EEE5}"/>
                </a:ext>
              </a:extLst>
            </p:cNvPr>
            <p:cNvSpPr/>
            <p:nvPr/>
          </p:nvSpPr>
          <p:spPr>
            <a:xfrm>
              <a:off x="3581400" y="40386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528" name="Oval 527">
              <a:extLst>
                <a:ext uri="{FF2B5EF4-FFF2-40B4-BE49-F238E27FC236}">
                  <a16:creationId xmlns:a16="http://schemas.microsoft.com/office/drawing/2014/main" id="{FCB19BD1-3E34-8CDB-66D5-072BA8F73B27}"/>
                </a:ext>
              </a:extLst>
            </p:cNvPr>
            <p:cNvSpPr/>
            <p:nvPr/>
          </p:nvSpPr>
          <p:spPr>
            <a:xfrm rot="16200000">
              <a:off x="5730240" y="277368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529" name="Oval 528">
              <a:extLst>
                <a:ext uri="{FF2B5EF4-FFF2-40B4-BE49-F238E27FC236}">
                  <a16:creationId xmlns:a16="http://schemas.microsoft.com/office/drawing/2014/main" id="{85839494-C7F5-1FD7-2695-5E9C0AB8F754}"/>
                </a:ext>
              </a:extLst>
            </p:cNvPr>
            <p:cNvSpPr/>
            <p:nvPr/>
          </p:nvSpPr>
          <p:spPr>
            <a:xfrm>
              <a:off x="3916680" y="292608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530" name="Oval 529">
              <a:extLst>
                <a:ext uri="{FF2B5EF4-FFF2-40B4-BE49-F238E27FC236}">
                  <a16:creationId xmlns:a16="http://schemas.microsoft.com/office/drawing/2014/main" id="{AD7935B6-6A4F-50CE-4CCA-84E06F94030D}"/>
                </a:ext>
              </a:extLst>
            </p:cNvPr>
            <p:cNvSpPr/>
            <p:nvPr/>
          </p:nvSpPr>
          <p:spPr>
            <a:xfrm>
              <a:off x="3810000" y="233172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531" name="Oval 530">
              <a:extLst>
                <a:ext uri="{FF2B5EF4-FFF2-40B4-BE49-F238E27FC236}">
                  <a16:creationId xmlns:a16="http://schemas.microsoft.com/office/drawing/2014/main" id="{F6321A4E-CBD9-5244-6F5F-4DD8A5193384}"/>
                </a:ext>
              </a:extLst>
            </p:cNvPr>
            <p:cNvSpPr/>
            <p:nvPr/>
          </p:nvSpPr>
          <p:spPr>
            <a:xfrm>
              <a:off x="3169920" y="280416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532" name="Oval 531">
              <a:extLst>
                <a:ext uri="{FF2B5EF4-FFF2-40B4-BE49-F238E27FC236}">
                  <a16:creationId xmlns:a16="http://schemas.microsoft.com/office/drawing/2014/main" id="{88E1F72D-4A17-9271-6BFB-5AFC69E2BCAF}"/>
                </a:ext>
              </a:extLst>
            </p:cNvPr>
            <p:cNvSpPr/>
            <p:nvPr/>
          </p:nvSpPr>
          <p:spPr>
            <a:xfrm>
              <a:off x="5212080" y="318516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533" name="Oval 532">
              <a:extLst>
                <a:ext uri="{FF2B5EF4-FFF2-40B4-BE49-F238E27FC236}">
                  <a16:creationId xmlns:a16="http://schemas.microsoft.com/office/drawing/2014/main" id="{C748A6BC-7BBB-075E-4936-9F276230A2D3}"/>
                </a:ext>
              </a:extLst>
            </p:cNvPr>
            <p:cNvSpPr/>
            <p:nvPr/>
          </p:nvSpPr>
          <p:spPr>
            <a:xfrm>
              <a:off x="4739640" y="172212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534" name="Oval 533">
              <a:extLst>
                <a:ext uri="{FF2B5EF4-FFF2-40B4-BE49-F238E27FC236}">
                  <a16:creationId xmlns:a16="http://schemas.microsoft.com/office/drawing/2014/main" id="{B14F91B4-FC6D-7052-C6BE-04FEA8D14404}"/>
                </a:ext>
              </a:extLst>
            </p:cNvPr>
            <p:cNvSpPr/>
            <p:nvPr/>
          </p:nvSpPr>
          <p:spPr>
            <a:xfrm>
              <a:off x="3337560" y="231648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535" name="Oval 534">
              <a:extLst>
                <a:ext uri="{FF2B5EF4-FFF2-40B4-BE49-F238E27FC236}">
                  <a16:creationId xmlns:a16="http://schemas.microsoft.com/office/drawing/2014/main" id="{686C734E-098F-E9E6-4442-855D9F2280BE}"/>
                </a:ext>
              </a:extLst>
            </p:cNvPr>
            <p:cNvSpPr/>
            <p:nvPr/>
          </p:nvSpPr>
          <p:spPr>
            <a:xfrm>
              <a:off x="6202680" y="2301239"/>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536" name="Oval 535">
              <a:extLst>
                <a:ext uri="{FF2B5EF4-FFF2-40B4-BE49-F238E27FC236}">
                  <a16:creationId xmlns:a16="http://schemas.microsoft.com/office/drawing/2014/main" id="{F5ADD907-ECAF-5D0C-504B-824EF9A0B8CF}"/>
                </a:ext>
              </a:extLst>
            </p:cNvPr>
            <p:cNvSpPr/>
            <p:nvPr/>
          </p:nvSpPr>
          <p:spPr>
            <a:xfrm rot="16200000">
              <a:off x="5288280" y="1904999"/>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537" name="Oval 536">
              <a:extLst>
                <a:ext uri="{FF2B5EF4-FFF2-40B4-BE49-F238E27FC236}">
                  <a16:creationId xmlns:a16="http://schemas.microsoft.com/office/drawing/2014/main" id="{A59D50A9-73C5-E279-03BB-43B25ABD9A08}"/>
                </a:ext>
              </a:extLst>
            </p:cNvPr>
            <p:cNvSpPr/>
            <p:nvPr/>
          </p:nvSpPr>
          <p:spPr>
            <a:xfrm>
              <a:off x="3977640" y="297180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538" name="Oval 537">
              <a:extLst>
                <a:ext uri="{FF2B5EF4-FFF2-40B4-BE49-F238E27FC236}">
                  <a16:creationId xmlns:a16="http://schemas.microsoft.com/office/drawing/2014/main" id="{5C838CBA-C59A-A522-0636-C4E1CEB3D3A8}"/>
                </a:ext>
              </a:extLst>
            </p:cNvPr>
            <p:cNvSpPr/>
            <p:nvPr/>
          </p:nvSpPr>
          <p:spPr>
            <a:xfrm rot="16200000">
              <a:off x="3992880" y="190500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539" name="Oval 538">
              <a:extLst>
                <a:ext uri="{FF2B5EF4-FFF2-40B4-BE49-F238E27FC236}">
                  <a16:creationId xmlns:a16="http://schemas.microsoft.com/office/drawing/2014/main" id="{5B28034A-2FB6-1E5B-4015-BE99ADB059A0}"/>
                </a:ext>
              </a:extLst>
            </p:cNvPr>
            <p:cNvSpPr/>
            <p:nvPr/>
          </p:nvSpPr>
          <p:spPr>
            <a:xfrm>
              <a:off x="6111240" y="326136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540" name="Oval 539">
              <a:extLst>
                <a:ext uri="{FF2B5EF4-FFF2-40B4-BE49-F238E27FC236}">
                  <a16:creationId xmlns:a16="http://schemas.microsoft.com/office/drawing/2014/main" id="{108FD588-1061-EF54-CBA1-805EFF311FC2}"/>
                </a:ext>
              </a:extLst>
            </p:cNvPr>
            <p:cNvSpPr/>
            <p:nvPr/>
          </p:nvSpPr>
          <p:spPr>
            <a:xfrm>
              <a:off x="5166360" y="161544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grpSp>
      <p:grpSp>
        <p:nvGrpSpPr>
          <p:cNvPr id="541" name="Group 540">
            <a:extLst>
              <a:ext uri="{FF2B5EF4-FFF2-40B4-BE49-F238E27FC236}">
                <a16:creationId xmlns:a16="http://schemas.microsoft.com/office/drawing/2014/main" id="{592A57C7-156D-7F96-CB04-5A68EB2A9384}"/>
              </a:ext>
            </a:extLst>
          </p:cNvPr>
          <p:cNvGrpSpPr/>
          <p:nvPr/>
        </p:nvGrpSpPr>
        <p:grpSpPr>
          <a:xfrm rot="1598759">
            <a:off x="9997440" y="3733788"/>
            <a:ext cx="1386840" cy="1310640"/>
            <a:chOff x="2926080" y="1447800"/>
            <a:chExt cx="4160520" cy="3931920"/>
          </a:xfrm>
        </p:grpSpPr>
        <p:sp>
          <p:nvSpPr>
            <p:cNvPr id="542" name="Oval 541">
              <a:extLst>
                <a:ext uri="{FF2B5EF4-FFF2-40B4-BE49-F238E27FC236}">
                  <a16:creationId xmlns:a16="http://schemas.microsoft.com/office/drawing/2014/main" id="{A3D8E489-8F71-4E71-0560-A2D84CE36476}"/>
                </a:ext>
              </a:extLst>
            </p:cNvPr>
            <p:cNvSpPr/>
            <p:nvPr/>
          </p:nvSpPr>
          <p:spPr>
            <a:xfrm>
              <a:off x="4160520" y="242316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543" name="Oval 542">
              <a:extLst>
                <a:ext uri="{FF2B5EF4-FFF2-40B4-BE49-F238E27FC236}">
                  <a16:creationId xmlns:a16="http://schemas.microsoft.com/office/drawing/2014/main" id="{EAE8A05A-37D7-0AAF-F732-D4BB1A3EDE92}"/>
                </a:ext>
              </a:extLst>
            </p:cNvPr>
            <p:cNvSpPr/>
            <p:nvPr/>
          </p:nvSpPr>
          <p:spPr>
            <a:xfrm>
              <a:off x="5852160" y="371856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544" name="Oval 543">
              <a:extLst>
                <a:ext uri="{FF2B5EF4-FFF2-40B4-BE49-F238E27FC236}">
                  <a16:creationId xmlns:a16="http://schemas.microsoft.com/office/drawing/2014/main" id="{1DC514BB-501A-968F-9F6C-196FF12948FC}"/>
                </a:ext>
              </a:extLst>
            </p:cNvPr>
            <p:cNvSpPr/>
            <p:nvPr/>
          </p:nvSpPr>
          <p:spPr>
            <a:xfrm>
              <a:off x="4465320" y="455676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545" name="Oval 544">
              <a:extLst>
                <a:ext uri="{FF2B5EF4-FFF2-40B4-BE49-F238E27FC236}">
                  <a16:creationId xmlns:a16="http://schemas.microsoft.com/office/drawing/2014/main" id="{DE9F1127-F81A-B6ED-2712-21C8EAAF0EFB}"/>
                </a:ext>
              </a:extLst>
            </p:cNvPr>
            <p:cNvSpPr/>
            <p:nvPr/>
          </p:nvSpPr>
          <p:spPr>
            <a:xfrm>
              <a:off x="3749040" y="429768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546" name="Oval 545">
              <a:extLst>
                <a:ext uri="{FF2B5EF4-FFF2-40B4-BE49-F238E27FC236}">
                  <a16:creationId xmlns:a16="http://schemas.microsoft.com/office/drawing/2014/main" id="{1F49389A-843B-833F-96C3-00E07F2CED5A}"/>
                </a:ext>
              </a:extLst>
            </p:cNvPr>
            <p:cNvSpPr/>
            <p:nvPr/>
          </p:nvSpPr>
          <p:spPr>
            <a:xfrm>
              <a:off x="4282440" y="14478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547" name="Oval 546">
              <a:extLst>
                <a:ext uri="{FF2B5EF4-FFF2-40B4-BE49-F238E27FC236}">
                  <a16:creationId xmlns:a16="http://schemas.microsoft.com/office/drawing/2014/main" id="{CBEC3387-B194-425D-EE7B-4DF0064789B1}"/>
                </a:ext>
              </a:extLst>
            </p:cNvPr>
            <p:cNvSpPr/>
            <p:nvPr/>
          </p:nvSpPr>
          <p:spPr>
            <a:xfrm>
              <a:off x="2926080" y="301752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548" name="Oval 547">
              <a:extLst>
                <a:ext uri="{FF2B5EF4-FFF2-40B4-BE49-F238E27FC236}">
                  <a16:creationId xmlns:a16="http://schemas.microsoft.com/office/drawing/2014/main" id="{A7D6BF10-8A52-B8ED-6A3F-255DEEF8C10B}"/>
                </a:ext>
              </a:extLst>
            </p:cNvPr>
            <p:cNvSpPr/>
            <p:nvPr/>
          </p:nvSpPr>
          <p:spPr>
            <a:xfrm>
              <a:off x="5852160" y="25146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549" name="Oval 548">
              <a:extLst>
                <a:ext uri="{FF2B5EF4-FFF2-40B4-BE49-F238E27FC236}">
                  <a16:creationId xmlns:a16="http://schemas.microsoft.com/office/drawing/2014/main" id="{C42C18A4-E380-4D05-602C-89334A5B15AA}"/>
                </a:ext>
              </a:extLst>
            </p:cNvPr>
            <p:cNvSpPr/>
            <p:nvPr/>
          </p:nvSpPr>
          <p:spPr>
            <a:xfrm>
              <a:off x="4038600" y="321564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550" name="Oval 549">
              <a:extLst>
                <a:ext uri="{FF2B5EF4-FFF2-40B4-BE49-F238E27FC236}">
                  <a16:creationId xmlns:a16="http://schemas.microsoft.com/office/drawing/2014/main" id="{E141ECA9-2D85-44F1-6F1F-ECE8DF8D7BE9}"/>
                </a:ext>
              </a:extLst>
            </p:cNvPr>
            <p:cNvSpPr/>
            <p:nvPr/>
          </p:nvSpPr>
          <p:spPr>
            <a:xfrm>
              <a:off x="3870960" y="316992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551" name="Oval 550">
              <a:extLst>
                <a:ext uri="{FF2B5EF4-FFF2-40B4-BE49-F238E27FC236}">
                  <a16:creationId xmlns:a16="http://schemas.microsoft.com/office/drawing/2014/main" id="{AAB30AEB-35B2-63A1-4102-3BDCB3CEA6DE}"/>
                </a:ext>
              </a:extLst>
            </p:cNvPr>
            <p:cNvSpPr/>
            <p:nvPr/>
          </p:nvSpPr>
          <p:spPr>
            <a:xfrm>
              <a:off x="4137660" y="37338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552" name="Oval 551">
              <a:extLst>
                <a:ext uri="{FF2B5EF4-FFF2-40B4-BE49-F238E27FC236}">
                  <a16:creationId xmlns:a16="http://schemas.microsoft.com/office/drawing/2014/main" id="{9C686F77-1221-B5F2-180A-802D82B94C32}"/>
                </a:ext>
              </a:extLst>
            </p:cNvPr>
            <p:cNvSpPr/>
            <p:nvPr/>
          </p:nvSpPr>
          <p:spPr>
            <a:xfrm>
              <a:off x="5227320" y="36576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553" name="Oval 552">
              <a:extLst>
                <a:ext uri="{FF2B5EF4-FFF2-40B4-BE49-F238E27FC236}">
                  <a16:creationId xmlns:a16="http://schemas.microsoft.com/office/drawing/2014/main" id="{A9655096-BBC4-0234-CBDB-3F436CA946B4}"/>
                </a:ext>
              </a:extLst>
            </p:cNvPr>
            <p:cNvSpPr/>
            <p:nvPr/>
          </p:nvSpPr>
          <p:spPr>
            <a:xfrm>
              <a:off x="4693920" y="390144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554" name="Oval 553">
              <a:extLst>
                <a:ext uri="{FF2B5EF4-FFF2-40B4-BE49-F238E27FC236}">
                  <a16:creationId xmlns:a16="http://schemas.microsoft.com/office/drawing/2014/main" id="{E6427001-6259-5B8B-E5EF-AEBD80C8E785}"/>
                </a:ext>
              </a:extLst>
            </p:cNvPr>
            <p:cNvSpPr/>
            <p:nvPr/>
          </p:nvSpPr>
          <p:spPr>
            <a:xfrm>
              <a:off x="5257800" y="41300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555" name="Oval 554">
              <a:extLst>
                <a:ext uri="{FF2B5EF4-FFF2-40B4-BE49-F238E27FC236}">
                  <a16:creationId xmlns:a16="http://schemas.microsoft.com/office/drawing/2014/main" id="{84C34F6B-1E49-6927-2C7B-65504E02D082}"/>
                </a:ext>
              </a:extLst>
            </p:cNvPr>
            <p:cNvSpPr/>
            <p:nvPr/>
          </p:nvSpPr>
          <p:spPr>
            <a:xfrm rot="16200000">
              <a:off x="3413760" y="38252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556" name="Oval 555">
              <a:extLst>
                <a:ext uri="{FF2B5EF4-FFF2-40B4-BE49-F238E27FC236}">
                  <a16:creationId xmlns:a16="http://schemas.microsoft.com/office/drawing/2014/main" id="{6537A787-E953-D1DA-4D4B-B563607998A4}"/>
                </a:ext>
              </a:extLst>
            </p:cNvPr>
            <p:cNvSpPr/>
            <p:nvPr/>
          </p:nvSpPr>
          <p:spPr>
            <a:xfrm rot="16200000">
              <a:off x="2926080" y="234696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557" name="Oval 556">
              <a:extLst>
                <a:ext uri="{FF2B5EF4-FFF2-40B4-BE49-F238E27FC236}">
                  <a16:creationId xmlns:a16="http://schemas.microsoft.com/office/drawing/2014/main" id="{15D1CF1F-BD77-D516-869F-83CC0039120B}"/>
                </a:ext>
              </a:extLst>
            </p:cNvPr>
            <p:cNvSpPr/>
            <p:nvPr/>
          </p:nvSpPr>
          <p:spPr>
            <a:xfrm rot="16200000">
              <a:off x="4191000" y="32918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558" name="Oval 557">
              <a:extLst>
                <a:ext uri="{FF2B5EF4-FFF2-40B4-BE49-F238E27FC236}">
                  <a16:creationId xmlns:a16="http://schemas.microsoft.com/office/drawing/2014/main" id="{6EF4EDE1-710C-690B-4287-AC8E81F06A99}"/>
                </a:ext>
              </a:extLst>
            </p:cNvPr>
            <p:cNvSpPr/>
            <p:nvPr/>
          </p:nvSpPr>
          <p:spPr>
            <a:xfrm rot="16200000">
              <a:off x="3749040" y="172212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559" name="Oval 558">
              <a:extLst>
                <a:ext uri="{FF2B5EF4-FFF2-40B4-BE49-F238E27FC236}">
                  <a16:creationId xmlns:a16="http://schemas.microsoft.com/office/drawing/2014/main" id="{BEA72CBF-91AF-206A-D5E8-0A730F5532DE}"/>
                </a:ext>
              </a:extLst>
            </p:cNvPr>
            <p:cNvSpPr/>
            <p:nvPr/>
          </p:nvSpPr>
          <p:spPr>
            <a:xfrm rot="16200000">
              <a:off x="3520440" y="271272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560" name="Oval 559">
              <a:extLst>
                <a:ext uri="{FF2B5EF4-FFF2-40B4-BE49-F238E27FC236}">
                  <a16:creationId xmlns:a16="http://schemas.microsoft.com/office/drawing/2014/main" id="{0C88A2AC-D5B6-DDC5-7BA6-1D682716C5D1}"/>
                </a:ext>
              </a:extLst>
            </p:cNvPr>
            <p:cNvSpPr/>
            <p:nvPr/>
          </p:nvSpPr>
          <p:spPr>
            <a:xfrm rot="16200000">
              <a:off x="3322320" y="34442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561" name="Oval 560">
              <a:extLst>
                <a:ext uri="{FF2B5EF4-FFF2-40B4-BE49-F238E27FC236}">
                  <a16:creationId xmlns:a16="http://schemas.microsoft.com/office/drawing/2014/main" id="{5F4EB018-9D03-0615-58F6-0472BE3D1DDE}"/>
                </a:ext>
              </a:extLst>
            </p:cNvPr>
            <p:cNvSpPr/>
            <p:nvPr/>
          </p:nvSpPr>
          <p:spPr>
            <a:xfrm>
              <a:off x="4572000" y="211836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562" name="Oval 561">
              <a:extLst>
                <a:ext uri="{FF2B5EF4-FFF2-40B4-BE49-F238E27FC236}">
                  <a16:creationId xmlns:a16="http://schemas.microsoft.com/office/drawing/2014/main" id="{BEB9BD72-EEBF-220C-F836-F29B81362473}"/>
                </a:ext>
              </a:extLst>
            </p:cNvPr>
            <p:cNvSpPr/>
            <p:nvPr/>
          </p:nvSpPr>
          <p:spPr>
            <a:xfrm>
              <a:off x="5562600" y="313944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563" name="Oval 562">
              <a:extLst>
                <a:ext uri="{FF2B5EF4-FFF2-40B4-BE49-F238E27FC236}">
                  <a16:creationId xmlns:a16="http://schemas.microsoft.com/office/drawing/2014/main" id="{F1640EDC-A170-8009-B413-DD3F13938FE2}"/>
                </a:ext>
              </a:extLst>
            </p:cNvPr>
            <p:cNvSpPr/>
            <p:nvPr/>
          </p:nvSpPr>
          <p:spPr>
            <a:xfrm>
              <a:off x="5684520" y="19050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564" name="Oval 563">
              <a:extLst>
                <a:ext uri="{FF2B5EF4-FFF2-40B4-BE49-F238E27FC236}">
                  <a16:creationId xmlns:a16="http://schemas.microsoft.com/office/drawing/2014/main" id="{C6815407-562F-3A9E-D9E2-4B8520BB67B5}"/>
                </a:ext>
              </a:extLst>
            </p:cNvPr>
            <p:cNvSpPr/>
            <p:nvPr/>
          </p:nvSpPr>
          <p:spPr>
            <a:xfrm>
              <a:off x="4693920" y="320040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565" name="Oval 564">
              <a:extLst>
                <a:ext uri="{FF2B5EF4-FFF2-40B4-BE49-F238E27FC236}">
                  <a16:creationId xmlns:a16="http://schemas.microsoft.com/office/drawing/2014/main" id="{3837B1B3-937E-5C0D-C3F5-266EDAC8B154}"/>
                </a:ext>
              </a:extLst>
            </p:cNvPr>
            <p:cNvSpPr/>
            <p:nvPr/>
          </p:nvSpPr>
          <p:spPr>
            <a:xfrm>
              <a:off x="6263640" y="27584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566" name="Oval 565">
              <a:extLst>
                <a:ext uri="{FF2B5EF4-FFF2-40B4-BE49-F238E27FC236}">
                  <a16:creationId xmlns:a16="http://schemas.microsoft.com/office/drawing/2014/main" id="{4F8559DC-1442-0149-D0AA-1AC68634AC0D}"/>
                </a:ext>
              </a:extLst>
            </p:cNvPr>
            <p:cNvSpPr/>
            <p:nvPr/>
          </p:nvSpPr>
          <p:spPr>
            <a:xfrm>
              <a:off x="5273040" y="25298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567" name="Oval 566">
              <a:extLst>
                <a:ext uri="{FF2B5EF4-FFF2-40B4-BE49-F238E27FC236}">
                  <a16:creationId xmlns:a16="http://schemas.microsoft.com/office/drawing/2014/main" id="{6FA2F2C5-C8E3-5E2D-070A-41181E0B09F4}"/>
                </a:ext>
              </a:extLst>
            </p:cNvPr>
            <p:cNvSpPr/>
            <p:nvPr/>
          </p:nvSpPr>
          <p:spPr>
            <a:xfrm>
              <a:off x="4678680" y="268224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568" name="Oval 567">
              <a:extLst>
                <a:ext uri="{FF2B5EF4-FFF2-40B4-BE49-F238E27FC236}">
                  <a16:creationId xmlns:a16="http://schemas.microsoft.com/office/drawing/2014/main" id="{52FC11C9-44E8-F17A-3D7E-E7ADA1FC9193}"/>
                </a:ext>
              </a:extLst>
            </p:cNvPr>
            <p:cNvSpPr/>
            <p:nvPr/>
          </p:nvSpPr>
          <p:spPr>
            <a:xfrm rot="16200000">
              <a:off x="4709160" y="213360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569" name="Oval 568">
              <a:extLst>
                <a:ext uri="{FF2B5EF4-FFF2-40B4-BE49-F238E27FC236}">
                  <a16:creationId xmlns:a16="http://schemas.microsoft.com/office/drawing/2014/main" id="{2D4F6C2C-F28D-D95D-0FC2-5CDB9BB74FF7}"/>
                </a:ext>
              </a:extLst>
            </p:cNvPr>
            <p:cNvSpPr/>
            <p:nvPr/>
          </p:nvSpPr>
          <p:spPr>
            <a:xfrm rot="16200000">
              <a:off x="5120640" y="272796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570" name="Oval 569">
              <a:extLst>
                <a:ext uri="{FF2B5EF4-FFF2-40B4-BE49-F238E27FC236}">
                  <a16:creationId xmlns:a16="http://schemas.microsoft.com/office/drawing/2014/main" id="{B1FAFDE1-515E-8257-C93F-5D3AD5E9D471}"/>
                </a:ext>
              </a:extLst>
            </p:cNvPr>
            <p:cNvSpPr/>
            <p:nvPr/>
          </p:nvSpPr>
          <p:spPr>
            <a:xfrm>
              <a:off x="4328160" y="384048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571" name="Oval 570">
              <a:extLst>
                <a:ext uri="{FF2B5EF4-FFF2-40B4-BE49-F238E27FC236}">
                  <a16:creationId xmlns:a16="http://schemas.microsoft.com/office/drawing/2014/main" id="{6D4AD1DA-C0C6-6259-4071-6B162A46B9D0}"/>
                </a:ext>
              </a:extLst>
            </p:cNvPr>
            <p:cNvSpPr/>
            <p:nvPr/>
          </p:nvSpPr>
          <p:spPr>
            <a:xfrm>
              <a:off x="3581400" y="40386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572" name="Oval 571">
              <a:extLst>
                <a:ext uri="{FF2B5EF4-FFF2-40B4-BE49-F238E27FC236}">
                  <a16:creationId xmlns:a16="http://schemas.microsoft.com/office/drawing/2014/main" id="{763B7D5D-DA2F-78A9-DB91-BDC52FD4A578}"/>
                </a:ext>
              </a:extLst>
            </p:cNvPr>
            <p:cNvSpPr/>
            <p:nvPr/>
          </p:nvSpPr>
          <p:spPr>
            <a:xfrm rot="16200000">
              <a:off x="5730240" y="277368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573" name="Oval 572">
              <a:extLst>
                <a:ext uri="{FF2B5EF4-FFF2-40B4-BE49-F238E27FC236}">
                  <a16:creationId xmlns:a16="http://schemas.microsoft.com/office/drawing/2014/main" id="{96368DCE-0143-8927-6715-D82EA5034498}"/>
                </a:ext>
              </a:extLst>
            </p:cNvPr>
            <p:cNvSpPr/>
            <p:nvPr/>
          </p:nvSpPr>
          <p:spPr>
            <a:xfrm>
              <a:off x="3916680" y="292608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574" name="Oval 573">
              <a:extLst>
                <a:ext uri="{FF2B5EF4-FFF2-40B4-BE49-F238E27FC236}">
                  <a16:creationId xmlns:a16="http://schemas.microsoft.com/office/drawing/2014/main" id="{7B07E974-2739-C3BA-0BF8-A716D565B496}"/>
                </a:ext>
              </a:extLst>
            </p:cNvPr>
            <p:cNvSpPr/>
            <p:nvPr/>
          </p:nvSpPr>
          <p:spPr>
            <a:xfrm>
              <a:off x="3810000" y="233172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575" name="Oval 574">
              <a:extLst>
                <a:ext uri="{FF2B5EF4-FFF2-40B4-BE49-F238E27FC236}">
                  <a16:creationId xmlns:a16="http://schemas.microsoft.com/office/drawing/2014/main" id="{96299954-60A2-F833-D9E0-CB36929F05A4}"/>
                </a:ext>
              </a:extLst>
            </p:cNvPr>
            <p:cNvSpPr/>
            <p:nvPr/>
          </p:nvSpPr>
          <p:spPr>
            <a:xfrm>
              <a:off x="3169920" y="280416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576" name="Oval 575">
              <a:extLst>
                <a:ext uri="{FF2B5EF4-FFF2-40B4-BE49-F238E27FC236}">
                  <a16:creationId xmlns:a16="http://schemas.microsoft.com/office/drawing/2014/main" id="{BAE2FB41-B613-4543-630C-8ABF8ACA1343}"/>
                </a:ext>
              </a:extLst>
            </p:cNvPr>
            <p:cNvSpPr/>
            <p:nvPr/>
          </p:nvSpPr>
          <p:spPr>
            <a:xfrm>
              <a:off x="5212080" y="318516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577" name="Oval 576">
              <a:extLst>
                <a:ext uri="{FF2B5EF4-FFF2-40B4-BE49-F238E27FC236}">
                  <a16:creationId xmlns:a16="http://schemas.microsoft.com/office/drawing/2014/main" id="{48832410-B269-FFB2-FBAC-670A6A9F997D}"/>
                </a:ext>
              </a:extLst>
            </p:cNvPr>
            <p:cNvSpPr/>
            <p:nvPr/>
          </p:nvSpPr>
          <p:spPr>
            <a:xfrm>
              <a:off x="4739640" y="172212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578" name="Oval 577">
              <a:extLst>
                <a:ext uri="{FF2B5EF4-FFF2-40B4-BE49-F238E27FC236}">
                  <a16:creationId xmlns:a16="http://schemas.microsoft.com/office/drawing/2014/main" id="{D1347B9E-8C7E-32C7-4DE2-E69EA4A8F122}"/>
                </a:ext>
              </a:extLst>
            </p:cNvPr>
            <p:cNvSpPr/>
            <p:nvPr/>
          </p:nvSpPr>
          <p:spPr>
            <a:xfrm>
              <a:off x="3337560" y="231648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579" name="Oval 578">
              <a:extLst>
                <a:ext uri="{FF2B5EF4-FFF2-40B4-BE49-F238E27FC236}">
                  <a16:creationId xmlns:a16="http://schemas.microsoft.com/office/drawing/2014/main" id="{2F34DEC6-CB9B-D976-F478-5AABE5DAAF07}"/>
                </a:ext>
              </a:extLst>
            </p:cNvPr>
            <p:cNvSpPr/>
            <p:nvPr/>
          </p:nvSpPr>
          <p:spPr>
            <a:xfrm>
              <a:off x="6202680" y="2301239"/>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580" name="Oval 579">
              <a:extLst>
                <a:ext uri="{FF2B5EF4-FFF2-40B4-BE49-F238E27FC236}">
                  <a16:creationId xmlns:a16="http://schemas.microsoft.com/office/drawing/2014/main" id="{1582B165-E45C-1549-78CA-510A94D93C08}"/>
                </a:ext>
              </a:extLst>
            </p:cNvPr>
            <p:cNvSpPr/>
            <p:nvPr/>
          </p:nvSpPr>
          <p:spPr>
            <a:xfrm rot="16200000">
              <a:off x="5288280" y="1904999"/>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581" name="Oval 580">
              <a:extLst>
                <a:ext uri="{FF2B5EF4-FFF2-40B4-BE49-F238E27FC236}">
                  <a16:creationId xmlns:a16="http://schemas.microsoft.com/office/drawing/2014/main" id="{3EE662D4-5A6A-C9E0-1C47-4C947E50FE94}"/>
                </a:ext>
              </a:extLst>
            </p:cNvPr>
            <p:cNvSpPr/>
            <p:nvPr/>
          </p:nvSpPr>
          <p:spPr>
            <a:xfrm>
              <a:off x="3977640" y="297180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582" name="Oval 581">
              <a:extLst>
                <a:ext uri="{FF2B5EF4-FFF2-40B4-BE49-F238E27FC236}">
                  <a16:creationId xmlns:a16="http://schemas.microsoft.com/office/drawing/2014/main" id="{5F6677DC-E7C5-E8BD-4956-220DB3DB3300}"/>
                </a:ext>
              </a:extLst>
            </p:cNvPr>
            <p:cNvSpPr/>
            <p:nvPr/>
          </p:nvSpPr>
          <p:spPr>
            <a:xfrm rot="16200000">
              <a:off x="3992880" y="190500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583" name="Oval 582">
              <a:extLst>
                <a:ext uri="{FF2B5EF4-FFF2-40B4-BE49-F238E27FC236}">
                  <a16:creationId xmlns:a16="http://schemas.microsoft.com/office/drawing/2014/main" id="{E75BF065-7C2F-A8E8-D87A-A34DE47AA6A5}"/>
                </a:ext>
              </a:extLst>
            </p:cNvPr>
            <p:cNvSpPr/>
            <p:nvPr/>
          </p:nvSpPr>
          <p:spPr>
            <a:xfrm>
              <a:off x="6111240" y="326136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584" name="Oval 583">
              <a:extLst>
                <a:ext uri="{FF2B5EF4-FFF2-40B4-BE49-F238E27FC236}">
                  <a16:creationId xmlns:a16="http://schemas.microsoft.com/office/drawing/2014/main" id="{DFA67264-790F-601C-FCCB-CDAE313C65D5}"/>
                </a:ext>
              </a:extLst>
            </p:cNvPr>
            <p:cNvSpPr/>
            <p:nvPr/>
          </p:nvSpPr>
          <p:spPr>
            <a:xfrm>
              <a:off x="5166360" y="161544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grpSp>
      <p:grpSp>
        <p:nvGrpSpPr>
          <p:cNvPr id="585" name="Group 584">
            <a:extLst>
              <a:ext uri="{FF2B5EF4-FFF2-40B4-BE49-F238E27FC236}">
                <a16:creationId xmlns:a16="http://schemas.microsoft.com/office/drawing/2014/main" id="{E1C726A1-71BE-F35A-10FB-14D518C1A549}"/>
              </a:ext>
            </a:extLst>
          </p:cNvPr>
          <p:cNvGrpSpPr/>
          <p:nvPr/>
        </p:nvGrpSpPr>
        <p:grpSpPr>
          <a:xfrm rot="21329327">
            <a:off x="5730240" y="3566147"/>
            <a:ext cx="1386840" cy="1310640"/>
            <a:chOff x="2926080" y="1447800"/>
            <a:chExt cx="4160520" cy="3931920"/>
          </a:xfrm>
        </p:grpSpPr>
        <p:sp>
          <p:nvSpPr>
            <p:cNvPr id="586" name="Oval 585">
              <a:extLst>
                <a:ext uri="{FF2B5EF4-FFF2-40B4-BE49-F238E27FC236}">
                  <a16:creationId xmlns:a16="http://schemas.microsoft.com/office/drawing/2014/main" id="{90675B9F-23D3-9BCF-54AD-F9CAF78D5BFD}"/>
                </a:ext>
              </a:extLst>
            </p:cNvPr>
            <p:cNvSpPr/>
            <p:nvPr/>
          </p:nvSpPr>
          <p:spPr>
            <a:xfrm>
              <a:off x="4160520" y="242316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587" name="Oval 586">
              <a:extLst>
                <a:ext uri="{FF2B5EF4-FFF2-40B4-BE49-F238E27FC236}">
                  <a16:creationId xmlns:a16="http://schemas.microsoft.com/office/drawing/2014/main" id="{02CEF893-4905-D8CA-9745-B6CBB64A2432}"/>
                </a:ext>
              </a:extLst>
            </p:cNvPr>
            <p:cNvSpPr/>
            <p:nvPr/>
          </p:nvSpPr>
          <p:spPr>
            <a:xfrm>
              <a:off x="5852160" y="371856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588" name="Oval 587">
              <a:extLst>
                <a:ext uri="{FF2B5EF4-FFF2-40B4-BE49-F238E27FC236}">
                  <a16:creationId xmlns:a16="http://schemas.microsoft.com/office/drawing/2014/main" id="{0AC2558D-5D7D-9180-4915-F582540E56F3}"/>
                </a:ext>
              </a:extLst>
            </p:cNvPr>
            <p:cNvSpPr/>
            <p:nvPr/>
          </p:nvSpPr>
          <p:spPr>
            <a:xfrm>
              <a:off x="4465320" y="455676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589" name="Oval 588">
              <a:extLst>
                <a:ext uri="{FF2B5EF4-FFF2-40B4-BE49-F238E27FC236}">
                  <a16:creationId xmlns:a16="http://schemas.microsoft.com/office/drawing/2014/main" id="{D04CEBEA-C5DF-59D0-E982-E6612BAFC728}"/>
                </a:ext>
              </a:extLst>
            </p:cNvPr>
            <p:cNvSpPr/>
            <p:nvPr/>
          </p:nvSpPr>
          <p:spPr>
            <a:xfrm>
              <a:off x="3749040" y="429768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590" name="Oval 589">
              <a:extLst>
                <a:ext uri="{FF2B5EF4-FFF2-40B4-BE49-F238E27FC236}">
                  <a16:creationId xmlns:a16="http://schemas.microsoft.com/office/drawing/2014/main" id="{B3388CB5-6027-FFD6-5F5A-74E8C24A1789}"/>
                </a:ext>
              </a:extLst>
            </p:cNvPr>
            <p:cNvSpPr/>
            <p:nvPr/>
          </p:nvSpPr>
          <p:spPr>
            <a:xfrm>
              <a:off x="4282440" y="14478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591" name="Oval 590">
              <a:extLst>
                <a:ext uri="{FF2B5EF4-FFF2-40B4-BE49-F238E27FC236}">
                  <a16:creationId xmlns:a16="http://schemas.microsoft.com/office/drawing/2014/main" id="{7C573FE4-2191-1366-7F89-ABB8492F984E}"/>
                </a:ext>
              </a:extLst>
            </p:cNvPr>
            <p:cNvSpPr/>
            <p:nvPr/>
          </p:nvSpPr>
          <p:spPr>
            <a:xfrm>
              <a:off x="2926080" y="301752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592" name="Oval 591">
              <a:extLst>
                <a:ext uri="{FF2B5EF4-FFF2-40B4-BE49-F238E27FC236}">
                  <a16:creationId xmlns:a16="http://schemas.microsoft.com/office/drawing/2014/main" id="{BE6DD819-DB2B-B250-02CC-363EFC226327}"/>
                </a:ext>
              </a:extLst>
            </p:cNvPr>
            <p:cNvSpPr/>
            <p:nvPr/>
          </p:nvSpPr>
          <p:spPr>
            <a:xfrm>
              <a:off x="5852160" y="25146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593" name="Oval 592">
              <a:extLst>
                <a:ext uri="{FF2B5EF4-FFF2-40B4-BE49-F238E27FC236}">
                  <a16:creationId xmlns:a16="http://schemas.microsoft.com/office/drawing/2014/main" id="{01564B83-6B90-39B1-2B21-8BCBC28B12FE}"/>
                </a:ext>
              </a:extLst>
            </p:cNvPr>
            <p:cNvSpPr/>
            <p:nvPr/>
          </p:nvSpPr>
          <p:spPr>
            <a:xfrm>
              <a:off x="4038600" y="321564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594" name="Oval 593">
              <a:extLst>
                <a:ext uri="{FF2B5EF4-FFF2-40B4-BE49-F238E27FC236}">
                  <a16:creationId xmlns:a16="http://schemas.microsoft.com/office/drawing/2014/main" id="{51DC812B-544A-F753-A98E-B1E926414565}"/>
                </a:ext>
              </a:extLst>
            </p:cNvPr>
            <p:cNvSpPr/>
            <p:nvPr/>
          </p:nvSpPr>
          <p:spPr>
            <a:xfrm>
              <a:off x="3870960" y="316992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595" name="Oval 594">
              <a:extLst>
                <a:ext uri="{FF2B5EF4-FFF2-40B4-BE49-F238E27FC236}">
                  <a16:creationId xmlns:a16="http://schemas.microsoft.com/office/drawing/2014/main" id="{C9C63835-8F78-14E4-4F5D-EE42140FBFA2}"/>
                </a:ext>
              </a:extLst>
            </p:cNvPr>
            <p:cNvSpPr/>
            <p:nvPr/>
          </p:nvSpPr>
          <p:spPr>
            <a:xfrm>
              <a:off x="4137660" y="37338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596" name="Oval 595">
              <a:extLst>
                <a:ext uri="{FF2B5EF4-FFF2-40B4-BE49-F238E27FC236}">
                  <a16:creationId xmlns:a16="http://schemas.microsoft.com/office/drawing/2014/main" id="{5F6534D1-D782-654E-3C76-02E08B670809}"/>
                </a:ext>
              </a:extLst>
            </p:cNvPr>
            <p:cNvSpPr/>
            <p:nvPr/>
          </p:nvSpPr>
          <p:spPr>
            <a:xfrm>
              <a:off x="5227320" y="36576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597" name="Oval 596">
              <a:extLst>
                <a:ext uri="{FF2B5EF4-FFF2-40B4-BE49-F238E27FC236}">
                  <a16:creationId xmlns:a16="http://schemas.microsoft.com/office/drawing/2014/main" id="{334507FB-3C9E-0D4E-6935-D49464705C69}"/>
                </a:ext>
              </a:extLst>
            </p:cNvPr>
            <p:cNvSpPr/>
            <p:nvPr/>
          </p:nvSpPr>
          <p:spPr>
            <a:xfrm>
              <a:off x="4693920" y="390144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598" name="Oval 597">
              <a:extLst>
                <a:ext uri="{FF2B5EF4-FFF2-40B4-BE49-F238E27FC236}">
                  <a16:creationId xmlns:a16="http://schemas.microsoft.com/office/drawing/2014/main" id="{059D63DC-3E26-EEE9-1D81-BC8472FA54C3}"/>
                </a:ext>
              </a:extLst>
            </p:cNvPr>
            <p:cNvSpPr/>
            <p:nvPr/>
          </p:nvSpPr>
          <p:spPr>
            <a:xfrm>
              <a:off x="5257800" y="41300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599" name="Oval 598">
              <a:extLst>
                <a:ext uri="{FF2B5EF4-FFF2-40B4-BE49-F238E27FC236}">
                  <a16:creationId xmlns:a16="http://schemas.microsoft.com/office/drawing/2014/main" id="{4C22360D-999B-3848-3FEA-06B686795FB9}"/>
                </a:ext>
              </a:extLst>
            </p:cNvPr>
            <p:cNvSpPr/>
            <p:nvPr/>
          </p:nvSpPr>
          <p:spPr>
            <a:xfrm rot="16200000">
              <a:off x="3413760" y="38252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600" name="Oval 599">
              <a:extLst>
                <a:ext uri="{FF2B5EF4-FFF2-40B4-BE49-F238E27FC236}">
                  <a16:creationId xmlns:a16="http://schemas.microsoft.com/office/drawing/2014/main" id="{D8670F23-317D-8522-6147-C5D8D4C44EF2}"/>
                </a:ext>
              </a:extLst>
            </p:cNvPr>
            <p:cNvSpPr/>
            <p:nvPr/>
          </p:nvSpPr>
          <p:spPr>
            <a:xfrm rot="16200000">
              <a:off x="2926080" y="234696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601" name="Oval 600">
              <a:extLst>
                <a:ext uri="{FF2B5EF4-FFF2-40B4-BE49-F238E27FC236}">
                  <a16:creationId xmlns:a16="http://schemas.microsoft.com/office/drawing/2014/main" id="{BBE485FA-1A97-5E51-D68F-3C694E9B205E}"/>
                </a:ext>
              </a:extLst>
            </p:cNvPr>
            <p:cNvSpPr/>
            <p:nvPr/>
          </p:nvSpPr>
          <p:spPr>
            <a:xfrm rot="16200000">
              <a:off x="4191000" y="32918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602" name="Oval 601">
              <a:extLst>
                <a:ext uri="{FF2B5EF4-FFF2-40B4-BE49-F238E27FC236}">
                  <a16:creationId xmlns:a16="http://schemas.microsoft.com/office/drawing/2014/main" id="{FD8689D7-C7B0-A3EA-E243-A00CF79B0AF7}"/>
                </a:ext>
              </a:extLst>
            </p:cNvPr>
            <p:cNvSpPr/>
            <p:nvPr/>
          </p:nvSpPr>
          <p:spPr>
            <a:xfrm rot="16200000">
              <a:off x="3749040" y="172212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603" name="Oval 602">
              <a:extLst>
                <a:ext uri="{FF2B5EF4-FFF2-40B4-BE49-F238E27FC236}">
                  <a16:creationId xmlns:a16="http://schemas.microsoft.com/office/drawing/2014/main" id="{ACE20737-6FDD-BFE0-FF5A-D639B90C6A8B}"/>
                </a:ext>
              </a:extLst>
            </p:cNvPr>
            <p:cNvSpPr/>
            <p:nvPr/>
          </p:nvSpPr>
          <p:spPr>
            <a:xfrm rot="16200000">
              <a:off x="3520440" y="271272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604" name="Oval 603">
              <a:extLst>
                <a:ext uri="{FF2B5EF4-FFF2-40B4-BE49-F238E27FC236}">
                  <a16:creationId xmlns:a16="http://schemas.microsoft.com/office/drawing/2014/main" id="{E66C383B-6ACB-713F-E986-4E306BB19A52}"/>
                </a:ext>
              </a:extLst>
            </p:cNvPr>
            <p:cNvSpPr/>
            <p:nvPr/>
          </p:nvSpPr>
          <p:spPr>
            <a:xfrm rot="16200000">
              <a:off x="3322320" y="34442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605" name="Oval 604">
              <a:extLst>
                <a:ext uri="{FF2B5EF4-FFF2-40B4-BE49-F238E27FC236}">
                  <a16:creationId xmlns:a16="http://schemas.microsoft.com/office/drawing/2014/main" id="{0B9E3F78-6519-2F52-503B-D0CC7D86D0C3}"/>
                </a:ext>
              </a:extLst>
            </p:cNvPr>
            <p:cNvSpPr/>
            <p:nvPr/>
          </p:nvSpPr>
          <p:spPr>
            <a:xfrm>
              <a:off x="4572000" y="211836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606" name="Oval 605">
              <a:extLst>
                <a:ext uri="{FF2B5EF4-FFF2-40B4-BE49-F238E27FC236}">
                  <a16:creationId xmlns:a16="http://schemas.microsoft.com/office/drawing/2014/main" id="{6EE8359B-0D8A-0DFD-F0D1-4F623F350F2A}"/>
                </a:ext>
              </a:extLst>
            </p:cNvPr>
            <p:cNvSpPr/>
            <p:nvPr/>
          </p:nvSpPr>
          <p:spPr>
            <a:xfrm>
              <a:off x="5562600" y="313944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607" name="Oval 606">
              <a:extLst>
                <a:ext uri="{FF2B5EF4-FFF2-40B4-BE49-F238E27FC236}">
                  <a16:creationId xmlns:a16="http://schemas.microsoft.com/office/drawing/2014/main" id="{01FE8F14-8CDF-E839-F9BA-69DBF1E99CD3}"/>
                </a:ext>
              </a:extLst>
            </p:cNvPr>
            <p:cNvSpPr/>
            <p:nvPr/>
          </p:nvSpPr>
          <p:spPr>
            <a:xfrm>
              <a:off x="5684520" y="19050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608" name="Oval 607">
              <a:extLst>
                <a:ext uri="{FF2B5EF4-FFF2-40B4-BE49-F238E27FC236}">
                  <a16:creationId xmlns:a16="http://schemas.microsoft.com/office/drawing/2014/main" id="{C580E601-AD14-E262-C606-A430961D9B96}"/>
                </a:ext>
              </a:extLst>
            </p:cNvPr>
            <p:cNvSpPr/>
            <p:nvPr/>
          </p:nvSpPr>
          <p:spPr>
            <a:xfrm>
              <a:off x="4693920" y="320040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609" name="Oval 608">
              <a:extLst>
                <a:ext uri="{FF2B5EF4-FFF2-40B4-BE49-F238E27FC236}">
                  <a16:creationId xmlns:a16="http://schemas.microsoft.com/office/drawing/2014/main" id="{D7E4E115-4944-A478-BB24-BDE6797BEAB9}"/>
                </a:ext>
              </a:extLst>
            </p:cNvPr>
            <p:cNvSpPr/>
            <p:nvPr/>
          </p:nvSpPr>
          <p:spPr>
            <a:xfrm>
              <a:off x="6263640" y="27584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610" name="Oval 609">
              <a:extLst>
                <a:ext uri="{FF2B5EF4-FFF2-40B4-BE49-F238E27FC236}">
                  <a16:creationId xmlns:a16="http://schemas.microsoft.com/office/drawing/2014/main" id="{2B8B6F91-C09F-2763-05EC-BBA2FA8F8B50}"/>
                </a:ext>
              </a:extLst>
            </p:cNvPr>
            <p:cNvSpPr/>
            <p:nvPr/>
          </p:nvSpPr>
          <p:spPr>
            <a:xfrm>
              <a:off x="5273040" y="25298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611" name="Oval 610">
              <a:extLst>
                <a:ext uri="{FF2B5EF4-FFF2-40B4-BE49-F238E27FC236}">
                  <a16:creationId xmlns:a16="http://schemas.microsoft.com/office/drawing/2014/main" id="{AC160060-EB18-FE98-C3A0-B51AECEF2073}"/>
                </a:ext>
              </a:extLst>
            </p:cNvPr>
            <p:cNvSpPr/>
            <p:nvPr/>
          </p:nvSpPr>
          <p:spPr>
            <a:xfrm>
              <a:off x="4678680" y="268224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612" name="Oval 611">
              <a:extLst>
                <a:ext uri="{FF2B5EF4-FFF2-40B4-BE49-F238E27FC236}">
                  <a16:creationId xmlns:a16="http://schemas.microsoft.com/office/drawing/2014/main" id="{9E85EE08-E69E-118D-1550-66A0BC9E70E0}"/>
                </a:ext>
              </a:extLst>
            </p:cNvPr>
            <p:cNvSpPr/>
            <p:nvPr/>
          </p:nvSpPr>
          <p:spPr>
            <a:xfrm rot="16200000">
              <a:off x="4709160" y="213360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613" name="Oval 612">
              <a:extLst>
                <a:ext uri="{FF2B5EF4-FFF2-40B4-BE49-F238E27FC236}">
                  <a16:creationId xmlns:a16="http://schemas.microsoft.com/office/drawing/2014/main" id="{54F140D7-5F82-E515-A3A1-E9D79C15946A}"/>
                </a:ext>
              </a:extLst>
            </p:cNvPr>
            <p:cNvSpPr/>
            <p:nvPr/>
          </p:nvSpPr>
          <p:spPr>
            <a:xfrm rot="16200000">
              <a:off x="5120640" y="272796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614" name="Oval 613">
              <a:extLst>
                <a:ext uri="{FF2B5EF4-FFF2-40B4-BE49-F238E27FC236}">
                  <a16:creationId xmlns:a16="http://schemas.microsoft.com/office/drawing/2014/main" id="{2CE0EF55-29CE-9656-F37D-EFD1AAEBA278}"/>
                </a:ext>
              </a:extLst>
            </p:cNvPr>
            <p:cNvSpPr/>
            <p:nvPr/>
          </p:nvSpPr>
          <p:spPr>
            <a:xfrm>
              <a:off x="4328160" y="384048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615" name="Oval 614">
              <a:extLst>
                <a:ext uri="{FF2B5EF4-FFF2-40B4-BE49-F238E27FC236}">
                  <a16:creationId xmlns:a16="http://schemas.microsoft.com/office/drawing/2014/main" id="{DDC5AC3A-24B6-90AE-9901-24CB28AF9532}"/>
                </a:ext>
              </a:extLst>
            </p:cNvPr>
            <p:cNvSpPr/>
            <p:nvPr/>
          </p:nvSpPr>
          <p:spPr>
            <a:xfrm>
              <a:off x="3581400" y="40386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616" name="Oval 615">
              <a:extLst>
                <a:ext uri="{FF2B5EF4-FFF2-40B4-BE49-F238E27FC236}">
                  <a16:creationId xmlns:a16="http://schemas.microsoft.com/office/drawing/2014/main" id="{F58C2198-7A8F-BEFF-EFB6-C2F31BB5C1AE}"/>
                </a:ext>
              </a:extLst>
            </p:cNvPr>
            <p:cNvSpPr/>
            <p:nvPr/>
          </p:nvSpPr>
          <p:spPr>
            <a:xfrm rot="16200000">
              <a:off x="5730240" y="277368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617" name="Oval 616">
              <a:extLst>
                <a:ext uri="{FF2B5EF4-FFF2-40B4-BE49-F238E27FC236}">
                  <a16:creationId xmlns:a16="http://schemas.microsoft.com/office/drawing/2014/main" id="{AE95887E-2793-1CCF-8ED7-479728B02FF2}"/>
                </a:ext>
              </a:extLst>
            </p:cNvPr>
            <p:cNvSpPr/>
            <p:nvPr/>
          </p:nvSpPr>
          <p:spPr>
            <a:xfrm>
              <a:off x="3916680" y="292608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618" name="Oval 617">
              <a:extLst>
                <a:ext uri="{FF2B5EF4-FFF2-40B4-BE49-F238E27FC236}">
                  <a16:creationId xmlns:a16="http://schemas.microsoft.com/office/drawing/2014/main" id="{D742E0CA-226F-5638-61FF-08ABFB7D7D5E}"/>
                </a:ext>
              </a:extLst>
            </p:cNvPr>
            <p:cNvSpPr/>
            <p:nvPr/>
          </p:nvSpPr>
          <p:spPr>
            <a:xfrm>
              <a:off x="3810000" y="233172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619" name="Oval 618">
              <a:extLst>
                <a:ext uri="{FF2B5EF4-FFF2-40B4-BE49-F238E27FC236}">
                  <a16:creationId xmlns:a16="http://schemas.microsoft.com/office/drawing/2014/main" id="{AD064312-77F2-7F1B-6722-82083B4F91E2}"/>
                </a:ext>
              </a:extLst>
            </p:cNvPr>
            <p:cNvSpPr/>
            <p:nvPr/>
          </p:nvSpPr>
          <p:spPr>
            <a:xfrm>
              <a:off x="3169920" y="280416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620" name="Oval 619">
              <a:extLst>
                <a:ext uri="{FF2B5EF4-FFF2-40B4-BE49-F238E27FC236}">
                  <a16:creationId xmlns:a16="http://schemas.microsoft.com/office/drawing/2014/main" id="{8BD2A2BD-47A6-4641-D25D-0E283843C7BB}"/>
                </a:ext>
              </a:extLst>
            </p:cNvPr>
            <p:cNvSpPr/>
            <p:nvPr/>
          </p:nvSpPr>
          <p:spPr>
            <a:xfrm>
              <a:off x="5212080" y="318516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621" name="Oval 620">
              <a:extLst>
                <a:ext uri="{FF2B5EF4-FFF2-40B4-BE49-F238E27FC236}">
                  <a16:creationId xmlns:a16="http://schemas.microsoft.com/office/drawing/2014/main" id="{CC6CBA11-CBD2-0F66-FA4B-7444FE67FBF3}"/>
                </a:ext>
              </a:extLst>
            </p:cNvPr>
            <p:cNvSpPr/>
            <p:nvPr/>
          </p:nvSpPr>
          <p:spPr>
            <a:xfrm>
              <a:off x="4739640" y="172212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622" name="Oval 621">
              <a:extLst>
                <a:ext uri="{FF2B5EF4-FFF2-40B4-BE49-F238E27FC236}">
                  <a16:creationId xmlns:a16="http://schemas.microsoft.com/office/drawing/2014/main" id="{BD99DB1E-3D66-9211-1691-8DFA2748B935}"/>
                </a:ext>
              </a:extLst>
            </p:cNvPr>
            <p:cNvSpPr/>
            <p:nvPr/>
          </p:nvSpPr>
          <p:spPr>
            <a:xfrm>
              <a:off x="3337560" y="231648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623" name="Oval 622">
              <a:extLst>
                <a:ext uri="{FF2B5EF4-FFF2-40B4-BE49-F238E27FC236}">
                  <a16:creationId xmlns:a16="http://schemas.microsoft.com/office/drawing/2014/main" id="{1A7DF244-2BF7-9734-04D3-AF7161FF504A}"/>
                </a:ext>
              </a:extLst>
            </p:cNvPr>
            <p:cNvSpPr/>
            <p:nvPr/>
          </p:nvSpPr>
          <p:spPr>
            <a:xfrm>
              <a:off x="6202680" y="2301239"/>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624" name="Oval 623">
              <a:extLst>
                <a:ext uri="{FF2B5EF4-FFF2-40B4-BE49-F238E27FC236}">
                  <a16:creationId xmlns:a16="http://schemas.microsoft.com/office/drawing/2014/main" id="{2EA03789-2FD7-EF0A-C96E-70FFEADD5F28}"/>
                </a:ext>
              </a:extLst>
            </p:cNvPr>
            <p:cNvSpPr/>
            <p:nvPr/>
          </p:nvSpPr>
          <p:spPr>
            <a:xfrm rot="16200000">
              <a:off x="5288280" y="1904999"/>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625" name="Oval 624">
              <a:extLst>
                <a:ext uri="{FF2B5EF4-FFF2-40B4-BE49-F238E27FC236}">
                  <a16:creationId xmlns:a16="http://schemas.microsoft.com/office/drawing/2014/main" id="{C07C7D00-B96B-0E03-C3F7-FA8A2693E0FF}"/>
                </a:ext>
              </a:extLst>
            </p:cNvPr>
            <p:cNvSpPr/>
            <p:nvPr/>
          </p:nvSpPr>
          <p:spPr>
            <a:xfrm>
              <a:off x="3977640" y="297180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626" name="Oval 625">
              <a:extLst>
                <a:ext uri="{FF2B5EF4-FFF2-40B4-BE49-F238E27FC236}">
                  <a16:creationId xmlns:a16="http://schemas.microsoft.com/office/drawing/2014/main" id="{F3B55033-5299-04D5-6BEB-4CBE36AC720A}"/>
                </a:ext>
              </a:extLst>
            </p:cNvPr>
            <p:cNvSpPr/>
            <p:nvPr/>
          </p:nvSpPr>
          <p:spPr>
            <a:xfrm rot="16200000">
              <a:off x="3992880" y="190500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627" name="Oval 626">
              <a:extLst>
                <a:ext uri="{FF2B5EF4-FFF2-40B4-BE49-F238E27FC236}">
                  <a16:creationId xmlns:a16="http://schemas.microsoft.com/office/drawing/2014/main" id="{1E28E1D3-548C-B779-7C0C-61F5649F0869}"/>
                </a:ext>
              </a:extLst>
            </p:cNvPr>
            <p:cNvSpPr/>
            <p:nvPr/>
          </p:nvSpPr>
          <p:spPr>
            <a:xfrm>
              <a:off x="6111240" y="326136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628" name="Oval 627">
              <a:extLst>
                <a:ext uri="{FF2B5EF4-FFF2-40B4-BE49-F238E27FC236}">
                  <a16:creationId xmlns:a16="http://schemas.microsoft.com/office/drawing/2014/main" id="{F3CACAAE-494D-EFFC-5FCA-196A4D01FB18}"/>
                </a:ext>
              </a:extLst>
            </p:cNvPr>
            <p:cNvSpPr/>
            <p:nvPr/>
          </p:nvSpPr>
          <p:spPr>
            <a:xfrm>
              <a:off x="5166360" y="161544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grpSp>
      <p:grpSp>
        <p:nvGrpSpPr>
          <p:cNvPr id="629" name="Group 628">
            <a:extLst>
              <a:ext uri="{FF2B5EF4-FFF2-40B4-BE49-F238E27FC236}">
                <a16:creationId xmlns:a16="http://schemas.microsoft.com/office/drawing/2014/main" id="{C6DC7DA0-74D1-356E-F403-E6CD1B3327C4}"/>
              </a:ext>
            </a:extLst>
          </p:cNvPr>
          <p:cNvGrpSpPr/>
          <p:nvPr/>
        </p:nvGrpSpPr>
        <p:grpSpPr>
          <a:xfrm rot="3704710">
            <a:off x="3063239" y="4251945"/>
            <a:ext cx="1386840" cy="1310640"/>
            <a:chOff x="2926080" y="1447800"/>
            <a:chExt cx="4160520" cy="3931920"/>
          </a:xfrm>
        </p:grpSpPr>
        <p:sp>
          <p:nvSpPr>
            <p:cNvPr id="630" name="Oval 629">
              <a:extLst>
                <a:ext uri="{FF2B5EF4-FFF2-40B4-BE49-F238E27FC236}">
                  <a16:creationId xmlns:a16="http://schemas.microsoft.com/office/drawing/2014/main" id="{558A848F-8BB4-A59A-915B-DAB83E7D92CC}"/>
                </a:ext>
              </a:extLst>
            </p:cNvPr>
            <p:cNvSpPr/>
            <p:nvPr/>
          </p:nvSpPr>
          <p:spPr>
            <a:xfrm>
              <a:off x="4160520" y="242316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631" name="Oval 630">
              <a:extLst>
                <a:ext uri="{FF2B5EF4-FFF2-40B4-BE49-F238E27FC236}">
                  <a16:creationId xmlns:a16="http://schemas.microsoft.com/office/drawing/2014/main" id="{642EDF5E-8A76-1C91-57EB-8CD162DB8295}"/>
                </a:ext>
              </a:extLst>
            </p:cNvPr>
            <p:cNvSpPr/>
            <p:nvPr/>
          </p:nvSpPr>
          <p:spPr>
            <a:xfrm>
              <a:off x="5852160" y="371856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632" name="Oval 631">
              <a:extLst>
                <a:ext uri="{FF2B5EF4-FFF2-40B4-BE49-F238E27FC236}">
                  <a16:creationId xmlns:a16="http://schemas.microsoft.com/office/drawing/2014/main" id="{0289E624-C2DD-886A-8870-A43CF7DC08E5}"/>
                </a:ext>
              </a:extLst>
            </p:cNvPr>
            <p:cNvSpPr/>
            <p:nvPr/>
          </p:nvSpPr>
          <p:spPr>
            <a:xfrm>
              <a:off x="4465320" y="455676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633" name="Oval 632">
              <a:extLst>
                <a:ext uri="{FF2B5EF4-FFF2-40B4-BE49-F238E27FC236}">
                  <a16:creationId xmlns:a16="http://schemas.microsoft.com/office/drawing/2014/main" id="{C32D86FA-762C-FF53-3289-F9D7CBDCD54C}"/>
                </a:ext>
              </a:extLst>
            </p:cNvPr>
            <p:cNvSpPr/>
            <p:nvPr/>
          </p:nvSpPr>
          <p:spPr>
            <a:xfrm>
              <a:off x="3749040" y="429768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634" name="Oval 633">
              <a:extLst>
                <a:ext uri="{FF2B5EF4-FFF2-40B4-BE49-F238E27FC236}">
                  <a16:creationId xmlns:a16="http://schemas.microsoft.com/office/drawing/2014/main" id="{A910E03C-E9C7-AB51-F4F8-EB931A804487}"/>
                </a:ext>
              </a:extLst>
            </p:cNvPr>
            <p:cNvSpPr/>
            <p:nvPr/>
          </p:nvSpPr>
          <p:spPr>
            <a:xfrm>
              <a:off x="4282440" y="14478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635" name="Oval 634">
              <a:extLst>
                <a:ext uri="{FF2B5EF4-FFF2-40B4-BE49-F238E27FC236}">
                  <a16:creationId xmlns:a16="http://schemas.microsoft.com/office/drawing/2014/main" id="{613C5D4F-5A9D-4F35-EC46-63F20BE0AF9E}"/>
                </a:ext>
              </a:extLst>
            </p:cNvPr>
            <p:cNvSpPr/>
            <p:nvPr/>
          </p:nvSpPr>
          <p:spPr>
            <a:xfrm>
              <a:off x="2926080" y="301752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636" name="Oval 635">
              <a:extLst>
                <a:ext uri="{FF2B5EF4-FFF2-40B4-BE49-F238E27FC236}">
                  <a16:creationId xmlns:a16="http://schemas.microsoft.com/office/drawing/2014/main" id="{991D203A-1CC6-9D4E-24A4-F7297C1852D1}"/>
                </a:ext>
              </a:extLst>
            </p:cNvPr>
            <p:cNvSpPr/>
            <p:nvPr/>
          </p:nvSpPr>
          <p:spPr>
            <a:xfrm>
              <a:off x="5852160" y="25146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637" name="Oval 636">
              <a:extLst>
                <a:ext uri="{FF2B5EF4-FFF2-40B4-BE49-F238E27FC236}">
                  <a16:creationId xmlns:a16="http://schemas.microsoft.com/office/drawing/2014/main" id="{C8EB3CA3-E17A-0E8E-5AF8-AFEA6D354080}"/>
                </a:ext>
              </a:extLst>
            </p:cNvPr>
            <p:cNvSpPr/>
            <p:nvPr/>
          </p:nvSpPr>
          <p:spPr>
            <a:xfrm>
              <a:off x="4038600" y="321564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638" name="Oval 637">
              <a:extLst>
                <a:ext uri="{FF2B5EF4-FFF2-40B4-BE49-F238E27FC236}">
                  <a16:creationId xmlns:a16="http://schemas.microsoft.com/office/drawing/2014/main" id="{9DD5190C-3B2A-74A2-CEB8-051444F4DB27}"/>
                </a:ext>
              </a:extLst>
            </p:cNvPr>
            <p:cNvSpPr/>
            <p:nvPr/>
          </p:nvSpPr>
          <p:spPr>
            <a:xfrm>
              <a:off x="3870960" y="316992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639" name="Oval 638">
              <a:extLst>
                <a:ext uri="{FF2B5EF4-FFF2-40B4-BE49-F238E27FC236}">
                  <a16:creationId xmlns:a16="http://schemas.microsoft.com/office/drawing/2014/main" id="{56E0951A-A57A-30BC-C89F-B6B4BC96F99F}"/>
                </a:ext>
              </a:extLst>
            </p:cNvPr>
            <p:cNvSpPr/>
            <p:nvPr/>
          </p:nvSpPr>
          <p:spPr>
            <a:xfrm>
              <a:off x="4137660" y="37338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640" name="Oval 639">
              <a:extLst>
                <a:ext uri="{FF2B5EF4-FFF2-40B4-BE49-F238E27FC236}">
                  <a16:creationId xmlns:a16="http://schemas.microsoft.com/office/drawing/2014/main" id="{21CA451B-0B20-E78A-8284-476C6D9BFB66}"/>
                </a:ext>
              </a:extLst>
            </p:cNvPr>
            <p:cNvSpPr/>
            <p:nvPr/>
          </p:nvSpPr>
          <p:spPr>
            <a:xfrm>
              <a:off x="5227320" y="36576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641" name="Oval 640">
              <a:extLst>
                <a:ext uri="{FF2B5EF4-FFF2-40B4-BE49-F238E27FC236}">
                  <a16:creationId xmlns:a16="http://schemas.microsoft.com/office/drawing/2014/main" id="{FB6AC173-286A-AECC-288D-97678FDCF6AB}"/>
                </a:ext>
              </a:extLst>
            </p:cNvPr>
            <p:cNvSpPr/>
            <p:nvPr/>
          </p:nvSpPr>
          <p:spPr>
            <a:xfrm>
              <a:off x="4693920" y="390144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642" name="Oval 641">
              <a:extLst>
                <a:ext uri="{FF2B5EF4-FFF2-40B4-BE49-F238E27FC236}">
                  <a16:creationId xmlns:a16="http://schemas.microsoft.com/office/drawing/2014/main" id="{09072BC8-F246-51E1-E2CD-2F6657A97DFA}"/>
                </a:ext>
              </a:extLst>
            </p:cNvPr>
            <p:cNvSpPr/>
            <p:nvPr/>
          </p:nvSpPr>
          <p:spPr>
            <a:xfrm>
              <a:off x="5257800" y="41300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643" name="Oval 642">
              <a:extLst>
                <a:ext uri="{FF2B5EF4-FFF2-40B4-BE49-F238E27FC236}">
                  <a16:creationId xmlns:a16="http://schemas.microsoft.com/office/drawing/2014/main" id="{E0CA8D61-6298-02C2-29F3-37D8220C74DE}"/>
                </a:ext>
              </a:extLst>
            </p:cNvPr>
            <p:cNvSpPr/>
            <p:nvPr/>
          </p:nvSpPr>
          <p:spPr>
            <a:xfrm rot="16200000">
              <a:off x="3413760" y="38252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644" name="Oval 643">
              <a:extLst>
                <a:ext uri="{FF2B5EF4-FFF2-40B4-BE49-F238E27FC236}">
                  <a16:creationId xmlns:a16="http://schemas.microsoft.com/office/drawing/2014/main" id="{11C008E4-946B-DD83-FBDE-FA4CA8411244}"/>
                </a:ext>
              </a:extLst>
            </p:cNvPr>
            <p:cNvSpPr/>
            <p:nvPr/>
          </p:nvSpPr>
          <p:spPr>
            <a:xfrm rot="16200000">
              <a:off x="2926080" y="234696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645" name="Oval 644">
              <a:extLst>
                <a:ext uri="{FF2B5EF4-FFF2-40B4-BE49-F238E27FC236}">
                  <a16:creationId xmlns:a16="http://schemas.microsoft.com/office/drawing/2014/main" id="{E10EA198-5D0B-2452-3D82-72B43644E1E5}"/>
                </a:ext>
              </a:extLst>
            </p:cNvPr>
            <p:cNvSpPr/>
            <p:nvPr/>
          </p:nvSpPr>
          <p:spPr>
            <a:xfrm rot="16200000">
              <a:off x="4191000" y="32918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646" name="Oval 645">
              <a:extLst>
                <a:ext uri="{FF2B5EF4-FFF2-40B4-BE49-F238E27FC236}">
                  <a16:creationId xmlns:a16="http://schemas.microsoft.com/office/drawing/2014/main" id="{EB779951-6698-4A5D-22E6-8DCD960CBD82}"/>
                </a:ext>
              </a:extLst>
            </p:cNvPr>
            <p:cNvSpPr/>
            <p:nvPr/>
          </p:nvSpPr>
          <p:spPr>
            <a:xfrm rot="16200000">
              <a:off x="3749040" y="172212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647" name="Oval 646">
              <a:extLst>
                <a:ext uri="{FF2B5EF4-FFF2-40B4-BE49-F238E27FC236}">
                  <a16:creationId xmlns:a16="http://schemas.microsoft.com/office/drawing/2014/main" id="{D4D9E4ED-4D84-94C0-A277-96798450E65B}"/>
                </a:ext>
              </a:extLst>
            </p:cNvPr>
            <p:cNvSpPr/>
            <p:nvPr/>
          </p:nvSpPr>
          <p:spPr>
            <a:xfrm rot="16200000">
              <a:off x="3520440" y="271272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648" name="Oval 647">
              <a:extLst>
                <a:ext uri="{FF2B5EF4-FFF2-40B4-BE49-F238E27FC236}">
                  <a16:creationId xmlns:a16="http://schemas.microsoft.com/office/drawing/2014/main" id="{592A8C66-293C-3C1F-FFDA-1BF8497D1FD9}"/>
                </a:ext>
              </a:extLst>
            </p:cNvPr>
            <p:cNvSpPr/>
            <p:nvPr/>
          </p:nvSpPr>
          <p:spPr>
            <a:xfrm rot="16200000">
              <a:off x="3322320" y="34442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649" name="Oval 648">
              <a:extLst>
                <a:ext uri="{FF2B5EF4-FFF2-40B4-BE49-F238E27FC236}">
                  <a16:creationId xmlns:a16="http://schemas.microsoft.com/office/drawing/2014/main" id="{563ECB8D-887A-745B-820A-6E56EA456CB6}"/>
                </a:ext>
              </a:extLst>
            </p:cNvPr>
            <p:cNvSpPr/>
            <p:nvPr/>
          </p:nvSpPr>
          <p:spPr>
            <a:xfrm>
              <a:off x="4572000" y="211836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650" name="Oval 649">
              <a:extLst>
                <a:ext uri="{FF2B5EF4-FFF2-40B4-BE49-F238E27FC236}">
                  <a16:creationId xmlns:a16="http://schemas.microsoft.com/office/drawing/2014/main" id="{CB7BF303-915A-7577-0F15-1CB9B561376D}"/>
                </a:ext>
              </a:extLst>
            </p:cNvPr>
            <p:cNvSpPr/>
            <p:nvPr/>
          </p:nvSpPr>
          <p:spPr>
            <a:xfrm>
              <a:off x="5562600" y="313944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651" name="Oval 650">
              <a:extLst>
                <a:ext uri="{FF2B5EF4-FFF2-40B4-BE49-F238E27FC236}">
                  <a16:creationId xmlns:a16="http://schemas.microsoft.com/office/drawing/2014/main" id="{DBB6B288-6D48-406F-AD37-B42B41A2D777}"/>
                </a:ext>
              </a:extLst>
            </p:cNvPr>
            <p:cNvSpPr/>
            <p:nvPr/>
          </p:nvSpPr>
          <p:spPr>
            <a:xfrm>
              <a:off x="5684520" y="19050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652" name="Oval 651">
              <a:extLst>
                <a:ext uri="{FF2B5EF4-FFF2-40B4-BE49-F238E27FC236}">
                  <a16:creationId xmlns:a16="http://schemas.microsoft.com/office/drawing/2014/main" id="{B52147E2-FE2B-05BD-9F1C-AB1E3E667D72}"/>
                </a:ext>
              </a:extLst>
            </p:cNvPr>
            <p:cNvSpPr/>
            <p:nvPr/>
          </p:nvSpPr>
          <p:spPr>
            <a:xfrm>
              <a:off x="4693920" y="320040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653" name="Oval 652">
              <a:extLst>
                <a:ext uri="{FF2B5EF4-FFF2-40B4-BE49-F238E27FC236}">
                  <a16:creationId xmlns:a16="http://schemas.microsoft.com/office/drawing/2014/main" id="{21AE6CE8-45B3-30D7-A61E-B147B9C0C375}"/>
                </a:ext>
              </a:extLst>
            </p:cNvPr>
            <p:cNvSpPr/>
            <p:nvPr/>
          </p:nvSpPr>
          <p:spPr>
            <a:xfrm>
              <a:off x="6263640" y="27584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654" name="Oval 653">
              <a:extLst>
                <a:ext uri="{FF2B5EF4-FFF2-40B4-BE49-F238E27FC236}">
                  <a16:creationId xmlns:a16="http://schemas.microsoft.com/office/drawing/2014/main" id="{67EA7260-B70C-483D-C0D4-F6099947C73D}"/>
                </a:ext>
              </a:extLst>
            </p:cNvPr>
            <p:cNvSpPr/>
            <p:nvPr/>
          </p:nvSpPr>
          <p:spPr>
            <a:xfrm>
              <a:off x="5273040" y="25298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655" name="Oval 654">
              <a:extLst>
                <a:ext uri="{FF2B5EF4-FFF2-40B4-BE49-F238E27FC236}">
                  <a16:creationId xmlns:a16="http://schemas.microsoft.com/office/drawing/2014/main" id="{5196F0BD-4E78-5141-9062-BBFC939131FC}"/>
                </a:ext>
              </a:extLst>
            </p:cNvPr>
            <p:cNvSpPr/>
            <p:nvPr/>
          </p:nvSpPr>
          <p:spPr>
            <a:xfrm>
              <a:off x="4678680" y="268224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656" name="Oval 655">
              <a:extLst>
                <a:ext uri="{FF2B5EF4-FFF2-40B4-BE49-F238E27FC236}">
                  <a16:creationId xmlns:a16="http://schemas.microsoft.com/office/drawing/2014/main" id="{4353B837-CC18-42DD-02D9-89CFF4A6C0AA}"/>
                </a:ext>
              </a:extLst>
            </p:cNvPr>
            <p:cNvSpPr/>
            <p:nvPr/>
          </p:nvSpPr>
          <p:spPr>
            <a:xfrm rot="16200000">
              <a:off x="4709160" y="213360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657" name="Oval 656">
              <a:extLst>
                <a:ext uri="{FF2B5EF4-FFF2-40B4-BE49-F238E27FC236}">
                  <a16:creationId xmlns:a16="http://schemas.microsoft.com/office/drawing/2014/main" id="{57C654A1-5441-411E-DBF8-0DB0E0F0C8D3}"/>
                </a:ext>
              </a:extLst>
            </p:cNvPr>
            <p:cNvSpPr/>
            <p:nvPr/>
          </p:nvSpPr>
          <p:spPr>
            <a:xfrm rot="16200000">
              <a:off x="5120640" y="272796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658" name="Oval 657">
              <a:extLst>
                <a:ext uri="{FF2B5EF4-FFF2-40B4-BE49-F238E27FC236}">
                  <a16:creationId xmlns:a16="http://schemas.microsoft.com/office/drawing/2014/main" id="{58C4D46F-3F8B-B329-2D01-641DCF3A4132}"/>
                </a:ext>
              </a:extLst>
            </p:cNvPr>
            <p:cNvSpPr/>
            <p:nvPr/>
          </p:nvSpPr>
          <p:spPr>
            <a:xfrm>
              <a:off x="4328160" y="384048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659" name="Oval 658">
              <a:extLst>
                <a:ext uri="{FF2B5EF4-FFF2-40B4-BE49-F238E27FC236}">
                  <a16:creationId xmlns:a16="http://schemas.microsoft.com/office/drawing/2014/main" id="{9E0E409C-B6F3-63B0-AC6F-A33ED4F6FF06}"/>
                </a:ext>
              </a:extLst>
            </p:cNvPr>
            <p:cNvSpPr/>
            <p:nvPr/>
          </p:nvSpPr>
          <p:spPr>
            <a:xfrm>
              <a:off x="3581400" y="40386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660" name="Oval 659">
              <a:extLst>
                <a:ext uri="{FF2B5EF4-FFF2-40B4-BE49-F238E27FC236}">
                  <a16:creationId xmlns:a16="http://schemas.microsoft.com/office/drawing/2014/main" id="{3BDA0857-90C0-442B-13A1-6274D59A791A}"/>
                </a:ext>
              </a:extLst>
            </p:cNvPr>
            <p:cNvSpPr/>
            <p:nvPr/>
          </p:nvSpPr>
          <p:spPr>
            <a:xfrm rot="16200000">
              <a:off x="5730240" y="277368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661" name="Oval 660">
              <a:extLst>
                <a:ext uri="{FF2B5EF4-FFF2-40B4-BE49-F238E27FC236}">
                  <a16:creationId xmlns:a16="http://schemas.microsoft.com/office/drawing/2014/main" id="{3056BE72-B107-269F-4436-1A13623E3E1F}"/>
                </a:ext>
              </a:extLst>
            </p:cNvPr>
            <p:cNvSpPr/>
            <p:nvPr/>
          </p:nvSpPr>
          <p:spPr>
            <a:xfrm>
              <a:off x="3916680" y="292608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662" name="Oval 661">
              <a:extLst>
                <a:ext uri="{FF2B5EF4-FFF2-40B4-BE49-F238E27FC236}">
                  <a16:creationId xmlns:a16="http://schemas.microsoft.com/office/drawing/2014/main" id="{429C853D-B6A7-A1EC-8C35-661E4FFD1DEC}"/>
                </a:ext>
              </a:extLst>
            </p:cNvPr>
            <p:cNvSpPr/>
            <p:nvPr/>
          </p:nvSpPr>
          <p:spPr>
            <a:xfrm>
              <a:off x="3810000" y="233172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663" name="Oval 662">
              <a:extLst>
                <a:ext uri="{FF2B5EF4-FFF2-40B4-BE49-F238E27FC236}">
                  <a16:creationId xmlns:a16="http://schemas.microsoft.com/office/drawing/2014/main" id="{C240E04E-2D99-2D90-529B-6727C28C9E4B}"/>
                </a:ext>
              </a:extLst>
            </p:cNvPr>
            <p:cNvSpPr/>
            <p:nvPr/>
          </p:nvSpPr>
          <p:spPr>
            <a:xfrm>
              <a:off x="3169920" y="280416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664" name="Oval 663">
              <a:extLst>
                <a:ext uri="{FF2B5EF4-FFF2-40B4-BE49-F238E27FC236}">
                  <a16:creationId xmlns:a16="http://schemas.microsoft.com/office/drawing/2014/main" id="{AEF6C62B-8DDE-D6CA-F6E1-5F9B03F6ECC3}"/>
                </a:ext>
              </a:extLst>
            </p:cNvPr>
            <p:cNvSpPr/>
            <p:nvPr/>
          </p:nvSpPr>
          <p:spPr>
            <a:xfrm>
              <a:off x="5212080" y="318516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665" name="Oval 664">
              <a:extLst>
                <a:ext uri="{FF2B5EF4-FFF2-40B4-BE49-F238E27FC236}">
                  <a16:creationId xmlns:a16="http://schemas.microsoft.com/office/drawing/2014/main" id="{3CEE1623-6646-9406-8049-B042BB0576FB}"/>
                </a:ext>
              </a:extLst>
            </p:cNvPr>
            <p:cNvSpPr/>
            <p:nvPr/>
          </p:nvSpPr>
          <p:spPr>
            <a:xfrm>
              <a:off x="4739640" y="172212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666" name="Oval 665">
              <a:extLst>
                <a:ext uri="{FF2B5EF4-FFF2-40B4-BE49-F238E27FC236}">
                  <a16:creationId xmlns:a16="http://schemas.microsoft.com/office/drawing/2014/main" id="{944824F9-4240-6D96-8228-F55F7E16A7CA}"/>
                </a:ext>
              </a:extLst>
            </p:cNvPr>
            <p:cNvSpPr/>
            <p:nvPr/>
          </p:nvSpPr>
          <p:spPr>
            <a:xfrm>
              <a:off x="3337560" y="231648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667" name="Oval 666">
              <a:extLst>
                <a:ext uri="{FF2B5EF4-FFF2-40B4-BE49-F238E27FC236}">
                  <a16:creationId xmlns:a16="http://schemas.microsoft.com/office/drawing/2014/main" id="{471D6909-D15A-8A86-2BCC-FD6093D948CC}"/>
                </a:ext>
              </a:extLst>
            </p:cNvPr>
            <p:cNvSpPr/>
            <p:nvPr/>
          </p:nvSpPr>
          <p:spPr>
            <a:xfrm>
              <a:off x="6202680" y="2301239"/>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668" name="Oval 667">
              <a:extLst>
                <a:ext uri="{FF2B5EF4-FFF2-40B4-BE49-F238E27FC236}">
                  <a16:creationId xmlns:a16="http://schemas.microsoft.com/office/drawing/2014/main" id="{1C066208-CDD3-EC66-75B1-E882A1E20349}"/>
                </a:ext>
              </a:extLst>
            </p:cNvPr>
            <p:cNvSpPr/>
            <p:nvPr/>
          </p:nvSpPr>
          <p:spPr>
            <a:xfrm rot="16200000">
              <a:off x="5288280" y="1904999"/>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669" name="Oval 668">
              <a:extLst>
                <a:ext uri="{FF2B5EF4-FFF2-40B4-BE49-F238E27FC236}">
                  <a16:creationId xmlns:a16="http://schemas.microsoft.com/office/drawing/2014/main" id="{22C8A602-310B-0F1C-CB00-6F653083CB61}"/>
                </a:ext>
              </a:extLst>
            </p:cNvPr>
            <p:cNvSpPr/>
            <p:nvPr/>
          </p:nvSpPr>
          <p:spPr>
            <a:xfrm>
              <a:off x="3977640" y="297180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670" name="Oval 669">
              <a:extLst>
                <a:ext uri="{FF2B5EF4-FFF2-40B4-BE49-F238E27FC236}">
                  <a16:creationId xmlns:a16="http://schemas.microsoft.com/office/drawing/2014/main" id="{B1CAF42D-DB4E-579A-92B2-4DA8B8A523A7}"/>
                </a:ext>
              </a:extLst>
            </p:cNvPr>
            <p:cNvSpPr/>
            <p:nvPr/>
          </p:nvSpPr>
          <p:spPr>
            <a:xfrm rot="16200000">
              <a:off x="3992880" y="190500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671" name="Oval 670">
              <a:extLst>
                <a:ext uri="{FF2B5EF4-FFF2-40B4-BE49-F238E27FC236}">
                  <a16:creationId xmlns:a16="http://schemas.microsoft.com/office/drawing/2014/main" id="{A8F93A8C-43FE-53E7-8895-265417EF9DE9}"/>
                </a:ext>
              </a:extLst>
            </p:cNvPr>
            <p:cNvSpPr/>
            <p:nvPr/>
          </p:nvSpPr>
          <p:spPr>
            <a:xfrm>
              <a:off x="6111240" y="326136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672" name="Oval 671">
              <a:extLst>
                <a:ext uri="{FF2B5EF4-FFF2-40B4-BE49-F238E27FC236}">
                  <a16:creationId xmlns:a16="http://schemas.microsoft.com/office/drawing/2014/main" id="{9E36A99F-AB50-8567-30B0-F70EDCC00DE1}"/>
                </a:ext>
              </a:extLst>
            </p:cNvPr>
            <p:cNvSpPr/>
            <p:nvPr/>
          </p:nvSpPr>
          <p:spPr>
            <a:xfrm>
              <a:off x="5166360" y="161544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grpSp>
      <p:grpSp>
        <p:nvGrpSpPr>
          <p:cNvPr id="673" name="Group 672">
            <a:extLst>
              <a:ext uri="{FF2B5EF4-FFF2-40B4-BE49-F238E27FC236}">
                <a16:creationId xmlns:a16="http://schemas.microsoft.com/office/drawing/2014/main" id="{8F937920-BDA6-ABFE-32D6-BC23A56126BD}"/>
              </a:ext>
            </a:extLst>
          </p:cNvPr>
          <p:cNvGrpSpPr/>
          <p:nvPr/>
        </p:nvGrpSpPr>
        <p:grpSpPr>
          <a:xfrm rot="2595812">
            <a:off x="9144000" y="5349225"/>
            <a:ext cx="1386840" cy="1310640"/>
            <a:chOff x="2926080" y="1447800"/>
            <a:chExt cx="4160520" cy="3931920"/>
          </a:xfrm>
        </p:grpSpPr>
        <p:sp>
          <p:nvSpPr>
            <p:cNvPr id="674" name="Oval 673">
              <a:extLst>
                <a:ext uri="{FF2B5EF4-FFF2-40B4-BE49-F238E27FC236}">
                  <a16:creationId xmlns:a16="http://schemas.microsoft.com/office/drawing/2014/main" id="{EF466FB1-36F3-D0F4-BBB8-723ABEC2D0E2}"/>
                </a:ext>
              </a:extLst>
            </p:cNvPr>
            <p:cNvSpPr/>
            <p:nvPr/>
          </p:nvSpPr>
          <p:spPr>
            <a:xfrm>
              <a:off x="4160520" y="242316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675" name="Oval 674">
              <a:extLst>
                <a:ext uri="{FF2B5EF4-FFF2-40B4-BE49-F238E27FC236}">
                  <a16:creationId xmlns:a16="http://schemas.microsoft.com/office/drawing/2014/main" id="{8DB8E5D5-4693-C39C-98CC-24DCED2E5614}"/>
                </a:ext>
              </a:extLst>
            </p:cNvPr>
            <p:cNvSpPr/>
            <p:nvPr/>
          </p:nvSpPr>
          <p:spPr>
            <a:xfrm>
              <a:off x="5852160" y="371856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676" name="Oval 675">
              <a:extLst>
                <a:ext uri="{FF2B5EF4-FFF2-40B4-BE49-F238E27FC236}">
                  <a16:creationId xmlns:a16="http://schemas.microsoft.com/office/drawing/2014/main" id="{3E4F4B77-35B7-0360-117D-34D1DA190F62}"/>
                </a:ext>
              </a:extLst>
            </p:cNvPr>
            <p:cNvSpPr/>
            <p:nvPr/>
          </p:nvSpPr>
          <p:spPr>
            <a:xfrm>
              <a:off x="4465320" y="455676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677" name="Oval 676">
              <a:extLst>
                <a:ext uri="{FF2B5EF4-FFF2-40B4-BE49-F238E27FC236}">
                  <a16:creationId xmlns:a16="http://schemas.microsoft.com/office/drawing/2014/main" id="{7CBAF90D-C583-D08A-B03F-63EFFD5B7B79}"/>
                </a:ext>
              </a:extLst>
            </p:cNvPr>
            <p:cNvSpPr/>
            <p:nvPr/>
          </p:nvSpPr>
          <p:spPr>
            <a:xfrm>
              <a:off x="3749040" y="429768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678" name="Oval 677">
              <a:extLst>
                <a:ext uri="{FF2B5EF4-FFF2-40B4-BE49-F238E27FC236}">
                  <a16:creationId xmlns:a16="http://schemas.microsoft.com/office/drawing/2014/main" id="{25BCDCA1-F96C-CBE0-C5EA-1057AD214CE5}"/>
                </a:ext>
              </a:extLst>
            </p:cNvPr>
            <p:cNvSpPr/>
            <p:nvPr/>
          </p:nvSpPr>
          <p:spPr>
            <a:xfrm>
              <a:off x="4282440" y="14478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679" name="Oval 678">
              <a:extLst>
                <a:ext uri="{FF2B5EF4-FFF2-40B4-BE49-F238E27FC236}">
                  <a16:creationId xmlns:a16="http://schemas.microsoft.com/office/drawing/2014/main" id="{BA8EFDF9-98F5-EF95-8292-FC664FF38EB0}"/>
                </a:ext>
              </a:extLst>
            </p:cNvPr>
            <p:cNvSpPr/>
            <p:nvPr/>
          </p:nvSpPr>
          <p:spPr>
            <a:xfrm>
              <a:off x="2926080" y="301752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680" name="Oval 679">
              <a:extLst>
                <a:ext uri="{FF2B5EF4-FFF2-40B4-BE49-F238E27FC236}">
                  <a16:creationId xmlns:a16="http://schemas.microsoft.com/office/drawing/2014/main" id="{A12FA4FC-0016-F437-E45C-9748BB617135}"/>
                </a:ext>
              </a:extLst>
            </p:cNvPr>
            <p:cNvSpPr/>
            <p:nvPr/>
          </p:nvSpPr>
          <p:spPr>
            <a:xfrm>
              <a:off x="5852160" y="25146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681" name="Oval 680">
              <a:extLst>
                <a:ext uri="{FF2B5EF4-FFF2-40B4-BE49-F238E27FC236}">
                  <a16:creationId xmlns:a16="http://schemas.microsoft.com/office/drawing/2014/main" id="{684992E9-A036-7BB0-BAD9-B75D1EE5C41E}"/>
                </a:ext>
              </a:extLst>
            </p:cNvPr>
            <p:cNvSpPr/>
            <p:nvPr/>
          </p:nvSpPr>
          <p:spPr>
            <a:xfrm>
              <a:off x="4038600" y="321564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682" name="Oval 681">
              <a:extLst>
                <a:ext uri="{FF2B5EF4-FFF2-40B4-BE49-F238E27FC236}">
                  <a16:creationId xmlns:a16="http://schemas.microsoft.com/office/drawing/2014/main" id="{044CB741-09AB-DED9-6653-8A39AF312C3B}"/>
                </a:ext>
              </a:extLst>
            </p:cNvPr>
            <p:cNvSpPr/>
            <p:nvPr/>
          </p:nvSpPr>
          <p:spPr>
            <a:xfrm>
              <a:off x="3870960" y="316992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683" name="Oval 682">
              <a:extLst>
                <a:ext uri="{FF2B5EF4-FFF2-40B4-BE49-F238E27FC236}">
                  <a16:creationId xmlns:a16="http://schemas.microsoft.com/office/drawing/2014/main" id="{E12E7A59-BD72-B4E7-2232-C022559E2107}"/>
                </a:ext>
              </a:extLst>
            </p:cNvPr>
            <p:cNvSpPr/>
            <p:nvPr/>
          </p:nvSpPr>
          <p:spPr>
            <a:xfrm>
              <a:off x="4137660" y="37338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684" name="Oval 683">
              <a:extLst>
                <a:ext uri="{FF2B5EF4-FFF2-40B4-BE49-F238E27FC236}">
                  <a16:creationId xmlns:a16="http://schemas.microsoft.com/office/drawing/2014/main" id="{5511B02F-4E87-2BED-12E3-A5A2A2A6264B}"/>
                </a:ext>
              </a:extLst>
            </p:cNvPr>
            <p:cNvSpPr/>
            <p:nvPr/>
          </p:nvSpPr>
          <p:spPr>
            <a:xfrm>
              <a:off x="5227320" y="36576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685" name="Oval 684">
              <a:extLst>
                <a:ext uri="{FF2B5EF4-FFF2-40B4-BE49-F238E27FC236}">
                  <a16:creationId xmlns:a16="http://schemas.microsoft.com/office/drawing/2014/main" id="{1E75C62C-3AEB-D091-38FE-E6563EC95A1C}"/>
                </a:ext>
              </a:extLst>
            </p:cNvPr>
            <p:cNvSpPr/>
            <p:nvPr/>
          </p:nvSpPr>
          <p:spPr>
            <a:xfrm>
              <a:off x="4693920" y="390144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686" name="Oval 685">
              <a:extLst>
                <a:ext uri="{FF2B5EF4-FFF2-40B4-BE49-F238E27FC236}">
                  <a16:creationId xmlns:a16="http://schemas.microsoft.com/office/drawing/2014/main" id="{1B681ED3-3E81-D2EC-E8A2-854049C6848A}"/>
                </a:ext>
              </a:extLst>
            </p:cNvPr>
            <p:cNvSpPr/>
            <p:nvPr/>
          </p:nvSpPr>
          <p:spPr>
            <a:xfrm>
              <a:off x="5257800" y="41300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687" name="Oval 686">
              <a:extLst>
                <a:ext uri="{FF2B5EF4-FFF2-40B4-BE49-F238E27FC236}">
                  <a16:creationId xmlns:a16="http://schemas.microsoft.com/office/drawing/2014/main" id="{17E55C6F-88B9-E33E-7587-85BC7FD3F9EC}"/>
                </a:ext>
              </a:extLst>
            </p:cNvPr>
            <p:cNvSpPr/>
            <p:nvPr/>
          </p:nvSpPr>
          <p:spPr>
            <a:xfrm rot="16200000">
              <a:off x="3413760" y="38252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688" name="Oval 687">
              <a:extLst>
                <a:ext uri="{FF2B5EF4-FFF2-40B4-BE49-F238E27FC236}">
                  <a16:creationId xmlns:a16="http://schemas.microsoft.com/office/drawing/2014/main" id="{9D16DE80-ADEB-8C5B-5B78-FDEE4A1E73FF}"/>
                </a:ext>
              </a:extLst>
            </p:cNvPr>
            <p:cNvSpPr/>
            <p:nvPr/>
          </p:nvSpPr>
          <p:spPr>
            <a:xfrm rot="16200000">
              <a:off x="2926080" y="234696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689" name="Oval 688">
              <a:extLst>
                <a:ext uri="{FF2B5EF4-FFF2-40B4-BE49-F238E27FC236}">
                  <a16:creationId xmlns:a16="http://schemas.microsoft.com/office/drawing/2014/main" id="{19DE301D-6F37-8564-DF49-4403674DF9FF}"/>
                </a:ext>
              </a:extLst>
            </p:cNvPr>
            <p:cNvSpPr/>
            <p:nvPr/>
          </p:nvSpPr>
          <p:spPr>
            <a:xfrm rot="16200000">
              <a:off x="4191000" y="32918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690" name="Oval 689">
              <a:extLst>
                <a:ext uri="{FF2B5EF4-FFF2-40B4-BE49-F238E27FC236}">
                  <a16:creationId xmlns:a16="http://schemas.microsoft.com/office/drawing/2014/main" id="{54BB0BDE-CCC0-D8EC-A90A-05D110890B30}"/>
                </a:ext>
              </a:extLst>
            </p:cNvPr>
            <p:cNvSpPr/>
            <p:nvPr/>
          </p:nvSpPr>
          <p:spPr>
            <a:xfrm rot="16200000">
              <a:off x="3749040" y="172212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691" name="Oval 690">
              <a:extLst>
                <a:ext uri="{FF2B5EF4-FFF2-40B4-BE49-F238E27FC236}">
                  <a16:creationId xmlns:a16="http://schemas.microsoft.com/office/drawing/2014/main" id="{A1CB7CE7-9036-3F54-E8EC-81BA19C20B10}"/>
                </a:ext>
              </a:extLst>
            </p:cNvPr>
            <p:cNvSpPr/>
            <p:nvPr/>
          </p:nvSpPr>
          <p:spPr>
            <a:xfrm rot="16200000">
              <a:off x="3520440" y="271272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692" name="Oval 691">
              <a:extLst>
                <a:ext uri="{FF2B5EF4-FFF2-40B4-BE49-F238E27FC236}">
                  <a16:creationId xmlns:a16="http://schemas.microsoft.com/office/drawing/2014/main" id="{E16B9055-C349-286B-E9CC-BEE405DF8CB0}"/>
                </a:ext>
              </a:extLst>
            </p:cNvPr>
            <p:cNvSpPr/>
            <p:nvPr/>
          </p:nvSpPr>
          <p:spPr>
            <a:xfrm rot="16200000">
              <a:off x="3322320" y="34442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693" name="Oval 692">
              <a:extLst>
                <a:ext uri="{FF2B5EF4-FFF2-40B4-BE49-F238E27FC236}">
                  <a16:creationId xmlns:a16="http://schemas.microsoft.com/office/drawing/2014/main" id="{38E8ADE7-696A-3397-031B-4D0ACBEC15E1}"/>
                </a:ext>
              </a:extLst>
            </p:cNvPr>
            <p:cNvSpPr/>
            <p:nvPr/>
          </p:nvSpPr>
          <p:spPr>
            <a:xfrm>
              <a:off x="4572000" y="211836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694" name="Oval 693">
              <a:extLst>
                <a:ext uri="{FF2B5EF4-FFF2-40B4-BE49-F238E27FC236}">
                  <a16:creationId xmlns:a16="http://schemas.microsoft.com/office/drawing/2014/main" id="{259DC788-E1BB-CC74-0A87-74FBB881CF8E}"/>
                </a:ext>
              </a:extLst>
            </p:cNvPr>
            <p:cNvSpPr/>
            <p:nvPr/>
          </p:nvSpPr>
          <p:spPr>
            <a:xfrm>
              <a:off x="5562600" y="313944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695" name="Oval 694">
              <a:extLst>
                <a:ext uri="{FF2B5EF4-FFF2-40B4-BE49-F238E27FC236}">
                  <a16:creationId xmlns:a16="http://schemas.microsoft.com/office/drawing/2014/main" id="{BAC89F38-C0E6-2F4D-EB05-A42882E1E4CB}"/>
                </a:ext>
              </a:extLst>
            </p:cNvPr>
            <p:cNvSpPr/>
            <p:nvPr/>
          </p:nvSpPr>
          <p:spPr>
            <a:xfrm>
              <a:off x="5684520" y="19050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696" name="Oval 695">
              <a:extLst>
                <a:ext uri="{FF2B5EF4-FFF2-40B4-BE49-F238E27FC236}">
                  <a16:creationId xmlns:a16="http://schemas.microsoft.com/office/drawing/2014/main" id="{92C00286-787C-CC20-07CE-76186C6CEF7B}"/>
                </a:ext>
              </a:extLst>
            </p:cNvPr>
            <p:cNvSpPr/>
            <p:nvPr/>
          </p:nvSpPr>
          <p:spPr>
            <a:xfrm>
              <a:off x="4693920" y="320040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697" name="Oval 696">
              <a:extLst>
                <a:ext uri="{FF2B5EF4-FFF2-40B4-BE49-F238E27FC236}">
                  <a16:creationId xmlns:a16="http://schemas.microsoft.com/office/drawing/2014/main" id="{DDD2A181-32A6-32E2-FE68-420B7FD15846}"/>
                </a:ext>
              </a:extLst>
            </p:cNvPr>
            <p:cNvSpPr/>
            <p:nvPr/>
          </p:nvSpPr>
          <p:spPr>
            <a:xfrm>
              <a:off x="6263640" y="27584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698" name="Oval 697">
              <a:extLst>
                <a:ext uri="{FF2B5EF4-FFF2-40B4-BE49-F238E27FC236}">
                  <a16:creationId xmlns:a16="http://schemas.microsoft.com/office/drawing/2014/main" id="{32F64B4B-421C-76BE-F3DF-A78E7042A38F}"/>
                </a:ext>
              </a:extLst>
            </p:cNvPr>
            <p:cNvSpPr/>
            <p:nvPr/>
          </p:nvSpPr>
          <p:spPr>
            <a:xfrm>
              <a:off x="5273040" y="25298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699" name="Oval 698">
              <a:extLst>
                <a:ext uri="{FF2B5EF4-FFF2-40B4-BE49-F238E27FC236}">
                  <a16:creationId xmlns:a16="http://schemas.microsoft.com/office/drawing/2014/main" id="{8D541BB9-60FF-14D0-6AAC-969FCF416D09}"/>
                </a:ext>
              </a:extLst>
            </p:cNvPr>
            <p:cNvSpPr/>
            <p:nvPr/>
          </p:nvSpPr>
          <p:spPr>
            <a:xfrm>
              <a:off x="4678680" y="268224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700" name="Oval 699">
              <a:extLst>
                <a:ext uri="{FF2B5EF4-FFF2-40B4-BE49-F238E27FC236}">
                  <a16:creationId xmlns:a16="http://schemas.microsoft.com/office/drawing/2014/main" id="{4265C04D-B30D-9337-4D5E-59C2DBC8F0CE}"/>
                </a:ext>
              </a:extLst>
            </p:cNvPr>
            <p:cNvSpPr/>
            <p:nvPr/>
          </p:nvSpPr>
          <p:spPr>
            <a:xfrm rot="16200000">
              <a:off x="4709160" y="213360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701" name="Oval 700">
              <a:extLst>
                <a:ext uri="{FF2B5EF4-FFF2-40B4-BE49-F238E27FC236}">
                  <a16:creationId xmlns:a16="http://schemas.microsoft.com/office/drawing/2014/main" id="{4598532D-8D78-A161-0322-C18962F98CEB}"/>
                </a:ext>
              </a:extLst>
            </p:cNvPr>
            <p:cNvSpPr/>
            <p:nvPr/>
          </p:nvSpPr>
          <p:spPr>
            <a:xfrm rot="16200000">
              <a:off x="5120640" y="272796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702" name="Oval 701">
              <a:extLst>
                <a:ext uri="{FF2B5EF4-FFF2-40B4-BE49-F238E27FC236}">
                  <a16:creationId xmlns:a16="http://schemas.microsoft.com/office/drawing/2014/main" id="{F2CA59F9-FE6B-7A15-4DDD-41FC157EDBAE}"/>
                </a:ext>
              </a:extLst>
            </p:cNvPr>
            <p:cNvSpPr/>
            <p:nvPr/>
          </p:nvSpPr>
          <p:spPr>
            <a:xfrm>
              <a:off x="4328160" y="384048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703" name="Oval 702">
              <a:extLst>
                <a:ext uri="{FF2B5EF4-FFF2-40B4-BE49-F238E27FC236}">
                  <a16:creationId xmlns:a16="http://schemas.microsoft.com/office/drawing/2014/main" id="{C6E46423-8F3A-9911-A9A8-4AF655CD7CA7}"/>
                </a:ext>
              </a:extLst>
            </p:cNvPr>
            <p:cNvSpPr/>
            <p:nvPr/>
          </p:nvSpPr>
          <p:spPr>
            <a:xfrm>
              <a:off x="3581400" y="40386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704" name="Oval 703">
              <a:extLst>
                <a:ext uri="{FF2B5EF4-FFF2-40B4-BE49-F238E27FC236}">
                  <a16:creationId xmlns:a16="http://schemas.microsoft.com/office/drawing/2014/main" id="{10347F89-A037-75BB-98B4-A5716AD2BA78}"/>
                </a:ext>
              </a:extLst>
            </p:cNvPr>
            <p:cNvSpPr/>
            <p:nvPr/>
          </p:nvSpPr>
          <p:spPr>
            <a:xfrm rot="16200000">
              <a:off x="5730240" y="277368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705" name="Oval 704">
              <a:extLst>
                <a:ext uri="{FF2B5EF4-FFF2-40B4-BE49-F238E27FC236}">
                  <a16:creationId xmlns:a16="http://schemas.microsoft.com/office/drawing/2014/main" id="{EE04794C-7BB3-757C-BF04-0C7538232459}"/>
                </a:ext>
              </a:extLst>
            </p:cNvPr>
            <p:cNvSpPr/>
            <p:nvPr/>
          </p:nvSpPr>
          <p:spPr>
            <a:xfrm>
              <a:off x="3916680" y="292608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706" name="Oval 705">
              <a:extLst>
                <a:ext uri="{FF2B5EF4-FFF2-40B4-BE49-F238E27FC236}">
                  <a16:creationId xmlns:a16="http://schemas.microsoft.com/office/drawing/2014/main" id="{E9643D11-0BE3-E759-1795-8B39597360DC}"/>
                </a:ext>
              </a:extLst>
            </p:cNvPr>
            <p:cNvSpPr/>
            <p:nvPr/>
          </p:nvSpPr>
          <p:spPr>
            <a:xfrm>
              <a:off x="3810000" y="233172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707" name="Oval 706">
              <a:extLst>
                <a:ext uri="{FF2B5EF4-FFF2-40B4-BE49-F238E27FC236}">
                  <a16:creationId xmlns:a16="http://schemas.microsoft.com/office/drawing/2014/main" id="{298A7E2A-41BB-03C1-5A7B-CEF81536C4F3}"/>
                </a:ext>
              </a:extLst>
            </p:cNvPr>
            <p:cNvSpPr/>
            <p:nvPr/>
          </p:nvSpPr>
          <p:spPr>
            <a:xfrm>
              <a:off x="3169920" y="280416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708" name="Oval 707">
              <a:extLst>
                <a:ext uri="{FF2B5EF4-FFF2-40B4-BE49-F238E27FC236}">
                  <a16:creationId xmlns:a16="http://schemas.microsoft.com/office/drawing/2014/main" id="{C1B17A12-80C3-A550-08FB-1E83767A0828}"/>
                </a:ext>
              </a:extLst>
            </p:cNvPr>
            <p:cNvSpPr/>
            <p:nvPr/>
          </p:nvSpPr>
          <p:spPr>
            <a:xfrm>
              <a:off x="5212080" y="318516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709" name="Oval 708">
              <a:extLst>
                <a:ext uri="{FF2B5EF4-FFF2-40B4-BE49-F238E27FC236}">
                  <a16:creationId xmlns:a16="http://schemas.microsoft.com/office/drawing/2014/main" id="{996D3710-4DCF-C8D7-5384-0F36E7E03F75}"/>
                </a:ext>
              </a:extLst>
            </p:cNvPr>
            <p:cNvSpPr/>
            <p:nvPr/>
          </p:nvSpPr>
          <p:spPr>
            <a:xfrm>
              <a:off x="4739640" y="172212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710" name="Oval 709">
              <a:extLst>
                <a:ext uri="{FF2B5EF4-FFF2-40B4-BE49-F238E27FC236}">
                  <a16:creationId xmlns:a16="http://schemas.microsoft.com/office/drawing/2014/main" id="{F0555D68-1A03-2925-C5BD-AFB61CDB7D0B}"/>
                </a:ext>
              </a:extLst>
            </p:cNvPr>
            <p:cNvSpPr/>
            <p:nvPr/>
          </p:nvSpPr>
          <p:spPr>
            <a:xfrm>
              <a:off x="3337560" y="231648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711" name="Oval 710">
              <a:extLst>
                <a:ext uri="{FF2B5EF4-FFF2-40B4-BE49-F238E27FC236}">
                  <a16:creationId xmlns:a16="http://schemas.microsoft.com/office/drawing/2014/main" id="{F4247FCF-2232-5C19-7603-E380FE2F4199}"/>
                </a:ext>
              </a:extLst>
            </p:cNvPr>
            <p:cNvSpPr/>
            <p:nvPr/>
          </p:nvSpPr>
          <p:spPr>
            <a:xfrm>
              <a:off x="6202680" y="2301239"/>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712" name="Oval 711">
              <a:extLst>
                <a:ext uri="{FF2B5EF4-FFF2-40B4-BE49-F238E27FC236}">
                  <a16:creationId xmlns:a16="http://schemas.microsoft.com/office/drawing/2014/main" id="{80E7ECCB-8D37-13F6-1D9B-7BBA382DB9D6}"/>
                </a:ext>
              </a:extLst>
            </p:cNvPr>
            <p:cNvSpPr/>
            <p:nvPr/>
          </p:nvSpPr>
          <p:spPr>
            <a:xfrm rot="16200000">
              <a:off x="5288280" y="1904999"/>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713" name="Oval 712">
              <a:extLst>
                <a:ext uri="{FF2B5EF4-FFF2-40B4-BE49-F238E27FC236}">
                  <a16:creationId xmlns:a16="http://schemas.microsoft.com/office/drawing/2014/main" id="{2A273E6F-8823-0419-E166-6938C071F8E3}"/>
                </a:ext>
              </a:extLst>
            </p:cNvPr>
            <p:cNvSpPr/>
            <p:nvPr/>
          </p:nvSpPr>
          <p:spPr>
            <a:xfrm>
              <a:off x="3977640" y="297180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714" name="Oval 713">
              <a:extLst>
                <a:ext uri="{FF2B5EF4-FFF2-40B4-BE49-F238E27FC236}">
                  <a16:creationId xmlns:a16="http://schemas.microsoft.com/office/drawing/2014/main" id="{101A06F6-6CF9-821E-A269-7923808F792A}"/>
                </a:ext>
              </a:extLst>
            </p:cNvPr>
            <p:cNvSpPr/>
            <p:nvPr/>
          </p:nvSpPr>
          <p:spPr>
            <a:xfrm rot="16200000">
              <a:off x="3992880" y="190500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715" name="Oval 714">
              <a:extLst>
                <a:ext uri="{FF2B5EF4-FFF2-40B4-BE49-F238E27FC236}">
                  <a16:creationId xmlns:a16="http://schemas.microsoft.com/office/drawing/2014/main" id="{177E2610-AFEC-4CD7-7E94-FB611DFC0901}"/>
                </a:ext>
              </a:extLst>
            </p:cNvPr>
            <p:cNvSpPr/>
            <p:nvPr/>
          </p:nvSpPr>
          <p:spPr>
            <a:xfrm>
              <a:off x="6111240" y="326136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716" name="Oval 715">
              <a:extLst>
                <a:ext uri="{FF2B5EF4-FFF2-40B4-BE49-F238E27FC236}">
                  <a16:creationId xmlns:a16="http://schemas.microsoft.com/office/drawing/2014/main" id="{D0225B70-A65A-F52E-2A7D-72E6D1748571}"/>
                </a:ext>
              </a:extLst>
            </p:cNvPr>
            <p:cNvSpPr/>
            <p:nvPr/>
          </p:nvSpPr>
          <p:spPr>
            <a:xfrm>
              <a:off x="5166360" y="161544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grpSp>
      <p:grpSp>
        <p:nvGrpSpPr>
          <p:cNvPr id="717" name="Group 716">
            <a:extLst>
              <a:ext uri="{FF2B5EF4-FFF2-40B4-BE49-F238E27FC236}">
                <a16:creationId xmlns:a16="http://schemas.microsoft.com/office/drawing/2014/main" id="{B021FB91-7018-4F0A-3AAC-077971B4626F}"/>
              </a:ext>
            </a:extLst>
          </p:cNvPr>
          <p:cNvGrpSpPr/>
          <p:nvPr/>
        </p:nvGrpSpPr>
        <p:grpSpPr>
          <a:xfrm>
            <a:off x="11216640" y="2377424"/>
            <a:ext cx="1386840" cy="1310640"/>
            <a:chOff x="2926080" y="1447800"/>
            <a:chExt cx="4160520" cy="3931920"/>
          </a:xfrm>
        </p:grpSpPr>
        <p:sp>
          <p:nvSpPr>
            <p:cNvPr id="718" name="Oval 717">
              <a:extLst>
                <a:ext uri="{FF2B5EF4-FFF2-40B4-BE49-F238E27FC236}">
                  <a16:creationId xmlns:a16="http://schemas.microsoft.com/office/drawing/2014/main" id="{C52DEB1A-EC58-CFBF-236E-7B4FEB5EFA88}"/>
                </a:ext>
              </a:extLst>
            </p:cNvPr>
            <p:cNvSpPr/>
            <p:nvPr/>
          </p:nvSpPr>
          <p:spPr>
            <a:xfrm>
              <a:off x="4160520" y="242316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719" name="Oval 718">
              <a:extLst>
                <a:ext uri="{FF2B5EF4-FFF2-40B4-BE49-F238E27FC236}">
                  <a16:creationId xmlns:a16="http://schemas.microsoft.com/office/drawing/2014/main" id="{CB68903C-D7DB-5346-3A68-A7BBBFCA821F}"/>
                </a:ext>
              </a:extLst>
            </p:cNvPr>
            <p:cNvSpPr/>
            <p:nvPr/>
          </p:nvSpPr>
          <p:spPr>
            <a:xfrm>
              <a:off x="5852160" y="371856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720" name="Oval 719">
              <a:extLst>
                <a:ext uri="{FF2B5EF4-FFF2-40B4-BE49-F238E27FC236}">
                  <a16:creationId xmlns:a16="http://schemas.microsoft.com/office/drawing/2014/main" id="{E59A86F6-F2AF-814A-0183-B697424305F2}"/>
                </a:ext>
              </a:extLst>
            </p:cNvPr>
            <p:cNvSpPr/>
            <p:nvPr/>
          </p:nvSpPr>
          <p:spPr>
            <a:xfrm>
              <a:off x="4465320" y="455676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721" name="Oval 720">
              <a:extLst>
                <a:ext uri="{FF2B5EF4-FFF2-40B4-BE49-F238E27FC236}">
                  <a16:creationId xmlns:a16="http://schemas.microsoft.com/office/drawing/2014/main" id="{22A28DDA-6BDA-80E7-B87E-DB1E6E6A6226}"/>
                </a:ext>
              </a:extLst>
            </p:cNvPr>
            <p:cNvSpPr/>
            <p:nvPr/>
          </p:nvSpPr>
          <p:spPr>
            <a:xfrm>
              <a:off x="3749040" y="429768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722" name="Oval 721">
              <a:extLst>
                <a:ext uri="{FF2B5EF4-FFF2-40B4-BE49-F238E27FC236}">
                  <a16:creationId xmlns:a16="http://schemas.microsoft.com/office/drawing/2014/main" id="{DEEE894E-2ED5-1218-9246-47063FD31F0B}"/>
                </a:ext>
              </a:extLst>
            </p:cNvPr>
            <p:cNvSpPr/>
            <p:nvPr/>
          </p:nvSpPr>
          <p:spPr>
            <a:xfrm>
              <a:off x="4282440" y="14478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723" name="Oval 722">
              <a:extLst>
                <a:ext uri="{FF2B5EF4-FFF2-40B4-BE49-F238E27FC236}">
                  <a16:creationId xmlns:a16="http://schemas.microsoft.com/office/drawing/2014/main" id="{2A93D1E4-C3EE-E10D-B06A-DB5B6BF53A98}"/>
                </a:ext>
              </a:extLst>
            </p:cNvPr>
            <p:cNvSpPr/>
            <p:nvPr/>
          </p:nvSpPr>
          <p:spPr>
            <a:xfrm>
              <a:off x="2926080" y="301752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724" name="Oval 723">
              <a:extLst>
                <a:ext uri="{FF2B5EF4-FFF2-40B4-BE49-F238E27FC236}">
                  <a16:creationId xmlns:a16="http://schemas.microsoft.com/office/drawing/2014/main" id="{1A13B185-C087-D94B-1A25-232393628EB7}"/>
                </a:ext>
              </a:extLst>
            </p:cNvPr>
            <p:cNvSpPr/>
            <p:nvPr/>
          </p:nvSpPr>
          <p:spPr>
            <a:xfrm>
              <a:off x="5852160" y="25146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725" name="Oval 724">
              <a:extLst>
                <a:ext uri="{FF2B5EF4-FFF2-40B4-BE49-F238E27FC236}">
                  <a16:creationId xmlns:a16="http://schemas.microsoft.com/office/drawing/2014/main" id="{099790BD-8EEB-84AC-E084-FBAEB2B805F5}"/>
                </a:ext>
              </a:extLst>
            </p:cNvPr>
            <p:cNvSpPr/>
            <p:nvPr/>
          </p:nvSpPr>
          <p:spPr>
            <a:xfrm>
              <a:off x="4038600" y="321564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726" name="Oval 725">
              <a:extLst>
                <a:ext uri="{FF2B5EF4-FFF2-40B4-BE49-F238E27FC236}">
                  <a16:creationId xmlns:a16="http://schemas.microsoft.com/office/drawing/2014/main" id="{2D78565E-7BF8-F84F-4A81-F6A262775327}"/>
                </a:ext>
              </a:extLst>
            </p:cNvPr>
            <p:cNvSpPr/>
            <p:nvPr/>
          </p:nvSpPr>
          <p:spPr>
            <a:xfrm>
              <a:off x="3870960" y="316992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727" name="Oval 726">
              <a:extLst>
                <a:ext uri="{FF2B5EF4-FFF2-40B4-BE49-F238E27FC236}">
                  <a16:creationId xmlns:a16="http://schemas.microsoft.com/office/drawing/2014/main" id="{04BD6E85-7265-5586-75FA-6CF87FD1E554}"/>
                </a:ext>
              </a:extLst>
            </p:cNvPr>
            <p:cNvSpPr/>
            <p:nvPr/>
          </p:nvSpPr>
          <p:spPr>
            <a:xfrm>
              <a:off x="4137660" y="37338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728" name="Oval 727">
              <a:extLst>
                <a:ext uri="{FF2B5EF4-FFF2-40B4-BE49-F238E27FC236}">
                  <a16:creationId xmlns:a16="http://schemas.microsoft.com/office/drawing/2014/main" id="{1AFDBA80-D681-3E95-EF8E-BFE16E2A7343}"/>
                </a:ext>
              </a:extLst>
            </p:cNvPr>
            <p:cNvSpPr/>
            <p:nvPr/>
          </p:nvSpPr>
          <p:spPr>
            <a:xfrm>
              <a:off x="5227320" y="36576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729" name="Oval 728">
              <a:extLst>
                <a:ext uri="{FF2B5EF4-FFF2-40B4-BE49-F238E27FC236}">
                  <a16:creationId xmlns:a16="http://schemas.microsoft.com/office/drawing/2014/main" id="{855818E9-2FE1-AC3A-0C0E-C509FB6CD5DE}"/>
                </a:ext>
              </a:extLst>
            </p:cNvPr>
            <p:cNvSpPr/>
            <p:nvPr/>
          </p:nvSpPr>
          <p:spPr>
            <a:xfrm>
              <a:off x="4693920" y="390144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730" name="Oval 729">
              <a:extLst>
                <a:ext uri="{FF2B5EF4-FFF2-40B4-BE49-F238E27FC236}">
                  <a16:creationId xmlns:a16="http://schemas.microsoft.com/office/drawing/2014/main" id="{62C6000E-192A-D29C-3EF1-4090F6E6A3DD}"/>
                </a:ext>
              </a:extLst>
            </p:cNvPr>
            <p:cNvSpPr/>
            <p:nvPr/>
          </p:nvSpPr>
          <p:spPr>
            <a:xfrm>
              <a:off x="5257800" y="41300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731" name="Oval 730">
              <a:extLst>
                <a:ext uri="{FF2B5EF4-FFF2-40B4-BE49-F238E27FC236}">
                  <a16:creationId xmlns:a16="http://schemas.microsoft.com/office/drawing/2014/main" id="{6CEBB2DE-030F-D86F-1358-FB945E435E00}"/>
                </a:ext>
              </a:extLst>
            </p:cNvPr>
            <p:cNvSpPr/>
            <p:nvPr/>
          </p:nvSpPr>
          <p:spPr>
            <a:xfrm rot="16200000">
              <a:off x="3413760" y="38252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732" name="Oval 731">
              <a:extLst>
                <a:ext uri="{FF2B5EF4-FFF2-40B4-BE49-F238E27FC236}">
                  <a16:creationId xmlns:a16="http://schemas.microsoft.com/office/drawing/2014/main" id="{6B1F4655-8B39-1E77-AE92-13F3A90BC116}"/>
                </a:ext>
              </a:extLst>
            </p:cNvPr>
            <p:cNvSpPr/>
            <p:nvPr/>
          </p:nvSpPr>
          <p:spPr>
            <a:xfrm rot="16200000">
              <a:off x="2926080" y="234696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733" name="Oval 732">
              <a:extLst>
                <a:ext uri="{FF2B5EF4-FFF2-40B4-BE49-F238E27FC236}">
                  <a16:creationId xmlns:a16="http://schemas.microsoft.com/office/drawing/2014/main" id="{33593918-A251-0402-DC9B-EF49A0EBCA8B}"/>
                </a:ext>
              </a:extLst>
            </p:cNvPr>
            <p:cNvSpPr/>
            <p:nvPr/>
          </p:nvSpPr>
          <p:spPr>
            <a:xfrm rot="16200000">
              <a:off x="4191000" y="32918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734" name="Oval 733">
              <a:extLst>
                <a:ext uri="{FF2B5EF4-FFF2-40B4-BE49-F238E27FC236}">
                  <a16:creationId xmlns:a16="http://schemas.microsoft.com/office/drawing/2014/main" id="{2EC51183-A49D-4CF6-CBBF-209688DADDFE}"/>
                </a:ext>
              </a:extLst>
            </p:cNvPr>
            <p:cNvSpPr/>
            <p:nvPr/>
          </p:nvSpPr>
          <p:spPr>
            <a:xfrm rot="16200000">
              <a:off x="3749040" y="172212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735" name="Oval 734">
              <a:extLst>
                <a:ext uri="{FF2B5EF4-FFF2-40B4-BE49-F238E27FC236}">
                  <a16:creationId xmlns:a16="http://schemas.microsoft.com/office/drawing/2014/main" id="{F04EE7FA-B95C-38CC-7BB0-FF730265ABE4}"/>
                </a:ext>
              </a:extLst>
            </p:cNvPr>
            <p:cNvSpPr/>
            <p:nvPr/>
          </p:nvSpPr>
          <p:spPr>
            <a:xfrm rot="16200000">
              <a:off x="3520440" y="271272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736" name="Oval 735">
              <a:extLst>
                <a:ext uri="{FF2B5EF4-FFF2-40B4-BE49-F238E27FC236}">
                  <a16:creationId xmlns:a16="http://schemas.microsoft.com/office/drawing/2014/main" id="{C3104125-CB50-2051-9BF4-1C346596E7F8}"/>
                </a:ext>
              </a:extLst>
            </p:cNvPr>
            <p:cNvSpPr/>
            <p:nvPr/>
          </p:nvSpPr>
          <p:spPr>
            <a:xfrm rot="16200000">
              <a:off x="3322320" y="34442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737" name="Oval 736">
              <a:extLst>
                <a:ext uri="{FF2B5EF4-FFF2-40B4-BE49-F238E27FC236}">
                  <a16:creationId xmlns:a16="http://schemas.microsoft.com/office/drawing/2014/main" id="{86E4CD34-2FF3-C497-7E48-E65209DD30A8}"/>
                </a:ext>
              </a:extLst>
            </p:cNvPr>
            <p:cNvSpPr/>
            <p:nvPr/>
          </p:nvSpPr>
          <p:spPr>
            <a:xfrm>
              <a:off x="4572000" y="211836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738" name="Oval 737">
              <a:extLst>
                <a:ext uri="{FF2B5EF4-FFF2-40B4-BE49-F238E27FC236}">
                  <a16:creationId xmlns:a16="http://schemas.microsoft.com/office/drawing/2014/main" id="{11B251D8-2F70-97E8-1688-859CC8498E3B}"/>
                </a:ext>
              </a:extLst>
            </p:cNvPr>
            <p:cNvSpPr/>
            <p:nvPr/>
          </p:nvSpPr>
          <p:spPr>
            <a:xfrm>
              <a:off x="5562600" y="313944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739" name="Oval 738">
              <a:extLst>
                <a:ext uri="{FF2B5EF4-FFF2-40B4-BE49-F238E27FC236}">
                  <a16:creationId xmlns:a16="http://schemas.microsoft.com/office/drawing/2014/main" id="{65A35434-7B00-1462-A4F6-7DD85FA0C85D}"/>
                </a:ext>
              </a:extLst>
            </p:cNvPr>
            <p:cNvSpPr/>
            <p:nvPr/>
          </p:nvSpPr>
          <p:spPr>
            <a:xfrm>
              <a:off x="5684520" y="19050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740" name="Oval 739">
              <a:extLst>
                <a:ext uri="{FF2B5EF4-FFF2-40B4-BE49-F238E27FC236}">
                  <a16:creationId xmlns:a16="http://schemas.microsoft.com/office/drawing/2014/main" id="{7306B18C-BD80-C582-4BB5-DF331AD2D1D6}"/>
                </a:ext>
              </a:extLst>
            </p:cNvPr>
            <p:cNvSpPr/>
            <p:nvPr/>
          </p:nvSpPr>
          <p:spPr>
            <a:xfrm>
              <a:off x="4693920" y="320040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741" name="Oval 740">
              <a:extLst>
                <a:ext uri="{FF2B5EF4-FFF2-40B4-BE49-F238E27FC236}">
                  <a16:creationId xmlns:a16="http://schemas.microsoft.com/office/drawing/2014/main" id="{D6B93D2C-12D0-DD8C-86D2-7C10BDB79172}"/>
                </a:ext>
              </a:extLst>
            </p:cNvPr>
            <p:cNvSpPr/>
            <p:nvPr/>
          </p:nvSpPr>
          <p:spPr>
            <a:xfrm>
              <a:off x="6263640" y="27584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742" name="Oval 741">
              <a:extLst>
                <a:ext uri="{FF2B5EF4-FFF2-40B4-BE49-F238E27FC236}">
                  <a16:creationId xmlns:a16="http://schemas.microsoft.com/office/drawing/2014/main" id="{26E3CE72-4D55-D0A3-4632-F6B493B7077F}"/>
                </a:ext>
              </a:extLst>
            </p:cNvPr>
            <p:cNvSpPr/>
            <p:nvPr/>
          </p:nvSpPr>
          <p:spPr>
            <a:xfrm>
              <a:off x="5273040" y="25298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743" name="Oval 742">
              <a:extLst>
                <a:ext uri="{FF2B5EF4-FFF2-40B4-BE49-F238E27FC236}">
                  <a16:creationId xmlns:a16="http://schemas.microsoft.com/office/drawing/2014/main" id="{6D576A55-58E5-4F45-F913-312C567DCAFA}"/>
                </a:ext>
              </a:extLst>
            </p:cNvPr>
            <p:cNvSpPr/>
            <p:nvPr/>
          </p:nvSpPr>
          <p:spPr>
            <a:xfrm>
              <a:off x="4678680" y="268224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744" name="Oval 743">
              <a:extLst>
                <a:ext uri="{FF2B5EF4-FFF2-40B4-BE49-F238E27FC236}">
                  <a16:creationId xmlns:a16="http://schemas.microsoft.com/office/drawing/2014/main" id="{A1CE39A4-463D-169B-0C37-A6550022B725}"/>
                </a:ext>
              </a:extLst>
            </p:cNvPr>
            <p:cNvSpPr/>
            <p:nvPr/>
          </p:nvSpPr>
          <p:spPr>
            <a:xfrm rot="16200000">
              <a:off x="4709160" y="213360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745" name="Oval 744">
              <a:extLst>
                <a:ext uri="{FF2B5EF4-FFF2-40B4-BE49-F238E27FC236}">
                  <a16:creationId xmlns:a16="http://schemas.microsoft.com/office/drawing/2014/main" id="{64AD6DC8-07F3-164D-AD8A-D0D7D1F6C35C}"/>
                </a:ext>
              </a:extLst>
            </p:cNvPr>
            <p:cNvSpPr/>
            <p:nvPr/>
          </p:nvSpPr>
          <p:spPr>
            <a:xfrm rot="16200000">
              <a:off x="5120640" y="272796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746" name="Oval 745">
              <a:extLst>
                <a:ext uri="{FF2B5EF4-FFF2-40B4-BE49-F238E27FC236}">
                  <a16:creationId xmlns:a16="http://schemas.microsoft.com/office/drawing/2014/main" id="{7607B17A-06E0-866A-DFC7-3C154CC00623}"/>
                </a:ext>
              </a:extLst>
            </p:cNvPr>
            <p:cNvSpPr/>
            <p:nvPr/>
          </p:nvSpPr>
          <p:spPr>
            <a:xfrm>
              <a:off x="4328160" y="384048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747" name="Oval 746">
              <a:extLst>
                <a:ext uri="{FF2B5EF4-FFF2-40B4-BE49-F238E27FC236}">
                  <a16:creationId xmlns:a16="http://schemas.microsoft.com/office/drawing/2014/main" id="{17B28B44-DCB8-ED61-A8BD-4CD49D9F2276}"/>
                </a:ext>
              </a:extLst>
            </p:cNvPr>
            <p:cNvSpPr/>
            <p:nvPr/>
          </p:nvSpPr>
          <p:spPr>
            <a:xfrm>
              <a:off x="3581400" y="40386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748" name="Oval 747">
              <a:extLst>
                <a:ext uri="{FF2B5EF4-FFF2-40B4-BE49-F238E27FC236}">
                  <a16:creationId xmlns:a16="http://schemas.microsoft.com/office/drawing/2014/main" id="{5F23730D-2439-9350-CEE7-C396359722A9}"/>
                </a:ext>
              </a:extLst>
            </p:cNvPr>
            <p:cNvSpPr/>
            <p:nvPr/>
          </p:nvSpPr>
          <p:spPr>
            <a:xfrm rot="16200000">
              <a:off x="5730240" y="277368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749" name="Oval 748">
              <a:extLst>
                <a:ext uri="{FF2B5EF4-FFF2-40B4-BE49-F238E27FC236}">
                  <a16:creationId xmlns:a16="http://schemas.microsoft.com/office/drawing/2014/main" id="{B000A2C8-31F7-DAE8-1F2F-A5BBB150BC24}"/>
                </a:ext>
              </a:extLst>
            </p:cNvPr>
            <p:cNvSpPr/>
            <p:nvPr/>
          </p:nvSpPr>
          <p:spPr>
            <a:xfrm>
              <a:off x="3916680" y="292608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750" name="Oval 749">
              <a:extLst>
                <a:ext uri="{FF2B5EF4-FFF2-40B4-BE49-F238E27FC236}">
                  <a16:creationId xmlns:a16="http://schemas.microsoft.com/office/drawing/2014/main" id="{FC7998FF-7003-9767-454E-0BC2E10657CB}"/>
                </a:ext>
              </a:extLst>
            </p:cNvPr>
            <p:cNvSpPr/>
            <p:nvPr/>
          </p:nvSpPr>
          <p:spPr>
            <a:xfrm>
              <a:off x="3810000" y="233172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751" name="Oval 750">
              <a:extLst>
                <a:ext uri="{FF2B5EF4-FFF2-40B4-BE49-F238E27FC236}">
                  <a16:creationId xmlns:a16="http://schemas.microsoft.com/office/drawing/2014/main" id="{E217A9DA-1269-BEC6-EFED-38012FC52BD4}"/>
                </a:ext>
              </a:extLst>
            </p:cNvPr>
            <p:cNvSpPr/>
            <p:nvPr/>
          </p:nvSpPr>
          <p:spPr>
            <a:xfrm>
              <a:off x="3169920" y="280416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752" name="Oval 751">
              <a:extLst>
                <a:ext uri="{FF2B5EF4-FFF2-40B4-BE49-F238E27FC236}">
                  <a16:creationId xmlns:a16="http://schemas.microsoft.com/office/drawing/2014/main" id="{B52E6529-90A3-1FFF-9EBB-9B5DEE0F8AE5}"/>
                </a:ext>
              </a:extLst>
            </p:cNvPr>
            <p:cNvSpPr/>
            <p:nvPr/>
          </p:nvSpPr>
          <p:spPr>
            <a:xfrm>
              <a:off x="5212080" y="318516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753" name="Oval 752">
              <a:extLst>
                <a:ext uri="{FF2B5EF4-FFF2-40B4-BE49-F238E27FC236}">
                  <a16:creationId xmlns:a16="http://schemas.microsoft.com/office/drawing/2014/main" id="{5BF73CA9-1776-2927-AE56-F1F5E291876A}"/>
                </a:ext>
              </a:extLst>
            </p:cNvPr>
            <p:cNvSpPr/>
            <p:nvPr/>
          </p:nvSpPr>
          <p:spPr>
            <a:xfrm>
              <a:off x="4739640" y="172212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754" name="Oval 753">
              <a:extLst>
                <a:ext uri="{FF2B5EF4-FFF2-40B4-BE49-F238E27FC236}">
                  <a16:creationId xmlns:a16="http://schemas.microsoft.com/office/drawing/2014/main" id="{CE5EEAFB-B74D-1E0D-CE6C-FB88C0A46A89}"/>
                </a:ext>
              </a:extLst>
            </p:cNvPr>
            <p:cNvSpPr/>
            <p:nvPr/>
          </p:nvSpPr>
          <p:spPr>
            <a:xfrm>
              <a:off x="3337560" y="231648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755" name="Oval 754">
              <a:extLst>
                <a:ext uri="{FF2B5EF4-FFF2-40B4-BE49-F238E27FC236}">
                  <a16:creationId xmlns:a16="http://schemas.microsoft.com/office/drawing/2014/main" id="{3F035E29-1F42-0658-A05B-CFB0C8B95291}"/>
                </a:ext>
              </a:extLst>
            </p:cNvPr>
            <p:cNvSpPr/>
            <p:nvPr/>
          </p:nvSpPr>
          <p:spPr>
            <a:xfrm>
              <a:off x="6202680" y="2301239"/>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756" name="Oval 755">
              <a:extLst>
                <a:ext uri="{FF2B5EF4-FFF2-40B4-BE49-F238E27FC236}">
                  <a16:creationId xmlns:a16="http://schemas.microsoft.com/office/drawing/2014/main" id="{5A06D64E-349A-F583-9FAC-A4CD2F58DAD3}"/>
                </a:ext>
              </a:extLst>
            </p:cNvPr>
            <p:cNvSpPr/>
            <p:nvPr/>
          </p:nvSpPr>
          <p:spPr>
            <a:xfrm rot="16200000">
              <a:off x="5288280" y="1904999"/>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757" name="Oval 756">
              <a:extLst>
                <a:ext uri="{FF2B5EF4-FFF2-40B4-BE49-F238E27FC236}">
                  <a16:creationId xmlns:a16="http://schemas.microsoft.com/office/drawing/2014/main" id="{EBB5D1E7-9812-8B0A-88EB-B98D9CF4DB5B}"/>
                </a:ext>
              </a:extLst>
            </p:cNvPr>
            <p:cNvSpPr/>
            <p:nvPr/>
          </p:nvSpPr>
          <p:spPr>
            <a:xfrm>
              <a:off x="3977640" y="297180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758" name="Oval 757">
              <a:extLst>
                <a:ext uri="{FF2B5EF4-FFF2-40B4-BE49-F238E27FC236}">
                  <a16:creationId xmlns:a16="http://schemas.microsoft.com/office/drawing/2014/main" id="{C8F9EE54-8DAB-4C92-1D53-BC12181A97C9}"/>
                </a:ext>
              </a:extLst>
            </p:cNvPr>
            <p:cNvSpPr/>
            <p:nvPr/>
          </p:nvSpPr>
          <p:spPr>
            <a:xfrm rot="16200000">
              <a:off x="3992880" y="190500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759" name="Oval 758">
              <a:extLst>
                <a:ext uri="{FF2B5EF4-FFF2-40B4-BE49-F238E27FC236}">
                  <a16:creationId xmlns:a16="http://schemas.microsoft.com/office/drawing/2014/main" id="{DAADCF09-E327-2AA8-7BDB-E0EB051A9EFB}"/>
                </a:ext>
              </a:extLst>
            </p:cNvPr>
            <p:cNvSpPr/>
            <p:nvPr/>
          </p:nvSpPr>
          <p:spPr>
            <a:xfrm>
              <a:off x="6111240" y="326136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760" name="Oval 759">
              <a:extLst>
                <a:ext uri="{FF2B5EF4-FFF2-40B4-BE49-F238E27FC236}">
                  <a16:creationId xmlns:a16="http://schemas.microsoft.com/office/drawing/2014/main" id="{E5A2A3EE-6A23-422E-2711-B5DCF74C7F01}"/>
                </a:ext>
              </a:extLst>
            </p:cNvPr>
            <p:cNvSpPr/>
            <p:nvPr/>
          </p:nvSpPr>
          <p:spPr>
            <a:xfrm>
              <a:off x="5166360" y="161544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grpSp>
      <p:grpSp>
        <p:nvGrpSpPr>
          <p:cNvPr id="761" name="Group 760">
            <a:extLst>
              <a:ext uri="{FF2B5EF4-FFF2-40B4-BE49-F238E27FC236}">
                <a16:creationId xmlns:a16="http://schemas.microsoft.com/office/drawing/2014/main" id="{1F3B8130-467A-8B1C-1EF5-7297193FADB1}"/>
              </a:ext>
            </a:extLst>
          </p:cNvPr>
          <p:cNvGrpSpPr/>
          <p:nvPr/>
        </p:nvGrpSpPr>
        <p:grpSpPr>
          <a:xfrm rot="6618426">
            <a:off x="1143000" y="-457217"/>
            <a:ext cx="1386840" cy="1310640"/>
            <a:chOff x="2926080" y="1447800"/>
            <a:chExt cx="4160520" cy="3931920"/>
          </a:xfrm>
        </p:grpSpPr>
        <p:sp>
          <p:nvSpPr>
            <p:cNvPr id="762" name="Oval 761">
              <a:extLst>
                <a:ext uri="{FF2B5EF4-FFF2-40B4-BE49-F238E27FC236}">
                  <a16:creationId xmlns:a16="http://schemas.microsoft.com/office/drawing/2014/main" id="{64E27A02-07DC-89B2-9A0D-9B3CAC0A4328}"/>
                </a:ext>
              </a:extLst>
            </p:cNvPr>
            <p:cNvSpPr/>
            <p:nvPr/>
          </p:nvSpPr>
          <p:spPr>
            <a:xfrm>
              <a:off x="4160520" y="242316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763" name="Oval 762">
              <a:extLst>
                <a:ext uri="{FF2B5EF4-FFF2-40B4-BE49-F238E27FC236}">
                  <a16:creationId xmlns:a16="http://schemas.microsoft.com/office/drawing/2014/main" id="{9FFE0947-92D7-C113-B76E-04CD522F9C9B}"/>
                </a:ext>
              </a:extLst>
            </p:cNvPr>
            <p:cNvSpPr/>
            <p:nvPr/>
          </p:nvSpPr>
          <p:spPr>
            <a:xfrm>
              <a:off x="5852160" y="371856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764" name="Oval 763">
              <a:extLst>
                <a:ext uri="{FF2B5EF4-FFF2-40B4-BE49-F238E27FC236}">
                  <a16:creationId xmlns:a16="http://schemas.microsoft.com/office/drawing/2014/main" id="{D312FF93-9EFE-D30E-98CB-F952355EDCC9}"/>
                </a:ext>
              </a:extLst>
            </p:cNvPr>
            <p:cNvSpPr/>
            <p:nvPr/>
          </p:nvSpPr>
          <p:spPr>
            <a:xfrm>
              <a:off x="4465320" y="455676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765" name="Oval 764">
              <a:extLst>
                <a:ext uri="{FF2B5EF4-FFF2-40B4-BE49-F238E27FC236}">
                  <a16:creationId xmlns:a16="http://schemas.microsoft.com/office/drawing/2014/main" id="{4C44E2A9-98E5-F98A-34B8-93AC5D631A9F}"/>
                </a:ext>
              </a:extLst>
            </p:cNvPr>
            <p:cNvSpPr/>
            <p:nvPr/>
          </p:nvSpPr>
          <p:spPr>
            <a:xfrm>
              <a:off x="3749040" y="429768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766" name="Oval 765">
              <a:extLst>
                <a:ext uri="{FF2B5EF4-FFF2-40B4-BE49-F238E27FC236}">
                  <a16:creationId xmlns:a16="http://schemas.microsoft.com/office/drawing/2014/main" id="{26C2A27D-DD96-F0BB-B18B-A0CEAA65749D}"/>
                </a:ext>
              </a:extLst>
            </p:cNvPr>
            <p:cNvSpPr/>
            <p:nvPr/>
          </p:nvSpPr>
          <p:spPr>
            <a:xfrm>
              <a:off x="4282440" y="14478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767" name="Oval 766">
              <a:extLst>
                <a:ext uri="{FF2B5EF4-FFF2-40B4-BE49-F238E27FC236}">
                  <a16:creationId xmlns:a16="http://schemas.microsoft.com/office/drawing/2014/main" id="{C5D415C2-EFCC-AF88-60B2-0E52E1120CD2}"/>
                </a:ext>
              </a:extLst>
            </p:cNvPr>
            <p:cNvSpPr/>
            <p:nvPr/>
          </p:nvSpPr>
          <p:spPr>
            <a:xfrm>
              <a:off x="2926080" y="301752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768" name="Oval 767">
              <a:extLst>
                <a:ext uri="{FF2B5EF4-FFF2-40B4-BE49-F238E27FC236}">
                  <a16:creationId xmlns:a16="http://schemas.microsoft.com/office/drawing/2014/main" id="{A968E6BE-AF92-77C1-B9A5-A75CADC629BF}"/>
                </a:ext>
              </a:extLst>
            </p:cNvPr>
            <p:cNvSpPr/>
            <p:nvPr/>
          </p:nvSpPr>
          <p:spPr>
            <a:xfrm>
              <a:off x="5852160" y="25146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769" name="Oval 768">
              <a:extLst>
                <a:ext uri="{FF2B5EF4-FFF2-40B4-BE49-F238E27FC236}">
                  <a16:creationId xmlns:a16="http://schemas.microsoft.com/office/drawing/2014/main" id="{E1AF8945-740B-0BB1-8579-0D833EAA9B9F}"/>
                </a:ext>
              </a:extLst>
            </p:cNvPr>
            <p:cNvSpPr/>
            <p:nvPr/>
          </p:nvSpPr>
          <p:spPr>
            <a:xfrm>
              <a:off x="4038600" y="321564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770" name="Oval 769">
              <a:extLst>
                <a:ext uri="{FF2B5EF4-FFF2-40B4-BE49-F238E27FC236}">
                  <a16:creationId xmlns:a16="http://schemas.microsoft.com/office/drawing/2014/main" id="{1F3ECC1F-8FC3-B0C4-63CC-D213EBE7D86F}"/>
                </a:ext>
              </a:extLst>
            </p:cNvPr>
            <p:cNvSpPr/>
            <p:nvPr/>
          </p:nvSpPr>
          <p:spPr>
            <a:xfrm>
              <a:off x="3870960" y="316992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771" name="Oval 770">
              <a:extLst>
                <a:ext uri="{FF2B5EF4-FFF2-40B4-BE49-F238E27FC236}">
                  <a16:creationId xmlns:a16="http://schemas.microsoft.com/office/drawing/2014/main" id="{CE15865A-028E-A32B-E675-EE609DB6ADBA}"/>
                </a:ext>
              </a:extLst>
            </p:cNvPr>
            <p:cNvSpPr/>
            <p:nvPr/>
          </p:nvSpPr>
          <p:spPr>
            <a:xfrm>
              <a:off x="4137660" y="37338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772" name="Oval 771">
              <a:extLst>
                <a:ext uri="{FF2B5EF4-FFF2-40B4-BE49-F238E27FC236}">
                  <a16:creationId xmlns:a16="http://schemas.microsoft.com/office/drawing/2014/main" id="{35F41246-1929-A1F0-E6E7-2787C709FC5B}"/>
                </a:ext>
              </a:extLst>
            </p:cNvPr>
            <p:cNvSpPr/>
            <p:nvPr/>
          </p:nvSpPr>
          <p:spPr>
            <a:xfrm>
              <a:off x="5227320" y="36576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773" name="Oval 772">
              <a:extLst>
                <a:ext uri="{FF2B5EF4-FFF2-40B4-BE49-F238E27FC236}">
                  <a16:creationId xmlns:a16="http://schemas.microsoft.com/office/drawing/2014/main" id="{711D49E7-6ED1-2D9F-C448-7502EEE990C2}"/>
                </a:ext>
              </a:extLst>
            </p:cNvPr>
            <p:cNvSpPr/>
            <p:nvPr/>
          </p:nvSpPr>
          <p:spPr>
            <a:xfrm>
              <a:off x="4693920" y="390144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774" name="Oval 773">
              <a:extLst>
                <a:ext uri="{FF2B5EF4-FFF2-40B4-BE49-F238E27FC236}">
                  <a16:creationId xmlns:a16="http://schemas.microsoft.com/office/drawing/2014/main" id="{66535FD1-41C4-C17C-DA5E-9CF11600B35A}"/>
                </a:ext>
              </a:extLst>
            </p:cNvPr>
            <p:cNvSpPr/>
            <p:nvPr/>
          </p:nvSpPr>
          <p:spPr>
            <a:xfrm>
              <a:off x="5257800" y="41300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775" name="Oval 774">
              <a:extLst>
                <a:ext uri="{FF2B5EF4-FFF2-40B4-BE49-F238E27FC236}">
                  <a16:creationId xmlns:a16="http://schemas.microsoft.com/office/drawing/2014/main" id="{AB7E7D42-AA29-21EE-05AC-8EEE3F9F7FFB}"/>
                </a:ext>
              </a:extLst>
            </p:cNvPr>
            <p:cNvSpPr/>
            <p:nvPr/>
          </p:nvSpPr>
          <p:spPr>
            <a:xfrm rot="16200000">
              <a:off x="3413760" y="38252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776" name="Oval 775">
              <a:extLst>
                <a:ext uri="{FF2B5EF4-FFF2-40B4-BE49-F238E27FC236}">
                  <a16:creationId xmlns:a16="http://schemas.microsoft.com/office/drawing/2014/main" id="{D721436E-22BF-4278-217F-A953C0B7D523}"/>
                </a:ext>
              </a:extLst>
            </p:cNvPr>
            <p:cNvSpPr/>
            <p:nvPr/>
          </p:nvSpPr>
          <p:spPr>
            <a:xfrm rot="16200000">
              <a:off x="2926080" y="234696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777" name="Oval 776">
              <a:extLst>
                <a:ext uri="{FF2B5EF4-FFF2-40B4-BE49-F238E27FC236}">
                  <a16:creationId xmlns:a16="http://schemas.microsoft.com/office/drawing/2014/main" id="{CD725C01-D71C-2246-871A-8FC63C9B1464}"/>
                </a:ext>
              </a:extLst>
            </p:cNvPr>
            <p:cNvSpPr/>
            <p:nvPr/>
          </p:nvSpPr>
          <p:spPr>
            <a:xfrm rot="16200000">
              <a:off x="4191000" y="32918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778" name="Oval 777">
              <a:extLst>
                <a:ext uri="{FF2B5EF4-FFF2-40B4-BE49-F238E27FC236}">
                  <a16:creationId xmlns:a16="http://schemas.microsoft.com/office/drawing/2014/main" id="{1FDD8D07-1A1F-FD65-9863-7009AE4852F7}"/>
                </a:ext>
              </a:extLst>
            </p:cNvPr>
            <p:cNvSpPr/>
            <p:nvPr/>
          </p:nvSpPr>
          <p:spPr>
            <a:xfrm rot="16200000">
              <a:off x="3749040" y="172212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779" name="Oval 778">
              <a:extLst>
                <a:ext uri="{FF2B5EF4-FFF2-40B4-BE49-F238E27FC236}">
                  <a16:creationId xmlns:a16="http://schemas.microsoft.com/office/drawing/2014/main" id="{D258BFA3-0719-E913-39FA-32BE8860CB63}"/>
                </a:ext>
              </a:extLst>
            </p:cNvPr>
            <p:cNvSpPr/>
            <p:nvPr/>
          </p:nvSpPr>
          <p:spPr>
            <a:xfrm rot="16200000">
              <a:off x="3520440" y="271272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780" name="Oval 779">
              <a:extLst>
                <a:ext uri="{FF2B5EF4-FFF2-40B4-BE49-F238E27FC236}">
                  <a16:creationId xmlns:a16="http://schemas.microsoft.com/office/drawing/2014/main" id="{76C54BAB-003F-3164-BE74-7F38D559FD96}"/>
                </a:ext>
              </a:extLst>
            </p:cNvPr>
            <p:cNvSpPr/>
            <p:nvPr/>
          </p:nvSpPr>
          <p:spPr>
            <a:xfrm rot="16200000">
              <a:off x="3322320" y="34442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781" name="Oval 780">
              <a:extLst>
                <a:ext uri="{FF2B5EF4-FFF2-40B4-BE49-F238E27FC236}">
                  <a16:creationId xmlns:a16="http://schemas.microsoft.com/office/drawing/2014/main" id="{2ED76640-597F-673F-276D-D6DF18F4390D}"/>
                </a:ext>
              </a:extLst>
            </p:cNvPr>
            <p:cNvSpPr/>
            <p:nvPr/>
          </p:nvSpPr>
          <p:spPr>
            <a:xfrm>
              <a:off x="4572000" y="211836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782" name="Oval 781">
              <a:extLst>
                <a:ext uri="{FF2B5EF4-FFF2-40B4-BE49-F238E27FC236}">
                  <a16:creationId xmlns:a16="http://schemas.microsoft.com/office/drawing/2014/main" id="{AD2BB18B-78E4-C595-3441-8FA179356569}"/>
                </a:ext>
              </a:extLst>
            </p:cNvPr>
            <p:cNvSpPr/>
            <p:nvPr/>
          </p:nvSpPr>
          <p:spPr>
            <a:xfrm>
              <a:off x="5562600" y="313944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783" name="Oval 782">
              <a:extLst>
                <a:ext uri="{FF2B5EF4-FFF2-40B4-BE49-F238E27FC236}">
                  <a16:creationId xmlns:a16="http://schemas.microsoft.com/office/drawing/2014/main" id="{93EDB30D-B283-A997-328B-396E827C205F}"/>
                </a:ext>
              </a:extLst>
            </p:cNvPr>
            <p:cNvSpPr/>
            <p:nvPr/>
          </p:nvSpPr>
          <p:spPr>
            <a:xfrm>
              <a:off x="5684520" y="19050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784" name="Oval 783">
              <a:extLst>
                <a:ext uri="{FF2B5EF4-FFF2-40B4-BE49-F238E27FC236}">
                  <a16:creationId xmlns:a16="http://schemas.microsoft.com/office/drawing/2014/main" id="{1E0BC111-453B-E3EC-025D-D290BB4BA868}"/>
                </a:ext>
              </a:extLst>
            </p:cNvPr>
            <p:cNvSpPr/>
            <p:nvPr/>
          </p:nvSpPr>
          <p:spPr>
            <a:xfrm>
              <a:off x="4693920" y="320040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785" name="Oval 784">
              <a:extLst>
                <a:ext uri="{FF2B5EF4-FFF2-40B4-BE49-F238E27FC236}">
                  <a16:creationId xmlns:a16="http://schemas.microsoft.com/office/drawing/2014/main" id="{40A8BD34-59FA-E31B-97B4-3B2E5298B5A7}"/>
                </a:ext>
              </a:extLst>
            </p:cNvPr>
            <p:cNvSpPr/>
            <p:nvPr/>
          </p:nvSpPr>
          <p:spPr>
            <a:xfrm>
              <a:off x="6263640" y="27584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786" name="Oval 785">
              <a:extLst>
                <a:ext uri="{FF2B5EF4-FFF2-40B4-BE49-F238E27FC236}">
                  <a16:creationId xmlns:a16="http://schemas.microsoft.com/office/drawing/2014/main" id="{4B46B810-8021-31FA-1607-3C431D75F5DC}"/>
                </a:ext>
              </a:extLst>
            </p:cNvPr>
            <p:cNvSpPr/>
            <p:nvPr/>
          </p:nvSpPr>
          <p:spPr>
            <a:xfrm>
              <a:off x="5273040" y="25298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787" name="Oval 786">
              <a:extLst>
                <a:ext uri="{FF2B5EF4-FFF2-40B4-BE49-F238E27FC236}">
                  <a16:creationId xmlns:a16="http://schemas.microsoft.com/office/drawing/2014/main" id="{DDB18E41-8AD2-A585-D3FE-A60B8CDA80F6}"/>
                </a:ext>
              </a:extLst>
            </p:cNvPr>
            <p:cNvSpPr/>
            <p:nvPr/>
          </p:nvSpPr>
          <p:spPr>
            <a:xfrm>
              <a:off x="4678680" y="268224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788" name="Oval 787">
              <a:extLst>
                <a:ext uri="{FF2B5EF4-FFF2-40B4-BE49-F238E27FC236}">
                  <a16:creationId xmlns:a16="http://schemas.microsoft.com/office/drawing/2014/main" id="{A242E119-F3E8-FF8D-82CC-F135164B7C29}"/>
                </a:ext>
              </a:extLst>
            </p:cNvPr>
            <p:cNvSpPr/>
            <p:nvPr/>
          </p:nvSpPr>
          <p:spPr>
            <a:xfrm rot="16200000">
              <a:off x="4709160" y="213360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789" name="Oval 788">
              <a:extLst>
                <a:ext uri="{FF2B5EF4-FFF2-40B4-BE49-F238E27FC236}">
                  <a16:creationId xmlns:a16="http://schemas.microsoft.com/office/drawing/2014/main" id="{0280918B-1CB2-B576-84E2-2191D2CB5E66}"/>
                </a:ext>
              </a:extLst>
            </p:cNvPr>
            <p:cNvSpPr/>
            <p:nvPr/>
          </p:nvSpPr>
          <p:spPr>
            <a:xfrm rot="16200000">
              <a:off x="5120640" y="272796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790" name="Oval 789">
              <a:extLst>
                <a:ext uri="{FF2B5EF4-FFF2-40B4-BE49-F238E27FC236}">
                  <a16:creationId xmlns:a16="http://schemas.microsoft.com/office/drawing/2014/main" id="{70848051-3FC7-6E30-6835-00D2B2098E9E}"/>
                </a:ext>
              </a:extLst>
            </p:cNvPr>
            <p:cNvSpPr/>
            <p:nvPr/>
          </p:nvSpPr>
          <p:spPr>
            <a:xfrm>
              <a:off x="4328160" y="384048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791" name="Oval 790">
              <a:extLst>
                <a:ext uri="{FF2B5EF4-FFF2-40B4-BE49-F238E27FC236}">
                  <a16:creationId xmlns:a16="http://schemas.microsoft.com/office/drawing/2014/main" id="{4FA8AF3B-85B1-765C-9015-C4A19C92B458}"/>
                </a:ext>
              </a:extLst>
            </p:cNvPr>
            <p:cNvSpPr/>
            <p:nvPr/>
          </p:nvSpPr>
          <p:spPr>
            <a:xfrm>
              <a:off x="3581400" y="40386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792" name="Oval 791">
              <a:extLst>
                <a:ext uri="{FF2B5EF4-FFF2-40B4-BE49-F238E27FC236}">
                  <a16:creationId xmlns:a16="http://schemas.microsoft.com/office/drawing/2014/main" id="{EB89C70E-C9E9-CCF2-4D40-423D61640AE9}"/>
                </a:ext>
              </a:extLst>
            </p:cNvPr>
            <p:cNvSpPr/>
            <p:nvPr/>
          </p:nvSpPr>
          <p:spPr>
            <a:xfrm rot="16200000">
              <a:off x="5730240" y="277368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793" name="Oval 792">
              <a:extLst>
                <a:ext uri="{FF2B5EF4-FFF2-40B4-BE49-F238E27FC236}">
                  <a16:creationId xmlns:a16="http://schemas.microsoft.com/office/drawing/2014/main" id="{EC5F185B-4790-2CC9-DCF0-4F38D45BDAE4}"/>
                </a:ext>
              </a:extLst>
            </p:cNvPr>
            <p:cNvSpPr/>
            <p:nvPr/>
          </p:nvSpPr>
          <p:spPr>
            <a:xfrm>
              <a:off x="3916680" y="292608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794" name="Oval 793">
              <a:extLst>
                <a:ext uri="{FF2B5EF4-FFF2-40B4-BE49-F238E27FC236}">
                  <a16:creationId xmlns:a16="http://schemas.microsoft.com/office/drawing/2014/main" id="{3BFF221B-1771-72C5-6FFC-195F5FFA611B}"/>
                </a:ext>
              </a:extLst>
            </p:cNvPr>
            <p:cNvSpPr/>
            <p:nvPr/>
          </p:nvSpPr>
          <p:spPr>
            <a:xfrm>
              <a:off x="3810000" y="233172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795" name="Oval 794">
              <a:extLst>
                <a:ext uri="{FF2B5EF4-FFF2-40B4-BE49-F238E27FC236}">
                  <a16:creationId xmlns:a16="http://schemas.microsoft.com/office/drawing/2014/main" id="{CA434C95-102A-7017-5FD9-B05EE7871FE0}"/>
                </a:ext>
              </a:extLst>
            </p:cNvPr>
            <p:cNvSpPr/>
            <p:nvPr/>
          </p:nvSpPr>
          <p:spPr>
            <a:xfrm>
              <a:off x="3169920" y="280416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796" name="Oval 795">
              <a:extLst>
                <a:ext uri="{FF2B5EF4-FFF2-40B4-BE49-F238E27FC236}">
                  <a16:creationId xmlns:a16="http://schemas.microsoft.com/office/drawing/2014/main" id="{97351AC9-C5C5-380F-837E-3AAE506885AC}"/>
                </a:ext>
              </a:extLst>
            </p:cNvPr>
            <p:cNvSpPr/>
            <p:nvPr/>
          </p:nvSpPr>
          <p:spPr>
            <a:xfrm>
              <a:off x="5212080" y="318516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797" name="Oval 796">
              <a:extLst>
                <a:ext uri="{FF2B5EF4-FFF2-40B4-BE49-F238E27FC236}">
                  <a16:creationId xmlns:a16="http://schemas.microsoft.com/office/drawing/2014/main" id="{142B8E62-56C9-974C-EC7B-E8F047A41BA2}"/>
                </a:ext>
              </a:extLst>
            </p:cNvPr>
            <p:cNvSpPr/>
            <p:nvPr/>
          </p:nvSpPr>
          <p:spPr>
            <a:xfrm>
              <a:off x="4739640" y="172212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798" name="Oval 797">
              <a:extLst>
                <a:ext uri="{FF2B5EF4-FFF2-40B4-BE49-F238E27FC236}">
                  <a16:creationId xmlns:a16="http://schemas.microsoft.com/office/drawing/2014/main" id="{5AD8269E-0456-B3C3-4D00-345FF6D71D4D}"/>
                </a:ext>
              </a:extLst>
            </p:cNvPr>
            <p:cNvSpPr/>
            <p:nvPr/>
          </p:nvSpPr>
          <p:spPr>
            <a:xfrm>
              <a:off x="3337560" y="231648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799" name="Oval 798">
              <a:extLst>
                <a:ext uri="{FF2B5EF4-FFF2-40B4-BE49-F238E27FC236}">
                  <a16:creationId xmlns:a16="http://schemas.microsoft.com/office/drawing/2014/main" id="{B2E71501-4338-961B-588F-1B00F6351C9C}"/>
                </a:ext>
              </a:extLst>
            </p:cNvPr>
            <p:cNvSpPr/>
            <p:nvPr/>
          </p:nvSpPr>
          <p:spPr>
            <a:xfrm>
              <a:off x="6202680" y="2301239"/>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800" name="Oval 799">
              <a:extLst>
                <a:ext uri="{FF2B5EF4-FFF2-40B4-BE49-F238E27FC236}">
                  <a16:creationId xmlns:a16="http://schemas.microsoft.com/office/drawing/2014/main" id="{E552DD38-2E2B-6A0C-0CBC-812C12506C1A}"/>
                </a:ext>
              </a:extLst>
            </p:cNvPr>
            <p:cNvSpPr/>
            <p:nvPr/>
          </p:nvSpPr>
          <p:spPr>
            <a:xfrm rot="16200000">
              <a:off x="5288280" y="1904999"/>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801" name="Oval 800">
              <a:extLst>
                <a:ext uri="{FF2B5EF4-FFF2-40B4-BE49-F238E27FC236}">
                  <a16:creationId xmlns:a16="http://schemas.microsoft.com/office/drawing/2014/main" id="{1C95F5BA-4CF1-93E6-1DB4-AB0E6E2D8DF1}"/>
                </a:ext>
              </a:extLst>
            </p:cNvPr>
            <p:cNvSpPr/>
            <p:nvPr/>
          </p:nvSpPr>
          <p:spPr>
            <a:xfrm>
              <a:off x="3977640" y="297180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802" name="Oval 801">
              <a:extLst>
                <a:ext uri="{FF2B5EF4-FFF2-40B4-BE49-F238E27FC236}">
                  <a16:creationId xmlns:a16="http://schemas.microsoft.com/office/drawing/2014/main" id="{74052882-E6E3-F71E-BA18-BCF496771CA2}"/>
                </a:ext>
              </a:extLst>
            </p:cNvPr>
            <p:cNvSpPr/>
            <p:nvPr/>
          </p:nvSpPr>
          <p:spPr>
            <a:xfrm rot="16200000">
              <a:off x="3992880" y="190500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803" name="Oval 802">
              <a:extLst>
                <a:ext uri="{FF2B5EF4-FFF2-40B4-BE49-F238E27FC236}">
                  <a16:creationId xmlns:a16="http://schemas.microsoft.com/office/drawing/2014/main" id="{04301047-B4BF-CC77-B77A-813039B33D4B}"/>
                </a:ext>
              </a:extLst>
            </p:cNvPr>
            <p:cNvSpPr/>
            <p:nvPr/>
          </p:nvSpPr>
          <p:spPr>
            <a:xfrm>
              <a:off x="6111240" y="326136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804" name="Oval 803">
              <a:extLst>
                <a:ext uri="{FF2B5EF4-FFF2-40B4-BE49-F238E27FC236}">
                  <a16:creationId xmlns:a16="http://schemas.microsoft.com/office/drawing/2014/main" id="{FD7701A8-B386-6243-5830-30516409CC72}"/>
                </a:ext>
              </a:extLst>
            </p:cNvPr>
            <p:cNvSpPr/>
            <p:nvPr/>
          </p:nvSpPr>
          <p:spPr>
            <a:xfrm>
              <a:off x="5166360" y="161544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grpSp>
      <p:grpSp>
        <p:nvGrpSpPr>
          <p:cNvPr id="805" name="Group 804">
            <a:extLst>
              <a:ext uri="{FF2B5EF4-FFF2-40B4-BE49-F238E27FC236}">
                <a16:creationId xmlns:a16="http://schemas.microsoft.com/office/drawing/2014/main" id="{F79C5EDA-C2ED-8545-3D32-12E4F744F361}"/>
              </a:ext>
            </a:extLst>
          </p:cNvPr>
          <p:cNvGrpSpPr/>
          <p:nvPr/>
        </p:nvGrpSpPr>
        <p:grpSpPr>
          <a:xfrm rot="2595812">
            <a:off x="-533400" y="5547360"/>
            <a:ext cx="1386840" cy="1310640"/>
            <a:chOff x="2926080" y="1447800"/>
            <a:chExt cx="4160520" cy="3931920"/>
          </a:xfrm>
        </p:grpSpPr>
        <p:sp>
          <p:nvSpPr>
            <p:cNvPr id="806" name="Oval 805">
              <a:extLst>
                <a:ext uri="{FF2B5EF4-FFF2-40B4-BE49-F238E27FC236}">
                  <a16:creationId xmlns:a16="http://schemas.microsoft.com/office/drawing/2014/main" id="{E31E4994-0C95-6367-AB4B-EBD197CD54D4}"/>
                </a:ext>
              </a:extLst>
            </p:cNvPr>
            <p:cNvSpPr/>
            <p:nvPr/>
          </p:nvSpPr>
          <p:spPr>
            <a:xfrm>
              <a:off x="4160520" y="242316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807" name="Oval 806">
              <a:extLst>
                <a:ext uri="{FF2B5EF4-FFF2-40B4-BE49-F238E27FC236}">
                  <a16:creationId xmlns:a16="http://schemas.microsoft.com/office/drawing/2014/main" id="{9DAB7033-D06E-3474-E8E8-B9CF4DBA82F6}"/>
                </a:ext>
              </a:extLst>
            </p:cNvPr>
            <p:cNvSpPr/>
            <p:nvPr/>
          </p:nvSpPr>
          <p:spPr>
            <a:xfrm>
              <a:off x="5852160" y="371856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808" name="Oval 807">
              <a:extLst>
                <a:ext uri="{FF2B5EF4-FFF2-40B4-BE49-F238E27FC236}">
                  <a16:creationId xmlns:a16="http://schemas.microsoft.com/office/drawing/2014/main" id="{BAB3CB78-C61E-C078-BA02-010F1A81E7CE}"/>
                </a:ext>
              </a:extLst>
            </p:cNvPr>
            <p:cNvSpPr/>
            <p:nvPr/>
          </p:nvSpPr>
          <p:spPr>
            <a:xfrm>
              <a:off x="4465320" y="455676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809" name="Oval 808">
              <a:extLst>
                <a:ext uri="{FF2B5EF4-FFF2-40B4-BE49-F238E27FC236}">
                  <a16:creationId xmlns:a16="http://schemas.microsoft.com/office/drawing/2014/main" id="{DBA8D0AC-CC3A-6624-0600-498120662494}"/>
                </a:ext>
              </a:extLst>
            </p:cNvPr>
            <p:cNvSpPr/>
            <p:nvPr/>
          </p:nvSpPr>
          <p:spPr>
            <a:xfrm>
              <a:off x="3749040" y="429768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810" name="Oval 809">
              <a:extLst>
                <a:ext uri="{FF2B5EF4-FFF2-40B4-BE49-F238E27FC236}">
                  <a16:creationId xmlns:a16="http://schemas.microsoft.com/office/drawing/2014/main" id="{BEC75A40-E84E-44B2-B7A8-E5AEAE0B03C5}"/>
                </a:ext>
              </a:extLst>
            </p:cNvPr>
            <p:cNvSpPr/>
            <p:nvPr/>
          </p:nvSpPr>
          <p:spPr>
            <a:xfrm>
              <a:off x="4282440" y="14478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811" name="Oval 810">
              <a:extLst>
                <a:ext uri="{FF2B5EF4-FFF2-40B4-BE49-F238E27FC236}">
                  <a16:creationId xmlns:a16="http://schemas.microsoft.com/office/drawing/2014/main" id="{268229EC-0642-9D43-5000-06C526FAC693}"/>
                </a:ext>
              </a:extLst>
            </p:cNvPr>
            <p:cNvSpPr/>
            <p:nvPr/>
          </p:nvSpPr>
          <p:spPr>
            <a:xfrm>
              <a:off x="2926080" y="301752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812" name="Oval 811">
              <a:extLst>
                <a:ext uri="{FF2B5EF4-FFF2-40B4-BE49-F238E27FC236}">
                  <a16:creationId xmlns:a16="http://schemas.microsoft.com/office/drawing/2014/main" id="{D74AFE38-E32B-B9DC-68AD-82E7A22798FC}"/>
                </a:ext>
              </a:extLst>
            </p:cNvPr>
            <p:cNvSpPr/>
            <p:nvPr/>
          </p:nvSpPr>
          <p:spPr>
            <a:xfrm>
              <a:off x="5852160" y="25146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813" name="Oval 812">
              <a:extLst>
                <a:ext uri="{FF2B5EF4-FFF2-40B4-BE49-F238E27FC236}">
                  <a16:creationId xmlns:a16="http://schemas.microsoft.com/office/drawing/2014/main" id="{55082141-CD89-C623-4606-5DC27EB5DEF1}"/>
                </a:ext>
              </a:extLst>
            </p:cNvPr>
            <p:cNvSpPr/>
            <p:nvPr/>
          </p:nvSpPr>
          <p:spPr>
            <a:xfrm>
              <a:off x="4038600" y="321564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814" name="Oval 813">
              <a:extLst>
                <a:ext uri="{FF2B5EF4-FFF2-40B4-BE49-F238E27FC236}">
                  <a16:creationId xmlns:a16="http://schemas.microsoft.com/office/drawing/2014/main" id="{9279416B-A59F-BFD4-140F-DBF0683ACDE6}"/>
                </a:ext>
              </a:extLst>
            </p:cNvPr>
            <p:cNvSpPr/>
            <p:nvPr/>
          </p:nvSpPr>
          <p:spPr>
            <a:xfrm>
              <a:off x="3870960" y="316992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815" name="Oval 814">
              <a:extLst>
                <a:ext uri="{FF2B5EF4-FFF2-40B4-BE49-F238E27FC236}">
                  <a16:creationId xmlns:a16="http://schemas.microsoft.com/office/drawing/2014/main" id="{A0F506D0-64B6-77D0-7E31-75B1E3BCDBFF}"/>
                </a:ext>
              </a:extLst>
            </p:cNvPr>
            <p:cNvSpPr/>
            <p:nvPr/>
          </p:nvSpPr>
          <p:spPr>
            <a:xfrm>
              <a:off x="4137660" y="37338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816" name="Oval 815">
              <a:extLst>
                <a:ext uri="{FF2B5EF4-FFF2-40B4-BE49-F238E27FC236}">
                  <a16:creationId xmlns:a16="http://schemas.microsoft.com/office/drawing/2014/main" id="{C29FF4AC-D1BD-B0C1-344D-1963EC0196A8}"/>
                </a:ext>
              </a:extLst>
            </p:cNvPr>
            <p:cNvSpPr/>
            <p:nvPr/>
          </p:nvSpPr>
          <p:spPr>
            <a:xfrm>
              <a:off x="5227320" y="36576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817" name="Oval 816">
              <a:extLst>
                <a:ext uri="{FF2B5EF4-FFF2-40B4-BE49-F238E27FC236}">
                  <a16:creationId xmlns:a16="http://schemas.microsoft.com/office/drawing/2014/main" id="{1772A05E-5C6A-D3FF-B4C9-D9B53AD94B20}"/>
                </a:ext>
              </a:extLst>
            </p:cNvPr>
            <p:cNvSpPr/>
            <p:nvPr/>
          </p:nvSpPr>
          <p:spPr>
            <a:xfrm>
              <a:off x="4693920" y="390144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818" name="Oval 817">
              <a:extLst>
                <a:ext uri="{FF2B5EF4-FFF2-40B4-BE49-F238E27FC236}">
                  <a16:creationId xmlns:a16="http://schemas.microsoft.com/office/drawing/2014/main" id="{49C20A62-C67A-DBA3-5E66-52C5AF7AC451}"/>
                </a:ext>
              </a:extLst>
            </p:cNvPr>
            <p:cNvSpPr/>
            <p:nvPr/>
          </p:nvSpPr>
          <p:spPr>
            <a:xfrm>
              <a:off x="5257800" y="41300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819" name="Oval 818">
              <a:extLst>
                <a:ext uri="{FF2B5EF4-FFF2-40B4-BE49-F238E27FC236}">
                  <a16:creationId xmlns:a16="http://schemas.microsoft.com/office/drawing/2014/main" id="{40B5805E-1945-E629-D036-4C6634401A2C}"/>
                </a:ext>
              </a:extLst>
            </p:cNvPr>
            <p:cNvSpPr/>
            <p:nvPr/>
          </p:nvSpPr>
          <p:spPr>
            <a:xfrm rot="16200000">
              <a:off x="3413760" y="38252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820" name="Oval 819">
              <a:extLst>
                <a:ext uri="{FF2B5EF4-FFF2-40B4-BE49-F238E27FC236}">
                  <a16:creationId xmlns:a16="http://schemas.microsoft.com/office/drawing/2014/main" id="{4C28C2BA-E3D9-5EAC-8489-F368C31B1141}"/>
                </a:ext>
              </a:extLst>
            </p:cNvPr>
            <p:cNvSpPr/>
            <p:nvPr/>
          </p:nvSpPr>
          <p:spPr>
            <a:xfrm rot="16200000">
              <a:off x="2926080" y="234696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821" name="Oval 820">
              <a:extLst>
                <a:ext uri="{FF2B5EF4-FFF2-40B4-BE49-F238E27FC236}">
                  <a16:creationId xmlns:a16="http://schemas.microsoft.com/office/drawing/2014/main" id="{7D87E3AD-4AC0-B331-EC11-03531C2D3EAE}"/>
                </a:ext>
              </a:extLst>
            </p:cNvPr>
            <p:cNvSpPr/>
            <p:nvPr/>
          </p:nvSpPr>
          <p:spPr>
            <a:xfrm rot="16200000">
              <a:off x="4191000" y="32918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822" name="Oval 821">
              <a:extLst>
                <a:ext uri="{FF2B5EF4-FFF2-40B4-BE49-F238E27FC236}">
                  <a16:creationId xmlns:a16="http://schemas.microsoft.com/office/drawing/2014/main" id="{EC3E3338-5FFD-358E-C76E-B083282F2F79}"/>
                </a:ext>
              </a:extLst>
            </p:cNvPr>
            <p:cNvSpPr/>
            <p:nvPr/>
          </p:nvSpPr>
          <p:spPr>
            <a:xfrm rot="16200000">
              <a:off x="3749040" y="172212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823" name="Oval 822">
              <a:extLst>
                <a:ext uri="{FF2B5EF4-FFF2-40B4-BE49-F238E27FC236}">
                  <a16:creationId xmlns:a16="http://schemas.microsoft.com/office/drawing/2014/main" id="{3D3DA456-9BD6-CE50-B490-84BD4003D82F}"/>
                </a:ext>
              </a:extLst>
            </p:cNvPr>
            <p:cNvSpPr/>
            <p:nvPr/>
          </p:nvSpPr>
          <p:spPr>
            <a:xfrm rot="16200000">
              <a:off x="3520440" y="271272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824" name="Oval 823">
              <a:extLst>
                <a:ext uri="{FF2B5EF4-FFF2-40B4-BE49-F238E27FC236}">
                  <a16:creationId xmlns:a16="http://schemas.microsoft.com/office/drawing/2014/main" id="{D7AA80DB-9B62-D36E-40E1-208989077E0E}"/>
                </a:ext>
              </a:extLst>
            </p:cNvPr>
            <p:cNvSpPr/>
            <p:nvPr/>
          </p:nvSpPr>
          <p:spPr>
            <a:xfrm rot="16200000">
              <a:off x="3322320" y="34442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825" name="Oval 824">
              <a:extLst>
                <a:ext uri="{FF2B5EF4-FFF2-40B4-BE49-F238E27FC236}">
                  <a16:creationId xmlns:a16="http://schemas.microsoft.com/office/drawing/2014/main" id="{8F07317A-FE0E-33A6-028B-B61E6479FD33}"/>
                </a:ext>
              </a:extLst>
            </p:cNvPr>
            <p:cNvSpPr/>
            <p:nvPr/>
          </p:nvSpPr>
          <p:spPr>
            <a:xfrm>
              <a:off x="4572000" y="211836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826" name="Oval 825">
              <a:extLst>
                <a:ext uri="{FF2B5EF4-FFF2-40B4-BE49-F238E27FC236}">
                  <a16:creationId xmlns:a16="http://schemas.microsoft.com/office/drawing/2014/main" id="{6E066C6E-E6B8-D9F2-8FFB-CC59B260CE83}"/>
                </a:ext>
              </a:extLst>
            </p:cNvPr>
            <p:cNvSpPr/>
            <p:nvPr/>
          </p:nvSpPr>
          <p:spPr>
            <a:xfrm>
              <a:off x="5562600" y="313944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827" name="Oval 826">
              <a:extLst>
                <a:ext uri="{FF2B5EF4-FFF2-40B4-BE49-F238E27FC236}">
                  <a16:creationId xmlns:a16="http://schemas.microsoft.com/office/drawing/2014/main" id="{879A7D30-FDB9-35B6-904B-7829E02F3509}"/>
                </a:ext>
              </a:extLst>
            </p:cNvPr>
            <p:cNvSpPr/>
            <p:nvPr/>
          </p:nvSpPr>
          <p:spPr>
            <a:xfrm>
              <a:off x="5684520" y="19050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828" name="Oval 827">
              <a:extLst>
                <a:ext uri="{FF2B5EF4-FFF2-40B4-BE49-F238E27FC236}">
                  <a16:creationId xmlns:a16="http://schemas.microsoft.com/office/drawing/2014/main" id="{E21E9D84-B9D8-9F48-1964-DBA9D212C52A}"/>
                </a:ext>
              </a:extLst>
            </p:cNvPr>
            <p:cNvSpPr/>
            <p:nvPr/>
          </p:nvSpPr>
          <p:spPr>
            <a:xfrm>
              <a:off x="4693920" y="320040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829" name="Oval 828">
              <a:extLst>
                <a:ext uri="{FF2B5EF4-FFF2-40B4-BE49-F238E27FC236}">
                  <a16:creationId xmlns:a16="http://schemas.microsoft.com/office/drawing/2014/main" id="{5939268B-9F7C-E3B3-C4AC-A10037FB65BE}"/>
                </a:ext>
              </a:extLst>
            </p:cNvPr>
            <p:cNvSpPr/>
            <p:nvPr/>
          </p:nvSpPr>
          <p:spPr>
            <a:xfrm>
              <a:off x="6263640" y="27584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830" name="Oval 829">
              <a:extLst>
                <a:ext uri="{FF2B5EF4-FFF2-40B4-BE49-F238E27FC236}">
                  <a16:creationId xmlns:a16="http://schemas.microsoft.com/office/drawing/2014/main" id="{439DA8AE-6D22-FBDC-BA0C-4CA0A1348D27}"/>
                </a:ext>
              </a:extLst>
            </p:cNvPr>
            <p:cNvSpPr/>
            <p:nvPr/>
          </p:nvSpPr>
          <p:spPr>
            <a:xfrm>
              <a:off x="5273040" y="25298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831" name="Oval 830">
              <a:extLst>
                <a:ext uri="{FF2B5EF4-FFF2-40B4-BE49-F238E27FC236}">
                  <a16:creationId xmlns:a16="http://schemas.microsoft.com/office/drawing/2014/main" id="{DC502406-40A7-128A-6DB8-82C387D5B46F}"/>
                </a:ext>
              </a:extLst>
            </p:cNvPr>
            <p:cNvSpPr/>
            <p:nvPr/>
          </p:nvSpPr>
          <p:spPr>
            <a:xfrm>
              <a:off x="4678680" y="268224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832" name="Oval 831">
              <a:extLst>
                <a:ext uri="{FF2B5EF4-FFF2-40B4-BE49-F238E27FC236}">
                  <a16:creationId xmlns:a16="http://schemas.microsoft.com/office/drawing/2014/main" id="{16D30073-DA42-041F-865E-E1076EF0B006}"/>
                </a:ext>
              </a:extLst>
            </p:cNvPr>
            <p:cNvSpPr/>
            <p:nvPr/>
          </p:nvSpPr>
          <p:spPr>
            <a:xfrm rot="16200000">
              <a:off x="4709160" y="213360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833" name="Oval 832">
              <a:extLst>
                <a:ext uri="{FF2B5EF4-FFF2-40B4-BE49-F238E27FC236}">
                  <a16:creationId xmlns:a16="http://schemas.microsoft.com/office/drawing/2014/main" id="{C9C970E1-6084-1168-F114-5B1E463AA158}"/>
                </a:ext>
              </a:extLst>
            </p:cNvPr>
            <p:cNvSpPr/>
            <p:nvPr/>
          </p:nvSpPr>
          <p:spPr>
            <a:xfrm rot="16200000">
              <a:off x="5120640" y="272796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834" name="Oval 833">
              <a:extLst>
                <a:ext uri="{FF2B5EF4-FFF2-40B4-BE49-F238E27FC236}">
                  <a16:creationId xmlns:a16="http://schemas.microsoft.com/office/drawing/2014/main" id="{78A278B2-59B4-BE54-1C8B-EE938C577904}"/>
                </a:ext>
              </a:extLst>
            </p:cNvPr>
            <p:cNvSpPr/>
            <p:nvPr/>
          </p:nvSpPr>
          <p:spPr>
            <a:xfrm>
              <a:off x="4328160" y="384048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835" name="Oval 834">
              <a:extLst>
                <a:ext uri="{FF2B5EF4-FFF2-40B4-BE49-F238E27FC236}">
                  <a16:creationId xmlns:a16="http://schemas.microsoft.com/office/drawing/2014/main" id="{7B634F36-E764-3C81-03B7-430F070C765F}"/>
                </a:ext>
              </a:extLst>
            </p:cNvPr>
            <p:cNvSpPr/>
            <p:nvPr/>
          </p:nvSpPr>
          <p:spPr>
            <a:xfrm>
              <a:off x="3581400" y="40386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836" name="Oval 835">
              <a:extLst>
                <a:ext uri="{FF2B5EF4-FFF2-40B4-BE49-F238E27FC236}">
                  <a16:creationId xmlns:a16="http://schemas.microsoft.com/office/drawing/2014/main" id="{C403A963-318F-2FA9-2588-3918A078DC75}"/>
                </a:ext>
              </a:extLst>
            </p:cNvPr>
            <p:cNvSpPr/>
            <p:nvPr/>
          </p:nvSpPr>
          <p:spPr>
            <a:xfrm rot="16200000">
              <a:off x="5730240" y="277368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837" name="Oval 836">
              <a:extLst>
                <a:ext uri="{FF2B5EF4-FFF2-40B4-BE49-F238E27FC236}">
                  <a16:creationId xmlns:a16="http://schemas.microsoft.com/office/drawing/2014/main" id="{3786A636-DD6A-5327-F8E1-347B19CD56CC}"/>
                </a:ext>
              </a:extLst>
            </p:cNvPr>
            <p:cNvSpPr/>
            <p:nvPr/>
          </p:nvSpPr>
          <p:spPr>
            <a:xfrm>
              <a:off x="3916680" y="292608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838" name="Oval 837">
              <a:extLst>
                <a:ext uri="{FF2B5EF4-FFF2-40B4-BE49-F238E27FC236}">
                  <a16:creationId xmlns:a16="http://schemas.microsoft.com/office/drawing/2014/main" id="{EA853453-4AEE-8454-6411-05DD7CA5F081}"/>
                </a:ext>
              </a:extLst>
            </p:cNvPr>
            <p:cNvSpPr/>
            <p:nvPr/>
          </p:nvSpPr>
          <p:spPr>
            <a:xfrm>
              <a:off x="3810000" y="233172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839" name="Oval 838">
              <a:extLst>
                <a:ext uri="{FF2B5EF4-FFF2-40B4-BE49-F238E27FC236}">
                  <a16:creationId xmlns:a16="http://schemas.microsoft.com/office/drawing/2014/main" id="{0CE389FD-5306-A79E-BE0A-D2C8DD633565}"/>
                </a:ext>
              </a:extLst>
            </p:cNvPr>
            <p:cNvSpPr/>
            <p:nvPr/>
          </p:nvSpPr>
          <p:spPr>
            <a:xfrm>
              <a:off x="3169920" y="280416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840" name="Oval 839">
              <a:extLst>
                <a:ext uri="{FF2B5EF4-FFF2-40B4-BE49-F238E27FC236}">
                  <a16:creationId xmlns:a16="http://schemas.microsoft.com/office/drawing/2014/main" id="{7E7233E9-49D0-D40C-122F-1E7F7D1315DB}"/>
                </a:ext>
              </a:extLst>
            </p:cNvPr>
            <p:cNvSpPr/>
            <p:nvPr/>
          </p:nvSpPr>
          <p:spPr>
            <a:xfrm>
              <a:off x="5212080" y="318516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841" name="Oval 840">
              <a:extLst>
                <a:ext uri="{FF2B5EF4-FFF2-40B4-BE49-F238E27FC236}">
                  <a16:creationId xmlns:a16="http://schemas.microsoft.com/office/drawing/2014/main" id="{919E4211-85EF-2AD8-32BE-A3DF783ABC74}"/>
                </a:ext>
              </a:extLst>
            </p:cNvPr>
            <p:cNvSpPr/>
            <p:nvPr/>
          </p:nvSpPr>
          <p:spPr>
            <a:xfrm>
              <a:off x="4739640" y="172212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842" name="Oval 841">
              <a:extLst>
                <a:ext uri="{FF2B5EF4-FFF2-40B4-BE49-F238E27FC236}">
                  <a16:creationId xmlns:a16="http://schemas.microsoft.com/office/drawing/2014/main" id="{08D95E80-B244-767C-BD7A-D7C6996FD7D8}"/>
                </a:ext>
              </a:extLst>
            </p:cNvPr>
            <p:cNvSpPr/>
            <p:nvPr/>
          </p:nvSpPr>
          <p:spPr>
            <a:xfrm>
              <a:off x="3337560" y="231648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843" name="Oval 842">
              <a:extLst>
                <a:ext uri="{FF2B5EF4-FFF2-40B4-BE49-F238E27FC236}">
                  <a16:creationId xmlns:a16="http://schemas.microsoft.com/office/drawing/2014/main" id="{08E91638-7253-B6DC-B0E8-48A520465B4B}"/>
                </a:ext>
              </a:extLst>
            </p:cNvPr>
            <p:cNvSpPr/>
            <p:nvPr/>
          </p:nvSpPr>
          <p:spPr>
            <a:xfrm>
              <a:off x="6202680" y="2301239"/>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844" name="Oval 843">
              <a:extLst>
                <a:ext uri="{FF2B5EF4-FFF2-40B4-BE49-F238E27FC236}">
                  <a16:creationId xmlns:a16="http://schemas.microsoft.com/office/drawing/2014/main" id="{7750F0EF-A5F8-53F2-EECA-C7A119AF6B58}"/>
                </a:ext>
              </a:extLst>
            </p:cNvPr>
            <p:cNvSpPr/>
            <p:nvPr/>
          </p:nvSpPr>
          <p:spPr>
            <a:xfrm rot="16200000">
              <a:off x="5288280" y="1904999"/>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845" name="Oval 844">
              <a:extLst>
                <a:ext uri="{FF2B5EF4-FFF2-40B4-BE49-F238E27FC236}">
                  <a16:creationId xmlns:a16="http://schemas.microsoft.com/office/drawing/2014/main" id="{0FF5E7AA-E9FC-D19F-2954-C71294907A17}"/>
                </a:ext>
              </a:extLst>
            </p:cNvPr>
            <p:cNvSpPr/>
            <p:nvPr/>
          </p:nvSpPr>
          <p:spPr>
            <a:xfrm>
              <a:off x="3977640" y="297180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846" name="Oval 845">
              <a:extLst>
                <a:ext uri="{FF2B5EF4-FFF2-40B4-BE49-F238E27FC236}">
                  <a16:creationId xmlns:a16="http://schemas.microsoft.com/office/drawing/2014/main" id="{CD2D67FB-C976-7A43-3162-088264A633BC}"/>
                </a:ext>
              </a:extLst>
            </p:cNvPr>
            <p:cNvSpPr/>
            <p:nvPr/>
          </p:nvSpPr>
          <p:spPr>
            <a:xfrm rot="16200000">
              <a:off x="3992880" y="190500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847" name="Oval 846">
              <a:extLst>
                <a:ext uri="{FF2B5EF4-FFF2-40B4-BE49-F238E27FC236}">
                  <a16:creationId xmlns:a16="http://schemas.microsoft.com/office/drawing/2014/main" id="{7EB1E087-36AC-0AAC-207F-0C96C464AB39}"/>
                </a:ext>
              </a:extLst>
            </p:cNvPr>
            <p:cNvSpPr/>
            <p:nvPr/>
          </p:nvSpPr>
          <p:spPr>
            <a:xfrm>
              <a:off x="6111240" y="326136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848" name="Oval 847">
              <a:extLst>
                <a:ext uri="{FF2B5EF4-FFF2-40B4-BE49-F238E27FC236}">
                  <a16:creationId xmlns:a16="http://schemas.microsoft.com/office/drawing/2014/main" id="{9AE11956-5CBB-047C-838D-D9DC7ACE37C6}"/>
                </a:ext>
              </a:extLst>
            </p:cNvPr>
            <p:cNvSpPr/>
            <p:nvPr/>
          </p:nvSpPr>
          <p:spPr>
            <a:xfrm>
              <a:off x="5166360" y="161544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grpSp>
      <p:grpSp>
        <p:nvGrpSpPr>
          <p:cNvPr id="849" name="Group 848">
            <a:extLst>
              <a:ext uri="{FF2B5EF4-FFF2-40B4-BE49-F238E27FC236}">
                <a16:creationId xmlns:a16="http://schemas.microsoft.com/office/drawing/2014/main" id="{39C59A07-01FF-2BE7-A2DC-93B9ECECE3D2}"/>
              </a:ext>
            </a:extLst>
          </p:cNvPr>
          <p:cNvGrpSpPr/>
          <p:nvPr/>
        </p:nvGrpSpPr>
        <p:grpSpPr>
          <a:xfrm rot="6618426">
            <a:off x="1889759" y="1584960"/>
            <a:ext cx="1386840" cy="1310640"/>
            <a:chOff x="2926080" y="1447800"/>
            <a:chExt cx="4160520" cy="3931920"/>
          </a:xfrm>
        </p:grpSpPr>
        <p:sp>
          <p:nvSpPr>
            <p:cNvPr id="850" name="Oval 849">
              <a:extLst>
                <a:ext uri="{FF2B5EF4-FFF2-40B4-BE49-F238E27FC236}">
                  <a16:creationId xmlns:a16="http://schemas.microsoft.com/office/drawing/2014/main" id="{AEAFFFF8-9D59-9B3F-F6A6-4E114E0B9492}"/>
                </a:ext>
              </a:extLst>
            </p:cNvPr>
            <p:cNvSpPr/>
            <p:nvPr/>
          </p:nvSpPr>
          <p:spPr>
            <a:xfrm>
              <a:off x="4160520" y="242316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851" name="Oval 850">
              <a:extLst>
                <a:ext uri="{FF2B5EF4-FFF2-40B4-BE49-F238E27FC236}">
                  <a16:creationId xmlns:a16="http://schemas.microsoft.com/office/drawing/2014/main" id="{C0B64D85-F53C-93B7-D8C7-45C31E6FC597}"/>
                </a:ext>
              </a:extLst>
            </p:cNvPr>
            <p:cNvSpPr/>
            <p:nvPr/>
          </p:nvSpPr>
          <p:spPr>
            <a:xfrm>
              <a:off x="5852160" y="371856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852" name="Oval 851">
              <a:extLst>
                <a:ext uri="{FF2B5EF4-FFF2-40B4-BE49-F238E27FC236}">
                  <a16:creationId xmlns:a16="http://schemas.microsoft.com/office/drawing/2014/main" id="{F7E243C1-E4C0-9F2B-E08C-2AC9D8FBA31F}"/>
                </a:ext>
              </a:extLst>
            </p:cNvPr>
            <p:cNvSpPr/>
            <p:nvPr/>
          </p:nvSpPr>
          <p:spPr>
            <a:xfrm>
              <a:off x="4465320" y="455676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853" name="Oval 852">
              <a:extLst>
                <a:ext uri="{FF2B5EF4-FFF2-40B4-BE49-F238E27FC236}">
                  <a16:creationId xmlns:a16="http://schemas.microsoft.com/office/drawing/2014/main" id="{3F0E9FF0-6518-2BEE-364A-1D255A49132E}"/>
                </a:ext>
              </a:extLst>
            </p:cNvPr>
            <p:cNvSpPr/>
            <p:nvPr/>
          </p:nvSpPr>
          <p:spPr>
            <a:xfrm>
              <a:off x="3749040" y="429768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854" name="Oval 853">
              <a:extLst>
                <a:ext uri="{FF2B5EF4-FFF2-40B4-BE49-F238E27FC236}">
                  <a16:creationId xmlns:a16="http://schemas.microsoft.com/office/drawing/2014/main" id="{11D44F42-0ACD-5554-A5D0-ABE89F6FD32E}"/>
                </a:ext>
              </a:extLst>
            </p:cNvPr>
            <p:cNvSpPr/>
            <p:nvPr/>
          </p:nvSpPr>
          <p:spPr>
            <a:xfrm>
              <a:off x="4282440" y="14478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855" name="Oval 854">
              <a:extLst>
                <a:ext uri="{FF2B5EF4-FFF2-40B4-BE49-F238E27FC236}">
                  <a16:creationId xmlns:a16="http://schemas.microsoft.com/office/drawing/2014/main" id="{7B01A13C-2417-1FB2-2202-772FEEFCB95F}"/>
                </a:ext>
              </a:extLst>
            </p:cNvPr>
            <p:cNvSpPr/>
            <p:nvPr/>
          </p:nvSpPr>
          <p:spPr>
            <a:xfrm>
              <a:off x="2926080" y="301752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856" name="Oval 855">
              <a:extLst>
                <a:ext uri="{FF2B5EF4-FFF2-40B4-BE49-F238E27FC236}">
                  <a16:creationId xmlns:a16="http://schemas.microsoft.com/office/drawing/2014/main" id="{DEF77160-4AB7-8E7C-23B2-50C14E15185A}"/>
                </a:ext>
              </a:extLst>
            </p:cNvPr>
            <p:cNvSpPr/>
            <p:nvPr/>
          </p:nvSpPr>
          <p:spPr>
            <a:xfrm>
              <a:off x="5852160" y="25146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857" name="Oval 856">
              <a:extLst>
                <a:ext uri="{FF2B5EF4-FFF2-40B4-BE49-F238E27FC236}">
                  <a16:creationId xmlns:a16="http://schemas.microsoft.com/office/drawing/2014/main" id="{BAC00680-0FE0-E868-A055-8BB166363968}"/>
                </a:ext>
              </a:extLst>
            </p:cNvPr>
            <p:cNvSpPr/>
            <p:nvPr/>
          </p:nvSpPr>
          <p:spPr>
            <a:xfrm>
              <a:off x="4038600" y="321564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858" name="Oval 857">
              <a:extLst>
                <a:ext uri="{FF2B5EF4-FFF2-40B4-BE49-F238E27FC236}">
                  <a16:creationId xmlns:a16="http://schemas.microsoft.com/office/drawing/2014/main" id="{62B2C44B-A302-E2FB-D9AA-363185124085}"/>
                </a:ext>
              </a:extLst>
            </p:cNvPr>
            <p:cNvSpPr/>
            <p:nvPr/>
          </p:nvSpPr>
          <p:spPr>
            <a:xfrm>
              <a:off x="3870960" y="316992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859" name="Oval 858">
              <a:extLst>
                <a:ext uri="{FF2B5EF4-FFF2-40B4-BE49-F238E27FC236}">
                  <a16:creationId xmlns:a16="http://schemas.microsoft.com/office/drawing/2014/main" id="{F25391D3-827A-6181-5AEC-08BD634DDDA4}"/>
                </a:ext>
              </a:extLst>
            </p:cNvPr>
            <p:cNvSpPr/>
            <p:nvPr/>
          </p:nvSpPr>
          <p:spPr>
            <a:xfrm>
              <a:off x="4137660" y="37338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860" name="Oval 859">
              <a:extLst>
                <a:ext uri="{FF2B5EF4-FFF2-40B4-BE49-F238E27FC236}">
                  <a16:creationId xmlns:a16="http://schemas.microsoft.com/office/drawing/2014/main" id="{D2059D7F-FFDD-A2C0-6BB0-616DED7DA7E4}"/>
                </a:ext>
              </a:extLst>
            </p:cNvPr>
            <p:cNvSpPr/>
            <p:nvPr/>
          </p:nvSpPr>
          <p:spPr>
            <a:xfrm>
              <a:off x="5227320" y="36576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861" name="Oval 860">
              <a:extLst>
                <a:ext uri="{FF2B5EF4-FFF2-40B4-BE49-F238E27FC236}">
                  <a16:creationId xmlns:a16="http://schemas.microsoft.com/office/drawing/2014/main" id="{A81446A8-01F6-5B04-953F-3C756313E57D}"/>
                </a:ext>
              </a:extLst>
            </p:cNvPr>
            <p:cNvSpPr/>
            <p:nvPr/>
          </p:nvSpPr>
          <p:spPr>
            <a:xfrm>
              <a:off x="4693920" y="390144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862" name="Oval 861">
              <a:extLst>
                <a:ext uri="{FF2B5EF4-FFF2-40B4-BE49-F238E27FC236}">
                  <a16:creationId xmlns:a16="http://schemas.microsoft.com/office/drawing/2014/main" id="{E25A3535-F17E-9DED-FC24-1BE62C561A24}"/>
                </a:ext>
              </a:extLst>
            </p:cNvPr>
            <p:cNvSpPr/>
            <p:nvPr/>
          </p:nvSpPr>
          <p:spPr>
            <a:xfrm>
              <a:off x="5257800" y="41300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863" name="Oval 862">
              <a:extLst>
                <a:ext uri="{FF2B5EF4-FFF2-40B4-BE49-F238E27FC236}">
                  <a16:creationId xmlns:a16="http://schemas.microsoft.com/office/drawing/2014/main" id="{FF2586BB-3F04-F87A-A9A8-1413480AD167}"/>
                </a:ext>
              </a:extLst>
            </p:cNvPr>
            <p:cNvSpPr/>
            <p:nvPr/>
          </p:nvSpPr>
          <p:spPr>
            <a:xfrm rot="16200000">
              <a:off x="3413760" y="38252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864" name="Oval 863">
              <a:extLst>
                <a:ext uri="{FF2B5EF4-FFF2-40B4-BE49-F238E27FC236}">
                  <a16:creationId xmlns:a16="http://schemas.microsoft.com/office/drawing/2014/main" id="{5CC174C4-5D0F-D4BE-553C-3ECDE44B3265}"/>
                </a:ext>
              </a:extLst>
            </p:cNvPr>
            <p:cNvSpPr/>
            <p:nvPr/>
          </p:nvSpPr>
          <p:spPr>
            <a:xfrm rot="16200000">
              <a:off x="2926080" y="234696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865" name="Oval 864">
              <a:extLst>
                <a:ext uri="{FF2B5EF4-FFF2-40B4-BE49-F238E27FC236}">
                  <a16:creationId xmlns:a16="http://schemas.microsoft.com/office/drawing/2014/main" id="{4B4F4E4B-8197-D123-898C-0FEF5B10EAF0}"/>
                </a:ext>
              </a:extLst>
            </p:cNvPr>
            <p:cNvSpPr/>
            <p:nvPr/>
          </p:nvSpPr>
          <p:spPr>
            <a:xfrm rot="16200000">
              <a:off x="4191000" y="32918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866" name="Oval 865">
              <a:extLst>
                <a:ext uri="{FF2B5EF4-FFF2-40B4-BE49-F238E27FC236}">
                  <a16:creationId xmlns:a16="http://schemas.microsoft.com/office/drawing/2014/main" id="{756E7A6C-EA0B-CD24-5F3E-FD858BECD9E5}"/>
                </a:ext>
              </a:extLst>
            </p:cNvPr>
            <p:cNvSpPr/>
            <p:nvPr/>
          </p:nvSpPr>
          <p:spPr>
            <a:xfrm rot="16200000">
              <a:off x="3749040" y="172212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867" name="Oval 866">
              <a:extLst>
                <a:ext uri="{FF2B5EF4-FFF2-40B4-BE49-F238E27FC236}">
                  <a16:creationId xmlns:a16="http://schemas.microsoft.com/office/drawing/2014/main" id="{134BCC5E-FFB7-B1FC-B23A-428196407A6C}"/>
                </a:ext>
              </a:extLst>
            </p:cNvPr>
            <p:cNvSpPr/>
            <p:nvPr/>
          </p:nvSpPr>
          <p:spPr>
            <a:xfrm rot="16200000">
              <a:off x="3520440" y="271272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868" name="Oval 867">
              <a:extLst>
                <a:ext uri="{FF2B5EF4-FFF2-40B4-BE49-F238E27FC236}">
                  <a16:creationId xmlns:a16="http://schemas.microsoft.com/office/drawing/2014/main" id="{F6F3C00E-64C8-8B6F-6F06-BE530E64D2A4}"/>
                </a:ext>
              </a:extLst>
            </p:cNvPr>
            <p:cNvSpPr/>
            <p:nvPr/>
          </p:nvSpPr>
          <p:spPr>
            <a:xfrm rot="16200000">
              <a:off x="3322320" y="34442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869" name="Oval 868">
              <a:extLst>
                <a:ext uri="{FF2B5EF4-FFF2-40B4-BE49-F238E27FC236}">
                  <a16:creationId xmlns:a16="http://schemas.microsoft.com/office/drawing/2014/main" id="{07CABAAF-ED3C-4510-E14D-164E6A17CF34}"/>
                </a:ext>
              </a:extLst>
            </p:cNvPr>
            <p:cNvSpPr/>
            <p:nvPr/>
          </p:nvSpPr>
          <p:spPr>
            <a:xfrm>
              <a:off x="4572000" y="211836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870" name="Oval 869">
              <a:extLst>
                <a:ext uri="{FF2B5EF4-FFF2-40B4-BE49-F238E27FC236}">
                  <a16:creationId xmlns:a16="http://schemas.microsoft.com/office/drawing/2014/main" id="{F17F3230-D28E-1065-E395-C4D73610A268}"/>
                </a:ext>
              </a:extLst>
            </p:cNvPr>
            <p:cNvSpPr/>
            <p:nvPr/>
          </p:nvSpPr>
          <p:spPr>
            <a:xfrm>
              <a:off x="5562600" y="313944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871" name="Oval 870">
              <a:extLst>
                <a:ext uri="{FF2B5EF4-FFF2-40B4-BE49-F238E27FC236}">
                  <a16:creationId xmlns:a16="http://schemas.microsoft.com/office/drawing/2014/main" id="{956D0E1E-1ECD-07E4-3004-19BEEC9948E5}"/>
                </a:ext>
              </a:extLst>
            </p:cNvPr>
            <p:cNvSpPr/>
            <p:nvPr/>
          </p:nvSpPr>
          <p:spPr>
            <a:xfrm>
              <a:off x="5684520" y="19050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872" name="Oval 871">
              <a:extLst>
                <a:ext uri="{FF2B5EF4-FFF2-40B4-BE49-F238E27FC236}">
                  <a16:creationId xmlns:a16="http://schemas.microsoft.com/office/drawing/2014/main" id="{41C15590-7C15-04FC-E723-22AF528901FF}"/>
                </a:ext>
              </a:extLst>
            </p:cNvPr>
            <p:cNvSpPr/>
            <p:nvPr/>
          </p:nvSpPr>
          <p:spPr>
            <a:xfrm>
              <a:off x="4693920" y="320040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873" name="Oval 872">
              <a:extLst>
                <a:ext uri="{FF2B5EF4-FFF2-40B4-BE49-F238E27FC236}">
                  <a16:creationId xmlns:a16="http://schemas.microsoft.com/office/drawing/2014/main" id="{3132694E-A3DF-BEE8-22FC-494665395495}"/>
                </a:ext>
              </a:extLst>
            </p:cNvPr>
            <p:cNvSpPr/>
            <p:nvPr/>
          </p:nvSpPr>
          <p:spPr>
            <a:xfrm>
              <a:off x="6263640" y="27584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874" name="Oval 873">
              <a:extLst>
                <a:ext uri="{FF2B5EF4-FFF2-40B4-BE49-F238E27FC236}">
                  <a16:creationId xmlns:a16="http://schemas.microsoft.com/office/drawing/2014/main" id="{BB89E947-A966-5980-4782-513EC78EBDB1}"/>
                </a:ext>
              </a:extLst>
            </p:cNvPr>
            <p:cNvSpPr/>
            <p:nvPr/>
          </p:nvSpPr>
          <p:spPr>
            <a:xfrm>
              <a:off x="5273040" y="25298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875" name="Oval 874">
              <a:extLst>
                <a:ext uri="{FF2B5EF4-FFF2-40B4-BE49-F238E27FC236}">
                  <a16:creationId xmlns:a16="http://schemas.microsoft.com/office/drawing/2014/main" id="{793A1D56-44B8-52DA-E39C-C550C287CDB0}"/>
                </a:ext>
              </a:extLst>
            </p:cNvPr>
            <p:cNvSpPr/>
            <p:nvPr/>
          </p:nvSpPr>
          <p:spPr>
            <a:xfrm>
              <a:off x="4678680" y="268224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876" name="Oval 875">
              <a:extLst>
                <a:ext uri="{FF2B5EF4-FFF2-40B4-BE49-F238E27FC236}">
                  <a16:creationId xmlns:a16="http://schemas.microsoft.com/office/drawing/2014/main" id="{516CF2E7-B4E9-6C4E-088F-D0D86ADBFE6F}"/>
                </a:ext>
              </a:extLst>
            </p:cNvPr>
            <p:cNvSpPr/>
            <p:nvPr/>
          </p:nvSpPr>
          <p:spPr>
            <a:xfrm rot="16200000">
              <a:off x="4709160" y="213360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877" name="Oval 876">
              <a:extLst>
                <a:ext uri="{FF2B5EF4-FFF2-40B4-BE49-F238E27FC236}">
                  <a16:creationId xmlns:a16="http://schemas.microsoft.com/office/drawing/2014/main" id="{F1D66744-D88A-3D84-8BF6-0E328EF7D37A}"/>
                </a:ext>
              </a:extLst>
            </p:cNvPr>
            <p:cNvSpPr/>
            <p:nvPr/>
          </p:nvSpPr>
          <p:spPr>
            <a:xfrm rot="16200000">
              <a:off x="5120640" y="272796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878" name="Oval 877">
              <a:extLst>
                <a:ext uri="{FF2B5EF4-FFF2-40B4-BE49-F238E27FC236}">
                  <a16:creationId xmlns:a16="http://schemas.microsoft.com/office/drawing/2014/main" id="{F65A24A8-934A-5AFB-66EA-A7915B01E289}"/>
                </a:ext>
              </a:extLst>
            </p:cNvPr>
            <p:cNvSpPr/>
            <p:nvPr/>
          </p:nvSpPr>
          <p:spPr>
            <a:xfrm>
              <a:off x="4328160" y="384048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879" name="Oval 878">
              <a:extLst>
                <a:ext uri="{FF2B5EF4-FFF2-40B4-BE49-F238E27FC236}">
                  <a16:creationId xmlns:a16="http://schemas.microsoft.com/office/drawing/2014/main" id="{70293BD3-646B-635E-5EEF-5C98BEBFABBC}"/>
                </a:ext>
              </a:extLst>
            </p:cNvPr>
            <p:cNvSpPr/>
            <p:nvPr/>
          </p:nvSpPr>
          <p:spPr>
            <a:xfrm>
              <a:off x="3581400" y="40386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880" name="Oval 879">
              <a:extLst>
                <a:ext uri="{FF2B5EF4-FFF2-40B4-BE49-F238E27FC236}">
                  <a16:creationId xmlns:a16="http://schemas.microsoft.com/office/drawing/2014/main" id="{1477CA40-99E2-1349-1288-9926CA59418B}"/>
                </a:ext>
              </a:extLst>
            </p:cNvPr>
            <p:cNvSpPr/>
            <p:nvPr/>
          </p:nvSpPr>
          <p:spPr>
            <a:xfrm rot="16200000">
              <a:off x="5730240" y="277368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881" name="Oval 880">
              <a:extLst>
                <a:ext uri="{FF2B5EF4-FFF2-40B4-BE49-F238E27FC236}">
                  <a16:creationId xmlns:a16="http://schemas.microsoft.com/office/drawing/2014/main" id="{33C2D811-7D79-E5BF-FEA2-C82727A9A7FB}"/>
                </a:ext>
              </a:extLst>
            </p:cNvPr>
            <p:cNvSpPr/>
            <p:nvPr/>
          </p:nvSpPr>
          <p:spPr>
            <a:xfrm>
              <a:off x="3916680" y="292608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882" name="Oval 881">
              <a:extLst>
                <a:ext uri="{FF2B5EF4-FFF2-40B4-BE49-F238E27FC236}">
                  <a16:creationId xmlns:a16="http://schemas.microsoft.com/office/drawing/2014/main" id="{A734B1A9-75AA-4667-F75A-204E5620BF30}"/>
                </a:ext>
              </a:extLst>
            </p:cNvPr>
            <p:cNvSpPr/>
            <p:nvPr/>
          </p:nvSpPr>
          <p:spPr>
            <a:xfrm>
              <a:off x="3810000" y="233172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883" name="Oval 882">
              <a:extLst>
                <a:ext uri="{FF2B5EF4-FFF2-40B4-BE49-F238E27FC236}">
                  <a16:creationId xmlns:a16="http://schemas.microsoft.com/office/drawing/2014/main" id="{C3E81656-316A-4918-7F7D-D900CBB07DB3}"/>
                </a:ext>
              </a:extLst>
            </p:cNvPr>
            <p:cNvSpPr/>
            <p:nvPr/>
          </p:nvSpPr>
          <p:spPr>
            <a:xfrm>
              <a:off x="3169920" y="280416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884" name="Oval 883">
              <a:extLst>
                <a:ext uri="{FF2B5EF4-FFF2-40B4-BE49-F238E27FC236}">
                  <a16:creationId xmlns:a16="http://schemas.microsoft.com/office/drawing/2014/main" id="{B22518B4-8682-E562-E414-807CDF08A7FA}"/>
                </a:ext>
              </a:extLst>
            </p:cNvPr>
            <p:cNvSpPr/>
            <p:nvPr/>
          </p:nvSpPr>
          <p:spPr>
            <a:xfrm>
              <a:off x="5212080" y="318516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885" name="Oval 884">
              <a:extLst>
                <a:ext uri="{FF2B5EF4-FFF2-40B4-BE49-F238E27FC236}">
                  <a16:creationId xmlns:a16="http://schemas.microsoft.com/office/drawing/2014/main" id="{0A37FD7C-6D68-EDBF-00E4-D4AF34D2B3D8}"/>
                </a:ext>
              </a:extLst>
            </p:cNvPr>
            <p:cNvSpPr/>
            <p:nvPr/>
          </p:nvSpPr>
          <p:spPr>
            <a:xfrm>
              <a:off x="4739640" y="172212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886" name="Oval 885">
              <a:extLst>
                <a:ext uri="{FF2B5EF4-FFF2-40B4-BE49-F238E27FC236}">
                  <a16:creationId xmlns:a16="http://schemas.microsoft.com/office/drawing/2014/main" id="{492EBEDC-D836-DC59-2849-FDAA459118F5}"/>
                </a:ext>
              </a:extLst>
            </p:cNvPr>
            <p:cNvSpPr/>
            <p:nvPr/>
          </p:nvSpPr>
          <p:spPr>
            <a:xfrm>
              <a:off x="3337560" y="231648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887" name="Oval 886">
              <a:extLst>
                <a:ext uri="{FF2B5EF4-FFF2-40B4-BE49-F238E27FC236}">
                  <a16:creationId xmlns:a16="http://schemas.microsoft.com/office/drawing/2014/main" id="{A397D56F-D191-50AB-7381-7C1781B393F1}"/>
                </a:ext>
              </a:extLst>
            </p:cNvPr>
            <p:cNvSpPr/>
            <p:nvPr/>
          </p:nvSpPr>
          <p:spPr>
            <a:xfrm>
              <a:off x="6202680" y="2301239"/>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888" name="Oval 887">
              <a:extLst>
                <a:ext uri="{FF2B5EF4-FFF2-40B4-BE49-F238E27FC236}">
                  <a16:creationId xmlns:a16="http://schemas.microsoft.com/office/drawing/2014/main" id="{D834A949-B2EF-2F35-DBDD-459F6DDCEC75}"/>
                </a:ext>
              </a:extLst>
            </p:cNvPr>
            <p:cNvSpPr/>
            <p:nvPr/>
          </p:nvSpPr>
          <p:spPr>
            <a:xfrm rot="16200000">
              <a:off x="5288280" y="1904999"/>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889" name="Oval 888">
              <a:extLst>
                <a:ext uri="{FF2B5EF4-FFF2-40B4-BE49-F238E27FC236}">
                  <a16:creationId xmlns:a16="http://schemas.microsoft.com/office/drawing/2014/main" id="{6A3766ED-04D0-839E-534A-D6E5A5976416}"/>
                </a:ext>
              </a:extLst>
            </p:cNvPr>
            <p:cNvSpPr/>
            <p:nvPr/>
          </p:nvSpPr>
          <p:spPr>
            <a:xfrm>
              <a:off x="3977640" y="297180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890" name="Oval 889">
              <a:extLst>
                <a:ext uri="{FF2B5EF4-FFF2-40B4-BE49-F238E27FC236}">
                  <a16:creationId xmlns:a16="http://schemas.microsoft.com/office/drawing/2014/main" id="{3F53FB27-3CA1-D9F2-CC81-1E4537185BCF}"/>
                </a:ext>
              </a:extLst>
            </p:cNvPr>
            <p:cNvSpPr/>
            <p:nvPr/>
          </p:nvSpPr>
          <p:spPr>
            <a:xfrm rot="16200000">
              <a:off x="3992880" y="190500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891" name="Oval 890">
              <a:extLst>
                <a:ext uri="{FF2B5EF4-FFF2-40B4-BE49-F238E27FC236}">
                  <a16:creationId xmlns:a16="http://schemas.microsoft.com/office/drawing/2014/main" id="{58B0CD76-DF9A-AD49-242F-0399CBEA50E1}"/>
                </a:ext>
              </a:extLst>
            </p:cNvPr>
            <p:cNvSpPr/>
            <p:nvPr/>
          </p:nvSpPr>
          <p:spPr>
            <a:xfrm>
              <a:off x="6111240" y="326136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892" name="Oval 891">
              <a:extLst>
                <a:ext uri="{FF2B5EF4-FFF2-40B4-BE49-F238E27FC236}">
                  <a16:creationId xmlns:a16="http://schemas.microsoft.com/office/drawing/2014/main" id="{FBD504C1-A176-3543-DC5D-86F199B5EE1A}"/>
                </a:ext>
              </a:extLst>
            </p:cNvPr>
            <p:cNvSpPr/>
            <p:nvPr/>
          </p:nvSpPr>
          <p:spPr>
            <a:xfrm>
              <a:off x="5166360" y="161544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grpSp>
      <p:grpSp>
        <p:nvGrpSpPr>
          <p:cNvPr id="893" name="Group 892">
            <a:extLst>
              <a:ext uri="{FF2B5EF4-FFF2-40B4-BE49-F238E27FC236}">
                <a16:creationId xmlns:a16="http://schemas.microsoft.com/office/drawing/2014/main" id="{7F6655D0-D3DF-0226-0AFD-29DF61465248}"/>
              </a:ext>
            </a:extLst>
          </p:cNvPr>
          <p:cNvGrpSpPr/>
          <p:nvPr/>
        </p:nvGrpSpPr>
        <p:grpSpPr>
          <a:xfrm rot="5172606">
            <a:off x="4541520" y="1844040"/>
            <a:ext cx="1386840" cy="1310640"/>
            <a:chOff x="2926080" y="1447800"/>
            <a:chExt cx="4160520" cy="3931920"/>
          </a:xfrm>
        </p:grpSpPr>
        <p:sp>
          <p:nvSpPr>
            <p:cNvPr id="894" name="Oval 893">
              <a:extLst>
                <a:ext uri="{FF2B5EF4-FFF2-40B4-BE49-F238E27FC236}">
                  <a16:creationId xmlns:a16="http://schemas.microsoft.com/office/drawing/2014/main" id="{26995F5D-600F-58C4-6B66-B353FBA86141}"/>
                </a:ext>
              </a:extLst>
            </p:cNvPr>
            <p:cNvSpPr/>
            <p:nvPr/>
          </p:nvSpPr>
          <p:spPr>
            <a:xfrm>
              <a:off x="4160520" y="242316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895" name="Oval 894">
              <a:extLst>
                <a:ext uri="{FF2B5EF4-FFF2-40B4-BE49-F238E27FC236}">
                  <a16:creationId xmlns:a16="http://schemas.microsoft.com/office/drawing/2014/main" id="{FFBAAAE4-178E-643B-C8AF-F21C45368AF1}"/>
                </a:ext>
              </a:extLst>
            </p:cNvPr>
            <p:cNvSpPr/>
            <p:nvPr/>
          </p:nvSpPr>
          <p:spPr>
            <a:xfrm>
              <a:off x="5852160" y="371856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896" name="Oval 895">
              <a:extLst>
                <a:ext uri="{FF2B5EF4-FFF2-40B4-BE49-F238E27FC236}">
                  <a16:creationId xmlns:a16="http://schemas.microsoft.com/office/drawing/2014/main" id="{027D407A-9AE2-C44D-1955-788C1EEFCFF0}"/>
                </a:ext>
              </a:extLst>
            </p:cNvPr>
            <p:cNvSpPr/>
            <p:nvPr/>
          </p:nvSpPr>
          <p:spPr>
            <a:xfrm>
              <a:off x="4465320" y="455676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897" name="Oval 896">
              <a:extLst>
                <a:ext uri="{FF2B5EF4-FFF2-40B4-BE49-F238E27FC236}">
                  <a16:creationId xmlns:a16="http://schemas.microsoft.com/office/drawing/2014/main" id="{3407C378-EAEF-E7E0-AF6E-8825923EAD6B}"/>
                </a:ext>
              </a:extLst>
            </p:cNvPr>
            <p:cNvSpPr/>
            <p:nvPr/>
          </p:nvSpPr>
          <p:spPr>
            <a:xfrm>
              <a:off x="3749040" y="429768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898" name="Oval 897">
              <a:extLst>
                <a:ext uri="{FF2B5EF4-FFF2-40B4-BE49-F238E27FC236}">
                  <a16:creationId xmlns:a16="http://schemas.microsoft.com/office/drawing/2014/main" id="{617DDF80-B29F-D805-5552-8DC1D4F753FC}"/>
                </a:ext>
              </a:extLst>
            </p:cNvPr>
            <p:cNvSpPr/>
            <p:nvPr/>
          </p:nvSpPr>
          <p:spPr>
            <a:xfrm>
              <a:off x="4282440" y="14478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899" name="Oval 898">
              <a:extLst>
                <a:ext uri="{FF2B5EF4-FFF2-40B4-BE49-F238E27FC236}">
                  <a16:creationId xmlns:a16="http://schemas.microsoft.com/office/drawing/2014/main" id="{7E2DF572-F0EB-6624-2C87-D4E840C95CED}"/>
                </a:ext>
              </a:extLst>
            </p:cNvPr>
            <p:cNvSpPr/>
            <p:nvPr/>
          </p:nvSpPr>
          <p:spPr>
            <a:xfrm>
              <a:off x="2926080" y="301752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900" name="Oval 899">
              <a:extLst>
                <a:ext uri="{FF2B5EF4-FFF2-40B4-BE49-F238E27FC236}">
                  <a16:creationId xmlns:a16="http://schemas.microsoft.com/office/drawing/2014/main" id="{85B774CC-D97A-DC4C-071A-E04483F0BD67}"/>
                </a:ext>
              </a:extLst>
            </p:cNvPr>
            <p:cNvSpPr/>
            <p:nvPr/>
          </p:nvSpPr>
          <p:spPr>
            <a:xfrm>
              <a:off x="5852160" y="25146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901" name="Oval 900">
              <a:extLst>
                <a:ext uri="{FF2B5EF4-FFF2-40B4-BE49-F238E27FC236}">
                  <a16:creationId xmlns:a16="http://schemas.microsoft.com/office/drawing/2014/main" id="{1092B706-11CA-1B6A-09D4-17640123C36B}"/>
                </a:ext>
              </a:extLst>
            </p:cNvPr>
            <p:cNvSpPr/>
            <p:nvPr/>
          </p:nvSpPr>
          <p:spPr>
            <a:xfrm>
              <a:off x="4038600" y="321564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902" name="Oval 901">
              <a:extLst>
                <a:ext uri="{FF2B5EF4-FFF2-40B4-BE49-F238E27FC236}">
                  <a16:creationId xmlns:a16="http://schemas.microsoft.com/office/drawing/2014/main" id="{9EE3B7C7-E06F-1983-EC77-CA5A5B9B4A35}"/>
                </a:ext>
              </a:extLst>
            </p:cNvPr>
            <p:cNvSpPr/>
            <p:nvPr/>
          </p:nvSpPr>
          <p:spPr>
            <a:xfrm>
              <a:off x="3870960" y="316992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903" name="Oval 902">
              <a:extLst>
                <a:ext uri="{FF2B5EF4-FFF2-40B4-BE49-F238E27FC236}">
                  <a16:creationId xmlns:a16="http://schemas.microsoft.com/office/drawing/2014/main" id="{FE278002-CBD3-D32B-2853-BA7188A6CDDA}"/>
                </a:ext>
              </a:extLst>
            </p:cNvPr>
            <p:cNvSpPr/>
            <p:nvPr/>
          </p:nvSpPr>
          <p:spPr>
            <a:xfrm>
              <a:off x="4137660" y="37338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904" name="Oval 903">
              <a:extLst>
                <a:ext uri="{FF2B5EF4-FFF2-40B4-BE49-F238E27FC236}">
                  <a16:creationId xmlns:a16="http://schemas.microsoft.com/office/drawing/2014/main" id="{C6AE80A4-B9CC-2C92-E3A6-DC2C4C2AFB60}"/>
                </a:ext>
              </a:extLst>
            </p:cNvPr>
            <p:cNvSpPr/>
            <p:nvPr/>
          </p:nvSpPr>
          <p:spPr>
            <a:xfrm>
              <a:off x="5227320" y="36576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905" name="Oval 904">
              <a:extLst>
                <a:ext uri="{FF2B5EF4-FFF2-40B4-BE49-F238E27FC236}">
                  <a16:creationId xmlns:a16="http://schemas.microsoft.com/office/drawing/2014/main" id="{6CD071D6-5C09-BFE1-50A5-9260E247A947}"/>
                </a:ext>
              </a:extLst>
            </p:cNvPr>
            <p:cNvSpPr/>
            <p:nvPr/>
          </p:nvSpPr>
          <p:spPr>
            <a:xfrm>
              <a:off x="4693920" y="390144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906" name="Oval 905">
              <a:extLst>
                <a:ext uri="{FF2B5EF4-FFF2-40B4-BE49-F238E27FC236}">
                  <a16:creationId xmlns:a16="http://schemas.microsoft.com/office/drawing/2014/main" id="{0C02FEDE-E672-A4CE-A1FE-807D22920AF6}"/>
                </a:ext>
              </a:extLst>
            </p:cNvPr>
            <p:cNvSpPr/>
            <p:nvPr/>
          </p:nvSpPr>
          <p:spPr>
            <a:xfrm>
              <a:off x="5257800" y="41300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907" name="Oval 906">
              <a:extLst>
                <a:ext uri="{FF2B5EF4-FFF2-40B4-BE49-F238E27FC236}">
                  <a16:creationId xmlns:a16="http://schemas.microsoft.com/office/drawing/2014/main" id="{22AB82E4-4E45-76CB-D944-77E23E72666B}"/>
                </a:ext>
              </a:extLst>
            </p:cNvPr>
            <p:cNvSpPr/>
            <p:nvPr/>
          </p:nvSpPr>
          <p:spPr>
            <a:xfrm rot="16200000">
              <a:off x="3413760" y="38252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908" name="Oval 907">
              <a:extLst>
                <a:ext uri="{FF2B5EF4-FFF2-40B4-BE49-F238E27FC236}">
                  <a16:creationId xmlns:a16="http://schemas.microsoft.com/office/drawing/2014/main" id="{CB8340DD-ECBA-D1A2-C2D8-FEF4E4306915}"/>
                </a:ext>
              </a:extLst>
            </p:cNvPr>
            <p:cNvSpPr/>
            <p:nvPr/>
          </p:nvSpPr>
          <p:spPr>
            <a:xfrm rot="16200000">
              <a:off x="2926080" y="234696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909" name="Oval 908">
              <a:extLst>
                <a:ext uri="{FF2B5EF4-FFF2-40B4-BE49-F238E27FC236}">
                  <a16:creationId xmlns:a16="http://schemas.microsoft.com/office/drawing/2014/main" id="{8EA03470-F28D-803A-36CF-8DE93D8CB5ED}"/>
                </a:ext>
              </a:extLst>
            </p:cNvPr>
            <p:cNvSpPr/>
            <p:nvPr/>
          </p:nvSpPr>
          <p:spPr>
            <a:xfrm rot="16200000">
              <a:off x="4191000" y="32918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910" name="Oval 909">
              <a:extLst>
                <a:ext uri="{FF2B5EF4-FFF2-40B4-BE49-F238E27FC236}">
                  <a16:creationId xmlns:a16="http://schemas.microsoft.com/office/drawing/2014/main" id="{BC3A9855-EDC6-9E3B-1507-682074686676}"/>
                </a:ext>
              </a:extLst>
            </p:cNvPr>
            <p:cNvSpPr/>
            <p:nvPr/>
          </p:nvSpPr>
          <p:spPr>
            <a:xfrm rot="16200000">
              <a:off x="3749040" y="172212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911" name="Oval 910">
              <a:extLst>
                <a:ext uri="{FF2B5EF4-FFF2-40B4-BE49-F238E27FC236}">
                  <a16:creationId xmlns:a16="http://schemas.microsoft.com/office/drawing/2014/main" id="{5CB702FD-8B16-7B16-89F2-BDEA52F8A7B8}"/>
                </a:ext>
              </a:extLst>
            </p:cNvPr>
            <p:cNvSpPr/>
            <p:nvPr/>
          </p:nvSpPr>
          <p:spPr>
            <a:xfrm rot="16200000">
              <a:off x="3520440" y="271272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912" name="Oval 911">
              <a:extLst>
                <a:ext uri="{FF2B5EF4-FFF2-40B4-BE49-F238E27FC236}">
                  <a16:creationId xmlns:a16="http://schemas.microsoft.com/office/drawing/2014/main" id="{1C01F260-30E9-AB3C-95D3-0DC8247F4EAB}"/>
                </a:ext>
              </a:extLst>
            </p:cNvPr>
            <p:cNvSpPr/>
            <p:nvPr/>
          </p:nvSpPr>
          <p:spPr>
            <a:xfrm rot="16200000">
              <a:off x="3322320" y="34442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913" name="Oval 912">
              <a:extLst>
                <a:ext uri="{FF2B5EF4-FFF2-40B4-BE49-F238E27FC236}">
                  <a16:creationId xmlns:a16="http://schemas.microsoft.com/office/drawing/2014/main" id="{C5FDB85A-60E2-FB13-CBE6-B39E7E1B684B}"/>
                </a:ext>
              </a:extLst>
            </p:cNvPr>
            <p:cNvSpPr/>
            <p:nvPr/>
          </p:nvSpPr>
          <p:spPr>
            <a:xfrm>
              <a:off x="4572000" y="211836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914" name="Oval 913">
              <a:extLst>
                <a:ext uri="{FF2B5EF4-FFF2-40B4-BE49-F238E27FC236}">
                  <a16:creationId xmlns:a16="http://schemas.microsoft.com/office/drawing/2014/main" id="{E3BEF90A-8844-F9C5-0E9C-A741F2B70BA4}"/>
                </a:ext>
              </a:extLst>
            </p:cNvPr>
            <p:cNvSpPr/>
            <p:nvPr/>
          </p:nvSpPr>
          <p:spPr>
            <a:xfrm>
              <a:off x="5562600" y="313944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915" name="Oval 914">
              <a:extLst>
                <a:ext uri="{FF2B5EF4-FFF2-40B4-BE49-F238E27FC236}">
                  <a16:creationId xmlns:a16="http://schemas.microsoft.com/office/drawing/2014/main" id="{A6F702DF-B636-430B-D79A-C16079F2F5C7}"/>
                </a:ext>
              </a:extLst>
            </p:cNvPr>
            <p:cNvSpPr/>
            <p:nvPr/>
          </p:nvSpPr>
          <p:spPr>
            <a:xfrm>
              <a:off x="5684520" y="19050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916" name="Oval 915">
              <a:extLst>
                <a:ext uri="{FF2B5EF4-FFF2-40B4-BE49-F238E27FC236}">
                  <a16:creationId xmlns:a16="http://schemas.microsoft.com/office/drawing/2014/main" id="{FD6C5C21-78DA-3FA5-9569-E2BFC919E579}"/>
                </a:ext>
              </a:extLst>
            </p:cNvPr>
            <p:cNvSpPr/>
            <p:nvPr/>
          </p:nvSpPr>
          <p:spPr>
            <a:xfrm>
              <a:off x="4693920" y="320040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917" name="Oval 916">
              <a:extLst>
                <a:ext uri="{FF2B5EF4-FFF2-40B4-BE49-F238E27FC236}">
                  <a16:creationId xmlns:a16="http://schemas.microsoft.com/office/drawing/2014/main" id="{8934D0AB-D073-E212-14CE-AA1005B0CBF3}"/>
                </a:ext>
              </a:extLst>
            </p:cNvPr>
            <p:cNvSpPr/>
            <p:nvPr/>
          </p:nvSpPr>
          <p:spPr>
            <a:xfrm>
              <a:off x="6263640" y="27584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918" name="Oval 917">
              <a:extLst>
                <a:ext uri="{FF2B5EF4-FFF2-40B4-BE49-F238E27FC236}">
                  <a16:creationId xmlns:a16="http://schemas.microsoft.com/office/drawing/2014/main" id="{3971CE08-B97A-8F48-017F-4E24BE1ACCC9}"/>
                </a:ext>
              </a:extLst>
            </p:cNvPr>
            <p:cNvSpPr/>
            <p:nvPr/>
          </p:nvSpPr>
          <p:spPr>
            <a:xfrm>
              <a:off x="5273040" y="252984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919" name="Oval 918">
              <a:extLst>
                <a:ext uri="{FF2B5EF4-FFF2-40B4-BE49-F238E27FC236}">
                  <a16:creationId xmlns:a16="http://schemas.microsoft.com/office/drawing/2014/main" id="{C90B357A-B15C-A044-594C-721491C050AD}"/>
                </a:ext>
              </a:extLst>
            </p:cNvPr>
            <p:cNvSpPr/>
            <p:nvPr/>
          </p:nvSpPr>
          <p:spPr>
            <a:xfrm>
              <a:off x="4678680" y="268224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920" name="Oval 919">
              <a:extLst>
                <a:ext uri="{FF2B5EF4-FFF2-40B4-BE49-F238E27FC236}">
                  <a16:creationId xmlns:a16="http://schemas.microsoft.com/office/drawing/2014/main" id="{15003C3E-5F52-34BA-4BA1-B83494D850D2}"/>
                </a:ext>
              </a:extLst>
            </p:cNvPr>
            <p:cNvSpPr/>
            <p:nvPr/>
          </p:nvSpPr>
          <p:spPr>
            <a:xfrm rot="16200000">
              <a:off x="4709160" y="213360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921" name="Oval 920">
              <a:extLst>
                <a:ext uri="{FF2B5EF4-FFF2-40B4-BE49-F238E27FC236}">
                  <a16:creationId xmlns:a16="http://schemas.microsoft.com/office/drawing/2014/main" id="{13631778-02D9-C7B7-BF63-72A91481E598}"/>
                </a:ext>
              </a:extLst>
            </p:cNvPr>
            <p:cNvSpPr/>
            <p:nvPr/>
          </p:nvSpPr>
          <p:spPr>
            <a:xfrm rot="16200000">
              <a:off x="5120640" y="272796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922" name="Oval 921">
              <a:extLst>
                <a:ext uri="{FF2B5EF4-FFF2-40B4-BE49-F238E27FC236}">
                  <a16:creationId xmlns:a16="http://schemas.microsoft.com/office/drawing/2014/main" id="{FC883BB8-8352-3960-CBE0-9DC73563A7C8}"/>
                </a:ext>
              </a:extLst>
            </p:cNvPr>
            <p:cNvSpPr/>
            <p:nvPr/>
          </p:nvSpPr>
          <p:spPr>
            <a:xfrm>
              <a:off x="4328160" y="384048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923" name="Oval 922">
              <a:extLst>
                <a:ext uri="{FF2B5EF4-FFF2-40B4-BE49-F238E27FC236}">
                  <a16:creationId xmlns:a16="http://schemas.microsoft.com/office/drawing/2014/main" id="{535F5362-59C8-1853-AA28-AD6684B33306}"/>
                </a:ext>
              </a:extLst>
            </p:cNvPr>
            <p:cNvSpPr/>
            <p:nvPr/>
          </p:nvSpPr>
          <p:spPr>
            <a:xfrm>
              <a:off x="3581400" y="403860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924" name="Oval 923">
              <a:extLst>
                <a:ext uri="{FF2B5EF4-FFF2-40B4-BE49-F238E27FC236}">
                  <a16:creationId xmlns:a16="http://schemas.microsoft.com/office/drawing/2014/main" id="{93243117-B673-359A-8627-CD024B793B94}"/>
                </a:ext>
              </a:extLst>
            </p:cNvPr>
            <p:cNvSpPr/>
            <p:nvPr/>
          </p:nvSpPr>
          <p:spPr>
            <a:xfrm rot="16200000">
              <a:off x="5730240" y="277368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925" name="Oval 924">
              <a:extLst>
                <a:ext uri="{FF2B5EF4-FFF2-40B4-BE49-F238E27FC236}">
                  <a16:creationId xmlns:a16="http://schemas.microsoft.com/office/drawing/2014/main" id="{25741B09-E2F4-3F58-BFEA-7A33E361825D}"/>
                </a:ext>
              </a:extLst>
            </p:cNvPr>
            <p:cNvSpPr/>
            <p:nvPr/>
          </p:nvSpPr>
          <p:spPr>
            <a:xfrm>
              <a:off x="3916680" y="292608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926" name="Oval 925">
              <a:extLst>
                <a:ext uri="{FF2B5EF4-FFF2-40B4-BE49-F238E27FC236}">
                  <a16:creationId xmlns:a16="http://schemas.microsoft.com/office/drawing/2014/main" id="{E67B0763-048A-6807-3F3A-F0E51DE24989}"/>
                </a:ext>
              </a:extLst>
            </p:cNvPr>
            <p:cNvSpPr/>
            <p:nvPr/>
          </p:nvSpPr>
          <p:spPr>
            <a:xfrm>
              <a:off x="3810000" y="233172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927" name="Oval 926">
              <a:extLst>
                <a:ext uri="{FF2B5EF4-FFF2-40B4-BE49-F238E27FC236}">
                  <a16:creationId xmlns:a16="http://schemas.microsoft.com/office/drawing/2014/main" id="{71805E6F-CF07-7783-BEDC-82F6F2AF1D64}"/>
                </a:ext>
              </a:extLst>
            </p:cNvPr>
            <p:cNvSpPr/>
            <p:nvPr/>
          </p:nvSpPr>
          <p:spPr>
            <a:xfrm>
              <a:off x="3169920" y="280416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928" name="Oval 927">
              <a:extLst>
                <a:ext uri="{FF2B5EF4-FFF2-40B4-BE49-F238E27FC236}">
                  <a16:creationId xmlns:a16="http://schemas.microsoft.com/office/drawing/2014/main" id="{6643CF65-0C95-FB0B-6B3A-860DA1B3EAAD}"/>
                </a:ext>
              </a:extLst>
            </p:cNvPr>
            <p:cNvSpPr/>
            <p:nvPr/>
          </p:nvSpPr>
          <p:spPr>
            <a:xfrm>
              <a:off x="5212080" y="318516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929" name="Oval 928">
              <a:extLst>
                <a:ext uri="{FF2B5EF4-FFF2-40B4-BE49-F238E27FC236}">
                  <a16:creationId xmlns:a16="http://schemas.microsoft.com/office/drawing/2014/main" id="{E6046A5F-44A6-423C-647E-71747084470E}"/>
                </a:ext>
              </a:extLst>
            </p:cNvPr>
            <p:cNvSpPr/>
            <p:nvPr/>
          </p:nvSpPr>
          <p:spPr>
            <a:xfrm>
              <a:off x="4739640" y="172212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930" name="Oval 929">
              <a:extLst>
                <a:ext uri="{FF2B5EF4-FFF2-40B4-BE49-F238E27FC236}">
                  <a16:creationId xmlns:a16="http://schemas.microsoft.com/office/drawing/2014/main" id="{3B6DFE96-B5D1-F6A8-3D42-8EE7DC27E12C}"/>
                </a:ext>
              </a:extLst>
            </p:cNvPr>
            <p:cNvSpPr/>
            <p:nvPr/>
          </p:nvSpPr>
          <p:spPr>
            <a:xfrm>
              <a:off x="3337560" y="231648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931" name="Oval 930">
              <a:extLst>
                <a:ext uri="{FF2B5EF4-FFF2-40B4-BE49-F238E27FC236}">
                  <a16:creationId xmlns:a16="http://schemas.microsoft.com/office/drawing/2014/main" id="{5F8D9F0D-241C-8568-7950-1C9781E174EF}"/>
                </a:ext>
              </a:extLst>
            </p:cNvPr>
            <p:cNvSpPr/>
            <p:nvPr/>
          </p:nvSpPr>
          <p:spPr>
            <a:xfrm>
              <a:off x="6202680" y="2301239"/>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932" name="Oval 931">
              <a:extLst>
                <a:ext uri="{FF2B5EF4-FFF2-40B4-BE49-F238E27FC236}">
                  <a16:creationId xmlns:a16="http://schemas.microsoft.com/office/drawing/2014/main" id="{B5CD81D1-1157-BE86-9368-3C217420BDA3}"/>
                </a:ext>
              </a:extLst>
            </p:cNvPr>
            <p:cNvSpPr/>
            <p:nvPr/>
          </p:nvSpPr>
          <p:spPr>
            <a:xfrm rot="16200000">
              <a:off x="5288280" y="1904999"/>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933" name="Oval 932">
              <a:extLst>
                <a:ext uri="{FF2B5EF4-FFF2-40B4-BE49-F238E27FC236}">
                  <a16:creationId xmlns:a16="http://schemas.microsoft.com/office/drawing/2014/main" id="{5C3433A6-2EF7-3938-F12F-022582567767}"/>
                </a:ext>
              </a:extLst>
            </p:cNvPr>
            <p:cNvSpPr/>
            <p:nvPr/>
          </p:nvSpPr>
          <p:spPr>
            <a:xfrm>
              <a:off x="3977640" y="297180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934" name="Oval 933">
              <a:extLst>
                <a:ext uri="{FF2B5EF4-FFF2-40B4-BE49-F238E27FC236}">
                  <a16:creationId xmlns:a16="http://schemas.microsoft.com/office/drawing/2014/main" id="{45811F3C-B4CC-B474-5493-6D8D1AE5D0C0}"/>
                </a:ext>
              </a:extLst>
            </p:cNvPr>
            <p:cNvSpPr/>
            <p:nvPr/>
          </p:nvSpPr>
          <p:spPr>
            <a:xfrm rot="16200000">
              <a:off x="3992880" y="1905000"/>
              <a:ext cx="822960" cy="82296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935" name="Oval 934">
              <a:extLst>
                <a:ext uri="{FF2B5EF4-FFF2-40B4-BE49-F238E27FC236}">
                  <a16:creationId xmlns:a16="http://schemas.microsoft.com/office/drawing/2014/main" id="{00672221-F530-005D-8022-8196BE8C55B0}"/>
                </a:ext>
              </a:extLst>
            </p:cNvPr>
            <p:cNvSpPr/>
            <p:nvPr/>
          </p:nvSpPr>
          <p:spPr>
            <a:xfrm>
              <a:off x="6111240" y="326136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936" name="Oval 935">
              <a:extLst>
                <a:ext uri="{FF2B5EF4-FFF2-40B4-BE49-F238E27FC236}">
                  <a16:creationId xmlns:a16="http://schemas.microsoft.com/office/drawing/2014/main" id="{95665246-2DE3-F36F-DD2A-EE0FECA61D38}"/>
                </a:ext>
              </a:extLst>
            </p:cNvPr>
            <p:cNvSpPr/>
            <p:nvPr/>
          </p:nvSpPr>
          <p:spPr>
            <a:xfrm>
              <a:off x="5166360" y="1615440"/>
              <a:ext cx="822960" cy="82296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255509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84926D77-7C0B-2EE4-6D5B-6071E287CBC3}"/>
              </a:ext>
            </a:extLst>
          </p:cNvPr>
          <p:cNvGrpSpPr/>
          <p:nvPr/>
        </p:nvGrpSpPr>
        <p:grpSpPr>
          <a:xfrm>
            <a:off x="1346422" y="352908"/>
            <a:ext cx="2756909" cy="718359"/>
            <a:chOff x="371062" y="261468"/>
            <a:chExt cx="2756909" cy="718359"/>
          </a:xfrm>
        </p:grpSpPr>
        <p:sp>
          <p:nvSpPr>
            <p:cNvPr id="3" name="Freeform 62">
              <a:extLst>
                <a:ext uri="{FF2B5EF4-FFF2-40B4-BE49-F238E27FC236}">
                  <a16:creationId xmlns:a16="http://schemas.microsoft.com/office/drawing/2014/main" id="{1D4E962C-E4ED-6550-702E-E9572D9BD06B}"/>
                </a:ext>
              </a:extLst>
            </p:cNvPr>
            <p:cNvSpPr>
              <a:spLocks noEditPoints="1"/>
            </p:cNvSpPr>
            <p:nvPr/>
          </p:nvSpPr>
          <p:spPr bwMode="invGray">
            <a:xfrm>
              <a:off x="371062" y="799817"/>
              <a:ext cx="2046675" cy="180010"/>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sz="2800">
                <a:ln>
                  <a:noFill/>
                </a:ln>
              </a:endParaRPr>
            </a:p>
          </p:txBody>
        </p:sp>
        <p:sp>
          <p:nvSpPr>
            <p:cNvPr id="23" name="TextBox 22">
              <a:extLst>
                <a:ext uri="{FF2B5EF4-FFF2-40B4-BE49-F238E27FC236}">
                  <a16:creationId xmlns:a16="http://schemas.microsoft.com/office/drawing/2014/main" id="{B249CFD3-A15F-824C-74DE-63744BD5A6D8}"/>
                </a:ext>
              </a:extLst>
            </p:cNvPr>
            <p:cNvSpPr txBox="1"/>
            <p:nvPr/>
          </p:nvSpPr>
          <p:spPr>
            <a:xfrm>
              <a:off x="371062" y="261468"/>
              <a:ext cx="2756909" cy="523220"/>
            </a:xfrm>
            <a:prstGeom prst="rect">
              <a:avLst/>
            </a:prstGeom>
            <a:noFill/>
          </p:spPr>
          <p:txBody>
            <a:bodyPr wrap="none" rtlCol="0">
              <a:spAutoFit/>
            </a:bodyPr>
            <a:lstStyle/>
            <a:p>
              <a:r>
                <a:rPr lang="en-US" sz="2800" b="1" dirty="0">
                  <a:solidFill>
                    <a:srgbClr val="FFFF00"/>
                  </a:solidFill>
                  <a:latin typeface="Cambria" panose="02040503050406030204" pitchFamily="18" charset="0"/>
                  <a:ea typeface="Cambria" panose="02040503050406030204" pitchFamily="18" charset="0"/>
                </a:rPr>
                <a:t>Nuclear reactor</a:t>
              </a:r>
            </a:p>
          </p:txBody>
        </p:sp>
      </p:grpSp>
      <p:pic>
        <p:nvPicPr>
          <p:cNvPr id="2050" name="Picture 2" descr="nuclear-atom-bomg-explosion-animated-gif-6 – Weekends in Paradelle">
            <a:extLst>
              <a:ext uri="{FF2B5EF4-FFF2-40B4-BE49-F238E27FC236}">
                <a16:creationId xmlns:a16="http://schemas.microsoft.com/office/drawing/2014/main" id="{E26355ED-3FAF-1ABD-3FC4-70A145E405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72200" y="1813562"/>
            <a:ext cx="5846310" cy="3505198"/>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82676FDC-73D3-5C47-064E-5423D98899C1}"/>
              </a:ext>
            </a:extLst>
          </p:cNvPr>
          <p:cNvSpPr/>
          <p:nvPr/>
        </p:nvSpPr>
        <p:spPr>
          <a:xfrm>
            <a:off x="5638471" y="276708"/>
            <a:ext cx="915059" cy="923330"/>
          </a:xfrm>
          <a:prstGeom prst="rect">
            <a:avLst/>
          </a:prstGeom>
          <a:noFill/>
        </p:spPr>
        <p:txBody>
          <a:bodyPr wrap="none" lIns="91440" tIns="45720" rIns="91440" bIns="45720">
            <a:spAutoFit/>
          </a:bodyPr>
          <a:lstStyle/>
          <a:p>
            <a:pPr algn="ctr"/>
            <a:r>
              <a:rPr lang="en-US" sz="5400" b="1"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rPr>
              <a:t>VS</a:t>
            </a:r>
          </a:p>
        </p:txBody>
      </p:sp>
      <p:grpSp>
        <p:nvGrpSpPr>
          <p:cNvPr id="5" name="Group 4">
            <a:extLst>
              <a:ext uri="{FF2B5EF4-FFF2-40B4-BE49-F238E27FC236}">
                <a16:creationId xmlns:a16="http://schemas.microsoft.com/office/drawing/2014/main" id="{71DF6CC8-D16C-28C9-DD3B-ED3A470CC10B}"/>
              </a:ext>
            </a:extLst>
          </p:cNvPr>
          <p:cNvGrpSpPr/>
          <p:nvPr/>
        </p:nvGrpSpPr>
        <p:grpSpPr>
          <a:xfrm>
            <a:off x="7899622" y="379193"/>
            <a:ext cx="2571538" cy="718359"/>
            <a:chOff x="371062" y="261468"/>
            <a:chExt cx="2571538" cy="718359"/>
          </a:xfrm>
        </p:grpSpPr>
        <p:sp>
          <p:nvSpPr>
            <p:cNvPr id="6" name="Freeform 62">
              <a:extLst>
                <a:ext uri="{FF2B5EF4-FFF2-40B4-BE49-F238E27FC236}">
                  <a16:creationId xmlns:a16="http://schemas.microsoft.com/office/drawing/2014/main" id="{59FA8082-5EBE-AE43-02EC-6E028B0B4A52}"/>
                </a:ext>
              </a:extLst>
            </p:cNvPr>
            <p:cNvSpPr>
              <a:spLocks noEditPoints="1"/>
            </p:cNvSpPr>
            <p:nvPr/>
          </p:nvSpPr>
          <p:spPr bwMode="invGray">
            <a:xfrm>
              <a:off x="371062" y="799817"/>
              <a:ext cx="2046675" cy="180010"/>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sz="2800">
                <a:ln>
                  <a:noFill/>
                </a:ln>
              </a:endParaRPr>
            </a:p>
          </p:txBody>
        </p:sp>
        <p:sp>
          <p:nvSpPr>
            <p:cNvPr id="7" name="TextBox 6">
              <a:extLst>
                <a:ext uri="{FF2B5EF4-FFF2-40B4-BE49-F238E27FC236}">
                  <a16:creationId xmlns:a16="http://schemas.microsoft.com/office/drawing/2014/main" id="{C042C321-1D6D-8E3A-7DE0-1F11E478B437}"/>
                </a:ext>
              </a:extLst>
            </p:cNvPr>
            <p:cNvSpPr txBox="1"/>
            <p:nvPr/>
          </p:nvSpPr>
          <p:spPr>
            <a:xfrm>
              <a:off x="371062" y="261468"/>
              <a:ext cx="2571538" cy="523220"/>
            </a:xfrm>
            <a:prstGeom prst="rect">
              <a:avLst/>
            </a:prstGeom>
            <a:noFill/>
          </p:spPr>
          <p:txBody>
            <a:bodyPr wrap="none" rtlCol="0">
              <a:spAutoFit/>
            </a:bodyPr>
            <a:lstStyle/>
            <a:p>
              <a:r>
                <a:rPr lang="en-US" sz="2800" b="1" dirty="0">
                  <a:solidFill>
                    <a:srgbClr val="FFFF00"/>
                  </a:solidFill>
                  <a:latin typeface="Cambria" panose="02040503050406030204" pitchFamily="18" charset="0"/>
                  <a:ea typeface="Cambria" panose="02040503050406030204" pitchFamily="18" charset="0"/>
                </a:rPr>
                <a:t>Nuclear BOMB</a:t>
              </a:r>
            </a:p>
          </p:txBody>
        </p:sp>
      </p:grpSp>
      <p:pic>
        <p:nvPicPr>
          <p:cNvPr id="2052" name="Picture 4" descr="Nuclear Power Plant HD Wallpapers - Wallpaper Cave">
            <a:extLst>
              <a:ext uri="{FF2B5EF4-FFF2-40B4-BE49-F238E27FC236}">
                <a16:creationId xmlns:a16="http://schemas.microsoft.com/office/drawing/2014/main" id="{AFF352CE-9D7D-AD48-843D-A4D281D3BB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798322"/>
            <a:ext cx="6231463" cy="35051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14987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val 4"/>
          <p:cNvSpPr/>
          <p:nvPr/>
        </p:nvSpPr>
        <p:spPr>
          <a:xfrm>
            <a:off x="1077915" y="505609"/>
            <a:ext cx="105508" cy="12309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800">
              <a:solidFill>
                <a:schemeClr val="bg1"/>
              </a:solidFill>
            </a:endParaRPr>
          </a:p>
        </p:txBody>
      </p:sp>
      <p:cxnSp>
        <p:nvCxnSpPr>
          <p:cNvPr id="6" name="Straight Arrow Connector 5"/>
          <p:cNvCxnSpPr>
            <a:stCxn id="5" idx="6"/>
          </p:cNvCxnSpPr>
          <p:nvPr/>
        </p:nvCxnSpPr>
        <p:spPr>
          <a:xfrm>
            <a:off x="1183423" y="567156"/>
            <a:ext cx="2792732" cy="3237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49821" y="43460"/>
            <a:ext cx="1621116" cy="523220"/>
          </a:xfrm>
          <a:prstGeom prst="rect">
            <a:avLst/>
          </a:prstGeom>
          <a:noFill/>
        </p:spPr>
        <p:txBody>
          <a:bodyPr wrap="square" rtlCol="0">
            <a:spAutoFit/>
          </a:bodyPr>
          <a:lstStyle/>
          <a:p>
            <a:r>
              <a:rPr lang="en-IN" sz="2800" dirty="0">
                <a:solidFill>
                  <a:schemeClr val="bg1"/>
                </a:solidFill>
              </a:rPr>
              <a:t>Neutron</a:t>
            </a:r>
          </a:p>
        </p:txBody>
      </p:sp>
      <p:sp>
        <p:nvSpPr>
          <p:cNvPr id="8" name="TextBox 7"/>
          <p:cNvSpPr txBox="1"/>
          <p:nvPr/>
        </p:nvSpPr>
        <p:spPr>
          <a:xfrm rot="347342" flipH="1">
            <a:off x="1638300" y="458840"/>
            <a:ext cx="2216152" cy="523220"/>
          </a:xfrm>
          <a:prstGeom prst="rect">
            <a:avLst/>
          </a:prstGeom>
          <a:noFill/>
        </p:spPr>
        <p:txBody>
          <a:bodyPr wrap="square" rtlCol="0">
            <a:spAutoFit/>
          </a:bodyPr>
          <a:lstStyle/>
          <a:p>
            <a:r>
              <a:rPr lang="en-GB" sz="2800" dirty="0">
                <a:solidFill>
                  <a:schemeClr val="bg1"/>
                </a:solidFill>
              </a:rPr>
              <a:t>Fast or slow</a:t>
            </a:r>
            <a:endParaRPr lang="en-IN" sz="2800" dirty="0">
              <a:solidFill>
                <a:schemeClr val="bg1"/>
              </a:solidFill>
            </a:endParaRPr>
          </a:p>
        </p:txBody>
      </p:sp>
      <p:cxnSp>
        <p:nvCxnSpPr>
          <p:cNvPr id="9" name="Straight Arrow Connector 8"/>
          <p:cNvCxnSpPr/>
          <p:nvPr/>
        </p:nvCxnSpPr>
        <p:spPr>
          <a:xfrm flipV="1">
            <a:off x="5092778" y="628703"/>
            <a:ext cx="439616" cy="342899"/>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flipV="1">
            <a:off x="5092778" y="1135726"/>
            <a:ext cx="553916" cy="8792"/>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5092778" y="1376049"/>
            <a:ext cx="439616" cy="332594"/>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5667009" y="114655"/>
            <a:ext cx="5658239" cy="954107"/>
          </a:xfrm>
          <a:prstGeom prst="rect">
            <a:avLst/>
          </a:prstGeom>
          <a:noFill/>
        </p:spPr>
        <p:txBody>
          <a:bodyPr wrap="square" rtlCol="0">
            <a:spAutoFit/>
          </a:bodyPr>
          <a:lstStyle/>
          <a:p>
            <a:r>
              <a:rPr lang="en-GB" sz="2800" dirty="0">
                <a:solidFill>
                  <a:schemeClr val="bg1"/>
                </a:solidFill>
              </a:rPr>
              <a:t>It emit more than 1 neutron which are fast.</a:t>
            </a:r>
          </a:p>
        </p:txBody>
      </p:sp>
      <p:sp>
        <p:nvSpPr>
          <p:cNvPr id="13" name="Rectangle 12"/>
          <p:cNvSpPr/>
          <p:nvPr/>
        </p:nvSpPr>
        <p:spPr>
          <a:xfrm>
            <a:off x="5646694" y="177038"/>
            <a:ext cx="5539154" cy="1017071"/>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800">
              <a:solidFill>
                <a:schemeClr val="bg1"/>
              </a:solidFill>
            </a:endParaRPr>
          </a:p>
        </p:txBody>
      </p:sp>
      <p:sp>
        <p:nvSpPr>
          <p:cNvPr id="14" name="Rectangle 13"/>
          <p:cNvSpPr/>
          <p:nvPr/>
        </p:nvSpPr>
        <p:spPr>
          <a:xfrm>
            <a:off x="6431280" y="1359887"/>
            <a:ext cx="5431575" cy="954107"/>
          </a:xfrm>
          <a:prstGeom prst="rect">
            <a:avLst/>
          </a:prstGeom>
        </p:spPr>
        <p:txBody>
          <a:bodyPr wrap="square">
            <a:spAutoFit/>
          </a:bodyPr>
          <a:lstStyle/>
          <a:p>
            <a:pPr marL="685800" indent="-457200" fontAlgn="base">
              <a:buFont typeface="Wingdings" panose="05000000000000000000" pitchFamily="2" charset="2"/>
              <a:buChar char="§"/>
            </a:pPr>
            <a:r>
              <a:rPr lang="en-GB" sz="2800" dirty="0">
                <a:solidFill>
                  <a:schemeClr val="bg1"/>
                </a:solidFill>
                <a:latin typeface="Calibri" panose="020F0502020204030204" pitchFamily="34" charset="0"/>
              </a:rPr>
              <a:t>Use Control rod like</a:t>
            </a:r>
            <a:r>
              <a:rPr lang="en-GB" sz="2800" dirty="0">
                <a:solidFill>
                  <a:schemeClr val="bg1"/>
                </a:solidFill>
                <a:latin typeface="Noto Sans Symbols"/>
              </a:rPr>
              <a:t> </a:t>
            </a:r>
            <a:r>
              <a:rPr lang="en-GB" sz="2800" dirty="0">
                <a:solidFill>
                  <a:schemeClr val="bg1"/>
                </a:solidFill>
                <a:latin typeface="Calibri" panose="020F0502020204030204" pitchFamily="34" charset="0"/>
              </a:rPr>
              <a:t>Cadmium to </a:t>
            </a:r>
            <a:r>
              <a:rPr lang="en-GB" sz="2800" dirty="0">
                <a:solidFill>
                  <a:schemeClr val="bg1"/>
                </a:solidFill>
                <a:latin typeface="Noto Sans Symbols"/>
              </a:rPr>
              <a:t>Absorb extra neutron</a:t>
            </a:r>
            <a:endParaRPr lang="en-GB" sz="2800" dirty="0">
              <a:solidFill>
                <a:schemeClr val="bg1"/>
              </a:solidFill>
              <a:latin typeface="Calibri" panose="020F0502020204030204" pitchFamily="34" charset="0"/>
            </a:endParaRPr>
          </a:p>
        </p:txBody>
      </p:sp>
      <p:sp>
        <p:nvSpPr>
          <p:cNvPr id="15" name="Rectangle 14"/>
          <p:cNvSpPr/>
          <p:nvPr/>
        </p:nvSpPr>
        <p:spPr>
          <a:xfrm>
            <a:off x="6386596" y="2349046"/>
            <a:ext cx="5643313" cy="954107"/>
          </a:xfrm>
          <a:prstGeom prst="rect">
            <a:avLst/>
          </a:prstGeom>
        </p:spPr>
        <p:txBody>
          <a:bodyPr wrap="square">
            <a:spAutoFit/>
          </a:bodyPr>
          <a:lstStyle/>
          <a:p>
            <a:pPr marL="685800" indent="-457200" fontAlgn="base">
              <a:buFont typeface="Wingdings" panose="05000000000000000000" pitchFamily="2" charset="2"/>
              <a:buChar char="§"/>
            </a:pPr>
            <a:r>
              <a:rPr lang="en-GB" sz="2800" dirty="0">
                <a:solidFill>
                  <a:schemeClr val="bg1"/>
                </a:solidFill>
                <a:latin typeface="Calibri" panose="020F0502020204030204" pitchFamily="34" charset="0"/>
              </a:rPr>
              <a:t>To reduce speed these neutron collide with </a:t>
            </a:r>
            <a:r>
              <a:rPr lang="en-IN" sz="2800" dirty="0">
                <a:solidFill>
                  <a:schemeClr val="bg1"/>
                </a:solidFill>
              </a:rPr>
              <a:t>moderator like</a:t>
            </a:r>
            <a:endParaRPr lang="en-GB" sz="2800" dirty="0">
              <a:solidFill>
                <a:schemeClr val="bg1"/>
              </a:solidFill>
              <a:latin typeface="Calibri" panose="020F0502020204030204" pitchFamily="34" charset="0"/>
            </a:endParaRPr>
          </a:p>
        </p:txBody>
      </p:sp>
      <p:cxnSp>
        <p:nvCxnSpPr>
          <p:cNvPr id="16" name="Straight Arrow Connector 15"/>
          <p:cNvCxnSpPr>
            <a:cxnSpLocks/>
            <a:stCxn id="15" idx="1"/>
            <a:endCxn id="17" idx="1"/>
          </p:cNvCxnSpPr>
          <p:nvPr/>
        </p:nvCxnSpPr>
        <p:spPr>
          <a:xfrm flipH="1">
            <a:off x="3252956" y="2826100"/>
            <a:ext cx="3133640" cy="6965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rot="20895371">
            <a:off x="3214717" y="2673770"/>
            <a:ext cx="3653524" cy="954107"/>
          </a:xfrm>
          <a:prstGeom prst="rect">
            <a:avLst/>
          </a:prstGeom>
          <a:noFill/>
        </p:spPr>
        <p:txBody>
          <a:bodyPr wrap="square" rtlCol="0">
            <a:spAutoFit/>
          </a:bodyPr>
          <a:lstStyle/>
          <a:p>
            <a:r>
              <a:rPr lang="en-GB" sz="2800" dirty="0">
                <a:solidFill>
                  <a:schemeClr val="bg1"/>
                </a:solidFill>
              </a:rPr>
              <a:t>Moderator are light or heavy mass</a:t>
            </a:r>
            <a:endParaRPr lang="en-IN" sz="2800" dirty="0">
              <a:solidFill>
                <a:schemeClr val="bg1"/>
              </a:solidFill>
            </a:endParaRPr>
          </a:p>
        </p:txBody>
      </p:sp>
      <p:sp>
        <p:nvSpPr>
          <p:cNvPr id="19" name="Rectangle 18"/>
          <p:cNvSpPr/>
          <p:nvPr/>
        </p:nvSpPr>
        <p:spPr>
          <a:xfrm rot="347342">
            <a:off x="1793615" y="223904"/>
            <a:ext cx="543740" cy="923330"/>
          </a:xfrm>
          <a:prstGeom prst="rect">
            <a:avLst/>
          </a:prstGeom>
          <a:noFill/>
        </p:spPr>
        <p:txBody>
          <a:bodyPr wrap="none" lIns="91440" tIns="45720" rIns="91440" bIns="45720">
            <a:spAutoFit/>
          </a:bodyPr>
          <a:lstStyle/>
          <a:p>
            <a:pPr algn="ctr"/>
            <a:r>
              <a:rPr lang="en-US" sz="5400" b="0" cap="none" spc="0" dirty="0">
                <a:ln w="0"/>
                <a:solidFill>
                  <a:schemeClr val="bg1"/>
                </a:solidFill>
                <a:effectLst>
                  <a:outerShdw blurRad="38100" dist="19050" dir="2700000" algn="tl" rotWithShape="0">
                    <a:schemeClr val="dk1">
                      <a:alpha val="40000"/>
                    </a:schemeClr>
                  </a:outerShdw>
                </a:effectLst>
              </a:rPr>
              <a:t>X</a:t>
            </a:r>
          </a:p>
        </p:txBody>
      </p:sp>
      <p:sp>
        <p:nvSpPr>
          <p:cNvPr id="20" name="Rectangle 19"/>
          <p:cNvSpPr/>
          <p:nvPr/>
        </p:nvSpPr>
        <p:spPr>
          <a:xfrm rot="20006573">
            <a:off x="3501512" y="3115063"/>
            <a:ext cx="543740" cy="923330"/>
          </a:xfrm>
          <a:prstGeom prst="rect">
            <a:avLst/>
          </a:prstGeom>
          <a:noFill/>
        </p:spPr>
        <p:txBody>
          <a:bodyPr wrap="none" lIns="91440" tIns="45720" rIns="91440" bIns="45720">
            <a:spAutoFit/>
          </a:bodyPr>
          <a:lstStyle/>
          <a:p>
            <a:pPr algn="ctr"/>
            <a:r>
              <a:rPr lang="en-US" sz="5400" b="0" cap="none" spc="0" dirty="0">
                <a:ln w="0"/>
                <a:solidFill>
                  <a:schemeClr val="bg1"/>
                </a:solidFill>
                <a:effectLst>
                  <a:outerShdw blurRad="38100" dist="19050" dir="2700000" algn="tl" rotWithShape="0">
                    <a:schemeClr val="dk1">
                      <a:alpha val="40000"/>
                    </a:schemeClr>
                  </a:outerShdw>
                </a:effectLst>
              </a:rPr>
              <a:t>X</a:t>
            </a:r>
          </a:p>
        </p:txBody>
      </p:sp>
      <mc:AlternateContent xmlns:mc="http://schemas.openxmlformats.org/markup-compatibility/2006" xmlns:a14="http://schemas.microsoft.com/office/drawing/2010/main">
        <mc:Choice Requires="a14">
          <p:sp>
            <p:nvSpPr>
              <p:cNvPr id="21" name="Rectangle 20"/>
              <p:cNvSpPr/>
              <p:nvPr/>
            </p:nvSpPr>
            <p:spPr>
              <a:xfrm>
                <a:off x="8761322" y="3293238"/>
                <a:ext cx="3268587"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IN" sz="2800" i="1" smtClean="0">
                              <a:solidFill>
                                <a:schemeClr val="bg1"/>
                              </a:solidFill>
                              <a:latin typeface="Cambria Math" panose="02040503050406030204" pitchFamily="18" charset="0"/>
                            </a:rPr>
                          </m:ctrlPr>
                        </m:sSubPr>
                        <m:e>
                          <m:r>
                            <a:rPr lang="en-IN" sz="2800" i="1">
                              <a:solidFill>
                                <a:schemeClr val="bg1"/>
                              </a:solidFill>
                              <a:latin typeface="Cambria Math" panose="02040503050406030204" pitchFamily="18" charset="0"/>
                            </a:rPr>
                            <m:t>𝐷</m:t>
                          </m:r>
                        </m:e>
                        <m:sub>
                          <m:r>
                            <a:rPr lang="en-IN" sz="2800" i="0">
                              <a:solidFill>
                                <a:schemeClr val="bg1"/>
                              </a:solidFill>
                              <a:latin typeface="Cambria Math" panose="02040503050406030204" pitchFamily="18" charset="0"/>
                            </a:rPr>
                            <m:t>2</m:t>
                          </m:r>
                        </m:sub>
                      </m:sSub>
                      <m:r>
                        <a:rPr lang="en-IN" sz="2800" i="1">
                          <a:solidFill>
                            <a:schemeClr val="bg1"/>
                          </a:solidFill>
                          <a:latin typeface="Cambria Math" panose="02040503050406030204" pitchFamily="18" charset="0"/>
                        </a:rPr>
                        <m:t>𝑂</m:t>
                      </m:r>
                      <m:r>
                        <a:rPr lang="en-IN" sz="2800" i="0">
                          <a:solidFill>
                            <a:schemeClr val="bg1"/>
                          </a:solidFill>
                          <a:latin typeface="Cambria Math" panose="02040503050406030204" pitchFamily="18" charset="0"/>
                        </a:rPr>
                        <m:t>,</m:t>
                      </m:r>
                      <m:sSub>
                        <m:sSubPr>
                          <m:ctrlPr>
                            <a:rPr lang="en-IN" sz="2800" i="1">
                              <a:solidFill>
                                <a:schemeClr val="bg1"/>
                              </a:solidFill>
                              <a:latin typeface="Cambria Math" panose="02040503050406030204" pitchFamily="18" charset="0"/>
                            </a:rPr>
                          </m:ctrlPr>
                        </m:sSubPr>
                        <m:e>
                          <m:r>
                            <a:rPr lang="en-IN" sz="2800" i="1">
                              <a:solidFill>
                                <a:schemeClr val="bg1"/>
                              </a:solidFill>
                              <a:latin typeface="Cambria Math" panose="02040503050406030204" pitchFamily="18" charset="0"/>
                            </a:rPr>
                            <m:t>𝐻</m:t>
                          </m:r>
                        </m:e>
                        <m:sub>
                          <m:r>
                            <a:rPr lang="en-IN" sz="2800" i="0">
                              <a:solidFill>
                                <a:schemeClr val="bg1"/>
                              </a:solidFill>
                              <a:latin typeface="Cambria Math" panose="02040503050406030204" pitchFamily="18" charset="0"/>
                            </a:rPr>
                            <m:t>2</m:t>
                          </m:r>
                        </m:sub>
                      </m:sSub>
                      <m:r>
                        <a:rPr lang="en-IN" sz="2800" i="1">
                          <a:solidFill>
                            <a:schemeClr val="bg1"/>
                          </a:solidFill>
                          <a:latin typeface="Cambria Math" panose="02040503050406030204" pitchFamily="18" charset="0"/>
                        </a:rPr>
                        <m:t>𝑂</m:t>
                      </m:r>
                      <m:r>
                        <a:rPr lang="en-IN" sz="2800" i="0">
                          <a:solidFill>
                            <a:schemeClr val="bg1"/>
                          </a:solidFill>
                          <a:latin typeface="Cambria Math" panose="02040503050406030204" pitchFamily="18" charset="0"/>
                        </a:rPr>
                        <m:t>,</m:t>
                      </m:r>
                      <m:r>
                        <a:rPr lang="en-IN" sz="2800" i="1">
                          <a:solidFill>
                            <a:schemeClr val="bg1"/>
                          </a:solidFill>
                          <a:latin typeface="Cambria Math" panose="02040503050406030204" pitchFamily="18" charset="0"/>
                        </a:rPr>
                        <m:t>𝑔𝑟𝑎𝑝h𝑖𝑡𝑒</m:t>
                      </m:r>
                    </m:oMath>
                  </m:oMathPara>
                </a14:m>
                <a:endParaRPr lang="en-IN" sz="2800" dirty="0">
                  <a:solidFill>
                    <a:schemeClr val="bg1"/>
                  </a:solidFill>
                </a:endParaRPr>
              </a:p>
            </p:txBody>
          </p:sp>
        </mc:Choice>
        <mc:Fallback xmlns="">
          <p:sp>
            <p:nvSpPr>
              <p:cNvPr id="21" name="Rectangle 20"/>
              <p:cNvSpPr>
                <a:spLocks noRot="1" noChangeAspect="1" noMove="1" noResize="1" noEditPoints="1" noAdjustHandles="1" noChangeArrowheads="1" noChangeShapeType="1" noTextEdit="1"/>
              </p:cNvSpPr>
              <p:nvPr/>
            </p:nvSpPr>
            <p:spPr>
              <a:xfrm>
                <a:off x="8761322" y="3293238"/>
                <a:ext cx="3268587" cy="523220"/>
              </a:xfrm>
              <a:prstGeom prst="rect">
                <a:avLst/>
              </a:prstGeom>
              <a:blipFill>
                <a:blip r:embed="rId2"/>
                <a:stretch>
                  <a:fillRect/>
                </a:stretch>
              </a:blipFill>
            </p:spPr>
            <p:txBody>
              <a:bodyPr/>
              <a:lstStyle/>
              <a:p>
                <a:r>
                  <a:rPr lang="en-US">
                    <a:noFill/>
                  </a:rPr>
                  <a:t> </a:t>
                </a:r>
              </a:p>
            </p:txBody>
          </p:sp>
        </mc:Fallback>
      </mc:AlternateContent>
      <p:pic>
        <p:nvPicPr>
          <p:cNvPr id="22" name="Picture 2" descr="1.2 La fisión y la fusión nuclear.">
            <a:extLst>
              <a:ext uri="{FF2B5EF4-FFF2-40B4-BE49-F238E27FC236}">
                <a16:creationId xmlns:a16="http://schemas.microsoft.com/office/drawing/2014/main" id="{90A15F3A-C52C-8504-FDCD-B97646E110CD}"/>
              </a:ext>
            </a:extLst>
          </p:cNvPr>
          <p:cNvPicPr>
            <a:picLocks noChangeAspect="1" noChangeArrowheads="1"/>
          </p:cNvPicPr>
          <p:nvPr/>
        </p:nvPicPr>
        <p:blipFill rotWithShape="1">
          <a:blip r:embed="rId3">
            <a:lum bright="70000" contrast="-70000"/>
            <a:extLst>
              <a:ext uri="{28A0092B-C50C-407E-A947-70E740481C1C}">
                <a14:useLocalDpi xmlns:a14="http://schemas.microsoft.com/office/drawing/2010/main" val="0"/>
              </a:ext>
            </a:extLst>
          </a:blip>
          <a:srcRect l="63417" r="19941" b="70323"/>
          <a:stretch/>
        </p:blipFill>
        <p:spPr bwMode="auto">
          <a:xfrm rot="1481417">
            <a:off x="4049441" y="495350"/>
            <a:ext cx="839653" cy="913381"/>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4" descr="Nuclear Power Plant HD Wallpapers - Wallpaper Cave">
            <a:extLst>
              <a:ext uri="{FF2B5EF4-FFF2-40B4-BE49-F238E27FC236}">
                <a16:creationId xmlns:a16="http://schemas.microsoft.com/office/drawing/2014/main" id="{E68A2D4F-B539-A4D9-F971-31481D5D0DE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9518" y="2973794"/>
            <a:ext cx="2996138" cy="16853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67210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500"/>
                                        <p:tgtEl>
                                          <p:spTgt spid="2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fade">
                                      <p:cBhvr>
                                        <p:cTn id="27" dur="500"/>
                                        <p:tgtEl>
                                          <p:spTgt spid="1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childTnLst>
                                </p:cTn>
                              </p:par>
                              <p:par>
                                <p:cTn id="33" presetID="10" presetClass="entr" presetSubtype="0" fill="hold" nodeType="with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500"/>
                                        <p:tgtEl>
                                          <p:spTgt spid="10"/>
                                        </p:tgtEl>
                                      </p:cBhvr>
                                    </p:animEffect>
                                  </p:childTnLst>
                                </p:cTn>
                              </p:par>
                              <p:par>
                                <p:cTn id="36" presetID="10" presetClass="entr" presetSubtype="0" fill="hold" nodeType="with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500"/>
                                        <p:tgtEl>
                                          <p:spTgt spid="11"/>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500"/>
                                        <p:tgtEl>
                                          <p:spTgt spid="12"/>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500"/>
                                        <p:tgtEl>
                                          <p:spTgt spid="13"/>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4"/>
                                        </p:tgtEl>
                                        <p:attrNameLst>
                                          <p:attrName>style.visibility</p:attrName>
                                        </p:attrNameLst>
                                      </p:cBhvr>
                                      <p:to>
                                        <p:strVal val="visible"/>
                                      </p:to>
                                    </p:set>
                                    <p:animEffect transition="in" filter="fade">
                                      <p:cBhvr>
                                        <p:cTn id="49" dur="500"/>
                                        <p:tgtEl>
                                          <p:spTgt spid="14"/>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15"/>
                                        </p:tgtEl>
                                        <p:attrNameLst>
                                          <p:attrName>style.visibility</p:attrName>
                                        </p:attrNameLst>
                                      </p:cBhvr>
                                      <p:to>
                                        <p:strVal val="visible"/>
                                      </p:to>
                                    </p:set>
                                    <p:animEffect transition="in" filter="fade">
                                      <p:cBhvr>
                                        <p:cTn id="54" dur="500"/>
                                        <p:tgtEl>
                                          <p:spTgt spid="15"/>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21"/>
                                        </p:tgtEl>
                                        <p:attrNameLst>
                                          <p:attrName>style.visibility</p:attrName>
                                        </p:attrNameLst>
                                      </p:cBhvr>
                                      <p:to>
                                        <p:strVal val="visible"/>
                                      </p:to>
                                    </p:set>
                                    <p:animEffect transition="in" filter="fade">
                                      <p:cBhvr>
                                        <p:cTn id="59" dur="5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nodeType="clickEffect">
                                  <p:stCondLst>
                                    <p:cond delay="0"/>
                                  </p:stCondLst>
                                  <p:childTnLst>
                                    <p:set>
                                      <p:cBhvr>
                                        <p:cTn id="63" dur="1" fill="hold">
                                          <p:stCondLst>
                                            <p:cond delay="0"/>
                                          </p:stCondLst>
                                        </p:cTn>
                                        <p:tgtEl>
                                          <p:spTgt spid="16"/>
                                        </p:tgtEl>
                                        <p:attrNameLst>
                                          <p:attrName>style.visibility</p:attrName>
                                        </p:attrNameLst>
                                      </p:cBhvr>
                                      <p:to>
                                        <p:strVal val="visible"/>
                                      </p:to>
                                    </p:set>
                                    <p:animEffect transition="in" filter="fade">
                                      <p:cBhvr>
                                        <p:cTn id="64" dur="500"/>
                                        <p:tgtEl>
                                          <p:spTgt spid="16"/>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17"/>
                                        </p:tgtEl>
                                        <p:attrNameLst>
                                          <p:attrName>style.visibility</p:attrName>
                                        </p:attrNameLst>
                                      </p:cBhvr>
                                      <p:to>
                                        <p:strVal val="visible"/>
                                      </p:to>
                                    </p:set>
                                    <p:animEffect transition="in" filter="fade">
                                      <p:cBhvr>
                                        <p:cTn id="67" dur="500"/>
                                        <p:tgtEl>
                                          <p:spTgt spid="17"/>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20"/>
                                        </p:tgtEl>
                                        <p:attrNameLst>
                                          <p:attrName>style.visibility</p:attrName>
                                        </p:attrNameLst>
                                      </p:cBhvr>
                                      <p:to>
                                        <p:strVal val="visible"/>
                                      </p:to>
                                    </p:set>
                                    <p:animEffect transition="in" filter="fade">
                                      <p:cBhvr>
                                        <p:cTn id="72" dur="500"/>
                                        <p:tgtEl>
                                          <p:spTgt spid="20"/>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26"/>
                                        </p:tgtEl>
                                        <p:attrNameLst>
                                          <p:attrName>style.visibility</p:attrName>
                                        </p:attrNameLst>
                                      </p:cBhvr>
                                      <p:to>
                                        <p:strVal val="visible"/>
                                      </p:to>
                                    </p:set>
                                    <p:animEffect transition="in" filter="fade">
                                      <p:cBhvr>
                                        <p:cTn id="77"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2" grpId="0"/>
      <p:bldP spid="13" grpId="0" animBg="1"/>
      <p:bldP spid="14" grpId="0"/>
      <p:bldP spid="15" grpId="0"/>
      <p:bldP spid="17" grpId="0"/>
      <p:bldP spid="19" grpId="0"/>
      <p:bldP spid="20" grpId="0"/>
      <p:bldP spid="21"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A3E44F-5DC9-B97B-7A38-ED65F410F8A4}"/>
            </a:ext>
          </a:extLst>
        </p:cNvPr>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D78361D4-6C07-9D7D-1F3D-2A7EA5CE9FED}"/>
              </a:ext>
            </a:extLst>
          </p:cNvPr>
          <p:cNvSpPr/>
          <p:nvPr/>
        </p:nvSpPr>
        <p:spPr>
          <a:xfrm>
            <a:off x="7141580" y="544010"/>
            <a:ext cx="4213185" cy="2217150"/>
          </a:xfrm>
          <a:prstGeom prst="roundRect">
            <a:avLst>
              <a:gd name="adj" fmla="val 15101"/>
            </a:avLst>
          </a:prstGeom>
          <a:ln w="38100">
            <a:solidFill>
              <a:schemeClr val="bg1"/>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pic>
        <p:nvPicPr>
          <p:cNvPr id="4" name="Picture 2" descr="Nuclear Binding Energy – University Physics Volume 3">
            <a:extLst>
              <a:ext uri="{FF2B5EF4-FFF2-40B4-BE49-F238E27FC236}">
                <a16:creationId xmlns:a16="http://schemas.microsoft.com/office/drawing/2014/main" id="{6FBB4963-E334-9EFD-909A-BA01D07C24D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6033" y="-7219147"/>
            <a:ext cx="11799934" cy="6858000"/>
          </a:xfrm>
          <a:prstGeom prst="rect">
            <a:avLst/>
          </a:prstGeom>
          <a:noFill/>
          <a:extLst>
            <a:ext uri="{909E8E84-426E-40DD-AFC4-6F175D3DCCD1}">
              <a14:hiddenFill xmlns:a14="http://schemas.microsoft.com/office/drawing/2010/main">
                <a:solidFill>
                  <a:srgbClr val="FFFFFF"/>
                </a:solidFill>
              </a14:hiddenFill>
            </a:ext>
          </a:extLst>
        </p:spPr>
      </p:pic>
      <p:sp>
        <p:nvSpPr>
          <p:cNvPr id="6" name="Right Arrow 5">
            <a:extLst>
              <a:ext uri="{FF2B5EF4-FFF2-40B4-BE49-F238E27FC236}">
                <a16:creationId xmlns:a16="http://schemas.microsoft.com/office/drawing/2014/main" id="{62017524-5986-DB60-62DF-F4CEBC9D663F}"/>
              </a:ext>
            </a:extLst>
          </p:cNvPr>
          <p:cNvSpPr/>
          <p:nvPr/>
        </p:nvSpPr>
        <p:spPr>
          <a:xfrm>
            <a:off x="1889760" y="1742662"/>
            <a:ext cx="1076960" cy="408384"/>
          </a:xfrm>
          <a:prstGeom prst="rightArrow">
            <a:avLst/>
          </a:prstGeom>
          <a:effectLst>
            <a:glow rad="139700">
              <a:schemeClr val="accent1">
                <a:satMod val="175000"/>
                <a:alpha val="40000"/>
              </a:schemeClr>
            </a:glow>
          </a:effectLst>
        </p:spPr>
        <p:style>
          <a:lnRef idx="2">
            <a:schemeClr val="accent4"/>
          </a:lnRef>
          <a:fillRef idx="1">
            <a:schemeClr val="lt1"/>
          </a:fillRef>
          <a:effectRef idx="0">
            <a:schemeClr val="accent4"/>
          </a:effectRef>
          <a:fontRef idx="minor">
            <a:schemeClr val="dk1"/>
          </a:fontRef>
        </p:style>
        <p:txBody>
          <a:bodyPr rtlCol="0" anchor="ctr"/>
          <a:lstStyle/>
          <a:p>
            <a:pPr algn="ctr"/>
            <a:endParaRPr lang="en-IN">
              <a:solidFill>
                <a:schemeClr val="bg1"/>
              </a:solidFill>
            </a:endParaRPr>
          </a:p>
        </p:txBody>
      </p:sp>
      <p:sp>
        <p:nvSpPr>
          <p:cNvPr id="7" name="Left Arrow 6">
            <a:extLst>
              <a:ext uri="{FF2B5EF4-FFF2-40B4-BE49-F238E27FC236}">
                <a16:creationId xmlns:a16="http://schemas.microsoft.com/office/drawing/2014/main" id="{2113D333-E061-11A6-2C48-DFE1B4C69ACC}"/>
              </a:ext>
            </a:extLst>
          </p:cNvPr>
          <p:cNvSpPr/>
          <p:nvPr/>
        </p:nvSpPr>
        <p:spPr>
          <a:xfrm>
            <a:off x="8153400" y="1689957"/>
            <a:ext cx="1214120" cy="487680"/>
          </a:xfrm>
          <a:prstGeom prst="leftArrow">
            <a:avLst/>
          </a:prstGeom>
          <a:effectLst>
            <a:glow rad="139700">
              <a:schemeClr val="accent1">
                <a:satMod val="175000"/>
                <a:alpha val="40000"/>
              </a:schemeClr>
            </a:glow>
          </a:effectLst>
        </p:spPr>
        <p:style>
          <a:lnRef idx="2">
            <a:schemeClr val="accent4"/>
          </a:lnRef>
          <a:fillRef idx="1">
            <a:schemeClr val="lt1"/>
          </a:fillRef>
          <a:effectRef idx="0">
            <a:schemeClr val="accent4"/>
          </a:effectRef>
          <a:fontRef idx="minor">
            <a:schemeClr val="dk1"/>
          </a:fontRef>
        </p:style>
        <p:txBody>
          <a:bodyPr rtlCol="0" anchor="ctr"/>
          <a:lstStyle/>
          <a:p>
            <a:pPr algn="ctr"/>
            <a:endParaRPr lang="en-IN">
              <a:solidFill>
                <a:schemeClr val="bg1"/>
              </a:solidFill>
            </a:endParaRPr>
          </a:p>
        </p:txBody>
      </p:sp>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85463223-AF28-A6B1-A674-0525C992F234}"/>
                  </a:ext>
                </a:extLst>
              </p:cNvPr>
              <p:cNvSpPr/>
              <p:nvPr/>
            </p:nvSpPr>
            <p:spPr>
              <a:xfrm>
                <a:off x="8610600" y="2299495"/>
                <a:ext cx="1957011"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IN" sz="2400" i="1" smtClean="0">
                          <a:solidFill>
                            <a:schemeClr val="bg1"/>
                          </a:solidFill>
                          <a:latin typeface="Cambria Math" panose="02040503050406030204" pitchFamily="18" charset="0"/>
                        </a:rPr>
                        <m:t>𝑇𝑟𝑦</m:t>
                      </m:r>
                      <m:r>
                        <m:rPr>
                          <m:nor/>
                        </m:rPr>
                        <a:rPr lang="en-IN" sz="2400" i="1">
                          <a:solidFill>
                            <a:schemeClr val="bg1"/>
                          </a:solidFill>
                          <a:latin typeface="Cambria Math" panose="02040503050406030204" pitchFamily="18" charset="0"/>
                        </a:rPr>
                        <m:t> </m:t>
                      </m:r>
                      <m:r>
                        <a:rPr lang="en-IN" sz="2400" i="1">
                          <a:solidFill>
                            <a:schemeClr val="bg1"/>
                          </a:solidFill>
                          <a:latin typeface="Cambria Math" panose="02040503050406030204" pitchFamily="18" charset="0"/>
                        </a:rPr>
                        <m:t>𝑡𝑜</m:t>
                      </m:r>
                      <m:r>
                        <m:rPr>
                          <m:nor/>
                        </m:rPr>
                        <a:rPr lang="en-IN" sz="2400" i="1">
                          <a:solidFill>
                            <a:schemeClr val="bg1"/>
                          </a:solidFill>
                          <a:latin typeface="Cambria Math" panose="02040503050406030204" pitchFamily="18" charset="0"/>
                        </a:rPr>
                        <m:t> </m:t>
                      </m:r>
                      <m:r>
                        <a:rPr lang="en-IN" sz="2400" i="1">
                          <a:solidFill>
                            <a:schemeClr val="bg1"/>
                          </a:solidFill>
                          <a:latin typeface="Cambria Math" panose="02040503050406030204" pitchFamily="18" charset="0"/>
                        </a:rPr>
                        <m:t>𝑏𝑟𝑒𝑎𝑘</m:t>
                      </m:r>
                    </m:oMath>
                  </m:oMathPara>
                </a14:m>
                <a:endParaRPr lang="en-IN" sz="2400" dirty="0">
                  <a:solidFill>
                    <a:schemeClr val="bg1"/>
                  </a:solidFill>
                </a:endParaRPr>
              </a:p>
            </p:txBody>
          </p:sp>
        </mc:Choice>
        <mc:Fallback xmlns="">
          <p:sp>
            <p:nvSpPr>
              <p:cNvPr id="10" name="Rectangle 9">
                <a:extLst>
                  <a:ext uri="{FF2B5EF4-FFF2-40B4-BE49-F238E27FC236}">
                    <a16:creationId xmlns:a16="http://schemas.microsoft.com/office/drawing/2014/main" id="{85463223-AF28-A6B1-A674-0525C992F234}"/>
                  </a:ext>
                </a:extLst>
              </p:cNvPr>
              <p:cNvSpPr>
                <a:spLocks noRot="1" noChangeAspect="1" noMove="1" noResize="1" noEditPoints="1" noAdjustHandles="1" noChangeArrowheads="1" noChangeShapeType="1" noTextEdit="1"/>
              </p:cNvSpPr>
              <p:nvPr/>
            </p:nvSpPr>
            <p:spPr>
              <a:xfrm>
                <a:off x="8610600" y="2299495"/>
                <a:ext cx="1957011" cy="461665"/>
              </a:xfrm>
              <a:prstGeom prst="rect">
                <a:avLst/>
              </a:prstGeom>
              <a:blipFill>
                <a:blip r:embed="rId3"/>
                <a:stretch>
                  <a:fillRect l="-312" b="-171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6DA331FB-16A5-7AE5-8B43-A66444AD3DAF}"/>
                  </a:ext>
                </a:extLst>
              </p:cNvPr>
              <p:cNvSpPr/>
              <p:nvPr/>
            </p:nvSpPr>
            <p:spPr>
              <a:xfrm>
                <a:off x="1154750" y="2406126"/>
                <a:ext cx="2347437"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IN" sz="2400" i="1" smtClean="0">
                          <a:solidFill>
                            <a:schemeClr val="bg1"/>
                          </a:solidFill>
                          <a:latin typeface="Cambria Math" panose="02040503050406030204" pitchFamily="18" charset="0"/>
                        </a:rPr>
                        <m:t>𝑇𝑟𝑦</m:t>
                      </m:r>
                      <m:r>
                        <m:rPr>
                          <m:nor/>
                        </m:rPr>
                        <a:rPr lang="en-IN" sz="2400" i="1">
                          <a:solidFill>
                            <a:schemeClr val="bg1"/>
                          </a:solidFill>
                          <a:latin typeface="Cambria Math" panose="02040503050406030204" pitchFamily="18" charset="0"/>
                        </a:rPr>
                        <m:t> </m:t>
                      </m:r>
                      <m:r>
                        <a:rPr lang="en-IN" sz="2400" i="1">
                          <a:solidFill>
                            <a:schemeClr val="bg1"/>
                          </a:solidFill>
                          <a:latin typeface="Cambria Math" panose="02040503050406030204" pitchFamily="18" charset="0"/>
                        </a:rPr>
                        <m:t>𝑡𝑜</m:t>
                      </m:r>
                      <m:r>
                        <m:rPr>
                          <m:nor/>
                        </m:rPr>
                        <a:rPr lang="en-IN" sz="2400" i="1">
                          <a:solidFill>
                            <a:schemeClr val="bg1"/>
                          </a:solidFill>
                          <a:latin typeface="Cambria Math" panose="02040503050406030204" pitchFamily="18" charset="0"/>
                        </a:rPr>
                        <m:t> </m:t>
                      </m:r>
                      <m:r>
                        <a:rPr lang="en-IN" sz="2400" i="1">
                          <a:solidFill>
                            <a:schemeClr val="bg1"/>
                          </a:solidFill>
                          <a:latin typeface="Cambria Math" panose="02040503050406030204" pitchFamily="18" charset="0"/>
                        </a:rPr>
                        <m:t>𝐶𝑜𝑚𝑏𝑖𝑛𝑒</m:t>
                      </m:r>
                    </m:oMath>
                  </m:oMathPara>
                </a14:m>
                <a:endParaRPr lang="en-IN" sz="2400" dirty="0">
                  <a:solidFill>
                    <a:schemeClr val="bg1"/>
                  </a:solidFill>
                </a:endParaRPr>
              </a:p>
            </p:txBody>
          </p:sp>
        </mc:Choice>
        <mc:Fallback xmlns="">
          <p:sp>
            <p:nvSpPr>
              <p:cNvPr id="11" name="Rectangle 10">
                <a:extLst>
                  <a:ext uri="{FF2B5EF4-FFF2-40B4-BE49-F238E27FC236}">
                    <a16:creationId xmlns:a16="http://schemas.microsoft.com/office/drawing/2014/main" id="{6DA331FB-16A5-7AE5-8B43-A66444AD3DAF}"/>
                  </a:ext>
                </a:extLst>
              </p:cNvPr>
              <p:cNvSpPr>
                <a:spLocks noRot="1" noChangeAspect="1" noMove="1" noResize="1" noEditPoints="1" noAdjustHandles="1" noChangeArrowheads="1" noChangeShapeType="1" noTextEdit="1"/>
              </p:cNvSpPr>
              <p:nvPr/>
            </p:nvSpPr>
            <p:spPr>
              <a:xfrm>
                <a:off x="1154750" y="2406126"/>
                <a:ext cx="2347437" cy="461665"/>
              </a:xfrm>
              <a:prstGeom prst="rect">
                <a:avLst/>
              </a:prstGeom>
              <a:blipFill>
                <a:blip r:embed="rId4"/>
                <a:stretch>
                  <a:fillRect l="-259" b="-17333"/>
                </a:stretch>
              </a:blipFill>
            </p:spPr>
            <p:txBody>
              <a:bodyPr/>
              <a:lstStyle/>
              <a:p>
                <a:r>
                  <a:rPr lang="en-US">
                    <a:noFill/>
                  </a:rPr>
                  <a:t> </a:t>
                </a:r>
              </a:p>
            </p:txBody>
          </p:sp>
        </mc:Fallback>
      </mc:AlternateContent>
      <p:sp>
        <p:nvSpPr>
          <p:cNvPr id="12" name="Rectangle 11">
            <a:extLst>
              <a:ext uri="{FF2B5EF4-FFF2-40B4-BE49-F238E27FC236}">
                <a16:creationId xmlns:a16="http://schemas.microsoft.com/office/drawing/2014/main" id="{B15E6023-CC9D-92E0-D074-CBBB16C0DF2D}"/>
              </a:ext>
            </a:extLst>
          </p:cNvPr>
          <p:cNvSpPr/>
          <p:nvPr/>
        </p:nvSpPr>
        <p:spPr>
          <a:xfrm>
            <a:off x="3502187" y="2967335"/>
            <a:ext cx="5057025" cy="461665"/>
          </a:xfrm>
          <a:prstGeom prst="rect">
            <a:avLst/>
          </a:prstGeom>
        </p:spPr>
        <p:txBody>
          <a:bodyPr wrap="none">
            <a:spAutoFit/>
          </a:bodyPr>
          <a:lstStyle/>
          <a:p>
            <a:pPr marL="457200" indent="-457200">
              <a:buFont typeface="Wingdings" panose="05000000000000000000" pitchFamily="2" charset="2"/>
              <a:buChar char="Ø"/>
            </a:pPr>
            <a:r>
              <a:rPr lang="en-GB" sz="2400" dirty="0">
                <a:solidFill>
                  <a:schemeClr val="bg1"/>
                </a:solidFill>
              </a:rPr>
              <a:t>Hydrogen B.E. can be taken as zero </a:t>
            </a:r>
          </a:p>
        </p:txBody>
      </p:sp>
      <p:sp>
        <p:nvSpPr>
          <p:cNvPr id="13" name="Rectangle 12">
            <a:extLst>
              <a:ext uri="{FF2B5EF4-FFF2-40B4-BE49-F238E27FC236}">
                <a16:creationId xmlns:a16="http://schemas.microsoft.com/office/drawing/2014/main" id="{E61CA1EA-CC57-F41A-719C-F6DD1C360FAE}"/>
              </a:ext>
            </a:extLst>
          </p:cNvPr>
          <p:cNvSpPr/>
          <p:nvPr/>
        </p:nvSpPr>
        <p:spPr>
          <a:xfrm>
            <a:off x="3502187" y="3405238"/>
            <a:ext cx="3192477" cy="461665"/>
          </a:xfrm>
          <a:prstGeom prst="rect">
            <a:avLst/>
          </a:prstGeom>
        </p:spPr>
        <p:txBody>
          <a:bodyPr wrap="none">
            <a:spAutoFit/>
          </a:bodyPr>
          <a:lstStyle/>
          <a:p>
            <a:pPr marL="457200" indent="-457200">
              <a:buFont typeface="Wingdings" panose="05000000000000000000" pitchFamily="2" charset="2"/>
              <a:buChar char="Ø"/>
            </a:pPr>
            <a:r>
              <a:rPr lang="en-GB" sz="2400" dirty="0">
                <a:solidFill>
                  <a:schemeClr val="bg1"/>
                </a:solidFill>
              </a:rPr>
              <a:t>Maximum for Fe(56)</a:t>
            </a:r>
          </a:p>
        </p:txBody>
      </p:sp>
      <mc:AlternateContent xmlns:mc="http://schemas.openxmlformats.org/markup-compatibility/2006" xmlns:a14="http://schemas.microsoft.com/office/drawing/2010/main">
        <mc:Choice Requires="a14">
          <p:sp>
            <p:nvSpPr>
              <p:cNvPr id="14" name="Rectangle 13">
                <a:extLst>
                  <a:ext uri="{FF2B5EF4-FFF2-40B4-BE49-F238E27FC236}">
                    <a16:creationId xmlns:a16="http://schemas.microsoft.com/office/drawing/2014/main" id="{03AFF760-28C7-09A6-9AB9-C5ACCAAF5231}"/>
                  </a:ext>
                </a:extLst>
              </p:cNvPr>
              <p:cNvSpPr/>
              <p:nvPr/>
            </p:nvSpPr>
            <p:spPr>
              <a:xfrm>
                <a:off x="3502187" y="3832930"/>
                <a:ext cx="3830216" cy="461665"/>
              </a:xfrm>
              <a:prstGeom prst="rect">
                <a:avLst/>
              </a:prstGeom>
            </p:spPr>
            <p:txBody>
              <a:bodyPr wrap="none">
                <a:spAutoFit/>
              </a:bodyPr>
              <a:lstStyle/>
              <a:p>
                <a:pPr marL="457200" indent="-457200">
                  <a:buFont typeface="Wingdings" panose="05000000000000000000" pitchFamily="2" charset="2"/>
                  <a:buChar char="Ø"/>
                </a:pPr>
                <a:r>
                  <a:rPr lang="en-GB" sz="2400" dirty="0">
                    <a:solidFill>
                      <a:schemeClr val="bg1"/>
                    </a:solidFill>
                  </a:rPr>
                  <a:t>Other max are He , C</a:t>
                </a:r>
                <a14:m>
                  <m:oMath xmlns:m="http://schemas.openxmlformats.org/officeDocument/2006/math">
                    <m:sSup>
                      <m:sSupPr>
                        <m:ctrlPr>
                          <a:rPr lang="en-IN" sz="2400" b="0" i="1" smtClean="0">
                            <a:solidFill>
                              <a:schemeClr val="bg1"/>
                            </a:solidFill>
                            <a:latin typeface="Cambria Math" panose="02040503050406030204" pitchFamily="18" charset="0"/>
                          </a:rPr>
                        </m:ctrlPr>
                      </m:sSupPr>
                      <m:e>
                        <m:r>
                          <a:rPr lang="en-IN" sz="2400" b="0" i="0" smtClean="0">
                            <a:solidFill>
                              <a:schemeClr val="bg1"/>
                            </a:solidFill>
                            <a:latin typeface="Cambria Math" panose="02040503050406030204" pitchFamily="18" charset="0"/>
                          </a:rPr>
                          <m:t>,</m:t>
                        </m:r>
                      </m:e>
                      <m:sup>
                        <m:r>
                          <a:rPr lang="en-IN" sz="2400" b="0" i="1" smtClean="0">
                            <a:solidFill>
                              <a:schemeClr val="bg1"/>
                            </a:solidFill>
                            <a:latin typeface="Cambria Math" panose="02040503050406030204" pitchFamily="18" charset="0"/>
                          </a:rPr>
                          <m:t>16</m:t>
                        </m:r>
                      </m:sup>
                    </m:sSup>
                    <m:r>
                      <a:rPr lang="en-IN" sz="2400" b="0" i="1" smtClean="0">
                        <a:solidFill>
                          <a:schemeClr val="bg1"/>
                        </a:solidFill>
                        <a:latin typeface="Cambria Math" panose="02040503050406030204" pitchFamily="18" charset="0"/>
                      </a:rPr>
                      <m:t>𝑂</m:t>
                    </m:r>
                  </m:oMath>
                </a14:m>
                <a:endParaRPr lang="en-GB" sz="2400" dirty="0">
                  <a:solidFill>
                    <a:schemeClr val="bg1"/>
                  </a:solidFill>
                </a:endParaRPr>
              </a:p>
            </p:txBody>
          </p:sp>
        </mc:Choice>
        <mc:Fallback xmlns="">
          <p:sp>
            <p:nvSpPr>
              <p:cNvPr id="14" name="Rectangle 13">
                <a:extLst>
                  <a:ext uri="{FF2B5EF4-FFF2-40B4-BE49-F238E27FC236}">
                    <a16:creationId xmlns:a16="http://schemas.microsoft.com/office/drawing/2014/main" id="{03AFF760-28C7-09A6-9AB9-C5ACCAAF5231}"/>
                  </a:ext>
                </a:extLst>
              </p:cNvPr>
              <p:cNvSpPr>
                <a:spLocks noRot="1" noChangeAspect="1" noMove="1" noResize="1" noEditPoints="1" noAdjustHandles="1" noChangeArrowheads="1" noChangeShapeType="1" noTextEdit="1"/>
              </p:cNvSpPr>
              <p:nvPr/>
            </p:nvSpPr>
            <p:spPr>
              <a:xfrm>
                <a:off x="3502187" y="3832930"/>
                <a:ext cx="3830216" cy="461665"/>
              </a:xfrm>
              <a:prstGeom prst="rect">
                <a:avLst/>
              </a:prstGeom>
              <a:blipFill>
                <a:blip r:embed="rId5"/>
                <a:stretch>
                  <a:fillRect l="-2229" t="-10667" b="-30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5711C57A-FAD8-7C79-49D4-484559660730}"/>
                  </a:ext>
                </a:extLst>
              </p:cNvPr>
              <p:cNvSpPr/>
              <p:nvPr/>
            </p:nvSpPr>
            <p:spPr>
              <a:xfrm>
                <a:off x="3502187" y="4270833"/>
                <a:ext cx="4045338" cy="461665"/>
              </a:xfrm>
              <a:prstGeom prst="rect">
                <a:avLst/>
              </a:prstGeom>
            </p:spPr>
            <p:txBody>
              <a:bodyPr wrap="none">
                <a:spAutoFit/>
              </a:bodyPr>
              <a:lstStyle/>
              <a:p>
                <a:pPr marL="457200" indent="-457200">
                  <a:buFont typeface="Wingdings" panose="05000000000000000000" pitchFamily="2" charset="2"/>
                  <a:buChar char="Ø"/>
                </a:pPr>
                <a:r>
                  <a:rPr lang="en-GB" sz="2400" dirty="0">
                    <a:solidFill>
                      <a:schemeClr val="bg1"/>
                    </a:solidFill>
                  </a:rPr>
                  <a:t>Local minima are Li, N</a:t>
                </a:r>
                <a:r>
                  <a:rPr lang="en-IN" sz="2400" dirty="0">
                    <a:solidFill>
                      <a:schemeClr val="bg1"/>
                    </a:solidFill>
                  </a:rPr>
                  <a:t> </a:t>
                </a:r>
                <a14:m>
                  <m:oMath xmlns:m="http://schemas.openxmlformats.org/officeDocument/2006/math">
                    <m:sSup>
                      <m:sSupPr>
                        <m:ctrlPr>
                          <a:rPr lang="en-IN" sz="2400" i="1">
                            <a:solidFill>
                              <a:schemeClr val="bg1"/>
                            </a:solidFill>
                            <a:latin typeface="Cambria Math" panose="02040503050406030204" pitchFamily="18" charset="0"/>
                          </a:rPr>
                        </m:ctrlPr>
                      </m:sSupPr>
                      <m:e>
                        <m:r>
                          <a:rPr lang="en-IN" sz="2400">
                            <a:solidFill>
                              <a:schemeClr val="bg1"/>
                            </a:solidFill>
                            <a:latin typeface="Cambria Math" panose="02040503050406030204" pitchFamily="18" charset="0"/>
                          </a:rPr>
                          <m:t>,</m:t>
                        </m:r>
                      </m:e>
                      <m:sup>
                        <m:r>
                          <a:rPr lang="en-IN" sz="2400" i="1">
                            <a:solidFill>
                              <a:schemeClr val="bg1"/>
                            </a:solidFill>
                            <a:latin typeface="Cambria Math" panose="02040503050406030204" pitchFamily="18" charset="0"/>
                          </a:rPr>
                          <m:t>1</m:t>
                        </m:r>
                        <m:r>
                          <a:rPr lang="en-IN" sz="2400" b="0" i="1" smtClean="0">
                            <a:solidFill>
                              <a:schemeClr val="bg1"/>
                            </a:solidFill>
                            <a:latin typeface="Cambria Math" panose="02040503050406030204" pitchFamily="18" charset="0"/>
                          </a:rPr>
                          <m:t>8</m:t>
                        </m:r>
                      </m:sup>
                    </m:sSup>
                    <m:r>
                      <a:rPr lang="en-IN" sz="2400" i="1">
                        <a:solidFill>
                          <a:schemeClr val="bg1"/>
                        </a:solidFill>
                        <a:latin typeface="Cambria Math" panose="02040503050406030204" pitchFamily="18" charset="0"/>
                      </a:rPr>
                      <m:t>𝑂</m:t>
                    </m:r>
                  </m:oMath>
                </a14:m>
                <a:endParaRPr lang="en-GB" sz="2400" dirty="0">
                  <a:solidFill>
                    <a:schemeClr val="bg1"/>
                  </a:solidFill>
                </a:endParaRPr>
              </a:p>
            </p:txBody>
          </p:sp>
        </mc:Choice>
        <mc:Fallback xmlns="">
          <p:sp>
            <p:nvSpPr>
              <p:cNvPr id="15" name="Rectangle 14">
                <a:extLst>
                  <a:ext uri="{FF2B5EF4-FFF2-40B4-BE49-F238E27FC236}">
                    <a16:creationId xmlns:a16="http://schemas.microsoft.com/office/drawing/2014/main" id="{5711C57A-FAD8-7C79-49D4-484559660730}"/>
                  </a:ext>
                </a:extLst>
              </p:cNvPr>
              <p:cNvSpPr>
                <a:spLocks noRot="1" noChangeAspect="1" noMove="1" noResize="1" noEditPoints="1" noAdjustHandles="1" noChangeArrowheads="1" noChangeShapeType="1" noTextEdit="1"/>
              </p:cNvSpPr>
              <p:nvPr/>
            </p:nvSpPr>
            <p:spPr>
              <a:xfrm>
                <a:off x="3502187" y="4270833"/>
                <a:ext cx="4045338" cy="461665"/>
              </a:xfrm>
              <a:prstGeom prst="rect">
                <a:avLst/>
              </a:prstGeom>
              <a:blipFill>
                <a:blip r:embed="rId6"/>
                <a:stretch>
                  <a:fillRect l="-2112" t="-10667" b="-30667"/>
                </a:stretch>
              </a:blipFill>
            </p:spPr>
            <p:txBody>
              <a:bodyPr/>
              <a:lstStyle/>
              <a:p>
                <a:r>
                  <a:rPr lang="en-US">
                    <a:noFill/>
                  </a:rPr>
                  <a:t> </a:t>
                </a:r>
              </a:p>
            </p:txBody>
          </p:sp>
        </mc:Fallback>
      </mc:AlternateContent>
      <p:sp>
        <p:nvSpPr>
          <p:cNvPr id="8" name="Rectangle 7">
            <a:extLst>
              <a:ext uri="{FF2B5EF4-FFF2-40B4-BE49-F238E27FC236}">
                <a16:creationId xmlns:a16="http://schemas.microsoft.com/office/drawing/2014/main" id="{16CF7057-F269-6BDB-0297-62052AF3C26E}"/>
              </a:ext>
            </a:extLst>
          </p:cNvPr>
          <p:cNvSpPr/>
          <p:nvPr/>
        </p:nvSpPr>
        <p:spPr>
          <a:xfrm>
            <a:off x="1010095" y="644769"/>
            <a:ext cx="2836289" cy="923330"/>
          </a:xfrm>
          <a:prstGeom prst="rect">
            <a:avLst/>
          </a:prstGeom>
          <a:noFill/>
        </p:spPr>
        <p:txBody>
          <a:bodyPr wrap="none" lIns="91440" tIns="45720" rIns="91440" bIns="45720">
            <a:spAutoFit/>
          </a:bodyPr>
          <a:lstStyle/>
          <a:p>
            <a:pPr algn="ctr"/>
            <a:r>
              <a:rPr lang="en-US" sz="5400" b="1"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rPr>
              <a:t>Below 56</a:t>
            </a:r>
          </a:p>
        </p:txBody>
      </p:sp>
      <p:sp>
        <p:nvSpPr>
          <p:cNvPr id="9" name="Rectangle 8">
            <a:extLst>
              <a:ext uri="{FF2B5EF4-FFF2-40B4-BE49-F238E27FC236}">
                <a16:creationId xmlns:a16="http://schemas.microsoft.com/office/drawing/2014/main" id="{0EF33C14-AFF3-1AA1-D19E-20E2C780DC13}"/>
              </a:ext>
            </a:extLst>
          </p:cNvPr>
          <p:cNvSpPr/>
          <p:nvPr/>
        </p:nvSpPr>
        <p:spPr>
          <a:xfrm>
            <a:off x="7600500" y="644769"/>
            <a:ext cx="2874057" cy="923330"/>
          </a:xfrm>
          <a:prstGeom prst="rect">
            <a:avLst/>
          </a:prstGeom>
          <a:noFill/>
        </p:spPr>
        <p:txBody>
          <a:bodyPr wrap="none" lIns="91440" tIns="45720" rIns="91440" bIns="45720">
            <a:spAutoFit/>
          </a:bodyPr>
          <a:lstStyle/>
          <a:p>
            <a:pPr algn="ctr"/>
            <a:r>
              <a:rPr lang="en-US" sz="5400" b="1"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rPr>
              <a:t>Above 56</a:t>
            </a:r>
          </a:p>
        </p:txBody>
      </p:sp>
    </p:spTree>
    <p:extLst>
      <p:ext uri="{BB962C8B-B14F-4D97-AF65-F5344CB8AC3E}">
        <p14:creationId xmlns:p14="http://schemas.microsoft.com/office/powerpoint/2010/main" val="251137298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7DEEFF-BF93-E582-00E4-902353A0FA2F}"/>
            </a:ext>
          </a:extLst>
        </p:cNvPr>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3A2B5500-7D84-8522-5B1B-6EEF1E05D59E}"/>
              </a:ext>
            </a:extLst>
          </p:cNvPr>
          <p:cNvSpPr/>
          <p:nvPr/>
        </p:nvSpPr>
        <p:spPr>
          <a:xfrm>
            <a:off x="497712" y="544010"/>
            <a:ext cx="4213185" cy="2217150"/>
          </a:xfrm>
          <a:prstGeom prst="roundRect">
            <a:avLst>
              <a:gd name="adj" fmla="val 15101"/>
            </a:avLst>
          </a:prstGeom>
          <a:ln w="38100">
            <a:solidFill>
              <a:schemeClr val="bg1"/>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pic>
        <p:nvPicPr>
          <p:cNvPr id="4" name="Picture 2" descr="Nuclear Binding Energy – University Physics Volume 3">
            <a:extLst>
              <a:ext uri="{FF2B5EF4-FFF2-40B4-BE49-F238E27FC236}">
                <a16:creationId xmlns:a16="http://schemas.microsoft.com/office/drawing/2014/main" id="{77983B1B-F8EB-DE2E-A70A-796B1AA5F1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6033" y="-7219147"/>
            <a:ext cx="11799934" cy="6858000"/>
          </a:xfrm>
          <a:prstGeom prst="rect">
            <a:avLst/>
          </a:prstGeom>
          <a:noFill/>
          <a:extLst>
            <a:ext uri="{909E8E84-426E-40DD-AFC4-6F175D3DCCD1}">
              <a14:hiddenFill xmlns:a14="http://schemas.microsoft.com/office/drawing/2010/main">
                <a:solidFill>
                  <a:srgbClr val="FFFFFF"/>
                </a:solidFill>
              </a14:hiddenFill>
            </a:ext>
          </a:extLst>
        </p:spPr>
      </p:pic>
      <p:sp>
        <p:nvSpPr>
          <p:cNvPr id="6" name="Right Arrow 5">
            <a:extLst>
              <a:ext uri="{FF2B5EF4-FFF2-40B4-BE49-F238E27FC236}">
                <a16:creationId xmlns:a16="http://schemas.microsoft.com/office/drawing/2014/main" id="{1036BF64-B269-17D1-3E75-F1A12F07CEFE}"/>
              </a:ext>
            </a:extLst>
          </p:cNvPr>
          <p:cNvSpPr/>
          <p:nvPr/>
        </p:nvSpPr>
        <p:spPr>
          <a:xfrm>
            <a:off x="1889760" y="1742662"/>
            <a:ext cx="1076960" cy="408384"/>
          </a:xfrm>
          <a:prstGeom prst="rightArrow">
            <a:avLst/>
          </a:prstGeom>
          <a:effectLst>
            <a:glow rad="139700">
              <a:schemeClr val="accent1">
                <a:satMod val="175000"/>
                <a:alpha val="40000"/>
              </a:schemeClr>
            </a:glow>
          </a:effectLst>
        </p:spPr>
        <p:style>
          <a:lnRef idx="2">
            <a:schemeClr val="accent4"/>
          </a:lnRef>
          <a:fillRef idx="1">
            <a:schemeClr val="lt1"/>
          </a:fillRef>
          <a:effectRef idx="0">
            <a:schemeClr val="accent4"/>
          </a:effectRef>
          <a:fontRef idx="minor">
            <a:schemeClr val="dk1"/>
          </a:fontRef>
        </p:style>
        <p:txBody>
          <a:bodyPr rtlCol="0" anchor="ctr"/>
          <a:lstStyle/>
          <a:p>
            <a:pPr algn="ctr"/>
            <a:endParaRPr lang="en-IN">
              <a:solidFill>
                <a:schemeClr val="bg1"/>
              </a:solidFill>
            </a:endParaRPr>
          </a:p>
        </p:txBody>
      </p:sp>
      <p:sp>
        <p:nvSpPr>
          <p:cNvPr id="7" name="Left Arrow 6">
            <a:extLst>
              <a:ext uri="{FF2B5EF4-FFF2-40B4-BE49-F238E27FC236}">
                <a16:creationId xmlns:a16="http://schemas.microsoft.com/office/drawing/2014/main" id="{F166353D-5496-C5DB-CADD-D67F83448F99}"/>
              </a:ext>
            </a:extLst>
          </p:cNvPr>
          <p:cNvSpPr/>
          <p:nvPr/>
        </p:nvSpPr>
        <p:spPr>
          <a:xfrm>
            <a:off x="8153400" y="1689957"/>
            <a:ext cx="1214120" cy="487680"/>
          </a:xfrm>
          <a:prstGeom prst="leftArrow">
            <a:avLst/>
          </a:prstGeom>
          <a:effectLst>
            <a:glow rad="139700">
              <a:schemeClr val="accent1">
                <a:satMod val="175000"/>
                <a:alpha val="40000"/>
              </a:schemeClr>
            </a:glow>
          </a:effectLst>
        </p:spPr>
        <p:style>
          <a:lnRef idx="2">
            <a:schemeClr val="accent4"/>
          </a:lnRef>
          <a:fillRef idx="1">
            <a:schemeClr val="lt1"/>
          </a:fillRef>
          <a:effectRef idx="0">
            <a:schemeClr val="accent4"/>
          </a:effectRef>
          <a:fontRef idx="minor">
            <a:schemeClr val="dk1"/>
          </a:fontRef>
        </p:style>
        <p:txBody>
          <a:bodyPr rtlCol="0" anchor="ctr"/>
          <a:lstStyle/>
          <a:p>
            <a:pPr algn="ctr"/>
            <a:endParaRPr lang="en-IN">
              <a:solidFill>
                <a:schemeClr val="bg1"/>
              </a:solidFill>
            </a:endParaRPr>
          </a:p>
        </p:txBody>
      </p:sp>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93DA1952-8462-2BAA-2412-F25BA83ABB5B}"/>
                  </a:ext>
                </a:extLst>
              </p:cNvPr>
              <p:cNvSpPr/>
              <p:nvPr/>
            </p:nvSpPr>
            <p:spPr>
              <a:xfrm>
                <a:off x="8610600" y="2299495"/>
                <a:ext cx="1957011"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IN" sz="2400" i="1" smtClean="0">
                          <a:solidFill>
                            <a:schemeClr val="bg1"/>
                          </a:solidFill>
                          <a:latin typeface="Cambria Math" panose="02040503050406030204" pitchFamily="18" charset="0"/>
                        </a:rPr>
                        <m:t>𝑇𝑟𝑦</m:t>
                      </m:r>
                      <m:r>
                        <m:rPr>
                          <m:nor/>
                        </m:rPr>
                        <a:rPr lang="en-IN" sz="2400" i="1">
                          <a:solidFill>
                            <a:schemeClr val="bg1"/>
                          </a:solidFill>
                          <a:latin typeface="Cambria Math" panose="02040503050406030204" pitchFamily="18" charset="0"/>
                        </a:rPr>
                        <m:t> </m:t>
                      </m:r>
                      <m:r>
                        <a:rPr lang="en-IN" sz="2400" i="1">
                          <a:solidFill>
                            <a:schemeClr val="bg1"/>
                          </a:solidFill>
                          <a:latin typeface="Cambria Math" panose="02040503050406030204" pitchFamily="18" charset="0"/>
                        </a:rPr>
                        <m:t>𝑡𝑜</m:t>
                      </m:r>
                      <m:r>
                        <m:rPr>
                          <m:nor/>
                        </m:rPr>
                        <a:rPr lang="en-IN" sz="2400" i="1">
                          <a:solidFill>
                            <a:schemeClr val="bg1"/>
                          </a:solidFill>
                          <a:latin typeface="Cambria Math" panose="02040503050406030204" pitchFamily="18" charset="0"/>
                        </a:rPr>
                        <m:t> </m:t>
                      </m:r>
                      <m:r>
                        <a:rPr lang="en-IN" sz="2400" i="1">
                          <a:solidFill>
                            <a:schemeClr val="bg1"/>
                          </a:solidFill>
                          <a:latin typeface="Cambria Math" panose="02040503050406030204" pitchFamily="18" charset="0"/>
                        </a:rPr>
                        <m:t>𝑏𝑟𝑒𝑎𝑘</m:t>
                      </m:r>
                    </m:oMath>
                  </m:oMathPara>
                </a14:m>
                <a:endParaRPr lang="en-IN" sz="2400" dirty="0">
                  <a:solidFill>
                    <a:schemeClr val="bg1"/>
                  </a:solidFill>
                </a:endParaRPr>
              </a:p>
            </p:txBody>
          </p:sp>
        </mc:Choice>
        <mc:Fallback xmlns="">
          <p:sp>
            <p:nvSpPr>
              <p:cNvPr id="10" name="Rectangle 9">
                <a:extLst>
                  <a:ext uri="{FF2B5EF4-FFF2-40B4-BE49-F238E27FC236}">
                    <a16:creationId xmlns:a16="http://schemas.microsoft.com/office/drawing/2014/main" id="{93DA1952-8462-2BAA-2412-F25BA83ABB5B}"/>
                  </a:ext>
                </a:extLst>
              </p:cNvPr>
              <p:cNvSpPr>
                <a:spLocks noRot="1" noChangeAspect="1" noMove="1" noResize="1" noEditPoints="1" noAdjustHandles="1" noChangeArrowheads="1" noChangeShapeType="1" noTextEdit="1"/>
              </p:cNvSpPr>
              <p:nvPr/>
            </p:nvSpPr>
            <p:spPr>
              <a:xfrm>
                <a:off x="8610600" y="2299495"/>
                <a:ext cx="1957011" cy="461665"/>
              </a:xfrm>
              <a:prstGeom prst="rect">
                <a:avLst/>
              </a:prstGeom>
              <a:blipFill>
                <a:blip r:embed="rId3"/>
                <a:stretch>
                  <a:fillRect l="-312" b="-171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C3AD9DC6-4649-EE5A-723E-327FD8CA5A61}"/>
                  </a:ext>
                </a:extLst>
              </p:cNvPr>
              <p:cNvSpPr/>
              <p:nvPr/>
            </p:nvSpPr>
            <p:spPr>
              <a:xfrm>
                <a:off x="1154750" y="2406126"/>
                <a:ext cx="2347437"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IN" sz="2400" i="1" smtClean="0">
                          <a:solidFill>
                            <a:schemeClr val="bg1"/>
                          </a:solidFill>
                          <a:latin typeface="Cambria Math" panose="02040503050406030204" pitchFamily="18" charset="0"/>
                        </a:rPr>
                        <m:t>𝑇𝑟𝑦</m:t>
                      </m:r>
                      <m:r>
                        <m:rPr>
                          <m:nor/>
                        </m:rPr>
                        <a:rPr lang="en-IN" sz="2400" i="1">
                          <a:solidFill>
                            <a:schemeClr val="bg1"/>
                          </a:solidFill>
                          <a:latin typeface="Cambria Math" panose="02040503050406030204" pitchFamily="18" charset="0"/>
                        </a:rPr>
                        <m:t> </m:t>
                      </m:r>
                      <m:r>
                        <a:rPr lang="en-IN" sz="2400" i="1">
                          <a:solidFill>
                            <a:schemeClr val="bg1"/>
                          </a:solidFill>
                          <a:latin typeface="Cambria Math" panose="02040503050406030204" pitchFamily="18" charset="0"/>
                        </a:rPr>
                        <m:t>𝑡𝑜</m:t>
                      </m:r>
                      <m:r>
                        <m:rPr>
                          <m:nor/>
                        </m:rPr>
                        <a:rPr lang="en-IN" sz="2400" i="1">
                          <a:solidFill>
                            <a:schemeClr val="bg1"/>
                          </a:solidFill>
                          <a:latin typeface="Cambria Math" panose="02040503050406030204" pitchFamily="18" charset="0"/>
                        </a:rPr>
                        <m:t> </m:t>
                      </m:r>
                      <m:r>
                        <a:rPr lang="en-IN" sz="2400" i="1">
                          <a:solidFill>
                            <a:schemeClr val="bg1"/>
                          </a:solidFill>
                          <a:latin typeface="Cambria Math" panose="02040503050406030204" pitchFamily="18" charset="0"/>
                        </a:rPr>
                        <m:t>𝐶𝑜𝑚𝑏𝑖𝑛𝑒</m:t>
                      </m:r>
                    </m:oMath>
                  </m:oMathPara>
                </a14:m>
                <a:endParaRPr lang="en-IN" sz="2400" dirty="0">
                  <a:solidFill>
                    <a:schemeClr val="bg1"/>
                  </a:solidFill>
                </a:endParaRPr>
              </a:p>
            </p:txBody>
          </p:sp>
        </mc:Choice>
        <mc:Fallback xmlns="">
          <p:sp>
            <p:nvSpPr>
              <p:cNvPr id="11" name="Rectangle 10">
                <a:extLst>
                  <a:ext uri="{FF2B5EF4-FFF2-40B4-BE49-F238E27FC236}">
                    <a16:creationId xmlns:a16="http://schemas.microsoft.com/office/drawing/2014/main" id="{C3AD9DC6-4649-EE5A-723E-327FD8CA5A61}"/>
                  </a:ext>
                </a:extLst>
              </p:cNvPr>
              <p:cNvSpPr>
                <a:spLocks noRot="1" noChangeAspect="1" noMove="1" noResize="1" noEditPoints="1" noAdjustHandles="1" noChangeArrowheads="1" noChangeShapeType="1" noTextEdit="1"/>
              </p:cNvSpPr>
              <p:nvPr/>
            </p:nvSpPr>
            <p:spPr>
              <a:xfrm>
                <a:off x="1154750" y="2406126"/>
                <a:ext cx="2347437" cy="461665"/>
              </a:xfrm>
              <a:prstGeom prst="rect">
                <a:avLst/>
              </a:prstGeom>
              <a:blipFill>
                <a:blip r:embed="rId4"/>
                <a:stretch>
                  <a:fillRect l="-259" b="-17333"/>
                </a:stretch>
              </a:blipFill>
            </p:spPr>
            <p:txBody>
              <a:bodyPr/>
              <a:lstStyle/>
              <a:p>
                <a:r>
                  <a:rPr lang="en-US">
                    <a:noFill/>
                  </a:rPr>
                  <a:t> </a:t>
                </a:r>
              </a:p>
            </p:txBody>
          </p:sp>
        </mc:Fallback>
      </mc:AlternateContent>
      <p:sp>
        <p:nvSpPr>
          <p:cNvPr id="12" name="Rectangle 11">
            <a:extLst>
              <a:ext uri="{FF2B5EF4-FFF2-40B4-BE49-F238E27FC236}">
                <a16:creationId xmlns:a16="http://schemas.microsoft.com/office/drawing/2014/main" id="{06B8102A-0A7D-4127-1AA2-C39DF3E8D1D6}"/>
              </a:ext>
            </a:extLst>
          </p:cNvPr>
          <p:cNvSpPr/>
          <p:nvPr/>
        </p:nvSpPr>
        <p:spPr>
          <a:xfrm>
            <a:off x="3502187" y="2967335"/>
            <a:ext cx="5057025" cy="461665"/>
          </a:xfrm>
          <a:prstGeom prst="rect">
            <a:avLst/>
          </a:prstGeom>
        </p:spPr>
        <p:txBody>
          <a:bodyPr wrap="none">
            <a:spAutoFit/>
          </a:bodyPr>
          <a:lstStyle/>
          <a:p>
            <a:pPr marL="457200" indent="-457200">
              <a:buFont typeface="Wingdings" panose="05000000000000000000" pitchFamily="2" charset="2"/>
              <a:buChar char="Ø"/>
            </a:pPr>
            <a:r>
              <a:rPr lang="en-GB" sz="2400" dirty="0">
                <a:solidFill>
                  <a:schemeClr val="bg1"/>
                </a:solidFill>
              </a:rPr>
              <a:t>Hydrogen B.E. can be taken as zero </a:t>
            </a:r>
          </a:p>
        </p:txBody>
      </p:sp>
      <p:sp>
        <p:nvSpPr>
          <p:cNvPr id="13" name="Rectangle 12">
            <a:extLst>
              <a:ext uri="{FF2B5EF4-FFF2-40B4-BE49-F238E27FC236}">
                <a16:creationId xmlns:a16="http://schemas.microsoft.com/office/drawing/2014/main" id="{75F1742F-D573-9DAB-5EC9-1F158BE680CE}"/>
              </a:ext>
            </a:extLst>
          </p:cNvPr>
          <p:cNvSpPr/>
          <p:nvPr/>
        </p:nvSpPr>
        <p:spPr>
          <a:xfrm>
            <a:off x="3502187" y="3405238"/>
            <a:ext cx="3192477" cy="461665"/>
          </a:xfrm>
          <a:prstGeom prst="rect">
            <a:avLst/>
          </a:prstGeom>
        </p:spPr>
        <p:txBody>
          <a:bodyPr wrap="none">
            <a:spAutoFit/>
          </a:bodyPr>
          <a:lstStyle/>
          <a:p>
            <a:pPr marL="457200" indent="-457200">
              <a:buFont typeface="Wingdings" panose="05000000000000000000" pitchFamily="2" charset="2"/>
              <a:buChar char="Ø"/>
            </a:pPr>
            <a:r>
              <a:rPr lang="en-GB" sz="2400" dirty="0">
                <a:solidFill>
                  <a:schemeClr val="bg1"/>
                </a:solidFill>
              </a:rPr>
              <a:t>Maximum for Fe(56)</a:t>
            </a:r>
          </a:p>
        </p:txBody>
      </p:sp>
      <mc:AlternateContent xmlns:mc="http://schemas.openxmlformats.org/markup-compatibility/2006" xmlns:a14="http://schemas.microsoft.com/office/drawing/2010/main">
        <mc:Choice Requires="a14">
          <p:sp>
            <p:nvSpPr>
              <p:cNvPr id="14" name="Rectangle 13">
                <a:extLst>
                  <a:ext uri="{FF2B5EF4-FFF2-40B4-BE49-F238E27FC236}">
                    <a16:creationId xmlns:a16="http://schemas.microsoft.com/office/drawing/2014/main" id="{1BB98855-FCDC-C76F-2267-17BEDFB24CB7}"/>
                  </a:ext>
                </a:extLst>
              </p:cNvPr>
              <p:cNvSpPr/>
              <p:nvPr/>
            </p:nvSpPr>
            <p:spPr>
              <a:xfrm>
                <a:off x="3502187" y="3832930"/>
                <a:ext cx="3830216" cy="461665"/>
              </a:xfrm>
              <a:prstGeom prst="rect">
                <a:avLst/>
              </a:prstGeom>
            </p:spPr>
            <p:txBody>
              <a:bodyPr wrap="none">
                <a:spAutoFit/>
              </a:bodyPr>
              <a:lstStyle/>
              <a:p>
                <a:pPr marL="457200" indent="-457200">
                  <a:buFont typeface="Wingdings" panose="05000000000000000000" pitchFamily="2" charset="2"/>
                  <a:buChar char="Ø"/>
                </a:pPr>
                <a:r>
                  <a:rPr lang="en-GB" sz="2400" dirty="0">
                    <a:solidFill>
                      <a:schemeClr val="bg1"/>
                    </a:solidFill>
                  </a:rPr>
                  <a:t>Other max are He , C</a:t>
                </a:r>
                <a14:m>
                  <m:oMath xmlns:m="http://schemas.openxmlformats.org/officeDocument/2006/math">
                    <m:sSup>
                      <m:sSupPr>
                        <m:ctrlPr>
                          <a:rPr lang="en-IN" sz="2400" b="0" i="1" smtClean="0">
                            <a:solidFill>
                              <a:schemeClr val="bg1"/>
                            </a:solidFill>
                            <a:latin typeface="Cambria Math" panose="02040503050406030204" pitchFamily="18" charset="0"/>
                          </a:rPr>
                        </m:ctrlPr>
                      </m:sSupPr>
                      <m:e>
                        <m:r>
                          <a:rPr lang="en-IN" sz="2400" b="0" i="0" smtClean="0">
                            <a:solidFill>
                              <a:schemeClr val="bg1"/>
                            </a:solidFill>
                            <a:latin typeface="Cambria Math" panose="02040503050406030204" pitchFamily="18" charset="0"/>
                          </a:rPr>
                          <m:t>,</m:t>
                        </m:r>
                      </m:e>
                      <m:sup>
                        <m:r>
                          <a:rPr lang="en-IN" sz="2400" b="0" i="1" smtClean="0">
                            <a:solidFill>
                              <a:schemeClr val="bg1"/>
                            </a:solidFill>
                            <a:latin typeface="Cambria Math" panose="02040503050406030204" pitchFamily="18" charset="0"/>
                          </a:rPr>
                          <m:t>16</m:t>
                        </m:r>
                      </m:sup>
                    </m:sSup>
                    <m:r>
                      <a:rPr lang="en-IN" sz="2400" b="0" i="1" smtClean="0">
                        <a:solidFill>
                          <a:schemeClr val="bg1"/>
                        </a:solidFill>
                        <a:latin typeface="Cambria Math" panose="02040503050406030204" pitchFamily="18" charset="0"/>
                      </a:rPr>
                      <m:t>𝑂</m:t>
                    </m:r>
                  </m:oMath>
                </a14:m>
                <a:endParaRPr lang="en-GB" sz="2400" dirty="0">
                  <a:solidFill>
                    <a:schemeClr val="bg1"/>
                  </a:solidFill>
                </a:endParaRPr>
              </a:p>
            </p:txBody>
          </p:sp>
        </mc:Choice>
        <mc:Fallback xmlns="">
          <p:sp>
            <p:nvSpPr>
              <p:cNvPr id="14" name="Rectangle 13">
                <a:extLst>
                  <a:ext uri="{FF2B5EF4-FFF2-40B4-BE49-F238E27FC236}">
                    <a16:creationId xmlns:a16="http://schemas.microsoft.com/office/drawing/2014/main" id="{1BB98855-FCDC-C76F-2267-17BEDFB24CB7}"/>
                  </a:ext>
                </a:extLst>
              </p:cNvPr>
              <p:cNvSpPr>
                <a:spLocks noRot="1" noChangeAspect="1" noMove="1" noResize="1" noEditPoints="1" noAdjustHandles="1" noChangeArrowheads="1" noChangeShapeType="1" noTextEdit="1"/>
              </p:cNvSpPr>
              <p:nvPr/>
            </p:nvSpPr>
            <p:spPr>
              <a:xfrm>
                <a:off x="3502187" y="3832930"/>
                <a:ext cx="3830216" cy="461665"/>
              </a:xfrm>
              <a:prstGeom prst="rect">
                <a:avLst/>
              </a:prstGeom>
              <a:blipFill>
                <a:blip r:embed="rId5"/>
                <a:stretch>
                  <a:fillRect l="-2229" t="-10667" b="-30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6482F6FB-5CB1-CDE9-7402-1C76C396F669}"/>
                  </a:ext>
                </a:extLst>
              </p:cNvPr>
              <p:cNvSpPr/>
              <p:nvPr/>
            </p:nvSpPr>
            <p:spPr>
              <a:xfrm>
                <a:off x="3502187" y="4270833"/>
                <a:ext cx="4045338" cy="461665"/>
              </a:xfrm>
              <a:prstGeom prst="rect">
                <a:avLst/>
              </a:prstGeom>
            </p:spPr>
            <p:txBody>
              <a:bodyPr wrap="none">
                <a:spAutoFit/>
              </a:bodyPr>
              <a:lstStyle/>
              <a:p>
                <a:pPr marL="457200" indent="-457200">
                  <a:buFont typeface="Wingdings" panose="05000000000000000000" pitchFamily="2" charset="2"/>
                  <a:buChar char="Ø"/>
                </a:pPr>
                <a:r>
                  <a:rPr lang="en-GB" sz="2400" dirty="0">
                    <a:solidFill>
                      <a:schemeClr val="bg1"/>
                    </a:solidFill>
                  </a:rPr>
                  <a:t>Local minima are Li, N</a:t>
                </a:r>
                <a:r>
                  <a:rPr lang="en-IN" sz="2400" dirty="0">
                    <a:solidFill>
                      <a:schemeClr val="bg1"/>
                    </a:solidFill>
                  </a:rPr>
                  <a:t> </a:t>
                </a:r>
                <a14:m>
                  <m:oMath xmlns:m="http://schemas.openxmlformats.org/officeDocument/2006/math">
                    <m:sSup>
                      <m:sSupPr>
                        <m:ctrlPr>
                          <a:rPr lang="en-IN" sz="2400" i="1">
                            <a:solidFill>
                              <a:schemeClr val="bg1"/>
                            </a:solidFill>
                            <a:latin typeface="Cambria Math" panose="02040503050406030204" pitchFamily="18" charset="0"/>
                          </a:rPr>
                        </m:ctrlPr>
                      </m:sSupPr>
                      <m:e>
                        <m:r>
                          <a:rPr lang="en-IN" sz="2400">
                            <a:solidFill>
                              <a:schemeClr val="bg1"/>
                            </a:solidFill>
                            <a:latin typeface="Cambria Math" panose="02040503050406030204" pitchFamily="18" charset="0"/>
                          </a:rPr>
                          <m:t>,</m:t>
                        </m:r>
                      </m:e>
                      <m:sup>
                        <m:r>
                          <a:rPr lang="en-IN" sz="2400" i="1">
                            <a:solidFill>
                              <a:schemeClr val="bg1"/>
                            </a:solidFill>
                            <a:latin typeface="Cambria Math" panose="02040503050406030204" pitchFamily="18" charset="0"/>
                          </a:rPr>
                          <m:t>1</m:t>
                        </m:r>
                        <m:r>
                          <a:rPr lang="en-IN" sz="2400" b="0" i="1" smtClean="0">
                            <a:solidFill>
                              <a:schemeClr val="bg1"/>
                            </a:solidFill>
                            <a:latin typeface="Cambria Math" panose="02040503050406030204" pitchFamily="18" charset="0"/>
                          </a:rPr>
                          <m:t>8</m:t>
                        </m:r>
                      </m:sup>
                    </m:sSup>
                    <m:r>
                      <a:rPr lang="en-IN" sz="2400" i="1">
                        <a:solidFill>
                          <a:schemeClr val="bg1"/>
                        </a:solidFill>
                        <a:latin typeface="Cambria Math" panose="02040503050406030204" pitchFamily="18" charset="0"/>
                      </a:rPr>
                      <m:t>𝑂</m:t>
                    </m:r>
                  </m:oMath>
                </a14:m>
                <a:endParaRPr lang="en-GB" sz="2400" dirty="0">
                  <a:solidFill>
                    <a:schemeClr val="bg1"/>
                  </a:solidFill>
                </a:endParaRPr>
              </a:p>
            </p:txBody>
          </p:sp>
        </mc:Choice>
        <mc:Fallback xmlns="">
          <p:sp>
            <p:nvSpPr>
              <p:cNvPr id="15" name="Rectangle 14">
                <a:extLst>
                  <a:ext uri="{FF2B5EF4-FFF2-40B4-BE49-F238E27FC236}">
                    <a16:creationId xmlns:a16="http://schemas.microsoft.com/office/drawing/2014/main" id="{6482F6FB-5CB1-CDE9-7402-1C76C396F669}"/>
                  </a:ext>
                </a:extLst>
              </p:cNvPr>
              <p:cNvSpPr>
                <a:spLocks noRot="1" noChangeAspect="1" noMove="1" noResize="1" noEditPoints="1" noAdjustHandles="1" noChangeArrowheads="1" noChangeShapeType="1" noTextEdit="1"/>
              </p:cNvSpPr>
              <p:nvPr/>
            </p:nvSpPr>
            <p:spPr>
              <a:xfrm>
                <a:off x="3502187" y="4270833"/>
                <a:ext cx="4045338" cy="461665"/>
              </a:xfrm>
              <a:prstGeom prst="rect">
                <a:avLst/>
              </a:prstGeom>
              <a:blipFill>
                <a:blip r:embed="rId6"/>
                <a:stretch>
                  <a:fillRect l="-2112" t="-10667" b="-30667"/>
                </a:stretch>
              </a:blipFill>
            </p:spPr>
            <p:txBody>
              <a:bodyPr/>
              <a:lstStyle/>
              <a:p>
                <a:r>
                  <a:rPr lang="en-US">
                    <a:noFill/>
                  </a:rPr>
                  <a:t> </a:t>
                </a:r>
              </a:p>
            </p:txBody>
          </p:sp>
        </mc:Fallback>
      </mc:AlternateContent>
      <p:sp>
        <p:nvSpPr>
          <p:cNvPr id="8" name="Rectangle 7">
            <a:extLst>
              <a:ext uri="{FF2B5EF4-FFF2-40B4-BE49-F238E27FC236}">
                <a16:creationId xmlns:a16="http://schemas.microsoft.com/office/drawing/2014/main" id="{4DA86294-E0DB-DCC8-2C4A-F34D4E06719B}"/>
              </a:ext>
            </a:extLst>
          </p:cNvPr>
          <p:cNvSpPr/>
          <p:nvPr/>
        </p:nvSpPr>
        <p:spPr>
          <a:xfrm>
            <a:off x="1010095" y="644769"/>
            <a:ext cx="2836289" cy="923330"/>
          </a:xfrm>
          <a:prstGeom prst="rect">
            <a:avLst/>
          </a:prstGeom>
          <a:noFill/>
        </p:spPr>
        <p:txBody>
          <a:bodyPr wrap="none" lIns="91440" tIns="45720" rIns="91440" bIns="45720">
            <a:spAutoFit/>
          </a:bodyPr>
          <a:lstStyle/>
          <a:p>
            <a:pPr algn="ctr"/>
            <a:r>
              <a:rPr lang="en-US" sz="5400" b="1"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rPr>
              <a:t>Below 56</a:t>
            </a:r>
          </a:p>
        </p:txBody>
      </p:sp>
      <p:sp>
        <p:nvSpPr>
          <p:cNvPr id="9" name="Rectangle 8">
            <a:extLst>
              <a:ext uri="{FF2B5EF4-FFF2-40B4-BE49-F238E27FC236}">
                <a16:creationId xmlns:a16="http://schemas.microsoft.com/office/drawing/2014/main" id="{0E3FA939-BC2D-582C-8F2D-606189F28428}"/>
              </a:ext>
            </a:extLst>
          </p:cNvPr>
          <p:cNvSpPr/>
          <p:nvPr/>
        </p:nvSpPr>
        <p:spPr>
          <a:xfrm>
            <a:off x="7600500" y="644769"/>
            <a:ext cx="2874057" cy="923330"/>
          </a:xfrm>
          <a:prstGeom prst="rect">
            <a:avLst/>
          </a:prstGeom>
          <a:noFill/>
        </p:spPr>
        <p:txBody>
          <a:bodyPr wrap="none" lIns="91440" tIns="45720" rIns="91440" bIns="45720">
            <a:spAutoFit/>
          </a:bodyPr>
          <a:lstStyle/>
          <a:p>
            <a:pPr algn="ctr"/>
            <a:r>
              <a:rPr lang="en-US" sz="5400" b="1"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rPr>
              <a:t>Above 56</a:t>
            </a:r>
          </a:p>
        </p:txBody>
      </p:sp>
    </p:spTree>
    <p:extLst>
      <p:ext uri="{BB962C8B-B14F-4D97-AF65-F5344CB8AC3E}">
        <p14:creationId xmlns:p14="http://schemas.microsoft.com/office/powerpoint/2010/main" val="3553241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itle 4">
            <a:extLst>
              <a:ext uri="{FF2B5EF4-FFF2-40B4-BE49-F238E27FC236}">
                <a16:creationId xmlns:a16="http://schemas.microsoft.com/office/drawing/2014/main" id="{2C9DFBED-0159-4EAC-AAAF-5AA47CA2F8AE}"/>
              </a:ext>
            </a:extLst>
          </p:cNvPr>
          <p:cNvSpPr>
            <a:spLocks noGrp="1"/>
          </p:cNvSpPr>
          <p:nvPr>
            <p:ph type="title"/>
          </p:nvPr>
        </p:nvSpPr>
        <p:spPr/>
        <p:txBody>
          <a:bodyPr/>
          <a:lstStyle/>
          <a:p>
            <a:pPr marL="228600" fontAlgn="base"/>
            <a:r>
              <a:rPr lang="en-GB" dirty="0">
                <a:solidFill>
                  <a:srgbClr val="000000"/>
                </a:solidFill>
                <a:latin typeface="Calibri" panose="020F0502020204030204" pitchFamily="34" charset="0"/>
              </a:rPr>
              <a:t>Nuclear fusion </a:t>
            </a:r>
          </a:p>
        </p:txBody>
      </p:sp>
      <p:pic>
        <p:nvPicPr>
          <p:cNvPr id="465924" name="Picture 4" descr="Fusion on the Sun- EUROfusi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6813" y="1296537"/>
            <a:ext cx="8107231" cy="5122440"/>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p:cNvSpPr/>
          <p:nvPr/>
        </p:nvSpPr>
        <p:spPr>
          <a:xfrm>
            <a:off x="8471890" y="1475687"/>
            <a:ext cx="2531462" cy="646331"/>
          </a:xfrm>
          <a:prstGeom prst="rect">
            <a:avLst/>
          </a:prstGeom>
        </p:spPr>
        <p:txBody>
          <a:bodyPr wrap="none">
            <a:spAutoFit/>
          </a:bodyPr>
          <a:lstStyle/>
          <a:p>
            <a:pPr marL="514350" indent="-285750" fontAlgn="base">
              <a:buFont typeface="Wingdings" panose="05000000000000000000" pitchFamily="2" charset="2"/>
              <a:buChar char="q"/>
            </a:pPr>
            <a:r>
              <a:rPr lang="en-GB" sz="3600" dirty="0">
                <a:solidFill>
                  <a:srgbClr val="000000"/>
                </a:solidFill>
                <a:latin typeface="Calibri" panose="020F0502020204030204" pitchFamily="34" charset="0"/>
              </a:rPr>
              <a:t>26.7MeV</a:t>
            </a:r>
          </a:p>
        </p:txBody>
      </p:sp>
      <mc:AlternateContent xmlns:mc="http://schemas.openxmlformats.org/markup-compatibility/2006" xmlns:a14="http://schemas.microsoft.com/office/drawing/2010/main">
        <mc:Choice Requires="a14">
          <p:sp>
            <p:nvSpPr>
              <p:cNvPr id="8" name="Rectangle 7"/>
              <p:cNvSpPr/>
              <p:nvPr/>
            </p:nvSpPr>
            <p:spPr>
              <a:xfrm>
                <a:off x="132370" y="5776519"/>
                <a:ext cx="5881569" cy="523220"/>
              </a:xfrm>
              <a:prstGeom prst="rect">
                <a:avLst/>
              </a:prstGeom>
              <a:ln>
                <a:noFill/>
              </a:ln>
              <a:effectLst/>
              <a:scene3d>
                <a:camera prst="orthographicFront">
                  <a:rot lat="0" lon="0" rev="0"/>
                </a:camera>
                <a:lightRig rig="chilly" dir="t">
                  <a:rot lat="0" lon="0" rev="18480000"/>
                </a:lightRig>
              </a:scene3d>
              <a:sp3d prstMaterial="clear">
                <a:bevelT h="63500"/>
              </a:sp3d>
            </p:spPr>
            <p:txBody>
              <a:bodyPr wrap="square">
                <a:spAutoFit/>
              </a:bodyPr>
              <a:lstStyle/>
              <a:p>
                <a:pPr/>
                <a14:m>
                  <m:oMathPara xmlns:m="http://schemas.openxmlformats.org/officeDocument/2006/math">
                    <m:oMathParaPr>
                      <m:jc m:val="centerGroup"/>
                    </m:oMathParaPr>
                    <m:oMath xmlns:m="http://schemas.openxmlformats.org/officeDocument/2006/math">
                      <m:r>
                        <a:rPr lang="en-IN" sz="2800">
                          <a:latin typeface="Cambria Math" panose="02040503050406030204" pitchFamily="18" charset="0"/>
                        </a:rPr>
                        <m:t>26.7</m:t>
                      </m:r>
                      <m:r>
                        <a:rPr lang="en-IN" sz="2800" i="1">
                          <a:latin typeface="Cambria Math" panose="02040503050406030204" pitchFamily="18" charset="0"/>
                        </a:rPr>
                        <m:t>𝑀𝑒𝑉</m:t>
                      </m:r>
                      <m:r>
                        <m:rPr>
                          <m:nor/>
                        </m:rPr>
                        <a:rPr lang="en-IN" sz="2800" i="1">
                          <a:latin typeface="Cambria Math" panose="02040503050406030204" pitchFamily="18" charset="0"/>
                        </a:rPr>
                        <m:t> </m:t>
                      </m:r>
                      <m:r>
                        <a:rPr lang="en-IN" sz="2800" i="1">
                          <a:latin typeface="Cambria Math" panose="02040503050406030204" pitchFamily="18" charset="0"/>
                        </a:rPr>
                        <m:t>𝑓𝑜𝑟</m:t>
                      </m:r>
                      <m:r>
                        <m:rPr>
                          <m:nor/>
                        </m:rPr>
                        <a:rPr lang="en-IN" sz="2800" i="1">
                          <a:latin typeface="Cambria Math" panose="02040503050406030204" pitchFamily="18" charset="0"/>
                        </a:rPr>
                        <m:t> </m:t>
                      </m:r>
                      <m:r>
                        <a:rPr lang="en-IN" sz="2800" i="0">
                          <a:latin typeface="Cambria Math" panose="02040503050406030204" pitchFamily="18" charset="0"/>
                        </a:rPr>
                        <m:t>4</m:t>
                      </m:r>
                      <m:r>
                        <m:rPr>
                          <m:nor/>
                        </m:rPr>
                        <a:rPr lang="en-IN" sz="2800" i="1">
                          <a:latin typeface="Cambria Math" panose="02040503050406030204" pitchFamily="18" charset="0"/>
                        </a:rPr>
                        <m:t> </m:t>
                      </m:r>
                      <m:r>
                        <a:rPr lang="en-IN" sz="2800" i="1">
                          <a:latin typeface="Cambria Math" panose="02040503050406030204" pitchFamily="18" charset="0"/>
                        </a:rPr>
                        <m:t>h𝑦𝑑𝑟𝑜𝑔𝑒𝑛</m:t>
                      </m:r>
                      <m:r>
                        <m:rPr>
                          <m:nor/>
                        </m:rPr>
                        <a:rPr lang="en-IN" sz="2800" i="1">
                          <a:latin typeface="Cambria Math" panose="02040503050406030204" pitchFamily="18" charset="0"/>
                        </a:rPr>
                        <m:t> </m:t>
                      </m:r>
                      <m:r>
                        <a:rPr lang="en-IN" sz="2800" i="1">
                          <a:latin typeface="Cambria Math" panose="02040503050406030204" pitchFamily="18" charset="0"/>
                        </a:rPr>
                        <m:t>𝑓𝑜𝑟𝑚𝑖𝑛𝑔</m:t>
                      </m:r>
                      <m:r>
                        <m:rPr>
                          <m:nor/>
                        </m:rPr>
                        <a:rPr lang="en-IN" sz="2800" i="1">
                          <a:latin typeface="Cambria Math" panose="02040503050406030204" pitchFamily="18" charset="0"/>
                        </a:rPr>
                        <m:t> </m:t>
                      </m:r>
                      <m:r>
                        <a:rPr lang="en-IN" sz="2800" i="1">
                          <a:latin typeface="Cambria Math" panose="02040503050406030204" pitchFamily="18" charset="0"/>
                        </a:rPr>
                        <m:t>𝐻𝑒</m:t>
                      </m:r>
                    </m:oMath>
                  </m:oMathPara>
                </a14:m>
                <a:endParaRPr lang="en-IN" sz="2800" dirty="0"/>
              </a:p>
            </p:txBody>
          </p:sp>
        </mc:Choice>
        <mc:Fallback xmlns="">
          <p:sp>
            <p:nvSpPr>
              <p:cNvPr id="8" name="Rectangle 7"/>
              <p:cNvSpPr>
                <a:spLocks noRot="1" noChangeAspect="1" noMove="1" noResize="1" noEditPoints="1" noAdjustHandles="1" noChangeArrowheads="1" noChangeShapeType="1" noTextEdit="1"/>
              </p:cNvSpPr>
              <p:nvPr/>
            </p:nvSpPr>
            <p:spPr>
              <a:xfrm>
                <a:off x="132370" y="5776519"/>
                <a:ext cx="5881569" cy="523220"/>
              </a:xfrm>
              <a:prstGeom prst="rect">
                <a:avLst/>
              </a:prstGeom>
              <a:blipFill>
                <a:blip r:embed="rId4"/>
                <a:stretch>
                  <a:fillRect/>
                </a:stretch>
              </a:blipFill>
              <a:ln>
                <a:noFill/>
              </a:ln>
              <a:effectLst/>
            </p:spPr>
            <p:txBody>
              <a:bodyPr/>
              <a:lstStyle/>
              <a:p>
                <a:r>
                  <a:rPr lang="en-IN">
                    <a:noFill/>
                  </a:rPr>
                  <a:t> </a:t>
                </a:r>
              </a:p>
            </p:txBody>
          </p:sp>
        </mc:Fallback>
      </mc:AlternateContent>
    </p:spTree>
    <p:extLst>
      <p:ext uri="{BB962C8B-B14F-4D97-AF65-F5344CB8AC3E}">
        <p14:creationId xmlns:p14="http://schemas.microsoft.com/office/powerpoint/2010/main" val="34966389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65924"/>
                                        </p:tgtEl>
                                        <p:attrNameLst>
                                          <p:attrName>style.visibility</p:attrName>
                                        </p:attrNameLst>
                                      </p:cBhvr>
                                      <p:to>
                                        <p:strVal val="visible"/>
                                      </p:to>
                                    </p:set>
                                    <p:animEffect transition="in" filter="fade">
                                      <p:cBhvr>
                                        <p:cTn id="7" dur="500"/>
                                        <p:tgtEl>
                                          <p:spTgt spid="46592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4886795" y="695077"/>
            <a:ext cx="6787045" cy="553998"/>
          </a:xfrm>
          <a:prstGeom prst="rect">
            <a:avLst/>
          </a:prstGeom>
        </p:spPr>
        <p:txBody>
          <a:bodyPr wrap="square">
            <a:spAutoFit/>
          </a:bodyPr>
          <a:lstStyle/>
          <a:p>
            <a:pPr marL="685800" indent="-457200" algn="just" fontAlgn="base">
              <a:buFont typeface="Wingdings" panose="05000000000000000000" pitchFamily="2" charset="2"/>
              <a:buChar char="§"/>
            </a:pPr>
            <a:r>
              <a:rPr lang="en-GB" sz="3000" dirty="0">
                <a:solidFill>
                  <a:schemeClr val="bg1"/>
                </a:solidFill>
                <a:latin typeface="Calibri" panose="020F0502020204030204" pitchFamily="34" charset="0"/>
              </a:rPr>
              <a:t>Need to overcome Columbian barrier</a:t>
            </a:r>
          </a:p>
        </p:txBody>
      </p:sp>
      <p:sp>
        <p:nvSpPr>
          <p:cNvPr id="7" name="Rectangle 6"/>
          <p:cNvSpPr/>
          <p:nvPr/>
        </p:nvSpPr>
        <p:spPr>
          <a:xfrm>
            <a:off x="4886796" y="1249074"/>
            <a:ext cx="6883174" cy="1015663"/>
          </a:xfrm>
          <a:prstGeom prst="rect">
            <a:avLst/>
          </a:prstGeom>
        </p:spPr>
        <p:txBody>
          <a:bodyPr wrap="square">
            <a:spAutoFit/>
          </a:bodyPr>
          <a:lstStyle/>
          <a:p>
            <a:pPr marL="685800" indent="-457200" algn="just" fontAlgn="base">
              <a:buFont typeface="Wingdings" panose="05000000000000000000" pitchFamily="2" charset="2"/>
              <a:buChar char="§"/>
            </a:pPr>
            <a:r>
              <a:rPr lang="en-GB" sz="3000" dirty="0">
                <a:solidFill>
                  <a:schemeClr val="bg1"/>
                </a:solidFill>
                <a:latin typeface="Calibri" panose="020F0502020204030204" pitchFamily="34" charset="0"/>
              </a:rPr>
              <a:t>For that it need high energy which come from temperature</a:t>
            </a:r>
          </a:p>
        </p:txBody>
      </p:sp>
      <mc:AlternateContent xmlns:mc="http://schemas.openxmlformats.org/markup-compatibility/2006" xmlns:a14="http://schemas.microsoft.com/office/drawing/2010/main">
        <mc:Choice Requires="a14">
          <p:sp>
            <p:nvSpPr>
              <p:cNvPr id="8" name="Rectangle 7"/>
              <p:cNvSpPr/>
              <p:nvPr/>
            </p:nvSpPr>
            <p:spPr>
              <a:xfrm>
                <a:off x="4886796" y="2193058"/>
                <a:ext cx="6883174" cy="1015663"/>
              </a:xfrm>
              <a:prstGeom prst="rect">
                <a:avLst/>
              </a:prstGeom>
            </p:spPr>
            <p:txBody>
              <a:bodyPr wrap="square">
                <a:spAutoFit/>
              </a:bodyPr>
              <a:lstStyle/>
              <a:p>
                <a:pPr marL="685800" indent="-457200" algn="just" fontAlgn="base">
                  <a:buFont typeface="Wingdings" panose="05000000000000000000" pitchFamily="2" charset="2"/>
                  <a:buChar char="§"/>
                </a:pPr>
                <a14:m>
                  <m:oMath xmlns:m="http://schemas.openxmlformats.org/officeDocument/2006/math">
                    <m:r>
                      <a:rPr lang="en-GB" sz="3000" i="1" dirty="0" smtClean="0">
                        <a:solidFill>
                          <a:schemeClr val="bg1"/>
                        </a:solidFill>
                        <a:latin typeface="Cambria Math" panose="02040503050406030204" pitchFamily="18" charset="0"/>
                      </a:rPr>
                      <m:t>400</m:t>
                    </m:r>
                    <m:r>
                      <a:rPr lang="en-GB" sz="3000" i="1" dirty="0" smtClean="0">
                        <a:solidFill>
                          <a:schemeClr val="bg1"/>
                        </a:solidFill>
                        <a:latin typeface="Cambria Math" panose="02040503050406030204" pitchFamily="18" charset="0"/>
                      </a:rPr>
                      <m:t>𝐾𝑒𝑉</m:t>
                    </m:r>
                  </m:oMath>
                </a14:m>
                <a:r>
                  <a:rPr lang="en-GB" sz="3000" dirty="0">
                    <a:solidFill>
                      <a:schemeClr val="bg1"/>
                    </a:solidFill>
                    <a:latin typeface="Calibri" panose="020F0502020204030204" pitchFamily="34" charset="0"/>
                  </a:rPr>
                  <a:t> energy is required so temperature required is </a:t>
                </a:r>
                <a14:m>
                  <m:oMath xmlns:m="http://schemas.openxmlformats.org/officeDocument/2006/math">
                    <m:r>
                      <a:rPr lang="en-GB" sz="3000" i="1" dirty="0" smtClean="0">
                        <a:solidFill>
                          <a:schemeClr val="bg1"/>
                        </a:solidFill>
                        <a:latin typeface="Cambria Math" panose="02040503050406030204" pitchFamily="18" charset="0"/>
                      </a:rPr>
                      <m:t>3</m:t>
                    </m:r>
                    <m:r>
                      <a:rPr lang="en-US" sz="3000" b="0" i="1" dirty="0" smtClean="0">
                        <a:solidFill>
                          <a:schemeClr val="bg1"/>
                        </a:solidFill>
                        <a:latin typeface="Cambria Math" panose="02040503050406030204" pitchFamily="18" charset="0"/>
                      </a:rPr>
                      <m:t>×</m:t>
                    </m:r>
                    <m:r>
                      <a:rPr lang="en-GB" sz="3000" i="1" dirty="0" smtClean="0">
                        <a:solidFill>
                          <a:schemeClr val="bg1"/>
                        </a:solidFill>
                        <a:latin typeface="Cambria Math" panose="02040503050406030204" pitchFamily="18" charset="0"/>
                      </a:rPr>
                      <m:t>10</m:t>
                    </m:r>
                    <m:r>
                      <a:rPr lang="en-GB" sz="3000" i="1" baseline="30000" dirty="0">
                        <a:solidFill>
                          <a:schemeClr val="bg1"/>
                        </a:solidFill>
                        <a:latin typeface="Cambria Math" panose="02040503050406030204" pitchFamily="18" charset="0"/>
                      </a:rPr>
                      <m:t>9</m:t>
                    </m:r>
                  </m:oMath>
                </a14:m>
                <a:r>
                  <a:rPr lang="en-GB" sz="3000" dirty="0">
                    <a:solidFill>
                      <a:schemeClr val="bg1"/>
                    </a:solidFill>
                    <a:latin typeface="Calibri" panose="020F0502020204030204" pitchFamily="34" charset="0"/>
                  </a:rPr>
                  <a:t> </a:t>
                </a:r>
                <a:endParaRPr lang="en-GB" sz="3000" dirty="0">
                  <a:solidFill>
                    <a:schemeClr val="bg1"/>
                  </a:solidFill>
                  <a:latin typeface="Noto Sans Symbols"/>
                </a:endParaRPr>
              </a:p>
            </p:txBody>
          </p:sp>
        </mc:Choice>
        <mc:Fallback xmlns="">
          <p:sp>
            <p:nvSpPr>
              <p:cNvPr id="8" name="Rectangle 7"/>
              <p:cNvSpPr>
                <a:spLocks noRot="1" noChangeAspect="1" noMove="1" noResize="1" noEditPoints="1" noAdjustHandles="1" noChangeArrowheads="1" noChangeShapeType="1" noTextEdit="1"/>
              </p:cNvSpPr>
              <p:nvPr/>
            </p:nvSpPr>
            <p:spPr>
              <a:xfrm>
                <a:off x="4886796" y="2193058"/>
                <a:ext cx="6883174" cy="1015663"/>
              </a:xfrm>
              <a:prstGeom prst="rect">
                <a:avLst/>
              </a:prstGeom>
              <a:blipFill>
                <a:blip r:embed="rId3"/>
                <a:stretch>
                  <a:fillRect t="-7229" r="-2037" b="-18675"/>
                </a:stretch>
              </a:blipFill>
            </p:spPr>
            <p:txBody>
              <a:bodyPr/>
              <a:lstStyle/>
              <a:p>
                <a:r>
                  <a:rPr lang="en-US">
                    <a:noFill/>
                  </a:rPr>
                  <a:t> </a:t>
                </a:r>
              </a:p>
            </p:txBody>
          </p:sp>
        </mc:Fallback>
      </mc:AlternateContent>
      <p:sp>
        <p:nvSpPr>
          <p:cNvPr id="9" name="Rectangle 8"/>
          <p:cNvSpPr/>
          <p:nvPr/>
        </p:nvSpPr>
        <p:spPr>
          <a:xfrm>
            <a:off x="4886794" y="3183933"/>
            <a:ext cx="6836283" cy="1015663"/>
          </a:xfrm>
          <a:prstGeom prst="rect">
            <a:avLst/>
          </a:prstGeom>
        </p:spPr>
        <p:txBody>
          <a:bodyPr wrap="square">
            <a:spAutoFit/>
          </a:bodyPr>
          <a:lstStyle/>
          <a:p>
            <a:pPr marL="685800" indent="-457200" algn="just" fontAlgn="base">
              <a:buFont typeface="Wingdings" panose="05000000000000000000" pitchFamily="2" charset="2"/>
              <a:buChar char="§"/>
            </a:pPr>
            <a:r>
              <a:rPr lang="en-GB" sz="3000" dirty="0">
                <a:solidFill>
                  <a:schemeClr val="bg1"/>
                </a:solidFill>
                <a:latin typeface="Calibri" panose="020F0502020204030204" pitchFamily="34" charset="0"/>
              </a:rPr>
              <a:t>No device gets controlled net positive fusion reaction (tokamak, ICF)</a:t>
            </a:r>
            <a:endParaRPr lang="en-GB" sz="3000" dirty="0">
              <a:solidFill>
                <a:schemeClr val="bg1"/>
              </a:solidFill>
              <a:latin typeface="Noto Sans Symbols"/>
            </a:endParaRPr>
          </a:p>
        </p:txBody>
      </p:sp>
      <p:sp>
        <p:nvSpPr>
          <p:cNvPr id="2" name="Rectangle 1">
            <a:extLst>
              <a:ext uri="{FF2B5EF4-FFF2-40B4-BE49-F238E27FC236}">
                <a16:creationId xmlns:a16="http://schemas.microsoft.com/office/drawing/2014/main" id="{6C9CE4F5-462C-9008-3224-E272A62B9140}"/>
              </a:ext>
            </a:extLst>
          </p:cNvPr>
          <p:cNvSpPr/>
          <p:nvPr/>
        </p:nvSpPr>
        <p:spPr>
          <a:xfrm>
            <a:off x="0" y="0"/>
            <a:ext cx="4504759" cy="923330"/>
          </a:xfrm>
          <a:prstGeom prst="rect">
            <a:avLst/>
          </a:prstGeom>
          <a:noFill/>
        </p:spPr>
        <p:txBody>
          <a:bodyPr wrap="none" lIns="91440" tIns="45720" rIns="91440" bIns="45720">
            <a:spAutoFit/>
          </a:bodyPr>
          <a:lstStyle/>
          <a:p>
            <a:pPr algn="ctr"/>
            <a:r>
              <a:rPr lang="en-US" sz="5400" b="1"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rPr>
              <a:t>Nuclear fusion </a:t>
            </a:r>
          </a:p>
        </p:txBody>
      </p:sp>
      <p:grpSp>
        <p:nvGrpSpPr>
          <p:cNvPr id="16" name="Group 15">
            <a:extLst>
              <a:ext uri="{FF2B5EF4-FFF2-40B4-BE49-F238E27FC236}">
                <a16:creationId xmlns:a16="http://schemas.microsoft.com/office/drawing/2014/main" id="{108D21CD-F88C-EF29-2BC7-93BFF2134CF1}"/>
              </a:ext>
            </a:extLst>
          </p:cNvPr>
          <p:cNvGrpSpPr/>
          <p:nvPr/>
        </p:nvGrpSpPr>
        <p:grpSpPr>
          <a:xfrm>
            <a:off x="125271" y="1229504"/>
            <a:ext cx="2031656" cy="2031656"/>
            <a:chOff x="506271" y="726584"/>
            <a:chExt cx="2031656" cy="2031656"/>
          </a:xfrm>
        </p:grpSpPr>
        <p:sp>
          <p:nvSpPr>
            <p:cNvPr id="3" name="Oval 2">
              <a:extLst>
                <a:ext uri="{FF2B5EF4-FFF2-40B4-BE49-F238E27FC236}">
                  <a16:creationId xmlns:a16="http://schemas.microsoft.com/office/drawing/2014/main" id="{2C17DE85-96FF-F03F-C5DB-4D2A20A762F5}"/>
                </a:ext>
              </a:extLst>
            </p:cNvPr>
            <p:cNvSpPr/>
            <p:nvPr/>
          </p:nvSpPr>
          <p:spPr>
            <a:xfrm>
              <a:off x="1445415" y="1660849"/>
              <a:ext cx="149290" cy="14929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extLst>
                <a:ext uri="{FF2B5EF4-FFF2-40B4-BE49-F238E27FC236}">
                  <a16:creationId xmlns:a16="http://schemas.microsoft.com/office/drawing/2014/main" id="{EAB6F8A4-0D54-EC40-2BCC-164AF38E1336}"/>
                </a:ext>
              </a:extLst>
            </p:cNvPr>
            <p:cNvSpPr/>
            <p:nvPr/>
          </p:nvSpPr>
          <p:spPr>
            <a:xfrm>
              <a:off x="1084955" y="1295944"/>
              <a:ext cx="886720" cy="886720"/>
            </a:xfrm>
            <a:prstGeom prst="ellipse">
              <a:avLst/>
            </a:prstGeom>
            <a:noFill/>
            <a:ln>
              <a:solidFill>
                <a:schemeClr val="bg1">
                  <a:alpha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37421D79-A415-1068-4B86-A7FC6793D3F5}"/>
                </a:ext>
              </a:extLst>
            </p:cNvPr>
            <p:cNvSpPr/>
            <p:nvPr/>
          </p:nvSpPr>
          <p:spPr>
            <a:xfrm>
              <a:off x="832838" y="1062485"/>
              <a:ext cx="1359856" cy="1359856"/>
            </a:xfrm>
            <a:prstGeom prst="ellipse">
              <a:avLst/>
            </a:prstGeom>
            <a:noFill/>
            <a:ln>
              <a:solidFill>
                <a:schemeClr val="bg1">
                  <a:alpha val="2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A848637C-B988-CA69-04DB-40F93C052696}"/>
                </a:ext>
              </a:extLst>
            </p:cNvPr>
            <p:cNvSpPr/>
            <p:nvPr/>
          </p:nvSpPr>
          <p:spPr>
            <a:xfrm flipH="1">
              <a:off x="1348624" y="1568939"/>
              <a:ext cx="334506" cy="334506"/>
            </a:xfrm>
            <a:prstGeom prst="ellipse">
              <a:avLst/>
            </a:prstGeom>
            <a:noFill/>
            <a:ln>
              <a:solidFill>
                <a:schemeClr val="bg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B1146497-0A24-2DC3-9FA1-607FCACDEE27}"/>
                </a:ext>
              </a:extLst>
            </p:cNvPr>
            <p:cNvSpPr/>
            <p:nvPr/>
          </p:nvSpPr>
          <p:spPr>
            <a:xfrm>
              <a:off x="1237168" y="1457482"/>
              <a:ext cx="563640" cy="563640"/>
            </a:xfrm>
            <a:prstGeom prst="ellipse">
              <a:avLst/>
            </a:prstGeom>
            <a:noFill/>
            <a:ln>
              <a:solidFill>
                <a:schemeClr val="bg1">
                  <a:alpha val="7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AE9CA05E-3E74-CF16-999B-40EDD6B5BB9C}"/>
                </a:ext>
              </a:extLst>
            </p:cNvPr>
            <p:cNvSpPr/>
            <p:nvPr/>
          </p:nvSpPr>
          <p:spPr>
            <a:xfrm>
              <a:off x="506271" y="726584"/>
              <a:ext cx="2031656" cy="2031656"/>
            </a:xfrm>
            <a:prstGeom prst="ellipse">
              <a:avLst/>
            </a:prstGeom>
            <a:noFill/>
            <a:ln>
              <a:solidFill>
                <a:schemeClr val="bg1">
                  <a:alpha val="4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Group 16">
            <a:extLst>
              <a:ext uri="{FF2B5EF4-FFF2-40B4-BE49-F238E27FC236}">
                <a16:creationId xmlns:a16="http://schemas.microsoft.com/office/drawing/2014/main" id="{BAE31123-602F-52F3-FCE9-AA645E0425F2}"/>
              </a:ext>
            </a:extLst>
          </p:cNvPr>
          <p:cNvGrpSpPr/>
          <p:nvPr/>
        </p:nvGrpSpPr>
        <p:grpSpPr>
          <a:xfrm>
            <a:off x="2898951" y="1270144"/>
            <a:ext cx="2031656" cy="2031656"/>
            <a:chOff x="506271" y="726584"/>
            <a:chExt cx="2031656" cy="2031656"/>
          </a:xfrm>
        </p:grpSpPr>
        <p:sp>
          <p:nvSpPr>
            <p:cNvPr id="18" name="Oval 17">
              <a:extLst>
                <a:ext uri="{FF2B5EF4-FFF2-40B4-BE49-F238E27FC236}">
                  <a16:creationId xmlns:a16="http://schemas.microsoft.com/office/drawing/2014/main" id="{F020AC06-FD0A-3B86-CA99-21EC83AAE885}"/>
                </a:ext>
              </a:extLst>
            </p:cNvPr>
            <p:cNvSpPr/>
            <p:nvPr/>
          </p:nvSpPr>
          <p:spPr>
            <a:xfrm>
              <a:off x="1445415" y="1660849"/>
              <a:ext cx="149290" cy="14929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E9774C14-C705-B398-01E3-538CFB188DF9}"/>
                </a:ext>
              </a:extLst>
            </p:cNvPr>
            <p:cNvSpPr/>
            <p:nvPr/>
          </p:nvSpPr>
          <p:spPr>
            <a:xfrm>
              <a:off x="1084955" y="1295944"/>
              <a:ext cx="886720" cy="886720"/>
            </a:xfrm>
            <a:prstGeom prst="ellipse">
              <a:avLst/>
            </a:prstGeom>
            <a:noFill/>
            <a:ln>
              <a:solidFill>
                <a:schemeClr val="bg1">
                  <a:alpha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4AC5B7BC-2D31-42EA-DB70-4121F0218797}"/>
                </a:ext>
              </a:extLst>
            </p:cNvPr>
            <p:cNvSpPr/>
            <p:nvPr/>
          </p:nvSpPr>
          <p:spPr>
            <a:xfrm>
              <a:off x="832838" y="1062485"/>
              <a:ext cx="1359856" cy="1359856"/>
            </a:xfrm>
            <a:prstGeom prst="ellipse">
              <a:avLst/>
            </a:prstGeom>
            <a:noFill/>
            <a:ln>
              <a:solidFill>
                <a:schemeClr val="bg1">
                  <a:alpha val="2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3F4D0359-E860-512A-E131-A138C24DFEF5}"/>
                </a:ext>
              </a:extLst>
            </p:cNvPr>
            <p:cNvSpPr/>
            <p:nvPr/>
          </p:nvSpPr>
          <p:spPr>
            <a:xfrm flipH="1">
              <a:off x="1348624" y="1568939"/>
              <a:ext cx="334506" cy="334506"/>
            </a:xfrm>
            <a:prstGeom prst="ellipse">
              <a:avLst/>
            </a:prstGeom>
            <a:noFill/>
            <a:ln>
              <a:solidFill>
                <a:schemeClr val="bg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3E054010-FFC4-AADC-11CF-7E07FA0DC3E2}"/>
                </a:ext>
              </a:extLst>
            </p:cNvPr>
            <p:cNvSpPr/>
            <p:nvPr/>
          </p:nvSpPr>
          <p:spPr>
            <a:xfrm>
              <a:off x="1237168" y="1457482"/>
              <a:ext cx="563640" cy="563640"/>
            </a:xfrm>
            <a:prstGeom prst="ellipse">
              <a:avLst/>
            </a:prstGeom>
            <a:noFill/>
            <a:ln>
              <a:solidFill>
                <a:schemeClr val="bg1">
                  <a:alpha val="7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959BC9EB-B7FB-10F7-C232-E2F0D4A5DC32}"/>
                </a:ext>
              </a:extLst>
            </p:cNvPr>
            <p:cNvSpPr/>
            <p:nvPr/>
          </p:nvSpPr>
          <p:spPr>
            <a:xfrm>
              <a:off x="506271" y="726584"/>
              <a:ext cx="2031656" cy="2031656"/>
            </a:xfrm>
            <a:prstGeom prst="ellipse">
              <a:avLst/>
            </a:prstGeom>
            <a:noFill/>
            <a:ln>
              <a:solidFill>
                <a:schemeClr val="bg1">
                  <a:alpha val="4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82648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animEffect transition="in" filter="fade">
                                      <p:cBhvr>
                                        <p:cTn id="12" dur="500"/>
                                        <p:tgtEl>
                                          <p:spTgt spid="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xEl>
                                              <p:pRg st="0" end="0"/>
                                            </p:txEl>
                                          </p:spTgt>
                                        </p:tgtEl>
                                        <p:attrNameLst>
                                          <p:attrName>style.visibility</p:attrName>
                                        </p:attrNameLst>
                                      </p:cBhvr>
                                      <p:to>
                                        <p:strVal val="visible"/>
                                      </p:to>
                                    </p:set>
                                    <p:animEffect transition="in" filter="fade">
                                      <p:cBhvr>
                                        <p:cTn id="17" dur="500"/>
                                        <p:tgtEl>
                                          <p:spTgt spid="8">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
                                            <p:txEl>
                                              <p:pRg st="0" end="0"/>
                                            </p:txEl>
                                          </p:spTgt>
                                        </p:tgtEl>
                                        <p:attrNameLst>
                                          <p:attrName>style.visibility</p:attrName>
                                        </p:attrNameLst>
                                      </p:cBhvr>
                                      <p:to>
                                        <p:strVal val="visible"/>
                                      </p:to>
                                    </p:set>
                                    <p:animEffect transition="in" filter="fade">
                                      <p:cBhvr>
                                        <p:cTn id="22" dur="5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C9C39A-252E-7780-26D2-3F5B87266D5B}"/>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AE5796EE-AB9F-6394-2CBA-D17B8D346EE9}"/>
              </a:ext>
            </a:extLst>
          </p:cNvPr>
          <p:cNvSpPr txBox="1"/>
          <p:nvPr/>
        </p:nvSpPr>
        <p:spPr>
          <a:xfrm>
            <a:off x="190006" y="779720"/>
            <a:ext cx="5781586" cy="1815882"/>
          </a:xfrm>
          <a:prstGeom prst="rect">
            <a:avLst/>
          </a:prstGeom>
          <a:noFill/>
        </p:spPr>
        <p:txBody>
          <a:bodyPr wrap="square">
            <a:spAutoFit/>
          </a:bodyPr>
          <a:lstStyle/>
          <a:p>
            <a:pPr algn="just"/>
            <a:r>
              <a:rPr lang="en-US" sz="2800" dirty="0">
                <a:solidFill>
                  <a:srgbClr val="FFFF00"/>
                </a:solidFill>
              </a:rPr>
              <a:t>Mass-energy interconversion takes place only in nuclear reaction and never in chemical reaction. This is strictly speaking, incorrect. </a:t>
            </a:r>
            <a:endParaRPr lang="en-IN" sz="2800" dirty="0">
              <a:solidFill>
                <a:srgbClr val="FFFF00"/>
              </a:solidFill>
            </a:endParaRPr>
          </a:p>
        </p:txBody>
      </p:sp>
      <p:sp>
        <p:nvSpPr>
          <p:cNvPr id="12" name="Rectangle 11">
            <a:extLst>
              <a:ext uri="{FF2B5EF4-FFF2-40B4-BE49-F238E27FC236}">
                <a16:creationId xmlns:a16="http://schemas.microsoft.com/office/drawing/2014/main" id="{05C5C8D7-3345-898B-B669-389AE3A91061}"/>
              </a:ext>
            </a:extLst>
          </p:cNvPr>
          <p:cNvSpPr/>
          <p:nvPr/>
        </p:nvSpPr>
        <p:spPr>
          <a:xfrm>
            <a:off x="122834" y="256500"/>
            <a:ext cx="3301801" cy="523220"/>
          </a:xfrm>
          <a:prstGeom prst="rect">
            <a:avLst/>
          </a:prstGeom>
          <a:noFill/>
        </p:spPr>
        <p:txBody>
          <a:bodyPr wrap="none" lIns="91440" tIns="45720" rIns="91440" bIns="45720">
            <a:spAutoFit/>
          </a:bodyPr>
          <a:lstStyle/>
          <a:p>
            <a:pPr algn="ctr"/>
            <a:r>
              <a:rPr lang="en-US" sz="2800" b="1"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rPr>
              <a:t>NCERT EXTRA Point’s</a:t>
            </a:r>
          </a:p>
        </p:txBody>
      </p:sp>
      <p:sp>
        <p:nvSpPr>
          <p:cNvPr id="15" name="Rectangle 14">
            <a:extLst>
              <a:ext uri="{FF2B5EF4-FFF2-40B4-BE49-F238E27FC236}">
                <a16:creationId xmlns:a16="http://schemas.microsoft.com/office/drawing/2014/main" id="{2B5A8F34-3DEC-7B0C-47D8-3FE67433CD4B}"/>
              </a:ext>
            </a:extLst>
          </p:cNvPr>
          <p:cNvSpPr/>
          <p:nvPr/>
        </p:nvSpPr>
        <p:spPr>
          <a:xfrm>
            <a:off x="6013498" y="259610"/>
            <a:ext cx="1267848" cy="523220"/>
          </a:xfrm>
          <a:prstGeom prst="rect">
            <a:avLst/>
          </a:prstGeom>
          <a:noFill/>
        </p:spPr>
        <p:txBody>
          <a:bodyPr wrap="none" lIns="91440" tIns="45720" rIns="91440" bIns="45720">
            <a:spAutoFit/>
          </a:bodyPr>
          <a:lstStyle/>
          <a:p>
            <a:pPr algn="ctr"/>
            <a:r>
              <a:rPr lang="en-US" sz="2800" b="1"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rPr>
              <a:t>Reason</a:t>
            </a:r>
          </a:p>
        </p:txBody>
      </p:sp>
      <p:sp>
        <p:nvSpPr>
          <p:cNvPr id="16" name="TextBox 15">
            <a:extLst>
              <a:ext uri="{FF2B5EF4-FFF2-40B4-BE49-F238E27FC236}">
                <a16:creationId xmlns:a16="http://schemas.microsoft.com/office/drawing/2014/main" id="{E146938E-38F8-6C75-611F-3799EA50490A}"/>
              </a:ext>
            </a:extLst>
          </p:cNvPr>
          <p:cNvSpPr txBox="1"/>
          <p:nvPr/>
        </p:nvSpPr>
        <p:spPr>
          <a:xfrm>
            <a:off x="6004248" y="816429"/>
            <a:ext cx="5938936" cy="954107"/>
          </a:xfrm>
          <a:prstGeom prst="rect">
            <a:avLst/>
          </a:prstGeom>
          <a:noFill/>
        </p:spPr>
        <p:txBody>
          <a:bodyPr wrap="square" rtlCol="0">
            <a:spAutoFit/>
          </a:bodyPr>
          <a:lstStyle/>
          <a:p>
            <a:pPr algn="l"/>
            <a:r>
              <a:rPr lang="en-US" sz="2800" dirty="0">
                <a:solidFill>
                  <a:schemeClr val="bg1"/>
                </a:solidFill>
              </a:rPr>
              <a:t>Energy and mass are representing same physical quantity</a:t>
            </a:r>
          </a:p>
        </p:txBody>
      </p:sp>
    </p:spTree>
    <p:extLst>
      <p:ext uri="{BB962C8B-B14F-4D97-AF65-F5344CB8AC3E}">
        <p14:creationId xmlns:p14="http://schemas.microsoft.com/office/powerpoint/2010/main" val="40531999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59FB4B-3428-DB5E-4F54-2F9C2B6BA171}"/>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40FD2D40-A538-E8EC-0737-5B5B8882594E}"/>
              </a:ext>
            </a:extLst>
          </p:cNvPr>
          <p:cNvSpPr txBox="1"/>
          <p:nvPr/>
        </p:nvSpPr>
        <p:spPr>
          <a:xfrm>
            <a:off x="190006" y="779720"/>
            <a:ext cx="5772255" cy="1384995"/>
          </a:xfrm>
          <a:prstGeom prst="rect">
            <a:avLst/>
          </a:prstGeom>
          <a:noFill/>
        </p:spPr>
        <p:txBody>
          <a:bodyPr wrap="square">
            <a:spAutoFit/>
          </a:bodyPr>
          <a:lstStyle/>
          <a:p>
            <a:pPr algn="just"/>
            <a:r>
              <a:rPr lang="en-US" sz="2800" dirty="0">
                <a:solidFill>
                  <a:srgbClr val="FFFF00"/>
                </a:solidFill>
              </a:rPr>
              <a:t>Although the binding energy (per nucleon) curve is smooth and slowly varying.</a:t>
            </a:r>
            <a:endParaRPr lang="en-IN" sz="2800" dirty="0">
              <a:solidFill>
                <a:srgbClr val="FFFF00"/>
              </a:solidFill>
            </a:endParaRPr>
          </a:p>
        </p:txBody>
      </p:sp>
      <p:sp>
        <p:nvSpPr>
          <p:cNvPr id="12" name="Rectangle 11">
            <a:extLst>
              <a:ext uri="{FF2B5EF4-FFF2-40B4-BE49-F238E27FC236}">
                <a16:creationId xmlns:a16="http://schemas.microsoft.com/office/drawing/2014/main" id="{68CF5A9E-E8B4-42B4-B461-40AE82292106}"/>
              </a:ext>
            </a:extLst>
          </p:cNvPr>
          <p:cNvSpPr/>
          <p:nvPr/>
        </p:nvSpPr>
        <p:spPr>
          <a:xfrm>
            <a:off x="122834" y="256500"/>
            <a:ext cx="3301801" cy="523220"/>
          </a:xfrm>
          <a:prstGeom prst="rect">
            <a:avLst/>
          </a:prstGeom>
          <a:noFill/>
        </p:spPr>
        <p:txBody>
          <a:bodyPr wrap="none" lIns="91440" tIns="45720" rIns="91440" bIns="45720">
            <a:spAutoFit/>
          </a:bodyPr>
          <a:lstStyle/>
          <a:p>
            <a:pPr algn="ctr"/>
            <a:r>
              <a:rPr lang="en-US" sz="2800" b="1"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rPr>
              <a:t>NCERT EXTRA Point’s</a:t>
            </a:r>
          </a:p>
        </p:txBody>
      </p:sp>
      <p:sp>
        <p:nvSpPr>
          <p:cNvPr id="15" name="Rectangle 14">
            <a:extLst>
              <a:ext uri="{FF2B5EF4-FFF2-40B4-BE49-F238E27FC236}">
                <a16:creationId xmlns:a16="http://schemas.microsoft.com/office/drawing/2014/main" id="{52CCC484-1050-4A01-4CF0-25F03E744351}"/>
              </a:ext>
            </a:extLst>
          </p:cNvPr>
          <p:cNvSpPr/>
          <p:nvPr/>
        </p:nvSpPr>
        <p:spPr>
          <a:xfrm>
            <a:off x="6097473" y="259610"/>
            <a:ext cx="1267848" cy="523220"/>
          </a:xfrm>
          <a:prstGeom prst="rect">
            <a:avLst/>
          </a:prstGeom>
          <a:noFill/>
        </p:spPr>
        <p:txBody>
          <a:bodyPr wrap="none" lIns="91440" tIns="45720" rIns="91440" bIns="45720">
            <a:spAutoFit/>
          </a:bodyPr>
          <a:lstStyle/>
          <a:p>
            <a:pPr algn="ctr"/>
            <a:r>
              <a:rPr lang="en-US" sz="2800" b="1"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rPr>
              <a:t>Reason</a:t>
            </a:r>
          </a:p>
        </p:txBody>
      </p:sp>
      <p:sp>
        <p:nvSpPr>
          <p:cNvPr id="16" name="TextBox 15">
            <a:extLst>
              <a:ext uri="{FF2B5EF4-FFF2-40B4-BE49-F238E27FC236}">
                <a16:creationId xmlns:a16="http://schemas.microsoft.com/office/drawing/2014/main" id="{EE3F41CF-9083-377E-D3E7-9BCE78CCD087}"/>
              </a:ext>
            </a:extLst>
          </p:cNvPr>
          <p:cNvSpPr txBox="1"/>
          <p:nvPr/>
        </p:nvSpPr>
        <p:spPr>
          <a:xfrm>
            <a:off x="6088222" y="816429"/>
            <a:ext cx="5892283" cy="1384995"/>
          </a:xfrm>
          <a:prstGeom prst="rect">
            <a:avLst/>
          </a:prstGeom>
          <a:noFill/>
        </p:spPr>
        <p:txBody>
          <a:bodyPr wrap="square" rtlCol="0">
            <a:spAutoFit/>
          </a:bodyPr>
          <a:lstStyle/>
          <a:p>
            <a:pPr algn="just"/>
            <a:r>
              <a:rPr lang="en-US" sz="2800" dirty="0">
                <a:solidFill>
                  <a:schemeClr val="bg1"/>
                </a:solidFill>
              </a:rPr>
              <a:t>As nuclear force is short range force number of interaction with each added nucleon remain same</a:t>
            </a:r>
          </a:p>
        </p:txBody>
      </p:sp>
      <p:grpSp>
        <p:nvGrpSpPr>
          <p:cNvPr id="183" name="Group 182">
            <a:extLst>
              <a:ext uri="{FF2B5EF4-FFF2-40B4-BE49-F238E27FC236}">
                <a16:creationId xmlns:a16="http://schemas.microsoft.com/office/drawing/2014/main" id="{1DA515B0-6CED-4259-E4B2-FFB4B962B38D}"/>
              </a:ext>
            </a:extLst>
          </p:cNvPr>
          <p:cNvGrpSpPr/>
          <p:nvPr/>
        </p:nvGrpSpPr>
        <p:grpSpPr>
          <a:xfrm>
            <a:off x="7304730" y="2317102"/>
            <a:ext cx="3269965" cy="1298888"/>
            <a:chOff x="7304730" y="2317102"/>
            <a:chExt cx="3269965" cy="1298888"/>
          </a:xfrm>
        </p:grpSpPr>
        <p:grpSp>
          <p:nvGrpSpPr>
            <p:cNvPr id="42" name="Group 41">
              <a:extLst>
                <a:ext uri="{FF2B5EF4-FFF2-40B4-BE49-F238E27FC236}">
                  <a16:creationId xmlns:a16="http://schemas.microsoft.com/office/drawing/2014/main" id="{B76A168F-F02D-80FB-3B30-257473BB4C43}"/>
                </a:ext>
              </a:extLst>
            </p:cNvPr>
            <p:cNvGrpSpPr/>
            <p:nvPr/>
          </p:nvGrpSpPr>
          <p:grpSpPr>
            <a:xfrm>
              <a:off x="7304730" y="2708262"/>
              <a:ext cx="535266" cy="525106"/>
              <a:chOff x="9727371" y="4188719"/>
              <a:chExt cx="535266" cy="525106"/>
            </a:xfrm>
          </p:grpSpPr>
          <p:sp>
            <p:nvSpPr>
              <p:cNvPr id="43" name="Oval 42">
                <a:extLst>
                  <a:ext uri="{FF2B5EF4-FFF2-40B4-BE49-F238E27FC236}">
                    <a16:creationId xmlns:a16="http://schemas.microsoft.com/office/drawing/2014/main" id="{4E23CB10-C63D-ED99-8663-A987B16E6A44}"/>
                  </a:ext>
                </a:extLst>
              </p:cNvPr>
              <p:cNvSpPr/>
              <p:nvPr/>
            </p:nvSpPr>
            <p:spPr>
              <a:xfrm>
                <a:off x="9727371" y="4366519"/>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44FA8A3F-3BEB-31D6-75E4-AEA1EE441465}"/>
                  </a:ext>
                </a:extLst>
              </p:cNvPr>
              <p:cNvSpPr/>
              <p:nvPr/>
            </p:nvSpPr>
            <p:spPr>
              <a:xfrm>
                <a:off x="9762931" y="4442719"/>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B0269029-6607-3D37-BCB2-EA0511FD454B}"/>
                  </a:ext>
                </a:extLst>
              </p:cNvPr>
              <p:cNvSpPr/>
              <p:nvPr/>
            </p:nvSpPr>
            <p:spPr>
              <a:xfrm>
                <a:off x="9793411" y="4290319"/>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96D07DCB-6FB3-6420-74F8-791A98B75123}"/>
                  </a:ext>
                </a:extLst>
              </p:cNvPr>
              <p:cNvSpPr/>
              <p:nvPr/>
            </p:nvSpPr>
            <p:spPr>
              <a:xfrm>
                <a:off x="9828971" y="4366519"/>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67801D21-BFB7-90AA-ACED-9D7F69CA3E36}"/>
                  </a:ext>
                </a:extLst>
              </p:cNvPr>
              <p:cNvSpPr/>
              <p:nvPr/>
            </p:nvSpPr>
            <p:spPr>
              <a:xfrm>
                <a:off x="10016931" y="4371599"/>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C71004D6-3999-657A-87FF-124FDFB2FB1E}"/>
                  </a:ext>
                </a:extLst>
              </p:cNvPr>
              <p:cNvSpPr/>
              <p:nvPr/>
            </p:nvSpPr>
            <p:spPr>
              <a:xfrm>
                <a:off x="10088051" y="4290319"/>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1C3BE711-BCFF-0370-4C78-E56F86242573}"/>
                  </a:ext>
                </a:extLst>
              </p:cNvPr>
              <p:cNvSpPr/>
              <p:nvPr/>
            </p:nvSpPr>
            <p:spPr>
              <a:xfrm>
                <a:off x="9889931" y="4269999"/>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F3120F82-A3AD-672C-F96A-68B6C8ACD3D3}"/>
                  </a:ext>
                </a:extLst>
              </p:cNvPr>
              <p:cNvSpPr/>
              <p:nvPr/>
            </p:nvSpPr>
            <p:spPr>
              <a:xfrm>
                <a:off x="9925491" y="4346199"/>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E3E1959E-9650-41D1-7FB2-022A2C10C0A0}"/>
                  </a:ext>
                </a:extLst>
              </p:cNvPr>
              <p:cNvSpPr/>
              <p:nvPr/>
            </p:nvSpPr>
            <p:spPr>
              <a:xfrm>
                <a:off x="10042331" y="4188719"/>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0C3FA51D-9150-BA91-4701-1690FD8F8F31}"/>
                  </a:ext>
                </a:extLst>
              </p:cNvPr>
              <p:cNvSpPr/>
              <p:nvPr/>
            </p:nvSpPr>
            <p:spPr>
              <a:xfrm>
                <a:off x="9991531" y="4269999"/>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81CABDAB-02A6-05CF-70F8-B2BE0E73FF50}"/>
                  </a:ext>
                </a:extLst>
              </p:cNvPr>
              <p:cNvSpPr/>
              <p:nvPr/>
            </p:nvSpPr>
            <p:spPr>
              <a:xfrm>
                <a:off x="10072811" y="4620519"/>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E4F2A086-0B16-7134-56F3-85EE1909C3A4}"/>
                  </a:ext>
                </a:extLst>
              </p:cNvPr>
              <p:cNvSpPr/>
              <p:nvPr/>
            </p:nvSpPr>
            <p:spPr>
              <a:xfrm>
                <a:off x="10169331" y="4341119"/>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55" name="Oval 54">
                <a:extLst>
                  <a:ext uri="{FF2B5EF4-FFF2-40B4-BE49-F238E27FC236}">
                    <a16:creationId xmlns:a16="http://schemas.microsoft.com/office/drawing/2014/main" id="{735B77D0-AB72-5E67-2981-79C6E5BE66B5}"/>
                  </a:ext>
                </a:extLst>
              </p:cNvPr>
              <p:cNvSpPr/>
              <p:nvPr/>
            </p:nvSpPr>
            <p:spPr>
              <a:xfrm>
                <a:off x="10047411" y="4463039"/>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 name="Oval 55">
                <a:extLst>
                  <a:ext uri="{FF2B5EF4-FFF2-40B4-BE49-F238E27FC236}">
                    <a16:creationId xmlns:a16="http://schemas.microsoft.com/office/drawing/2014/main" id="{DB178D2B-6703-A8DA-CDDD-B77B2D90D4AE}"/>
                  </a:ext>
                </a:extLst>
              </p:cNvPr>
              <p:cNvSpPr/>
              <p:nvPr/>
            </p:nvSpPr>
            <p:spPr>
              <a:xfrm>
                <a:off x="10082971" y="4539239"/>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93AA1AAD-BF5F-D4A4-0D95-62206DDA2C57}"/>
                  </a:ext>
                </a:extLst>
              </p:cNvPr>
              <p:cNvSpPr/>
              <p:nvPr/>
            </p:nvSpPr>
            <p:spPr>
              <a:xfrm>
                <a:off x="10113451" y="4386839"/>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8" name="Oval 57">
                <a:extLst>
                  <a:ext uri="{FF2B5EF4-FFF2-40B4-BE49-F238E27FC236}">
                    <a16:creationId xmlns:a16="http://schemas.microsoft.com/office/drawing/2014/main" id="{7C7875F1-4D99-DF1E-C37B-5CB568C1687B}"/>
                  </a:ext>
                </a:extLst>
              </p:cNvPr>
              <p:cNvSpPr/>
              <p:nvPr/>
            </p:nvSpPr>
            <p:spPr>
              <a:xfrm>
                <a:off x="10149011" y="4463039"/>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59" name="Oval 58">
                <a:extLst>
                  <a:ext uri="{FF2B5EF4-FFF2-40B4-BE49-F238E27FC236}">
                    <a16:creationId xmlns:a16="http://schemas.microsoft.com/office/drawing/2014/main" id="{30CA8C46-F8D2-24FC-6A1F-79C41E9129F8}"/>
                  </a:ext>
                </a:extLst>
              </p:cNvPr>
              <p:cNvSpPr/>
              <p:nvPr/>
            </p:nvSpPr>
            <p:spPr>
              <a:xfrm>
                <a:off x="9966131" y="4605279"/>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0" name="Oval 59">
                <a:extLst>
                  <a:ext uri="{FF2B5EF4-FFF2-40B4-BE49-F238E27FC236}">
                    <a16:creationId xmlns:a16="http://schemas.microsoft.com/office/drawing/2014/main" id="{9FB878C1-8DF7-032E-5094-72F26E40D13B}"/>
                  </a:ext>
                </a:extLst>
              </p:cNvPr>
              <p:cNvSpPr/>
              <p:nvPr/>
            </p:nvSpPr>
            <p:spPr>
              <a:xfrm>
                <a:off x="10037251" y="4523999"/>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61" name="Oval 60">
                <a:extLst>
                  <a:ext uri="{FF2B5EF4-FFF2-40B4-BE49-F238E27FC236}">
                    <a16:creationId xmlns:a16="http://schemas.microsoft.com/office/drawing/2014/main" id="{25D39F5A-C067-6447-6BFD-AE28265D469F}"/>
                  </a:ext>
                </a:extLst>
              </p:cNvPr>
              <p:cNvSpPr/>
              <p:nvPr/>
            </p:nvSpPr>
            <p:spPr>
              <a:xfrm>
                <a:off x="9839131" y="4503679"/>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2" name="Oval 61">
                <a:extLst>
                  <a:ext uri="{FF2B5EF4-FFF2-40B4-BE49-F238E27FC236}">
                    <a16:creationId xmlns:a16="http://schemas.microsoft.com/office/drawing/2014/main" id="{840D6245-19C7-CFD7-5EBF-4D732C475D4F}"/>
                  </a:ext>
                </a:extLst>
              </p:cNvPr>
              <p:cNvSpPr/>
              <p:nvPr/>
            </p:nvSpPr>
            <p:spPr>
              <a:xfrm>
                <a:off x="9874691" y="4579879"/>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63" name="Oval 62">
                <a:extLst>
                  <a:ext uri="{FF2B5EF4-FFF2-40B4-BE49-F238E27FC236}">
                    <a16:creationId xmlns:a16="http://schemas.microsoft.com/office/drawing/2014/main" id="{DEB42E1C-9E5F-6CCD-86B4-D071FAD9D023}"/>
                  </a:ext>
                </a:extLst>
              </p:cNvPr>
              <p:cNvSpPr/>
              <p:nvPr/>
            </p:nvSpPr>
            <p:spPr>
              <a:xfrm>
                <a:off x="9905171" y="4427479"/>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4" name="Oval 63">
                <a:extLst>
                  <a:ext uri="{FF2B5EF4-FFF2-40B4-BE49-F238E27FC236}">
                    <a16:creationId xmlns:a16="http://schemas.microsoft.com/office/drawing/2014/main" id="{B086103D-5A73-5991-E260-D2A1DC47C7D6}"/>
                  </a:ext>
                </a:extLst>
              </p:cNvPr>
              <p:cNvSpPr/>
              <p:nvPr/>
            </p:nvSpPr>
            <p:spPr>
              <a:xfrm>
                <a:off x="9940731" y="4503679"/>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grpSp>
        <p:grpSp>
          <p:nvGrpSpPr>
            <p:cNvPr id="65" name="Group 64">
              <a:extLst>
                <a:ext uri="{FF2B5EF4-FFF2-40B4-BE49-F238E27FC236}">
                  <a16:creationId xmlns:a16="http://schemas.microsoft.com/office/drawing/2014/main" id="{8CB884D6-9E33-C2BD-EAC3-3CF0F99F4082}"/>
                </a:ext>
              </a:extLst>
            </p:cNvPr>
            <p:cNvGrpSpPr/>
            <p:nvPr/>
          </p:nvGrpSpPr>
          <p:grpSpPr>
            <a:xfrm>
              <a:off x="7725748" y="2323322"/>
              <a:ext cx="541176" cy="541176"/>
              <a:chOff x="8294914" y="4254759"/>
              <a:chExt cx="541176" cy="541176"/>
            </a:xfrm>
          </p:grpSpPr>
          <p:sp>
            <p:nvSpPr>
              <p:cNvPr id="66" name="Oval 65">
                <a:extLst>
                  <a:ext uri="{FF2B5EF4-FFF2-40B4-BE49-F238E27FC236}">
                    <a16:creationId xmlns:a16="http://schemas.microsoft.com/office/drawing/2014/main" id="{872B91A3-ED45-536B-6E1D-2C39B80E419A}"/>
                  </a:ext>
                </a:extLst>
              </p:cNvPr>
              <p:cNvSpPr/>
              <p:nvPr/>
            </p:nvSpPr>
            <p:spPr>
              <a:xfrm>
                <a:off x="8511697" y="4481492"/>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67" name="Oval 66">
                <a:extLst>
                  <a:ext uri="{FF2B5EF4-FFF2-40B4-BE49-F238E27FC236}">
                    <a16:creationId xmlns:a16="http://schemas.microsoft.com/office/drawing/2014/main" id="{40FEDBE5-107E-1C4D-4622-3CF329EB6285}"/>
                  </a:ext>
                </a:extLst>
              </p:cNvPr>
              <p:cNvSpPr/>
              <p:nvPr/>
            </p:nvSpPr>
            <p:spPr>
              <a:xfrm>
                <a:off x="8294914" y="4254759"/>
                <a:ext cx="541176" cy="541176"/>
              </a:xfrm>
              <a:prstGeom prst="ellipse">
                <a:avLst/>
              </a:prstGeom>
              <a:noFill/>
              <a:ln>
                <a:solidFill>
                  <a:schemeClr val="bg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8" name="Group 67">
              <a:extLst>
                <a:ext uri="{FF2B5EF4-FFF2-40B4-BE49-F238E27FC236}">
                  <a16:creationId xmlns:a16="http://schemas.microsoft.com/office/drawing/2014/main" id="{03EDB983-C72C-5771-5A6C-363918B9A7B9}"/>
                </a:ext>
              </a:extLst>
            </p:cNvPr>
            <p:cNvGrpSpPr/>
            <p:nvPr/>
          </p:nvGrpSpPr>
          <p:grpSpPr>
            <a:xfrm>
              <a:off x="10033519" y="2317102"/>
              <a:ext cx="541176" cy="541176"/>
              <a:chOff x="8294914" y="4254759"/>
              <a:chExt cx="541176" cy="541176"/>
            </a:xfrm>
          </p:grpSpPr>
          <p:sp>
            <p:nvSpPr>
              <p:cNvPr id="69" name="Oval 68">
                <a:extLst>
                  <a:ext uri="{FF2B5EF4-FFF2-40B4-BE49-F238E27FC236}">
                    <a16:creationId xmlns:a16="http://schemas.microsoft.com/office/drawing/2014/main" id="{D151B0FC-B656-B5B0-3288-EEEA195AB811}"/>
                  </a:ext>
                </a:extLst>
              </p:cNvPr>
              <p:cNvSpPr/>
              <p:nvPr/>
            </p:nvSpPr>
            <p:spPr>
              <a:xfrm>
                <a:off x="8511697" y="4481492"/>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70" name="Oval 69">
                <a:extLst>
                  <a:ext uri="{FF2B5EF4-FFF2-40B4-BE49-F238E27FC236}">
                    <a16:creationId xmlns:a16="http://schemas.microsoft.com/office/drawing/2014/main" id="{C03D21FD-8EAE-8294-6159-CC377AA9C2D2}"/>
                  </a:ext>
                </a:extLst>
              </p:cNvPr>
              <p:cNvSpPr/>
              <p:nvPr/>
            </p:nvSpPr>
            <p:spPr>
              <a:xfrm>
                <a:off x="8294914" y="4254759"/>
                <a:ext cx="541176" cy="541176"/>
              </a:xfrm>
              <a:prstGeom prst="ellipse">
                <a:avLst/>
              </a:prstGeom>
              <a:noFill/>
              <a:ln>
                <a:solidFill>
                  <a:schemeClr val="bg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1" name="Group 70">
              <a:extLst>
                <a:ext uri="{FF2B5EF4-FFF2-40B4-BE49-F238E27FC236}">
                  <a16:creationId xmlns:a16="http://schemas.microsoft.com/office/drawing/2014/main" id="{AE71642B-F20E-B447-9B20-B25FF8489612}"/>
                </a:ext>
              </a:extLst>
            </p:cNvPr>
            <p:cNvGrpSpPr/>
            <p:nvPr/>
          </p:nvGrpSpPr>
          <p:grpSpPr>
            <a:xfrm>
              <a:off x="9395803" y="2662291"/>
              <a:ext cx="961097" cy="953699"/>
              <a:chOff x="7175324" y="4325628"/>
              <a:chExt cx="961097" cy="953699"/>
            </a:xfrm>
          </p:grpSpPr>
          <p:sp>
            <p:nvSpPr>
              <p:cNvPr id="72" name="Oval 71">
                <a:extLst>
                  <a:ext uri="{FF2B5EF4-FFF2-40B4-BE49-F238E27FC236}">
                    <a16:creationId xmlns:a16="http://schemas.microsoft.com/office/drawing/2014/main" id="{615800D1-3223-3D12-07D6-DF623474627A}"/>
                  </a:ext>
                </a:extLst>
              </p:cNvPr>
              <p:cNvSpPr/>
              <p:nvPr/>
            </p:nvSpPr>
            <p:spPr>
              <a:xfrm rot="1425148">
                <a:off x="7520513" y="4553561"/>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3" name="Oval 72">
                <a:extLst>
                  <a:ext uri="{FF2B5EF4-FFF2-40B4-BE49-F238E27FC236}">
                    <a16:creationId xmlns:a16="http://schemas.microsoft.com/office/drawing/2014/main" id="{6A20ABAE-D6F7-5D87-BC74-B8AA5F1AA4B6}"/>
                  </a:ext>
                </a:extLst>
              </p:cNvPr>
              <p:cNvSpPr/>
              <p:nvPr/>
            </p:nvSpPr>
            <p:spPr>
              <a:xfrm rot="1425148">
                <a:off x="7604956" y="4513019"/>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74" name="Oval 73">
                <a:extLst>
                  <a:ext uri="{FF2B5EF4-FFF2-40B4-BE49-F238E27FC236}">
                    <a16:creationId xmlns:a16="http://schemas.microsoft.com/office/drawing/2014/main" id="{74637FD4-3F91-BB0B-430D-5BD1106D3681}"/>
                  </a:ext>
                </a:extLst>
              </p:cNvPr>
              <p:cNvSpPr/>
              <p:nvPr/>
            </p:nvSpPr>
            <p:spPr>
              <a:xfrm rot="1425148">
                <a:off x="7445194" y="4409413"/>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5" name="Oval 74">
                <a:extLst>
                  <a:ext uri="{FF2B5EF4-FFF2-40B4-BE49-F238E27FC236}">
                    <a16:creationId xmlns:a16="http://schemas.microsoft.com/office/drawing/2014/main" id="{677DCF8C-A4F7-8517-C3C9-F1BFE15E939D}"/>
                  </a:ext>
                </a:extLst>
              </p:cNvPr>
              <p:cNvSpPr/>
              <p:nvPr/>
            </p:nvSpPr>
            <p:spPr>
              <a:xfrm rot="1425148">
                <a:off x="7447050" y="4493481"/>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76" name="Oval 75">
                <a:extLst>
                  <a:ext uri="{FF2B5EF4-FFF2-40B4-BE49-F238E27FC236}">
                    <a16:creationId xmlns:a16="http://schemas.microsoft.com/office/drawing/2014/main" id="{30D0693A-9050-CF37-60D8-16DAC7E75303}"/>
                  </a:ext>
                </a:extLst>
              </p:cNvPr>
              <p:cNvSpPr/>
              <p:nvPr/>
            </p:nvSpPr>
            <p:spPr>
              <a:xfrm rot="1425148">
                <a:off x="7536332" y="4366268"/>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7" name="Oval 76">
                <a:extLst>
                  <a:ext uri="{FF2B5EF4-FFF2-40B4-BE49-F238E27FC236}">
                    <a16:creationId xmlns:a16="http://schemas.microsoft.com/office/drawing/2014/main" id="{93E20030-489E-92B9-66DD-D1AF552D4DAD}"/>
                  </a:ext>
                </a:extLst>
              </p:cNvPr>
              <p:cNvSpPr/>
              <p:nvPr/>
            </p:nvSpPr>
            <p:spPr>
              <a:xfrm rot="1425148">
                <a:off x="7538188" y="4450336"/>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78" name="Oval 77">
                <a:extLst>
                  <a:ext uri="{FF2B5EF4-FFF2-40B4-BE49-F238E27FC236}">
                    <a16:creationId xmlns:a16="http://schemas.microsoft.com/office/drawing/2014/main" id="{3FBF68B0-F8A2-61A1-EADF-C2904445D09B}"/>
                  </a:ext>
                </a:extLst>
              </p:cNvPr>
              <p:cNvSpPr/>
              <p:nvPr/>
            </p:nvSpPr>
            <p:spPr>
              <a:xfrm>
                <a:off x="7437198" y="4688762"/>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9" name="Oval 78">
                <a:extLst>
                  <a:ext uri="{FF2B5EF4-FFF2-40B4-BE49-F238E27FC236}">
                    <a16:creationId xmlns:a16="http://schemas.microsoft.com/office/drawing/2014/main" id="{56A3391B-F418-3721-7AB6-0D970090A9EB}"/>
                  </a:ext>
                </a:extLst>
              </p:cNvPr>
              <p:cNvSpPr/>
              <p:nvPr/>
            </p:nvSpPr>
            <p:spPr>
              <a:xfrm>
                <a:off x="7498158" y="4617642"/>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80" name="Oval 79">
                <a:extLst>
                  <a:ext uri="{FF2B5EF4-FFF2-40B4-BE49-F238E27FC236}">
                    <a16:creationId xmlns:a16="http://schemas.microsoft.com/office/drawing/2014/main" id="{50BFA61F-6057-B5BF-A88D-233547A6FCEE}"/>
                  </a:ext>
                </a:extLst>
              </p:cNvPr>
              <p:cNvSpPr/>
              <p:nvPr/>
            </p:nvSpPr>
            <p:spPr>
              <a:xfrm>
                <a:off x="7310198" y="4587162"/>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1" name="Oval 80">
                <a:extLst>
                  <a:ext uri="{FF2B5EF4-FFF2-40B4-BE49-F238E27FC236}">
                    <a16:creationId xmlns:a16="http://schemas.microsoft.com/office/drawing/2014/main" id="{16A50713-E2FA-0420-B249-D584F502B1E5}"/>
                  </a:ext>
                </a:extLst>
              </p:cNvPr>
              <p:cNvSpPr/>
              <p:nvPr/>
            </p:nvSpPr>
            <p:spPr>
              <a:xfrm>
                <a:off x="7345758" y="4663362"/>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82" name="Oval 81">
                <a:extLst>
                  <a:ext uri="{FF2B5EF4-FFF2-40B4-BE49-F238E27FC236}">
                    <a16:creationId xmlns:a16="http://schemas.microsoft.com/office/drawing/2014/main" id="{8C5ACF21-1E6F-C42E-0F2E-372DB461A916}"/>
                  </a:ext>
                </a:extLst>
              </p:cNvPr>
              <p:cNvSpPr/>
              <p:nvPr/>
            </p:nvSpPr>
            <p:spPr>
              <a:xfrm>
                <a:off x="7376238" y="4510962"/>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3" name="Oval 82">
                <a:extLst>
                  <a:ext uri="{FF2B5EF4-FFF2-40B4-BE49-F238E27FC236}">
                    <a16:creationId xmlns:a16="http://schemas.microsoft.com/office/drawing/2014/main" id="{3EA1EDA2-0C8C-F4C2-D258-4EA67EAE7F02}"/>
                  </a:ext>
                </a:extLst>
              </p:cNvPr>
              <p:cNvSpPr/>
              <p:nvPr/>
            </p:nvSpPr>
            <p:spPr>
              <a:xfrm>
                <a:off x="7411798" y="4587162"/>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84" name="Oval 83">
                <a:extLst>
                  <a:ext uri="{FF2B5EF4-FFF2-40B4-BE49-F238E27FC236}">
                    <a16:creationId xmlns:a16="http://schemas.microsoft.com/office/drawing/2014/main" id="{BB7205B0-3331-9167-C2FC-79824AC61466}"/>
                  </a:ext>
                </a:extLst>
              </p:cNvPr>
              <p:cNvSpPr/>
              <p:nvPr/>
            </p:nvSpPr>
            <p:spPr>
              <a:xfrm rot="9969921">
                <a:off x="7651848" y="4563347"/>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5" name="Oval 84">
                <a:extLst>
                  <a:ext uri="{FF2B5EF4-FFF2-40B4-BE49-F238E27FC236}">
                    <a16:creationId xmlns:a16="http://schemas.microsoft.com/office/drawing/2014/main" id="{157BE340-E925-8D66-35EE-DC95ED5C5F24}"/>
                  </a:ext>
                </a:extLst>
              </p:cNvPr>
              <p:cNvSpPr/>
              <p:nvPr/>
            </p:nvSpPr>
            <p:spPr>
              <a:xfrm rot="9969921">
                <a:off x="7609663" y="4646980"/>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86" name="Oval 85">
                <a:extLst>
                  <a:ext uri="{FF2B5EF4-FFF2-40B4-BE49-F238E27FC236}">
                    <a16:creationId xmlns:a16="http://schemas.microsoft.com/office/drawing/2014/main" id="{0D6BB8EE-1CEC-9BDB-02A7-1D0F5ABDBCE6}"/>
                  </a:ext>
                </a:extLst>
              </p:cNvPr>
              <p:cNvSpPr/>
              <p:nvPr/>
            </p:nvSpPr>
            <p:spPr>
              <a:xfrm rot="9969921">
                <a:off x="7765168" y="4833561"/>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7" name="Oval 86">
                <a:extLst>
                  <a:ext uri="{FF2B5EF4-FFF2-40B4-BE49-F238E27FC236}">
                    <a16:creationId xmlns:a16="http://schemas.microsoft.com/office/drawing/2014/main" id="{10D0C716-6FC0-B723-E3B3-94902994D2CC}"/>
                  </a:ext>
                </a:extLst>
              </p:cNvPr>
              <p:cNvSpPr/>
              <p:nvPr/>
            </p:nvSpPr>
            <p:spPr>
              <a:xfrm rot="9969921">
                <a:off x="7746709" y="4566145"/>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88" name="Oval 87">
                <a:extLst>
                  <a:ext uri="{FF2B5EF4-FFF2-40B4-BE49-F238E27FC236}">
                    <a16:creationId xmlns:a16="http://schemas.microsoft.com/office/drawing/2014/main" id="{02D8AC33-BA47-68F3-8E84-FBA0CA1B1A17}"/>
                  </a:ext>
                </a:extLst>
              </p:cNvPr>
              <p:cNvSpPr/>
              <p:nvPr/>
            </p:nvSpPr>
            <p:spPr>
              <a:xfrm rot="9969921">
                <a:off x="7753555" y="4721412"/>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9" name="Oval 88">
                <a:extLst>
                  <a:ext uri="{FF2B5EF4-FFF2-40B4-BE49-F238E27FC236}">
                    <a16:creationId xmlns:a16="http://schemas.microsoft.com/office/drawing/2014/main" id="{F4CFEEC1-0E11-5ED3-5990-34B852583602}"/>
                  </a:ext>
                </a:extLst>
              </p:cNvPr>
              <p:cNvSpPr/>
              <p:nvPr/>
            </p:nvSpPr>
            <p:spPr>
              <a:xfrm rot="9969921">
                <a:off x="7700806" y="4655926"/>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90" name="Oval 89">
                <a:extLst>
                  <a:ext uri="{FF2B5EF4-FFF2-40B4-BE49-F238E27FC236}">
                    <a16:creationId xmlns:a16="http://schemas.microsoft.com/office/drawing/2014/main" id="{360818AC-2751-71BD-162C-971809994101}"/>
                  </a:ext>
                </a:extLst>
              </p:cNvPr>
              <p:cNvSpPr/>
              <p:nvPr/>
            </p:nvSpPr>
            <p:spPr>
              <a:xfrm rot="9969921">
                <a:off x="7533738" y="4723367"/>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1" name="Oval 90">
                <a:extLst>
                  <a:ext uri="{FF2B5EF4-FFF2-40B4-BE49-F238E27FC236}">
                    <a16:creationId xmlns:a16="http://schemas.microsoft.com/office/drawing/2014/main" id="{CFB0B79E-CA18-B8CC-0C35-B2F43F0667AB}"/>
                  </a:ext>
                </a:extLst>
              </p:cNvPr>
              <p:cNvSpPr/>
              <p:nvPr/>
            </p:nvSpPr>
            <p:spPr>
              <a:xfrm rot="9969921">
                <a:off x="7491553" y="4807000"/>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92" name="Oval 91">
                <a:extLst>
                  <a:ext uri="{FF2B5EF4-FFF2-40B4-BE49-F238E27FC236}">
                    <a16:creationId xmlns:a16="http://schemas.microsoft.com/office/drawing/2014/main" id="{311E8DF0-10E8-537F-E769-21809498DB0E}"/>
                  </a:ext>
                </a:extLst>
              </p:cNvPr>
              <p:cNvSpPr/>
              <p:nvPr/>
            </p:nvSpPr>
            <p:spPr>
              <a:xfrm rot="9969921">
                <a:off x="7681348" y="4791651"/>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3" name="Oval 92">
                <a:extLst>
                  <a:ext uri="{FF2B5EF4-FFF2-40B4-BE49-F238E27FC236}">
                    <a16:creationId xmlns:a16="http://schemas.microsoft.com/office/drawing/2014/main" id="{9CAEDF99-B112-DF4A-5D3A-609AB5442C8C}"/>
                  </a:ext>
                </a:extLst>
              </p:cNvPr>
              <p:cNvSpPr/>
              <p:nvPr/>
            </p:nvSpPr>
            <p:spPr>
              <a:xfrm rot="9969921">
                <a:off x="7628599" y="4726165"/>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94" name="Oval 93">
                <a:extLst>
                  <a:ext uri="{FF2B5EF4-FFF2-40B4-BE49-F238E27FC236}">
                    <a16:creationId xmlns:a16="http://schemas.microsoft.com/office/drawing/2014/main" id="{D70C72F5-CF51-455F-523B-9650A35EE9B6}"/>
                  </a:ext>
                </a:extLst>
              </p:cNvPr>
              <p:cNvSpPr/>
              <p:nvPr/>
            </p:nvSpPr>
            <p:spPr>
              <a:xfrm rot="9969921">
                <a:off x="7635445" y="4881432"/>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5" name="Oval 94">
                <a:extLst>
                  <a:ext uri="{FF2B5EF4-FFF2-40B4-BE49-F238E27FC236}">
                    <a16:creationId xmlns:a16="http://schemas.microsoft.com/office/drawing/2014/main" id="{7888ADD6-2527-68D0-7C46-D03FFBBAEC9E}"/>
                  </a:ext>
                </a:extLst>
              </p:cNvPr>
              <p:cNvSpPr/>
              <p:nvPr/>
            </p:nvSpPr>
            <p:spPr>
              <a:xfrm rot="9969921">
                <a:off x="7582696" y="4815946"/>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96" name="Oval 95">
                <a:extLst>
                  <a:ext uri="{FF2B5EF4-FFF2-40B4-BE49-F238E27FC236}">
                    <a16:creationId xmlns:a16="http://schemas.microsoft.com/office/drawing/2014/main" id="{01956E50-639B-ECCA-76D4-AD2C2C165179}"/>
                  </a:ext>
                </a:extLst>
              </p:cNvPr>
              <p:cNvSpPr/>
              <p:nvPr/>
            </p:nvSpPr>
            <p:spPr>
              <a:xfrm rot="9969921">
                <a:off x="7217509" y="4734797"/>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7" name="Oval 96">
                <a:extLst>
                  <a:ext uri="{FF2B5EF4-FFF2-40B4-BE49-F238E27FC236}">
                    <a16:creationId xmlns:a16="http://schemas.microsoft.com/office/drawing/2014/main" id="{896774A0-DBC5-9C4A-38A7-227E7CFF80FD}"/>
                  </a:ext>
                </a:extLst>
              </p:cNvPr>
              <p:cNvSpPr/>
              <p:nvPr/>
            </p:nvSpPr>
            <p:spPr>
              <a:xfrm rot="9969921">
                <a:off x="7175324" y="4818430"/>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98" name="Oval 97">
                <a:extLst>
                  <a:ext uri="{FF2B5EF4-FFF2-40B4-BE49-F238E27FC236}">
                    <a16:creationId xmlns:a16="http://schemas.microsoft.com/office/drawing/2014/main" id="{76BF95CB-8013-CAEC-BA85-A314512F9133}"/>
                  </a:ext>
                </a:extLst>
              </p:cNvPr>
              <p:cNvSpPr/>
              <p:nvPr/>
            </p:nvSpPr>
            <p:spPr>
              <a:xfrm rot="9969921">
                <a:off x="7365119" y="4803081"/>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9" name="Oval 98">
                <a:extLst>
                  <a:ext uri="{FF2B5EF4-FFF2-40B4-BE49-F238E27FC236}">
                    <a16:creationId xmlns:a16="http://schemas.microsoft.com/office/drawing/2014/main" id="{9AA801D1-ED46-6778-5F57-22DBC27BF91F}"/>
                  </a:ext>
                </a:extLst>
              </p:cNvPr>
              <p:cNvSpPr/>
              <p:nvPr/>
            </p:nvSpPr>
            <p:spPr>
              <a:xfrm rot="9969921">
                <a:off x="7312370" y="4737595"/>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100" name="Oval 99">
                <a:extLst>
                  <a:ext uri="{FF2B5EF4-FFF2-40B4-BE49-F238E27FC236}">
                    <a16:creationId xmlns:a16="http://schemas.microsoft.com/office/drawing/2014/main" id="{4ADA3765-2392-D197-4765-045E2F3B7C9A}"/>
                  </a:ext>
                </a:extLst>
              </p:cNvPr>
              <p:cNvSpPr/>
              <p:nvPr/>
            </p:nvSpPr>
            <p:spPr>
              <a:xfrm rot="9969921">
                <a:off x="7319216" y="4892862"/>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1" name="Oval 100">
                <a:extLst>
                  <a:ext uri="{FF2B5EF4-FFF2-40B4-BE49-F238E27FC236}">
                    <a16:creationId xmlns:a16="http://schemas.microsoft.com/office/drawing/2014/main" id="{F96E00F0-E8B8-860A-7895-AB761E8A0B53}"/>
                  </a:ext>
                </a:extLst>
              </p:cNvPr>
              <p:cNvSpPr/>
              <p:nvPr/>
            </p:nvSpPr>
            <p:spPr>
              <a:xfrm rot="9969921">
                <a:off x="7266467" y="4827376"/>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102" name="Oval 101">
                <a:extLst>
                  <a:ext uri="{FF2B5EF4-FFF2-40B4-BE49-F238E27FC236}">
                    <a16:creationId xmlns:a16="http://schemas.microsoft.com/office/drawing/2014/main" id="{E0CDC706-208D-8FC3-7C5A-F07EEA99A165}"/>
                  </a:ext>
                </a:extLst>
              </p:cNvPr>
              <p:cNvSpPr/>
              <p:nvPr/>
            </p:nvSpPr>
            <p:spPr>
              <a:xfrm rot="1425148">
                <a:off x="7490033" y="5033621"/>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3" name="Oval 102">
                <a:extLst>
                  <a:ext uri="{FF2B5EF4-FFF2-40B4-BE49-F238E27FC236}">
                    <a16:creationId xmlns:a16="http://schemas.microsoft.com/office/drawing/2014/main" id="{7A3F039C-6594-E2B3-482A-645E8308EB9A}"/>
                  </a:ext>
                </a:extLst>
              </p:cNvPr>
              <p:cNvSpPr/>
              <p:nvPr/>
            </p:nvSpPr>
            <p:spPr>
              <a:xfrm rot="1425148">
                <a:off x="7574476" y="4993079"/>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104" name="Oval 103">
                <a:extLst>
                  <a:ext uri="{FF2B5EF4-FFF2-40B4-BE49-F238E27FC236}">
                    <a16:creationId xmlns:a16="http://schemas.microsoft.com/office/drawing/2014/main" id="{C5DCE44A-7BAF-3968-AB07-13A5DFD8F23A}"/>
                  </a:ext>
                </a:extLst>
              </p:cNvPr>
              <p:cNvSpPr/>
              <p:nvPr/>
            </p:nvSpPr>
            <p:spPr>
              <a:xfrm rot="1425148">
                <a:off x="7277555" y="4411952"/>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5" name="Oval 104">
                <a:extLst>
                  <a:ext uri="{FF2B5EF4-FFF2-40B4-BE49-F238E27FC236}">
                    <a16:creationId xmlns:a16="http://schemas.microsoft.com/office/drawing/2014/main" id="{15C9CA73-237B-2C4E-F3E1-A96582A5F1E2}"/>
                  </a:ext>
                </a:extLst>
              </p:cNvPr>
              <p:cNvSpPr/>
              <p:nvPr/>
            </p:nvSpPr>
            <p:spPr>
              <a:xfrm rot="1425148">
                <a:off x="7284490" y="5019261"/>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106" name="Oval 105">
                <a:extLst>
                  <a:ext uri="{FF2B5EF4-FFF2-40B4-BE49-F238E27FC236}">
                    <a16:creationId xmlns:a16="http://schemas.microsoft.com/office/drawing/2014/main" id="{EB4BF75D-3B5E-0D7F-C6E7-AA1942A2C74B}"/>
                  </a:ext>
                </a:extLst>
              </p:cNvPr>
              <p:cNvSpPr/>
              <p:nvPr/>
            </p:nvSpPr>
            <p:spPr>
              <a:xfrm rot="1425148">
                <a:off x="7505852" y="4846328"/>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7" name="Oval 106">
                <a:extLst>
                  <a:ext uri="{FF2B5EF4-FFF2-40B4-BE49-F238E27FC236}">
                    <a16:creationId xmlns:a16="http://schemas.microsoft.com/office/drawing/2014/main" id="{B8ACA117-5A3A-0966-C30E-1C54D54B69DD}"/>
                  </a:ext>
                </a:extLst>
              </p:cNvPr>
              <p:cNvSpPr/>
              <p:nvPr/>
            </p:nvSpPr>
            <p:spPr>
              <a:xfrm rot="1425148">
                <a:off x="7507708" y="4930396"/>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108" name="Oval 107">
                <a:extLst>
                  <a:ext uri="{FF2B5EF4-FFF2-40B4-BE49-F238E27FC236}">
                    <a16:creationId xmlns:a16="http://schemas.microsoft.com/office/drawing/2014/main" id="{4A963BD2-3B25-7A42-320A-DCC685FFADAC}"/>
                  </a:ext>
                </a:extLst>
              </p:cNvPr>
              <p:cNvSpPr/>
              <p:nvPr/>
            </p:nvSpPr>
            <p:spPr>
              <a:xfrm rot="9969921">
                <a:off x="7701378" y="4868147"/>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9" name="Oval 108">
                <a:extLst>
                  <a:ext uri="{FF2B5EF4-FFF2-40B4-BE49-F238E27FC236}">
                    <a16:creationId xmlns:a16="http://schemas.microsoft.com/office/drawing/2014/main" id="{5AC21283-BF98-2AE0-70C6-964D0D267677}"/>
                  </a:ext>
                </a:extLst>
              </p:cNvPr>
              <p:cNvSpPr/>
              <p:nvPr/>
            </p:nvSpPr>
            <p:spPr>
              <a:xfrm rot="9969921">
                <a:off x="7659193" y="4951780"/>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110" name="Oval 109">
                <a:extLst>
                  <a:ext uri="{FF2B5EF4-FFF2-40B4-BE49-F238E27FC236}">
                    <a16:creationId xmlns:a16="http://schemas.microsoft.com/office/drawing/2014/main" id="{6C4321FD-8C7C-401F-6600-EDB16F1C0709}"/>
                  </a:ext>
                </a:extLst>
              </p:cNvPr>
              <p:cNvSpPr/>
              <p:nvPr/>
            </p:nvSpPr>
            <p:spPr>
              <a:xfrm rot="9969921">
                <a:off x="7296538" y="4677351"/>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1" name="Oval 110">
                <a:extLst>
                  <a:ext uri="{FF2B5EF4-FFF2-40B4-BE49-F238E27FC236}">
                    <a16:creationId xmlns:a16="http://schemas.microsoft.com/office/drawing/2014/main" id="{8662C7B2-BC5B-C496-3F39-C8A753BF7F02}"/>
                  </a:ext>
                </a:extLst>
              </p:cNvPr>
              <p:cNvSpPr/>
              <p:nvPr/>
            </p:nvSpPr>
            <p:spPr>
              <a:xfrm rot="9969921">
                <a:off x="7243789" y="4611865"/>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112" name="Oval 111">
                <a:extLst>
                  <a:ext uri="{FF2B5EF4-FFF2-40B4-BE49-F238E27FC236}">
                    <a16:creationId xmlns:a16="http://schemas.microsoft.com/office/drawing/2014/main" id="{362AD404-6C5E-C394-7149-4B3D0A04C919}"/>
                  </a:ext>
                </a:extLst>
              </p:cNvPr>
              <p:cNvSpPr/>
              <p:nvPr/>
            </p:nvSpPr>
            <p:spPr>
              <a:xfrm rot="9969921">
                <a:off x="7803085" y="5026212"/>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3" name="Oval 112">
                <a:extLst>
                  <a:ext uri="{FF2B5EF4-FFF2-40B4-BE49-F238E27FC236}">
                    <a16:creationId xmlns:a16="http://schemas.microsoft.com/office/drawing/2014/main" id="{1DA62218-86EE-09DB-01A9-20B847567E96}"/>
                  </a:ext>
                </a:extLst>
              </p:cNvPr>
              <p:cNvSpPr/>
              <p:nvPr/>
            </p:nvSpPr>
            <p:spPr>
              <a:xfrm rot="9969921">
                <a:off x="7750336" y="4960726"/>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114" name="Oval 113">
                <a:extLst>
                  <a:ext uri="{FF2B5EF4-FFF2-40B4-BE49-F238E27FC236}">
                    <a16:creationId xmlns:a16="http://schemas.microsoft.com/office/drawing/2014/main" id="{13F48A66-7A26-4890-407F-FCC97AD229B8}"/>
                  </a:ext>
                </a:extLst>
              </p:cNvPr>
              <p:cNvSpPr/>
              <p:nvPr/>
            </p:nvSpPr>
            <p:spPr>
              <a:xfrm rot="9969921">
                <a:off x="7678129" y="5030965"/>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115" name="Oval 114">
                <a:extLst>
                  <a:ext uri="{FF2B5EF4-FFF2-40B4-BE49-F238E27FC236}">
                    <a16:creationId xmlns:a16="http://schemas.microsoft.com/office/drawing/2014/main" id="{ADB09216-C376-7A46-272A-A49F8DCD1C85}"/>
                  </a:ext>
                </a:extLst>
              </p:cNvPr>
              <p:cNvSpPr/>
              <p:nvPr/>
            </p:nvSpPr>
            <p:spPr>
              <a:xfrm rot="1425148">
                <a:off x="7723066" y="4532069"/>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116" name="Oval 115">
                <a:extLst>
                  <a:ext uri="{FF2B5EF4-FFF2-40B4-BE49-F238E27FC236}">
                    <a16:creationId xmlns:a16="http://schemas.microsoft.com/office/drawing/2014/main" id="{ECDA12B9-4196-70EA-653F-03F742497E33}"/>
                  </a:ext>
                </a:extLst>
              </p:cNvPr>
              <p:cNvSpPr/>
              <p:nvPr/>
            </p:nvSpPr>
            <p:spPr>
              <a:xfrm rot="1425148">
                <a:off x="7654442" y="4385318"/>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7" name="Oval 116">
                <a:extLst>
                  <a:ext uri="{FF2B5EF4-FFF2-40B4-BE49-F238E27FC236}">
                    <a16:creationId xmlns:a16="http://schemas.microsoft.com/office/drawing/2014/main" id="{DCA76E92-EBF3-DEED-27DF-A939C274D3B0}"/>
                  </a:ext>
                </a:extLst>
              </p:cNvPr>
              <p:cNvSpPr/>
              <p:nvPr/>
            </p:nvSpPr>
            <p:spPr>
              <a:xfrm rot="1425148">
                <a:off x="7656298" y="4469386"/>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118" name="Oval 117">
                <a:extLst>
                  <a:ext uri="{FF2B5EF4-FFF2-40B4-BE49-F238E27FC236}">
                    <a16:creationId xmlns:a16="http://schemas.microsoft.com/office/drawing/2014/main" id="{579CEFCE-7A55-7034-D0A1-356A34917B6E}"/>
                  </a:ext>
                </a:extLst>
              </p:cNvPr>
              <p:cNvSpPr/>
              <p:nvPr/>
            </p:nvSpPr>
            <p:spPr>
              <a:xfrm rot="9969921">
                <a:off x="7769958" y="4582397"/>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9" name="Oval 118">
                <a:extLst>
                  <a:ext uri="{FF2B5EF4-FFF2-40B4-BE49-F238E27FC236}">
                    <a16:creationId xmlns:a16="http://schemas.microsoft.com/office/drawing/2014/main" id="{53BEE773-7BFD-8C3F-7272-3E23BB6990BB}"/>
                  </a:ext>
                </a:extLst>
              </p:cNvPr>
              <p:cNvSpPr/>
              <p:nvPr/>
            </p:nvSpPr>
            <p:spPr>
              <a:xfrm rot="9969921">
                <a:off x="7864819" y="4585195"/>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120" name="Oval 119">
                <a:extLst>
                  <a:ext uri="{FF2B5EF4-FFF2-40B4-BE49-F238E27FC236}">
                    <a16:creationId xmlns:a16="http://schemas.microsoft.com/office/drawing/2014/main" id="{BFB5C9E1-9BC8-5FF8-83E1-77F6F5B25D71}"/>
                  </a:ext>
                </a:extLst>
              </p:cNvPr>
              <p:cNvSpPr/>
              <p:nvPr/>
            </p:nvSpPr>
            <p:spPr>
              <a:xfrm rot="9969921">
                <a:off x="7838538" y="4673837"/>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1" name="Oval 120">
                <a:extLst>
                  <a:ext uri="{FF2B5EF4-FFF2-40B4-BE49-F238E27FC236}">
                    <a16:creationId xmlns:a16="http://schemas.microsoft.com/office/drawing/2014/main" id="{AB323004-2A71-10EC-3C2B-70B73DCEA457}"/>
                  </a:ext>
                </a:extLst>
              </p:cNvPr>
              <p:cNvSpPr/>
              <p:nvPr/>
            </p:nvSpPr>
            <p:spPr>
              <a:xfrm rot="9969921">
                <a:off x="7940245" y="4831902"/>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2" name="Oval 121">
                <a:extLst>
                  <a:ext uri="{FF2B5EF4-FFF2-40B4-BE49-F238E27FC236}">
                    <a16:creationId xmlns:a16="http://schemas.microsoft.com/office/drawing/2014/main" id="{1F313E6E-605D-8A03-009B-041724CA9CF5}"/>
                  </a:ext>
                </a:extLst>
              </p:cNvPr>
              <p:cNvSpPr/>
              <p:nvPr/>
            </p:nvSpPr>
            <p:spPr>
              <a:xfrm rot="9969921">
                <a:off x="7887496" y="4766416"/>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123" name="Oval 122">
                <a:extLst>
                  <a:ext uri="{FF2B5EF4-FFF2-40B4-BE49-F238E27FC236}">
                    <a16:creationId xmlns:a16="http://schemas.microsoft.com/office/drawing/2014/main" id="{E9D56901-9732-12C0-BD07-8F58471B7C5A}"/>
                  </a:ext>
                </a:extLst>
              </p:cNvPr>
              <p:cNvSpPr/>
              <p:nvPr/>
            </p:nvSpPr>
            <p:spPr>
              <a:xfrm rot="9969921">
                <a:off x="7815289" y="4836655"/>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124" name="Oval 123">
                <a:extLst>
                  <a:ext uri="{FF2B5EF4-FFF2-40B4-BE49-F238E27FC236}">
                    <a16:creationId xmlns:a16="http://schemas.microsoft.com/office/drawing/2014/main" id="{66784157-7FFD-4AB5-3E2C-5D475AA8833B}"/>
                  </a:ext>
                </a:extLst>
              </p:cNvPr>
              <p:cNvSpPr/>
              <p:nvPr/>
            </p:nvSpPr>
            <p:spPr>
              <a:xfrm rot="1425148">
                <a:off x="7429073" y="5170781"/>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5" name="Oval 124">
                <a:extLst>
                  <a:ext uri="{FF2B5EF4-FFF2-40B4-BE49-F238E27FC236}">
                    <a16:creationId xmlns:a16="http://schemas.microsoft.com/office/drawing/2014/main" id="{834842F0-31AA-DBA7-D84B-778A2E5934D5}"/>
                  </a:ext>
                </a:extLst>
              </p:cNvPr>
              <p:cNvSpPr/>
              <p:nvPr/>
            </p:nvSpPr>
            <p:spPr>
              <a:xfrm rot="1425148">
                <a:off x="7513516" y="5130239"/>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126" name="Oval 125">
                <a:extLst>
                  <a:ext uri="{FF2B5EF4-FFF2-40B4-BE49-F238E27FC236}">
                    <a16:creationId xmlns:a16="http://schemas.microsoft.com/office/drawing/2014/main" id="{0188B0C2-411C-EBEA-5505-3A8355855A36}"/>
                  </a:ext>
                </a:extLst>
              </p:cNvPr>
              <p:cNvSpPr/>
              <p:nvPr/>
            </p:nvSpPr>
            <p:spPr>
              <a:xfrm rot="9969921">
                <a:off x="7598233" y="5088940"/>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127" name="Oval 126">
                <a:extLst>
                  <a:ext uri="{FF2B5EF4-FFF2-40B4-BE49-F238E27FC236}">
                    <a16:creationId xmlns:a16="http://schemas.microsoft.com/office/drawing/2014/main" id="{800F3289-A1A3-6818-1ED7-7774138CAB0C}"/>
                  </a:ext>
                </a:extLst>
              </p:cNvPr>
              <p:cNvSpPr/>
              <p:nvPr/>
            </p:nvSpPr>
            <p:spPr>
              <a:xfrm rot="9969921">
                <a:off x="7617169" y="5168125"/>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128" name="Oval 127">
                <a:extLst>
                  <a:ext uri="{FF2B5EF4-FFF2-40B4-BE49-F238E27FC236}">
                    <a16:creationId xmlns:a16="http://schemas.microsoft.com/office/drawing/2014/main" id="{C18299D1-0B8B-9461-9021-2625040D91F0}"/>
                  </a:ext>
                </a:extLst>
              </p:cNvPr>
              <p:cNvSpPr/>
              <p:nvPr/>
            </p:nvSpPr>
            <p:spPr>
              <a:xfrm rot="9969921">
                <a:off x="7900875" y="4918262"/>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9" name="Oval 128">
                <a:extLst>
                  <a:ext uri="{FF2B5EF4-FFF2-40B4-BE49-F238E27FC236}">
                    <a16:creationId xmlns:a16="http://schemas.microsoft.com/office/drawing/2014/main" id="{1BEA0592-5CEF-4447-3323-A605BD196A06}"/>
                  </a:ext>
                </a:extLst>
              </p:cNvPr>
              <p:cNvSpPr/>
              <p:nvPr/>
            </p:nvSpPr>
            <p:spPr>
              <a:xfrm rot="9969921">
                <a:off x="7941408" y="4647167"/>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0" name="Oval 129">
                <a:extLst>
                  <a:ext uri="{FF2B5EF4-FFF2-40B4-BE49-F238E27FC236}">
                    <a16:creationId xmlns:a16="http://schemas.microsoft.com/office/drawing/2014/main" id="{762160F7-9282-3B0F-1B42-1D3DFD99BC8F}"/>
                  </a:ext>
                </a:extLst>
              </p:cNvPr>
              <p:cNvSpPr/>
              <p:nvPr/>
            </p:nvSpPr>
            <p:spPr>
              <a:xfrm rot="9969921">
                <a:off x="8043115" y="4805232"/>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1" name="Oval 130">
                <a:extLst>
                  <a:ext uri="{FF2B5EF4-FFF2-40B4-BE49-F238E27FC236}">
                    <a16:creationId xmlns:a16="http://schemas.microsoft.com/office/drawing/2014/main" id="{61C8A2AC-F3A7-1646-9C05-CB2EE20A6311}"/>
                  </a:ext>
                </a:extLst>
              </p:cNvPr>
              <p:cNvSpPr/>
              <p:nvPr/>
            </p:nvSpPr>
            <p:spPr>
              <a:xfrm rot="9969921">
                <a:off x="7990366" y="4739746"/>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132" name="Oval 131">
                <a:extLst>
                  <a:ext uri="{FF2B5EF4-FFF2-40B4-BE49-F238E27FC236}">
                    <a16:creationId xmlns:a16="http://schemas.microsoft.com/office/drawing/2014/main" id="{67B7C7A0-87E3-F1F2-2AD5-3E5CB518AA94}"/>
                  </a:ext>
                </a:extLst>
              </p:cNvPr>
              <p:cNvSpPr/>
              <p:nvPr/>
            </p:nvSpPr>
            <p:spPr>
              <a:xfrm rot="9969921">
                <a:off x="7918159" y="4809985"/>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133" name="Oval 132">
                <a:extLst>
                  <a:ext uri="{FF2B5EF4-FFF2-40B4-BE49-F238E27FC236}">
                    <a16:creationId xmlns:a16="http://schemas.microsoft.com/office/drawing/2014/main" id="{E97B2B8B-BF9C-732F-5D0E-793FA6A43F9E}"/>
                  </a:ext>
                </a:extLst>
              </p:cNvPr>
              <p:cNvSpPr/>
              <p:nvPr/>
            </p:nvSpPr>
            <p:spPr>
              <a:xfrm rot="1425148">
                <a:off x="7642433" y="5186021"/>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4" name="Oval 133">
                <a:extLst>
                  <a:ext uri="{FF2B5EF4-FFF2-40B4-BE49-F238E27FC236}">
                    <a16:creationId xmlns:a16="http://schemas.microsoft.com/office/drawing/2014/main" id="{5DD74A2E-5A01-460D-D47A-828F6CBF0ABD}"/>
                  </a:ext>
                </a:extLst>
              </p:cNvPr>
              <p:cNvSpPr/>
              <p:nvPr/>
            </p:nvSpPr>
            <p:spPr>
              <a:xfrm rot="1425148">
                <a:off x="7726876" y="5145479"/>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135" name="Oval 134">
                <a:extLst>
                  <a:ext uri="{FF2B5EF4-FFF2-40B4-BE49-F238E27FC236}">
                    <a16:creationId xmlns:a16="http://schemas.microsoft.com/office/drawing/2014/main" id="{441BF31F-E1BA-AAA2-36C0-68663D8E2AD3}"/>
                  </a:ext>
                </a:extLst>
              </p:cNvPr>
              <p:cNvSpPr/>
              <p:nvPr/>
            </p:nvSpPr>
            <p:spPr>
              <a:xfrm rot="1425148">
                <a:off x="7568970" y="5125941"/>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136" name="Oval 135">
                <a:extLst>
                  <a:ext uri="{FF2B5EF4-FFF2-40B4-BE49-F238E27FC236}">
                    <a16:creationId xmlns:a16="http://schemas.microsoft.com/office/drawing/2014/main" id="{0EAD29B7-D131-AC30-EED0-47EFDD99171C}"/>
                  </a:ext>
                </a:extLst>
              </p:cNvPr>
              <p:cNvSpPr/>
              <p:nvPr/>
            </p:nvSpPr>
            <p:spPr>
              <a:xfrm rot="1425148">
                <a:off x="7660108" y="5082796"/>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137" name="Oval 136">
                <a:extLst>
                  <a:ext uri="{FF2B5EF4-FFF2-40B4-BE49-F238E27FC236}">
                    <a16:creationId xmlns:a16="http://schemas.microsoft.com/office/drawing/2014/main" id="{AF968539-9ADF-B8FD-1EA7-94B26DE1BFEE}"/>
                  </a:ext>
                </a:extLst>
              </p:cNvPr>
              <p:cNvSpPr/>
              <p:nvPr/>
            </p:nvSpPr>
            <p:spPr>
              <a:xfrm rot="9969921">
                <a:off x="7811593" y="5104180"/>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138" name="Oval 137">
                <a:extLst>
                  <a:ext uri="{FF2B5EF4-FFF2-40B4-BE49-F238E27FC236}">
                    <a16:creationId xmlns:a16="http://schemas.microsoft.com/office/drawing/2014/main" id="{4E13E98B-FC4E-0E72-1000-4A86ABAEFDD3}"/>
                  </a:ext>
                </a:extLst>
              </p:cNvPr>
              <p:cNvSpPr/>
              <p:nvPr/>
            </p:nvSpPr>
            <p:spPr>
              <a:xfrm rot="9969921">
                <a:off x="7879286" y="5000812"/>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9" name="Oval 138">
                <a:extLst>
                  <a:ext uri="{FF2B5EF4-FFF2-40B4-BE49-F238E27FC236}">
                    <a16:creationId xmlns:a16="http://schemas.microsoft.com/office/drawing/2014/main" id="{2F2FA5A6-9689-AF89-050A-EBEC57F024C1}"/>
                  </a:ext>
                </a:extLst>
              </p:cNvPr>
              <p:cNvSpPr/>
              <p:nvPr/>
            </p:nvSpPr>
            <p:spPr>
              <a:xfrm rot="9969921">
                <a:off x="7826537" y="4935326"/>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140" name="Oval 139">
                <a:extLst>
                  <a:ext uri="{FF2B5EF4-FFF2-40B4-BE49-F238E27FC236}">
                    <a16:creationId xmlns:a16="http://schemas.microsoft.com/office/drawing/2014/main" id="{731E08D3-F53A-FECC-96E1-E65746FEE7A5}"/>
                  </a:ext>
                </a:extLst>
              </p:cNvPr>
              <p:cNvSpPr/>
              <p:nvPr/>
            </p:nvSpPr>
            <p:spPr>
              <a:xfrm rot="9969921">
                <a:off x="7871169" y="4472165"/>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141" name="Oval 140">
                <a:extLst>
                  <a:ext uri="{FF2B5EF4-FFF2-40B4-BE49-F238E27FC236}">
                    <a16:creationId xmlns:a16="http://schemas.microsoft.com/office/drawing/2014/main" id="{5C799737-8021-11AD-9529-8009B31A6488}"/>
                  </a:ext>
                </a:extLst>
              </p:cNvPr>
              <p:cNvSpPr/>
              <p:nvPr/>
            </p:nvSpPr>
            <p:spPr>
              <a:xfrm rot="1425148">
                <a:off x="7366197" y="5089599"/>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142" name="Oval 141">
                <a:extLst>
                  <a:ext uri="{FF2B5EF4-FFF2-40B4-BE49-F238E27FC236}">
                    <a16:creationId xmlns:a16="http://schemas.microsoft.com/office/drawing/2014/main" id="{6118721F-2650-4EED-6F1D-1ECC30EB21BB}"/>
                  </a:ext>
                </a:extLst>
              </p:cNvPr>
              <p:cNvSpPr/>
              <p:nvPr/>
            </p:nvSpPr>
            <p:spPr>
              <a:xfrm rot="9969921">
                <a:off x="7791273" y="4530140"/>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143" name="Oval 142">
                <a:extLst>
                  <a:ext uri="{FF2B5EF4-FFF2-40B4-BE49-F238E27FC236}">
                    <a16:creationId xmlns:a16="http://schemas.microsoft.com/office/drawing/2014/main" id="{12884785-BD20-5074-E527-CCC2D40CF980}"/>
                  </a:ext>
                </a:extLst>
              </p:cNvPr>
              <p:cNvSpPr/>
              <p:nvPr/>
            </p:nvSpPr>
            <p:spPr>
              <a:xfrm rot="9969921">
                <a:off x="7982156" y="4974142"/>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4" name="Oval 143">
                <a:extLst>
                  <a:ext uri="{FF2B5EF4-FFF2-40B4-BE49-F238E27FC236}">
                    <a16:creationId xmlns:a16="http://schemas.microsoft.com/office/drawing/2014/main" id="{4AEB10C4-238B-BD4D-40F0-A7F1C7F813C7}"/>
                  </a:ext>
                </a:extLst>
              </p:cNvPr>
              <p:cNvSpPr/>
              <p:nvPr/>
            </p:nvSpPr>
            <p:spPr>
              <a:xfrm>
                <a:off x="7462598" y="4739562"/>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5" name="Oval 144">
                <a:extLst>
                  <a:ext uri="{FF2B5EF4-FFF2-40B4-BE49-F238E27FC236}">
                    <a16:creationId xmlns:a16="http://schemas.microsoft.com/office/drawing/2014/main" id="{E9055A51-F4A7-1231-C4B7-7D105F1F7BD2}"/>
                  </a:ext>
                </a:extLst>
              </p:cNvPr>
              <p:cNvSpPr/>
              <p:nvPr/>
            </p:nvSpPr>
            <p:spPr>
              <a:xfrm>
                <a:off x="7528638" y="4663362"/>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6" name="Oval 145">
                <a:extLst>
                  <a:ext uri="{FF2B5EF4-FFF2-40B4-BE49-F238E27FC236}">
                    <a16:creationId xmlns:a16="http://schemas.microsoft.com/office/drawing/2014/main" id="{17072683-9F5C-4A1E-3415-6E62FF569A0A}"/>
                  </a:ext>
                </a:extLst>
              </p:cNvPr>
              <p:cNvSpPr/>
              <p:nvPr/>
            </p:nvSpPr>
            <p:spPr>
              <a:xfrm>
                <a:off x="7772478" y="4389042"/>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147" name="Oval 146">
                <a:extLst>
                  <a:ext uri="{FF2B5EF4-FFF2-40B4-BE49-F238E27FC236}">
                    <a16:creationId xmlns:a16="http://schemas.microsoft.com/office/drawing/2014/main" id="{7694546D-409F-9AA3-A031-E9BB5A1627FC}"/>
                  </a:ext>
                </a:extLst>
              </p:cNvPr>
              <p:cNvSpPr/>
              <p:nvPr/>
            </p:nvSpPr>
            <p:spPr>
              <a:xfrm rot="9969921">
                <a:off x="7380949" y="4957304"/>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148" name="Oval 147">
                <a:extLst>
                  <a:ext uri="{FF2B5EF4-FFF2-40B4-BE49-F238E27FC236}">
                    <a16:creationId xmlns:a16="http://schemas.microsoft.com/office/drawing/2014/main" id="{BD8ACBED-8177-049E-4E37-31B0893B2B02}"/>
                  </a:ext>
                </a:extLst>
              </p:cNvPr>
              <p:cNvSpPr/>
              <p:nvPr/>
            </p:nvSpPr>
            <p:spPr>
              <a:xfrm rot="1425148">
                <a:off x="7495113" y="5041241"/>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9" name="Oval 148">
                <a:extLst>
                  <a:ext uri="{FF2B5EF4-FFF2-40B4-BE49-F238E27FC236}">
                    <a16:creationId xmlns:a16="http://schemas.microsoft.com/office/drawing/2014/main" id="{E8CF1A3C-EBAF-FAD9-D1AE-BE0B91FF74DC}"/>
                  </a:ext>
                </a:extLst>
              </p:cNvPr>
              <p:cNvSpPr/>
              <p:nvPr/>
            </p:nvSpPr>
            <p:spPr>
              <a:xfrm rot="1425148">
                <a:off x="7419794" y="4897093"/>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0" name="Oval 149">
                <a:extLst>
                  <a:ext uri="{FF2B5EF4-FFF2-40B4-BE49-F238E27FC236}">
                    <a16:creationId xmlns:a16="http://schemas.microsoft.com/office/drawing/2014/main" id="{8E4FA653-0701-96F1-7576-D29E03357B6F}"/>
                  </a:ext>
                </a:extLst>
              </p:cNvPr>
              <p:cNvSpPr/>
              <p:nvPr/>
            </p:nvSpPr>
            <p:spPr>
              <a:xfrm rot="1425148">
                <a:off x="7421650" y="4981161"/>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151" name="Oval 150">
                <a:extLst>
                  <a:ext uri="{FF2B5EF4-FFF2-40B4-BE49-F238E27FC236}">
                    <a16:creationId xmlns:a16="http://schemas.microsoft.com/office/drawing/2014/main" id="{A3DAC05A-EDF6-55BF-580B-FA5D0E9AD431}"/>
                  </a:ext>
                </a:extLst>
              </p:cNvPr>
              <p:cNvSpPr/>
              <p:nvPr/>
            </p:nvSpPr>
            <p:spPr>
              <a:xfrm rot="1425148">
                <a:off x="7510932" y="4853948"/>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2" name="Oval 151">
                <a:extLst>
                  <a:ext uri="{FF2B5EF4-FFF2-40B4-BE49-F238E27FC236}">
                    <a16:creationId xmlns:a16="http://schemas.microsoft.com/office/drawing/2014/main" id="{7A0759EA-F44E-7A4F-982D-E3028DF34A31}"/>
                  </a:ext>
                </a:extLst>
              </p:cNvPr>
              <p:cNvSpPr/>
              <p:nvPr/>
            </p:nvSpPr>
            <p:spPr>
              <a:xfrm>
                <a:off x="7472758" y="5105322"/>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153" name="Oval 152">
                <a:extLst>
                  <a:ext uri="{FF2B5EF4-FFF2-40B4-BE49-F238E27FC236}">
                    <a16:creationId xmlns:a16="http://schemas.microsoft.com/office/drawing/2014/main" id="{183E5B2D-5175-A7C6-97E5-B59B2D338294}"/>
                  </a:ext>
                </a:extLst>
              </p:cNvPr>
              <p:cNvSpPr/>
              <p:nvPr/>
            </p:nvSpPr>
            <p:spPr>
              <a:xfrm rot="1425148">
                <a:off x="7281753" y="5026001"/>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4" name="Oval 153">
                <a:extLst>
                  <a:ext uri="{FF2B5EF4-FFF2-40B4-BE49-F238E27FC236}">
                    <a16:creationId xmlns:a16="http://schemas.microsoft.com/office/drawing/2014/main" id="{90C0E398-0306-E1D6-D963-2E2C7279AB8F}"/>
                  </a:ext>
                </a:extLst>
              </p:cNvPr>
              <p:cNvSpPr/>
              <p:nvPr/>
            </p:nvSpPr>
            <p:spPr>
              <a:xfrm rot="1425148">
                <a:off x="7206434" y="4881853"/>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5" name="Oval 154">
                <a:extLst>
                  <a:ext uri="{FF2B5EF4-FFF2-40B4-BE49-F238E27FC236}">
                    <a16:creationId xmlns:a16="http://schemas.microsoft.com/office/drawing/2014/main" id="{ABFC787A-0BA5-FCAE-DD21-A70A1DD05B8F}"/>
                  </a:ext>
                </a:extLst>
              </p:cNvPr>
              <p:cNvSpPr/>
              <p:nvPr/>
            </p:nvSpPr>
            <p:spPr>
              <a:xfrm rot="1425148">
                <a:off x="7208290" y="4965921"/>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156" name="Oval 155">
                <a:extLst>
                  <a:ext uri="{FF2B5EF4-FFF2-40B4-BE49-F238E27FC236}">
                    <a16:creationId xmlns:a16="http://schemas.microsoft.com/office/drawing/2014/main" id="{8A3E3AC5-25F9-2CE8-0FFF-F1542B56BADA}"/>
                  </a:ext>
                </a:extLst>
              </p:cNvPr>
              <p:cNvSpPr/>
              <p:nvPr/>
            </p:nvSpPr>
            <p:spPr>
              <a:xfrm rot="1425148">
                <a:off x="7297572" y="4838708"/>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7" name="Oval 156">
                <a:extLst>
                  <a:ext uri="{FF2B5EF4-FFF2-40B4-BE49-F238E27FC236}">
                    <a16:creationId xmlns:a16="http://schemas.microsoft.com/office/drawing/2014/main" id="{FED9693F-9B16-31B4-8D2D-33E5857DC105}"/>
                  </a:ext>
                </a:extLst>
              </p:cNvPr>
              <p:cNvSpPr/>
              <p:nvPr/>
            </p:nvSpPr>
            <p:spPr>
              <a:xfrm>
                <a:off x="7259398" y="5090082"/>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158" name="Oval 157">
                <a:extLst>
                  <a:ext uri="{FF2B5EF4-FFF2-40B4-BE49-F238E27FC236}">
                    <a16:creationId xmlns:a16="http://schemas.microsoft.com/office/drawing/2014/main" id="{BBFC0B7D-64BA-1036-51D1-AFDD000E8407}"/>
                  </a:ext>
                </a:extLst>
              </p:cNvPr>
              <p:cNvSpPr/>
              <p:nvPr/>
            </p:nvSpPr>
            <p:spPr>
              <a:xfrm rot="1425148">
                <a:off x="7251273" y="4761841"/>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9" name="Oval 158">
                <a:extLst>
                  <a:ext uri="{FF2B5EF4-FFF2-40B4-BE49-F238E27FC236}">
                    <a16:creationId xmlns:a16="http://schemas.microsoft.com/office/drawing/2014/main" id="{A94648F9-42F0-A1ED-AD4E-EC82E2883067}"/>
                  </a:ext>
                </a:extLst>
              </p:cNvPr>
              <p:cNvSpPr/>
              <p:nvPr/>
            </p:nvSpPr>
            <p:spPr>
              <a:xfrm rot="1425148">
                <a:off x="7175954" y="4617693"/>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0" name="Oval 159">
                <a:extLst>
                  <a:ext uri="{FF2B5EF4-FFF2-40B4-BE49-F238E27FC236}">
                    <a16:creationId xmlns:a16="http://schemas.microsoft.com/office/drawing/2014/main" id="{D0985BC1-4996-874F-C790-25B17B1BE555}"/>
                  </a:ext>
                </a:extLst>
              </p:cNvPr>
              <p:cNvSpPr/>
              <p:nvPr/>
            </p:nvSpPr>
            <p:spPr>
              <a:xfrm rot="1425148">
                <a:off x="7177810" y="4701761"/>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161" name="Oval 160">
                <a:extLst>
                  <a:ext uri="{FF2B5EF4-FFF2-40B4-BE49-F238E27FC236}">
                    <a16:creationId xmlns:a16="http://schemas.microsoft.com/office/drawing/2014/main" id="{6D894003-4F9B-7B85-09AE-68EAB662D362}"/>
                  </a:ext>
                </a:extLst>
              </p:cNvPr>
              <p:cNvSpPr/>
              <p:nvPr/>
            </p:nvSpPr>
            <p:spPr>
              <a:xfrm rot="1425148">
                <a:off x="7267092" y="4574548"/>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2" name="Oval 161">
                <a:extLst>
                  <a:ext uri="{FF2B5EF4-FFF2-40B4-BE49-F238E27FC236}">
                    <a16:creationId xmlns:a16="http://schemas.microsoft.com/office/drawing/2014/main" id="{175A1252-DCE0-14D2-5FD9-024F8E0511BA}"/>
                  </a:ext>
                </a:extLst>
              </p:cNvPr>
              <p:cNvSpPr/>
              <p:nvPr/>
            </p:nvSpPr>
            <p:spPr>
              <a:xfrm>
                <a:off x="7228918" y="4825922"/>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163" name="Oval 162">
                <a:extLst>
                  <a:ext uri="{FF2B5EF4-FFF2-40B4-BE49-F238E27FC236}">
                    <a16:creationId xmlns:a16="http://schemas.microsoft.com/office/drawing/2014/main" id="{CFA0D353-D939-D6C1-27A9-ED9EF2183604}"/>
                  </a:ext>
                </a:extLst>
              </p:cNvPr>
              <p:cNvSpPr/>
              <p:nvPr/>
            </p:nvSpPr>
            <p:spPr>
              <a:xfrm rot="1425148">
                <a:off x="7307153" y="4660241"/>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4" name="Oval 163">
                <a:extLst>
                  <a:ext uri="{FF2B5EF4-FFF2-40B4-BE49-F238E27FC236}">
                    <a16:creationId xmlns:a16="http://schemas.microsoft.com/office/drawing/2014/main" id="{920F7125-2F40-8582-B8D8-33779D88BBB0}"/>
                  </a:ext>
                </a:extLst>
              </p:cNvPr>
              <p:cNvSpPr/>
              <p:nvPr/>
            </p:nvSpPr>
            <p:spPr>
              <a:xfrm rot="1425148">
                <a:off x="7231834" y="4516093"/>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5" name="Oval 164">
                <a:extLst>
                  <a:ext uri="{FF2B5EF4-FFF2-40B4-BE49-F238E27FC236}">
                    <a16:creationId xmlns:a16="http://schemas.microsoft.com/office/drawing/2014/main" id="{3C0CE196-CB6F-E53C-B87F-426A7635A784}"/>
                  </a:ext>
                </a:extLst>
              </p:cNvPr>
              <p:cNvSpPr/>
              <p:nvPr/>
            </p:nvSpPr>
            <p:spPr>
              <a:xfrm rot="1425148">
                <a:off x="7233690" y="4600161"/>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166" name="Oval 165">
                <a:extLst>
                  <a:ext uri="{FF2B5EF4-FFF2-40B4-BE49-F238E27FC236}">
                    <a16:creationId xmlns:a16="http://schemas.microsoft.com/office/drawing/2014/main" id="{5DF0AA1C-A345-5081-A2D7-050C429C489D}"/>
                  </a:ext>
                </a:extLst>
              </p:cNvPr>
              <p:cNvSpPr/>
              <p:nvPr/>
            </p:nvSpPr>
            <p:spPr>
              <a:xfrm rot="1425148">
                <a:off x="7322972" y="4472948"/>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7" name="Oval 166">
                <a:extLst>
                  <a:ext uri="{FF2B5EF4-FFF2-40B4-BE49-F238E27FC236}">
                    <a16:creationId xmlns:a16="http://schemas.microsoft.com/office/drawing/2014/main" id="{E09CE0AD-8B0F-33AC-6C2E-0491A5B12EC5}"/>
                  </a:ext>
                </a:extLst>
              </p:cNvPr>
              <p:cNvSpPr/>
              <p:nvPr/>
            </p:nvSpPr>
            <p:spPr>
              <a:xfrm>
                <a:off x="7284798" y="4724322"/>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168" name="Oval 167">
                <a:extLst>
                  <a:ext uri="{FF2B5EF4-FFF2-40B4-BE49-F238E27FC236}">
                    <a16:creationId xmlns:a16="http://schemas.microsoft.com/office/drawing/2014/main" id="{71D2915B-4D69-6397-00CB-339FC8B829F7}"/>
                  </a:ext>
                </a:extLst>
              </p:cNvPr>
              <p:cNvSpPr/>
              <p:nvPr/>
            </p:nvSpPr>
            <p:spPr>
              <a:xfrm rot="1425148">
                <a:off x="7454473" y="4512921"/>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9" name="Oval 168">
                <a:extLst>
                  <a:ext uri="{FF2B5EF4-FFF2-40B4-BE49-F238E27FC236}">
                    <a16:creationId xmlns:a16="http://schemas.microsoft.com/office/drawing/2014/main" id="{638830CF-5E3A-8AB2-961E-B0AC651B5E8F}"/>
                  </a:ext>
                </a:extLst>
              </p:cNvPr>
              <p:cNvSpPr/>
              <p:nvPr/>
            </p:nvSpPr>
            <p:spPr>
              <a:xfrm rot="1425148">
                <a:off x="7379154" y="4368773"/>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0" name="Oval 169">
                <a:extLst>
                  <a:ext uri="{FF2B5EF4-FFF2-40B4-BE49-F238E27FC236}">
                    <a16:creationId xmlns:a16="http://schemas.microsoft.com/office/drawing/2014/main" id="{0A952BFC-0E3E-3EB6-7354-2B3B43371BC3}"/>
                  </a:ext>
                </a:extLst>
              </p:cNvPr>
              <p:cNvSpPr/>
              <p:nvPr/>
            </p:nvSpPr>
            <p:spPr>
              <a:xfrm rot="1425148">
                <a:off x="7381010" y="4452841"/>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171" name="Oval 170">
                <a:extLst>
                  <a:ext uri="{FF2B5EF4-FFF2-40B4-BE49-F238E27FC236}">
                    <a16:creationId xmlns:a16="http://schemas.microsoft.com/office/drawing/2014/main" id="{686A5368-1677-3983-9120-7A6F3FBA4309}"/>
                  </a:ext>
                </a:extLst>
              </p:cNvPr>
              <p:cNvSpPr/>
              <p:nvPr/>
            </p:nvSpPr>
            <p:spPr>
              <a:xfrm rot="1425148">
                <a:off x="7470292" y="4325628"/>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2" name="Oval 171">
                <a:extLst>
                  <a:ext uri="{FF2B5EF4-FFF2-40B4-BE49-F238E27FC236}">
                    <a16:creationId xmlns:a16="http://schemas.microsoft.com/office/drawing/2014/main" id="{AD69F566-544E-CB00-8C88-DB5ED3F2BBBD}"/>
                  </a:ext>
                </a:extLst>
              </p:cNvPr>
              <p:cNvSpPr/>
              <p:nvPr/>
            </p:nvSpPr>
            <p:spPr>
              <a:xfrm>
                <a:off x="7432118" y="4577002"/>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173" name="Oval 172">
                <a:extLst>
                  <a:ext uri="{FF2B5EF4-FFF2-40B4-BE49-F238E27FC236}">
                    <a16:creationId xmlns:a16="http://schemas.microsoft.com/office/drawing/2014/main" id="{9B30F413-B3E2-81FE-0B20-5F77BFC21495}"/>
                  </a:ext>
                </a:extLst>
              </p:cNvPr>
              <p:cNvSpPr/>
              <p:nvPr/>
            </p:nvSpPr>
            <p:spPr>
              <a:xfrm rot="1425148">
                <a:off x="7713553" y="4523081"/>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4" name="Oval 173">
                <a:extLst>
                  <a:ext uri="{FF2B5EF4-FFF2-40B4-BE49-F238E27FC236}">
                    <a16:creationId xmlns:a16="http://schemas.microsoft.com/office/drawing/2014/main" id="{162DFF4E-FAD1-EE8E-D023-C7897119603D}"/>
                  </a:ext>
                </a:extLst>
              </p:cNvPr>
              <p:cNvSpPr/>
              <p:nvPr/>
            </p:nvSpPr>
            <p:spPr>
              <a:xfrm rot="1425148">
                <a:off x="7638234" y="4378933"/>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5" name="Oval 174">
                <a:extLst>
                  <a:ext uri="{FF2B5EF4-FFF2-40B4-BE49-F238E27FC236}">
                    <a16:creationId xmlns:a16="http://schemas.microsoft.com/office/drawing/2014/main" id="{1E561246-C7FF-D759-AFEE-0070EEC9C5F3}"/>
                  </a:ext>
                </a:extLst>
              </p:cNvPr>
              <p:cNvSpPr/>
              <p:nvPr/>
            </p:nvSpPr>
            <p:spPr>
              <a:xfrm rot="1425148">
                <a:off x="7640090" y="4463001"/>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176" name="Oval 175">
                <a:extLst>
                  <a:ext uri="{FF2B5EF4-FFF2-40B4-BE49-F238E27FC236}">
                    <a16:creationId xmlns:a16="http://schemas.microsoft.com/office/drawing/2014/main" id="{7B99C644-D973-A982-889A-B1ECFB68B52B}"/>
                  </a:ext>
                </a:extLst>
              </p:cNvPr>
              <p:cNvSpPr/>
              <p:nvPr/>
            </p:nvSpPr>
            <p:spPr>
              <a:xfrm rot="1425148">
                <a:off x="7729372" y="4335788"/>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7" name="Oval 176">
                <a:extLst>
                  <a:ext uri="{FF2B5EF4-FFF2-40B4-BE49-F238E27FC236}">
                    <a16:creationId xmlns:a16="http://schemas.microsoft.com/office/drawing/2014/main" id="{0E69A994-B407-D120-9445-109B580822E3}"/>
                  </a:ext>
                </a:extLst>
              </p:cNvPr>
              <p:cNvSpPr/>
              <p:nvPr/>
            </p:nvSpPr>
            <p:spPr>
              <a:xfrm>
                <a:off x="7691198" y="4587162"/>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178" name="Oval 177">
                <a:extLst>
                  <a:ext uri="{FF2B5EF4-FFF2-40B4-BE49-F238E27FC236}">
                    <a16:creationId xmlns:a16="http://schemas.microsoft.com/office/drawing/2014/main" id="{DB19ACA5-92AB-8913-2E2E-B73CC7F025AE}"/>
                  </a:ext>
                </a:extLst>
              </p:cNvPr>
              <p:cNvSpPr/>
              <p:nvPr/>
            </p:nvSpPr>
            <p:spPr>
              <a:xfrm rot="9969921">
                <a:off x="7884366" y="4649021"/>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9" name="Oval 178">
                <a:extLst>
                  <a:ext uri="{FF2B5EF4-FFF2-40B4-BE49-F238E27FC236}">
                    <a16:creationId xmlns:a16="http://schemas.microsoft.com/office/drawing/2014/main" id="{061BD7B5-12A8-6B77-C5C2-C5E1849BD7B0}"/>
                  </a:ext>
                </a:extLst>
              </p:cNvPr>
              <p:cNvSpPr/>
              <p:nvPr/>
            </p:nvSpPr>
            <p:spPr>
              <a:xfrm rot="9969921">
                <a:off x="7885529" y="4464286"/>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0" name="Oval 179">
                <a:extLst>
                  <a:ext uri="{FF2B5EF4-FFF2-40B4-BE49-F238E27FC236}">
                    <a16:creationId xmlns:a16="http://schemas.microsoft.com/office/drawing/2014/main" id="{F2A7E829-AFEF-2B5E-9151-09DCE06826BB}"/>
                  </a:ext>
                </a:extLst>
              </p:cNvPr>
              <p:cNvSpPr/>
              <p:nvPr/>
            </p:nvSpPr>
            <p:spPr>
              <a:xfrm rot="9969921">
                <a:off x="7987236" y="4622351"/>
                <a:ext cx="93306" cy="9330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1" name="Oval 180">
                <a:extLst>
                  <a:ext uri="{FF2B5EF4-FFF2-40B4-BE49-F238E27FC236}">
                    <a16:creationId xmlns:a16="http://schemas.microsoft.com/office/drawing/2014/main" id="{FD380560-6E3D-29E4-E850-EC8DB729579E}"/>
                  </a:ext>
                </a:extLst>
              </p:cNvPr>
              <p:cNvSpPr/>
              <p:nvPr/>
            </p:nvSpPr>
            <p:spPr>
              <a:xfrm rot="9969921">
                <a:off x="7934487" y="4556865"/>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182" name="Oval 181">
                <a:extLst>
                  <a:ext uri="{FF2B5EF4-FFF2-40B4-BE49-F238E27FC236}">
                    <a16:creationId xmlns:a16="http://schemas.microsoft.com/office/drawing/2014/main" id="{A0CDA2ED-5F2C-A45C-6CED-63F2377D8600}"/>
                  </a:ext>
                </a:extLst>
              </p:cNvPr>
              <p:cNvSpPr/>
              <p:nvPr/>
            </p:nvSpPr>
            <p:spPr>
              <a:xfrm rot="9969921">
                <a:off x="7862280" y="4627104"/>
                <a:ext cx="93306" cy="9330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grpSp>
      </p:grpSp>
    </p:spTree>
    <p:extLst>
      <p:ext uri="{BB962C8B-B14F-4D97-AF65-F5344CB8AC3E}">
        <p14:creationId xmlns:p14="http://schemas.microsoft.com/office/powerpoint/2010/main" val="228022812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06B2C4-DA0B-D2B4-BB79-0EE13DFD9018}"/>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AE6042E0-61AD-37C4-89A9-5BBFD3B33BB5}"/>
              </a:ext>
            </a:extLst>
          </p:cNvPr>
          <p:cNvSpPr/>
          <p:nvPr/>
        </p:nvSpPr>
        <p:spPr>
          <a:xfrm>
            <a:off x="122834" y="256500"/>
            <a:ext cx="3301801" cy="523220"/>
          </a:xfrm>
          <a:prstGeom prst="rect">
            <a:avLst/>
          </a:prstGeom>
          <a:noFill/>
        </p:spPr>
        <p:txBody>
          <a:bodyPr wrap="none" lIns="91440" tIns="45720" rIns="91440" bIns="45720">
            <a:spAutoFit/>
          </a:bodyPr>
          <a:lstStyle/>
          <a:p>
            <a:pPr algn="ctr"/>
            <a:r>
              <a:rPr lang="en-US" sz="2800" b="1"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rPr>
              <a:t>NCERT EXTRA Point’s</a:t>
            </a:r>
          </a:p>
        </p:txBody>
      </p:sp>
      <p:sp>
        <p:nvSpPr>
          <p:cNvPr id="14" name="TextBox 13">
            <a:extLst>
              <a:ext uri="{FF2B5EF4-FFF2-40B4-BE49-F238E27FC236}">
                <a16:creationId xmlns:a16="http://schemas.microsoft.com/office/drawing/2014/main" id="{C0443B88-12B2-30CD-4BE8-D2859BAC2270}"/>
              </a:ext>
            </a:extLst>
          </p:cNvPr>
          <p:cNvSpPr txBox="1"/>
          <p:nvPr/>
        </p:nvSpPr>
        <p:spPr>
          <a:xfrm>
            <a:off x="183784" y="863432"/>
            <a:ext cx="5563873" cy="954107"/>
          </a:xfrm>
          <a:prstGeom prst="rect">
            <a:avLst/>
          </a:prstGeom>
          <a:noFill/>
        </p:spPr>
        <p:txBody>
          <a:bodyPr wrap="square">
            <a:spAutoFit/>
          </a:bodyPr>
          <a:lstStyle/>
          <a:p>
            <a:pPr algn="just"/>
            <a:r>
              <a:rPr lang="en-US" sz="2800" dirty="0">
                <a:solidFill>
                  <a:srgbClr val="FFFF00"/>
                </a:solidFill>
              </a:rPr>
              <a:t>Binding energy shows peaks at nuclides like 4He, 16O etc. </a:t>
            </a:r>
            <a:endParaRPr lang="en-IN" sz="2800" dirty="0">
              <a:solidFill>
                <a:srgbClr val="FFFF00"/>
              </a:solidFill>
            </a:endParaRPr>
          </a:p>
        </p:txBody>
      </p:sp>
      <p:sp>
        <p:nvSpPr>
          <p:cNvPr id="18" name="TextBox 17">
            <a:extLst>
              <a:ext uri="{FF2B5EF4-FFF2-40B4-BE49-F238E27FC236}">
                <a16:creationId xmlns:a16="http://schemas.microsoft.com/office/drawing/2014/main" id="{9D518177-231A-E656-5980-9B7F9F3DA1A4}"/>
              </a:ext>
            </a:extLst>
          </p:cNvPr>
          <p:cNvSpPr txBox="1"/>
          <p:nvPr/>
        </p:nvSpPr>
        <p:spPr>
          <a:xfrm>
            <a:off x="6150426" y="878633"/>
            <a:ext cx="5764765" cy="954107"/>
          </a:xfrm>
          <a:prstGeom prst="rect">
            <a:avLst/>
          </a:prstGeom>
          <a:noFill/>
        </p:spPr>
        <p:txBody>
          <a:bodyPr wrap="square" rtlCol="0">
            <a:spAutoFit/>
          </a:bodyPr>
          <a:lstStyle/>
          <a:p>
            <a:pPr algn="l"/>
            <a:r>
              <a:rPr lang="en-US" sz="2800" dirty="0">
                <a:solidFill>
                  <a:schemeClr val="bg1"/>
                </a:solidFill>
              </a:rPr>
              <a:t>This is considered as evidence of atom-like shell structure in nuclei.</a:t>
            </a:r>
          </a:p>
        </p:txBody>
      </p:sp>
      <p:sp>
        <p:nvSpPr>
          <p:cNvPr id="2" name="Rectangle 1">
            <a:extLst>
              <a:ext uri="{FF2B5EF4-FFF2-40B4-BE49-F238E27FC236}">
                <a16:creationId xmlns:a16="http://schemas.microsoft.com/office/drawing/2014/main" id="{D869D3A0-2645-BEFB-DDC5-1D4C51DDCCDB}"/>
              </a:ext>
            </a:extLst>
          </p:cNvPr>
          <p:cNvSpPr/>
          <p:nvPr/>
        </p:nvSpPr>
        <p:spPr>
          <a:xfrm>
            <a:off x="6097473" y="259610"/>
            <a:ext cx="1267848" cy="523220"/>
          </a:xfrm>
          <a:prstGeom prst="rect">
            <a:avLst/>
          </a:prstGeom>
          <a:noFill/>
        </p:spPr>
        <p:txBody>
          <a:bodyPr wrap="none" lIns="91440" tIns="45720" rIns="91440" bIns="45720">
            <a:spAutoFit/>
          </a:bodyPr>
          <a:lstStyle/>
          <a:p>
            <a:pPr algn="ctr"/>
            <a:r>
              <a:rPr lang="en-US" sz="2800" b="1"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rPr>
              <a:t>Reason</a:t>
            </a:r>
          </a:p>
        </p:txBody>
      </p:sp>
    </p:spTree>
    <p:extLst>
      <p:ext uri="{BB962C8B-B14F-4D97-AF65-F5344CB8AC3E}">
        <p14:creationId xmlns:p14="http://schemas.microsoft.com/office/powerpoint/2010/main" val="399982268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C6F6C5-D3B1-3A55-A363-317D25DB789C}"/>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9DD0AC42-7B8D-8D88-EFA5-09F628E4D727}"/>
                  </a:ext>
                </a:extLst>
              </p:cNvPr>
              <p:cNvSpPr txBox="1"/>
              <p:nvPr/>
            </p:nvSpPr>
            <p:spPr>
              <a:xfrm>
                <a:off x="183784" y="900755"/>
                <a:ext cx="11040944" cy="2677656"/>
              </a:xfrm>
              <a:prstGeom prst="rect">
                <a:avLst/>
              </a:prstGeom>
              <a:noFill/>
            </p:spPr>
            <p:txBody>
              <a:bodyPr wrap="square">
                <a:spAutoFit/>
              </a:bodyPr>
              <a:lstStyle/>
              <a:p>
                <a:pPr algn="just"/>
                <a:r>
                  <a:rPr lang="en-US" sz="2800" dirty="0">
                    <a:solidFill>
                      <a:schemeClr val="bg1"/>
                    </a:solidFill>
                  </a:rPr>
                  <a:t>The </a:t>
                </a:r>
                <a:r>
                  <a:rPr lang="en-US" sz="2800" dirty="0">
                    <a:solidFill>
                      <a:srgbClr val="FFFF00"/>
                    </a:solidFill>
                  </a:rPr>
                  <a:t>age of the sun </a:t>
                </a:r>
                <a:r>
                  <a:rPr lang="en-US" sz="2800" dirty="0">
                    <a:solidFill>
                      <a:schemeClr val="bg1"/>
                    </a:solidFill>
                  </a:rPr>
                  <a:t>is about </a:t>
                </a:r>
                <a14:m>
                  <m:oMath xmlns:m="http://schemas.openxmlformats.org/officeDocument/2006/math">
                    <m:r>
                      <a:rPr lang="en-US" sz="2800" i="1" dirty="0" smtClean="0">
                        <a:solidFill>
                          <a:schemeClr val="bg1"/>
                        </a:solidFill>
                        <a:latin typeface="Cambria Math" panose="02040503050406030204" pitchFamily="18" charset="0"/>
                      </a:rPr>
                      <m:t>5×</m:t>
                    </m:r>
                    <m:sSup>
                      <m:sSupPr>
                        <m:ctrlPr>
                          <a:rPr lang="en-US" sz="2800" b="0" i="1" dirty="0" smtClean="0">
                            <a:solidFill>
                              <a:schemeClr val="bg1"/>
                            </a:solidFill>
                            <a:latin typeface="Cambria Math" panose="02040503050406030204" pitchFamily="18" charset="0"/>
                          </a:rPr>
                        </m:ctrlPr>
                      </m:sSupPr>
                      <m:e>
                        <m:r>
                          <a:rPr lang="en-US" sz="2800" i="1" dirty="0" smtClean="0">
                            <a:solidFill>
                              <a:schemeClr val="bg1"/>
                            </a:solidFill>
                            <a:latin typeface="Cambria Math" panose="02040503050406030204" pitchFamily="18" charset="0"/>
                          </a:rPr>
                          <m:t>10</m:t>
                        </m:r>
                      </m:e>
                      <m:sup>
                        <m:r>
                          <a:rPr lang="en-US" sz="2800" i="1" dirty="0" smtClean="0">
                            <a:solidFill>
                              <a:schemeClr val="bg1"/>
                            </a:solidFill>
                            <a:latin typeface="Cambria Math" panose="02040503050406030204" pitchFamily="18" charset="0"/>
                          </a:rPr>
                          <m:t>9</m:t>
                        </m:r>
                      </m:sup>
                    </m:sSup>
                  </m:oMath>
                </a14:m>
                <a:r>
                  <a:rPr lang="en-US" sz="2800" dirty="0">
                    <a:solidFill>
                      <a:schemeClr val="bg1"/>
                    </a:solidFill>
                  </a:rPr>
                  <a:t> year and it is estimated that there is enough hydrogen in the sun to keep it going for another 5 billion years. After that, the hydrogen burning will stop and the sun will begin to cool and will start to collapse under gravity, which will raise the core temperature. The outer envelope of the sun will expand, turning it into the so called red giant.</a:t>
                </a:r>
                <a:endParaRPr lang="en-IN" sz="2800" dirty="0">
                  <a:solidFill>
                    <a:schemeClr val="bg1"/>
                  </a:solidFill>
                </a:endParaRPr>
              </a:p>
            </p:txBody>
          </p:sp>
        </mc:Choice>
        <mc:Fallback xmlns="">
          <p:sp>
            <p:nvSpPr>
              <p:cNvPr id="14" name="TextBox 13">
                <a:extLst>
                  <a:ext uri="{FF2B5EF4-FFF2-40B4-BE49-F238E27FC236}">
                    <a16:creationId xmlns:a16="http://schemas.microsoft.com/office/drawing/2014/main" id="{9DD0AC42-7B8D-8D88-EFA5-09F628E4D727}"/>
                  </a:ext>
                </a:extLst>
              </p:cNvPr>
              <p:cNvSpPr txBox="1">
                <a:spLocks noRot="1" noChangeAspect="1" noMove="1" noResize="1" noEditPoints="1" noAdjustHandles="1" noChangeArrowheads="1" noChangeShapeType="1" noTextEdit="1"/>
              </p:cNvSpPr>
              <p:nvPr/>
            </p:nvSpPr>
            <p:spPr>
              <a:xfrm>
                <a:off x="183784" y="900755"/>
                <a:ext cx="11040944" cy="2677656"/>
              </a:xfrm>
              <a:prstGeom prst="rect">
                <a:avLst/>
              </a:prstGeom>
              <a:blipFill>
                <a:blip r:embed="rId2"/>
                <a:stretch>
                  <a:fillRect l="-1104" t="-2278" r="-1160" b="-5695"/>
                </a:stretch>
              </a:blipFill>
            </p:spPr>
            <p:txBody>
              <a:bodyPr/>
              <a:lstStyle/>
              <a:p>
                <a:r>
                  <a:rPr lang="en-US">
                    <a:noFill/>
                  </a:rPr>
                  <a:t> </a:t>
                </a:r>
              </a:p>
            </p:txBody>
          </p:sp>
        </mc:Fallback>
      </mc:AlternateContent>
    </p:spTree>
    <p:extLst>
      <p:ext uri="{BB962C8B-B14F-4D97-AF65-F5344CB8AC3E}">
        <p14:creationId xmlns:p14="http://schemas.microsoft.com/office/powerpoint/2010/main" val="220431362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370935-49D4-60DC-745C-588697FE2F35}"/>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F58451A8-F5F2-CFD8-2FF0-E004BB6FEA5C}"/>
                  </a:ext>
                </a:extLst>
              </p:cNvPr>
              <p:cNvSpPr txBox="1"/>
              <p:nvPr/>
            </p:nvSpPr>
            <p:spPr>
              <a:xfrm>
                <a:off x="183784" y="863432"/>
                <a:ext cx="11274208" cy="3108543"/>
              </a:xfrm>
              <a:prstGeom prst="rect">
                <a:avLst/>
              </a:prstGeom>
              <a:noFill/>
            </p:spPr>
            <p:txBody>
              <a:bodyPr wrap="square">
                <a:spAutoFit/>
              </a:bodyPr>
              <a:lstStyle/>
              <a:p>
                <a:pPr algn="just"/>
                <a:r>
                  <a:rPr lang="en-US" sz="2800" dirty="0">
                    <a:solidFill>
                      <a:schemeClr val="bg1"/>
                    </a:solidFill>
                  </a:rPr>
                  <a:t>Helium is not the only element that can be synthesized in the interior of a star. As the hydrogen in the core gets depleted and becomes helium, the core starts to cool. The star begins to collapse under its own gravity which increases the temperature of the core. If this temperature increases to about </a:t>
                </a:r>
                <a14:m>
                  <m:oMath xmlns:m="http://schemas.openxmlformats.org/officeDocument/2006/math">
                    <m:sSup>
                      <m:sSupPr>
                        <m:ctrlPr>
                          <a:rPr lang="en-US" sz="2800" b="0" i="1" dirty="0" smtClean="0">
                            <a:solidFill>
                              <a:schemeClr val="bg1"/>
                            </a:solidFill>
                            <a:latin typeface="Cambria Math" panose="02040503050406030204" pitchFamily="18" charset="0"/>
                          </a:rPr>
                        </m:ctrlPr>
                      </m:sSupPr>
                      <m:e>
                        <m:r>
                          <a:rPr lang="en-US" sz="2800" i="1" dirty="0" smtClean="0">
                            <a:solidFill>
                              <a:schemeClr val="bg1"/>
                            </a:solidFill>
                            <a:latin typeface="Cambria Math" panose="02040503050406030204" pitchFamily="18" charset="0"/>
                          </a:rPr>
                          <m:t>10</m:t>
                        </m:r>
                      </m:e>
                      <m:sup>
                        <m:r>
                          <a:rPr lang="en-US" sz="2800" i="1" dirty="0" smtClean="0">
                            <a:solidFill>
                              <a:schemeClr val="bg1"/>
                            </a:solidFill>
                            <a:latin typeface="Cambria Math" panose="02040503050406030204" pitchFamily="18" charset="0"/>
                          </a:rPr>
                          <m:t>8</m:t>
                        </m:r>
                      </m:sup>
                    </m:sSup>
                  </m:oMath>
                </a14:m>
                <a:r>
                  <a:rPr lang="en-US" sz="2800" dirty="0">
                    <a:solidFill>
                      <a:schemeClr val="bg1"/>
                    </a:solidFill>
                  </a:rPr>
                  <a:t> K, fusion takes place again, this time of helium nuclei into carbon. This kind of process can generate through fusion higher and higher mass number elements.</a:t>
                </a:r>
                <a:endParaRPr lang="en-IN" sz="2800" dirty="0">
                  <a:solidFill>
                    <a:schemeClr val="bg1"/>
                  </a:solidFill>
                </a:endParaRPr>
              </a:p>
            </p:txBody>
          </p:sp>
        </mc:Choice>
        <mc:Fallback xmlns="">
          <p:sp>
            <p:nvSpPr>
              <p:cNvPr id="14" name="TextBox 13">
                <a:extLst>
                  <a:ext uri="{FF2B5EF4-FFF2-40B4-BE49-F238E27FC236}">
                    <a16:creationId xmlns:a16="http://schemas.microsoft.com/office/drawing/2014/main" id="{F58451A8-F5F2-CFD8-2FF0-E004BB6FEA5C}"/>
                  </a:ext>
                </a:extLst>
              </p:cNvPr>
              <p:cNvSpPr txBox="1">
                <a:spLocks noRot="1" noChangeAspect="1" noMove="1" noResize="1" noEditPoints="1" noAdjustHandles="1" noChangeArrowheads="1" noChangeShapeType="1" noTextEdit="1"/>
              </p:cNvSpPr>
              <p:nvPr/>
            </p:nvSpPr>
            <p:spPr>
              <a:xfrm>
                <a:off x="183784" y="863432"/>
                <a:ext cx="11274208" cy="3108543"/>
              </a:xfrm>
              <a:prstGeom prst="rect">
                <a:avLst/>
              </a:prstGeom>
              <a:blipFill>
                <a:blip r:embed="rId2"/>
                <a:stretch>
                  <a:fillRect l="-1081" t="-1961" r="-1081" b="-4706"/>
                </a:stretch>
              </a:blipFill>
            </p:spPr>
            <p:txBody>
              <a:bodyPr/>
              <a:lstStyle/>
              <a:p>
                <a:r>
                  <a:rPr lang="en-US">
                    <a:noFill/>
                  </a:rPr>
                  <a:t> </a:t>
                </a:r>
              </a:p>
            </p:txBody>
          </p:sp>
        </mc:Fallback>
      </mc:AlternateContent>
    </p:spTree>
    <p:extLst>
      <p:ext uri="{BB962C8B-B14F-4D97-AF65-F5344CB8AC3E}">
        <p14:creationId xmlns:p14="http://schemas.microsoft.com/office/powerpoint/2010/main" val="271736237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F59C17-8541-8EDA-5D71-26435573FD18}"/>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ADE0405B-3E34-293D-3AB3-1C14550D582C}"/>
                  </a:ext>
                </a:extLst>
              </p:cNvPr>
              <p:cNvSpPr txBox="1"/>
              <p:nvPr/>
            </p:nvSpPr>
            <p:spPr>
              <a:xfrm>
                <a:off x="202445" y="620836"/>
                <a:ext cx="11451490" cy="4401205"/>
              </a:xfrm>
              <a:prstGeom prst="rect">
                <a:avLst/>
              </a:prstGeom>
              <a:noFill/>
            </p:spPr>
            <p:txBody>
              <a:bodyPr wrap="square">
                <a:spAutoFit/>
              </a:bodyPr>
              <a:lstStyle/>
              <a:p>
                <a:pPr algn="just"/>
                <a:r>
                  <a:rPr lang="en-US" sz="2800" dirty="0">
                    <a:solidFill>
                      <a:schemeClr val="bg1"/>
                    </a:solidFill>
                  </a:rPr>
                  <a:t>13.7.3 </a:t>
                </a:r>
                <a:r>
                  <a:rPr lang="en-US" sz="2800" dirty="0">
                    <a:solidFill>
                      <a:srgbClr val="FFFF00"/>
                    </a:solidFill>
                  </a:rPr>
                  <a:t>Controlled thermonuclear fusion</a:t>
                </a:r>
              </a:p>
              <a:p>
                <a:pPr algn="just"/>
                <a:r>
                  <a:rPr lang="en-US" sz="2800" dirty="0">
                    <a:solidFill>
                      <a:schemeClr val="bg1"/>
                    </a:solidFill>
                  </a:rPr>
                  <a:t>The natural thermonuclear fusion process in a star is replicated in a thermonuclear fusion device. In controlled fusion reactors, the aim is to generate steady power by heating the nuclear fuel to a temperature in the range of </a:t>
                </a:r>
                <a14:m>
                  <m:oMath xmlns:m="http://schemas.openxmlformats.org/officeDocument/2006/math">
                    <m:sSup>
                      <m:sSupPr>
                        <m:ctrlPr>
                          <a:rPr lang="en-US" sz="2800" i="1" dirty="0" smtClean="0">
                            <a:solidFill>
                              <a:srgbClr val="FFFF00"/>
                            </a:solidFill>
                            <a:latin typeface="Cambria Math" panose="02040503050406030204" pitchFamily="18" charset="0"/>
                          </a:rPr>
                        </m:ctrlPr>
                      </m:sSupPr>
                      <m:e>
                        <m:r>
                          <a:rPr lang="en-US" sz="2800" i="1" dirty="0">
                            <a:solidFill>
                              <a:srgbClr val="FFFF00"/>
                            </a:solidFill>
                            <a:latin typeface="Cambria Math" panose="02040503050406030204" pitchFamily="18" charset="0"/>
                          </a:rPr>
                          <m:t>10</m:t>
                        </m:r>
                      </m:e>
                      <m:sup>
                        <m:r>
                          <a:rPr lang="en-US" sz="2800" i="1" dirty="0">
                            <a:solidFill>
                              <a:srgbClr val="FFFF00"/>
                            </a:solidFill>
                            <a:latin typeface="Cambria Math" panose="02040503050406030204" pitchFamily="18" charset="0"/>
                          </a:rPr>
                          <m:t>8</m:t>
                        </m:r>
                      </m:sup>
                    </m:sSup>
                  </m:oMath>
                </a14:m>
                <a:r>
                  <a:rPr lang="en-US" sz="2800" dirty="0">
                    <a:solidFill>
                      <a:srgbClr val="FFFF00"/>
                    </a:solidFill>
                  </a:rPr>
                  <a:t> K</a:t>
                </a:r>
                <a:r>
                  <a:rPr lang="en-US" sz="2800" dirty="0">
                    <a:solidFill>
                      <a:schemeClr val="bg1"/>
                    </a:solidFill>
                  </a:rPr>
                  <a:t>. At these temperatures, the fuel is a mixture of positive ions and electrons (plasma). The challenge is to confine this plasma, since no container can stand such a high temperature. Several countries around the world including India are developing techniques in this connection. If successful, fusion reactors will hopefully supply almost unlimited power to humanity.</a:t>
                </a:r>
              </a:p>
            </p:txBody>
          </p:sp>
        </mc:Choice>
        <mc:Fallback xmlns="">
          <p:sp>
            <p:nvSpPr>
              <p:cNvPr id="14" name="TextBox 13">
                <a:extLst>
                  <a:ext uri="{FF2B5EF4-FFF2-40B4-BE49-F238E27FC236}">
                    <a16:creationId xmlns:a16="http://schemas.microsoft.com/office/drawing/2014/main" id="{ADE0405B-3E34-293D-3AB3-1C14550D582C}"/>
                  </a:ext>
                </a:extLst>
              </p:cNvPr>
              <p:cNvSpPr txBox="1">
                <a:spLocks noRot="1" noChangeAspect="1" noMove="1" noResize="1" noEditPoints="1" noAdjustHandles="1" noChangeArrowheads="1" noChangeShapeType="1" noTextEdit="1"/>
              </p:cNvSpPr>
              <p:nvPr/>
            </p:nvSpPr>
            <p:spPr>
              <a:xfrm>
                <a:off x="202445" y="620836"/>
                <a:ext cx="11451490" cy="4401205"/>
              </a:xfrm>
              <a:prstGeom prst="rect">
                <a:avLst/>
              </a:prstGeom>
              <a:blipFill>
                <a:blip r:embed="rId2"/>
                <a:stretch>
                  <a:fillRect l="-1064" t="-1385" r="-1064" b="-3047"/>
                </a:stretch>
              </a:blipFill>
            </p:spPr>
            <p:txBody>
              <a:bodyPr/>
              <a:lstStyle/>
              <a:p>
                <a:r>
                  <a:rPr lang="en-US">
                    <a:noFill/>
                  </a:rPr>
                  <a:t> </a:t>
                </a:r>
              </a:p>
            </p:txBody>
          </p:sp>
        </mc:Fallback>
      </mc:AlternateContent>
    </p:spTree>
    <p:extLst>
      <p:ext uri="{BB962C8B-B14F-4D97-AF65-F5344CB8AC3E}">
        <p14:creationId xmlns:p14="http://schemas.microsoft.com/office/powerpoint/2010/main" val="63776012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01BE40A-263B-8472-BFAD-A801C85F4175}"/>
              </a:ext>
            </a:extLst>
          </p:cNvPr>
          <p:cNvSpPr/>
          <p:nvPr/>
        </p:nvSpPr>
        <p:spPr>
          <a:xfrm>
            <a:off x="0" y="2967335"/>
            <a:ext cx="4294253" cy="923330"/>
          </a:xfrm>
          <a:prstGeom prst="rect">
            <a:avLst/>
          </a:prstGeom>
          <a:noFill/>
        </p:spPr>
        <p:txBody>
          <a:bodyPr wrap="none" lIns="91440" tIns="45720" rIns="91440" bIns="45720">
            <a:spAutoFit/>
          </a:bodyPr>
          <a:lstStyle/>
          <a:p>
            <a:pPr algn="ctr"/>
            <a:r>
              <a:rPr lang="en-US" sz="5400" b="1"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rPr>
              <a:t>Nuclear Decay</a:t>
            </a:r>
          </a:p>
        </p:txBody>
      </p:sp>
    </p:spTree>
    <p:extLst>
      <p:ext uri="{BB962C8B-B14F-4D97-AF65-F5344CB8AC3E}">
        <p14:creationId xmlns:p14="http://schemas.microsoft.com/office/powerpoint/2010/main" val="283340444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1CAF520-EF14-1733-99AC-80B858CC2422}"/>
              </a:ext>
            </a:extLst>
          </p:cNvPr>
          <p:cNvSpPr/>
          <p:nvPr/>
        </p:nvSpPr>
        <p:spPr>
          <a:xfrm>
            <a:off x="0" y="0"/>
            <a:ext cx="4294253" cy="923330"/>
          </a:xfrm>
          <a:prstGeom prst="rect">
            <a:avLst/>
          </a:prstGeom>
          <a:noFill/>
        </p:spPr>
        <p:txBody>
          <a:bodyPr wrap="none" lIns="91440" tIns="45720" rIns="91440" bIns="45720">
            <a:spAutoFit/>
          </a:bodyPr>
          <a:lstStyle/>
          <a:p>
            <a:pPr algn="ctr"/>
            <a:r>
              <a:rPr lang="en-US" sz="5400" b="1"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rPr>
              <a:t>Nuclear Decay</a:t>
            </a:r>
          </a:p>
        </p:txBody>
      </p:sp>
      <p:grpSp>
        <p:nvGrpSpPr>
          <p:cNvPr id="15" name="Group 14">
            <a:extLst>
              <a:ext uri="{FF2B5EF4-FFF2-40B4-BE49-F238E27FC236}">
                <a16:creationId xmlns:a16="http://schemas.microsoft.com/office/drawing/2014/main" id="{4D5A443A-09F6-4910-6911-9C98DAC938F2}"/>
              </a:ext>
            </a:extLst>
          </p:cNvPr>
          <p:cNvGrpSpPr/>
          <p:nvPr/>
        </p:nvGrpSpPr>
        <p:grpSpPr>
          <a:xfrm>
            <a:off x="305928" y="821841"/>
            <a:ext cx="10806649" cy="523220"/>
            <a:chOff x="305928" y="821841"/>
            <a:chExt cx="10806649" cy="523220"/>
          </a:xfrm>
        </p:grpSpPr>
        <p:sp>
          <p:nvSpPr>
            <p:cNvPr id="3" name="Rectangle 2">
              <a:extLst>
                <a:ext uri="{FF2B5EF4-FFF2-40B4-BE49-F238E27FC236}">
                  <a16:creationId xmlns:a16="http://schemas.microsoft.com/office/drawing/2014/main" id="{54EB7D4D-1C4A-D563-D6D5-C32947E057D8}"/>
                </a:ext>
              </a:extLst>
            </p:cNvPr>
            <p:cNvSpPr/>
            <p:nvPr/>
          </p:nvSpPr>
          <p:spPr>
            <a:xfrm>
              <a:off x="305928" y="821841"/>
              <a:ext cx="1053494" cy="523220"/>
            </a:xfrm>
            <a:prstGeom prst="rect">
              <a:avLst/>
            </a:prstGeom>
            <a:noFill/>
          </p:spPr>
          <p:txBody>
            <a:bodyPr wrap="none" lIns="91440" tIns="45720" rIns="91440" bIns="45720">
              <a:spAutoFit/>
            </a:bodyPr>
            <a:lstStyle/>
            <a:p>
              <a:pPr algn="ctr"/>
              <a:r>
                <a:rPr lang="en-US" sz="2800" b="1"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rPr>
                <a:t>Alpha</a:t>
              </a:r>
            </a:p>
          </p:txBody>
        </p:sp>
        <p:sp>
          <p:nvSpPr>
            <p:cNvPr id="4" name="Rectangle 3">
              <a:extLst>
                <a:ext uri="{FF2B5EF4-FFF2-40B4-BE49-F238E27FC236}">
                  <a16:creationId xmlns:a16="http://schemas.microsoft.com/office/drawing/2014/main" id="{E3025BCD-D154-19F7-C3E2-367BD3796488}"/>
                </a:ext>
              </a:extLst>
            </p:cNvPr>
            <p:cNvSpPr/>
            <p:nvPr/>
          </p:nvSpPr>
          <p:spPr>
            <a:xfrm>
              <a:off x="5223980" y="821841"/>
              <a:ext cx="864788" cy="523220"/>
            </a:xfrm>
            <a:prstGeom prst="rect">
              <a:avLst/>
            </a:prstGeom>
            <a:noFill/>
          </p:spPr>
          <p:txBody>
            <a:bodyPr wrap="none" lIns="91440" tIns="45720" rIns="91440" bIns="45720">
              <a:spAutoFit/>
            </a:bodyPr>
            <a:lstStyle/>
            <a:p>
              <a:pPr algn="ctr"/>
              <a:r>
                <a:rPr lang="en-US" sz="2800" b="1"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rPr>
                <a:t>Beta</a:t>
              </a:r>
            </a:p>
          </p:txBody>
        </p:sp>
        <p:sp>
          <p:nvSpPr>
            <p:cNvPr id="5" name="Rectangle 4">
              <a:extLst>
                <a:ext uri="{FF2B5EF4-FFF2-40B4-BE49-F238E27FC236}">
                  <a16:creationId xmlns:a16="http://schemas.microsoft.com/office/drawing/2014/main" id="{1B8BBDBA-24CF-16FC-08E8-3DA16ADD80D4}"/>
                </a:ext>
              </a:extLst>
            </p:cNvPr>
            <p:cNvSpPr/>
            <p:nvPr/>
          </p:nvSpPr>
          <p:spPr>
            <a:xfrm>
              <a:off x="9759322" y="821841"/>
              <a:ext cx="1353255" cy="523220"/>
            </a:xfrm>
            <a:prstGeom prst="rect">
              <a:avLst/>
            </a:prstGeom>
            <a:noFill/>
          </p:spPr>
          <p:txBody>
            <a:bodyPr wrap="none" lIns="91440" tIns="45720" rIns="91440" bIns="45720">
              <a:spAutoFit/>
            </a:bodyPr>
            <a:lstStyle/>
            <a:p>
              <a:pPr algn="ctr"/>
              <a:r>
                <a:rPr lang="en-US" sz="2800" b="1"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rPr>
                <a:t>Gamma</a:t>
              </a:r>
            </a:p>
          </p:txBody>
        </p:sp>
      </p:grpSp>
      <p:grpSp>
        <p:nvGrpSpPr>
          <p:cNvPr id="16" name="Group 15">
            <a:extLst>
              <a:ext uri="{FF2B5EF4-FFF2-40B4-BE49-F238E27FC236}">
                <a16:creationId xmlns:a16="http://schemas.microsoft.com/office/drawing/2014/main" id="{B8A77FBF-267C-222D-87B1-D4B3C9883FDC}"/>
              </a:ext>
            </a:extLst>
          </p:cNvPr>
          <p:cNvGrpSpPr/>
          <p:nvPr/>
        </p:nvGrpSpPr>
        <p:grpSpPr>
          <a:xfrm>
            <a:off x="2879208" y="1345061"/>
            <a:ext cx="6591191" cy="540148"/>
            <a:chOff x="2879208" y="1345061"/>
            <a:chExt cx="6591191" cy="540148"/>
          </a:xfrm>
        </p:grpSpPr>
        <p:sp>
          <p:nvSpPr>
            <p:cNvPr id="10" name="Rectangle 9">
              <a:extLst>
                <a:ext uri="{FF2B5EF4-FFF2-40B4-BE49-F238E27FC236}">
                  <a16:creationId xmlns:a16="http://schemas.microsoft.com/office/drawing/2014/main" id="{5C1C8126-F862-C8D6-0C84-156356274A05}"/>
                </a:ext>
              </a:extLst>
            </p:cNvPr>
            <p:cNvSpPr/>
            <p:nvPr/>
          </p:nvSpPr>
          <p:spPr>
            <a:xfrm>
              <a:off x="2879208" y="1345061"/>
              <a:ext cx="1404872" cy="523220"/>
            </a:xfrm>
            <a:prstGeom prst="rect">
              <a:avLst/>
            </a:prstGeom>
            <a:noFill/>
          </p:spPr>
          <p:txBody>
            <a:bodyPr wrap="none" lIns="91440" tIns="45720" rIns="91440" bIns="45720">
              <a:spAutoFit/>
            </a:bodyPr>
            <a:lstStyle/>
            <a:p>
              <a:pPr algn="ctr"/>
              <a:r>
                <a:rPr lang="en-US" sz="2800" b="1"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rPr>
                <a:t>Beta -</a:t>
              </a:r>
              <a:r>
                <a:rPr lang="en-US" sz="2800" b="1" cap="none" spc="0" dirty="0" err="1">
                  <a:ln w="10160">
                    <a:solidFill>
                      <a:schemeClr val="accent5"/>
                    </a:solidFill>
                    <a:prstDash val="solid"/>
                  </a:ln>
                  <a:solidFill>
                    <a:srgbClr val="FFFFFF"/>
                  </a:solidFill>
                  <a:effectLst>
                    <a:outerShdw blurRad="38100" dist="22860" dir="5400000" algn="tl" rotWithShape="0">
                      <a:srgbClr val="000000">
                        <a:alpha val="30000"/>
                      </a:srgbClr>
                    </a:outerShdw>
                  </a:effectLst>
                </a:rPr>
                <a:t>ve</a:t>
              </a:r>
              <a:endParaRPr lang="en-US" sz="2800" b="1"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endParaRPr>
            </a:p>
          </p:txBody>
        </p:sp>
        <p:sp>
          <p:nvSpPr>
            <p:cNvPr id="11" name="Rectangle 10">
              <a:extLst>
                <a:ext uri="{FF2B5EF4-FFF2-40B4-BE49-F238E27FC236}">
                  <a16:creationId xmlns:a16="http://schemas.microsoft.com/office/drawing/2014/main" id="{A3E568B0-4148-A775-0A18-A87B5DAA2BE2}"/>
                </a:ext>
              </a:extLst>
            </p:cNvPr>
            <p:cNvSpPr/>
            <p:nvPr/>
          </p:nvSpPr>
          <p:spPr>
            <a:xfrm>
              <a:off x="4912397" y="1353525"/>
              <a:ext cx="1473801" cy="523220"/>
            </a:xfrm>
            <a:prstGeom prst="rect">
              <a:avLst/>
            </a:prstGeom>
            <a:noFill/>
          </p:spPr>
          <p:txBody>
            <a:bodyPr wrap="none" lIns="91440" tIns="45720" rIns="91440" bIns="45720">
              <a:spAutoFit/>
            </a:bodyPr>
            <a:lstStyle/>
            <a:p>
              <a:pPr algn="ctr"/>
              <a:r>
                <a:rPr lang="en-US" sz="2800" b="1"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rPr>
                <a:t>Beta +</a:t>
              </a:r>
              <a:r>
                <a:rPr lang="en-US" sz="2800" b="1" cap="none" spc="0" dirty="0" err="1">
                  <a:ln w="10160">
                    <a:solidFill>
                      <a:schemeClr val="accent5"/>
                    </a:solidFill>
                    <a:prstDash val="solid"/>
                  </a:ln>
                  <a:solidFill>
                    <a:srgbClr val="FFFFFF"/>
                  </a:solidFill>
                  <a:effectLst>
                    <a:outerShdw blurRad="38100" dist="22860" dir="5400000" algn="tl" rotWithShape="0">
                      <a:srgbClr val="000000">
                        <a:alpha val="30000"/>
                      </a:srgbClr>
                    </a:outerShdw>
                  </a:effectLst>
                </a:rPr>
                <a:t>ve</a:t>
              </a:r>
              <a:endParaRPr lang="en-US" sz="2800" b="1"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endParaRPr>
            </a:p>
          </p:txBody>
        </p:sp>
        <p:sp>
          <p:nvSpPr>
            <p:cNvPr id="12" name="Rectangle 11">
              <a:extLst>
                <a:ext uri="{FF2B5EF4-FFF2-40B4-BE49-F238E27FC236}">
                  <a16:creationId xmlns:a16="http://schemas.microsoft.com/office/drawing/2014/main" id="{20FBF756-AD0D-D884-7DAE-8F10BEB54D86}"/>
                </a:ext>
              </a:extLst>
            </p:cNvPr>
            <p:cNvSpPr/>
            <p:nvPr/>
          </p:nvSpPr>
          <p:spPr>
            <a:xfrm>
              <a:off x="6835447" y="1361989"/>
              <a:ext cx="2634952" cy="523220"/>
            </a:xfrm>
            <a:prstGeom prst="rect">
              <a:avLst/>
            </a:prstGeom>
            <a:noFill/>
          </p:spPr>
          <p:txBody>
            <a:bodyPr wrap="none" lIns="91440" tIns="45720" rIns="91440" bIns="45720">
              <a:spAutoFit/>
            </a:bodyPr>
            <a:lstStyle/>
            <a:p>
              <a:pPr algn="ctr"/>
              <a:r>
                <a:rPr lang="en-US" sz="2800" b="1"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rPr>
                <a:t>Electron capture</a:t>
              </a:r>
            </a:p>
          </p:txBody>
        </p:sp>
      </p:gr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3F33AF58-FD3E-4FB7-0871-B94EB24C3E40}"/>
                  </a:ext>
                </a:extLst>
              </p:cNvPr>
              <p:cNvSpPr txBox="1"/>
              <p:nvPr/>
            </p:nvSpPr>
            <p:spPr>
              <a:xfrm>
                <a:off x="305928" y="1976135"/>
                <a:ext cx="1668631" cy="527196"/>
              </a:xfrm>
              <a:prstGeom prst="rect">
                <a:avLst/>
              </a:prstGeom>
              <a:noFill/>
            </p:spPr>
            <p:txBody>
              <a:bodyPr wrap="square" rtlCol="0">
                <a:spAutoFit/>
              </a:bodyPr>
              <a:lstStyle/>
              <a:p>
                <a:pPr algn="l"/>
                <a:r>
                  <a:rPr lang="en-US" sz="2800" b="0" dirty="0">
                    <a:solidFill>
                      <a:schemeClr val="bg1"/>
                    </a:solidFill>
                  </a:rPr>
                  <a:t>Emit</a:t>
                </a:r>
                <a14:m>
                  <m:oMath xmlns:m="http://schemas.openxmlformats.org/officeDocument/2006/math">
                    <m:sSubSup>
                      <m:sSubSupPr>
                        <m:ctrlPr>
                          <a:rPr lang="en-US" sz="2800" b="0" i="1" smtClean="0">
                            <a:solidFill>
                              <a:schemeClr val="bg1"/>
                            </a:solidFill>
                            <a:latin typeface="Cambria Math" panose="02040503050406030204" pitchFamily="18" charset="0"/>
                          </a:rPr>
                        </m:ctrlPr>
                      </m:sSubSupPr>
                      <m:e>
                        <m:r>
                          <a:rPr lang="en-US" sz="2800" b="0" i="1" smtClean="0">
                            <a:solidFill>
                              <a:schemeClr val="bg1">
                                <a:alpha val="0"/>
                              </a:schemeClr>
                            </a:solidFill>
                            <a:latin typeface="Cambria Math" panose="02040503050406030204" pitchFamily="18" charset="0"/>
                          </a:rPr>
                          <m:t>𝑒</m:t>
                        </m:r>
                      </m:e>
                      <m:sub>
                        <m:r>
                          <a:rPr lang="en-US" sz="2800" b="0" i="1" smtClean="0">
                            <a:solidFill>
                              <a:schemeClr val="bg1"/>
                            </a:solidFill>
                            <a:latin typeface="Cambria Math" panose="02040503050406030204" pitchFamily="18" charset="0"/>
                          </a:rPr>
                          <m:t>2</m:t>
                        </m:r>
                      </m:sub>
                      <m:sup>
                        <m:r>
                          <a:rPr lang="en-US" sz="2800" b="0" i="1" smtClean="0">
                            <a:solidFill>
                              <a:schemeClr val="bg1"/>
                            </a:solidFill>
                            <a:latin typeface="Cambria Math" panose="02040503050406030204" pitchFamily="18" charset="0"/>
                          </a:rPr>
                          <m:t>4</m:t>
                        </m:r>
                      </m:sup>
                    </m:sSubSup>
                    <m:r>
                      <a:rPr lang="en-US" sz="2800" b="0" i="1" smtClean="0">
                        <a:solidFill>
                          <a:schemeClr val="bg1"/>
                        </a:solidFill>
                        <a:latin typeface="Cambria Math" panose="02040503050406030204" pitchFamily="18" charset="0"/>
                      </a:rPr>
                      <m:t>𝐻𝑒</m:t>
                    </m:r>
                  </m:oMath>
                </a14:m>
                <a:endParaRPr lang="en-US" sz="2800" dirty="0">
                  <a:solidFill>
                    <a:schemeClr val="bg1"/>
                  </a:solidFill>
                </a:endParaRPr>
              </a:p>
            </p:txBody>
          </p:sp>
        </mc:Choice>
        <mc:Fallback xmlns="">
          <p:sp>
            <p:nvSpPr>
              <p:cNvPr id="17" name="TextBox 16">
                <a:extLst>
                  <a:ext uri="{FF2B5EF4-FFF2-40B4-BE49-F238E27FC236}">
                    <a16:creationId xmlns:a16="http://schemas.microsoft.com/office/drawing/2014/main" id="{3F33AF58-FD3E-4FB7-0871-B94EB24C3E40}"/>
                  </a:ext>
                </a:extLst>
              </p:cNvPr>
              <p:cNvSpPr txBox="1">
                <a:spLocks noRot="1" noChangeAspect="1" noMove="1" noResize="1" noEditPoints="1" noAdjustHandles="1" noChangeArrowheads="1" noChangeShapeType="1" noTextEdit="1"/>
              </p:cNvSpPr>
              <p:nvPr/>
            </p:nvSpPr>
            <p:spPr>
              <a:xfrm>
                <a:off x="305928" y="1976135"/>
                <a:ext cx="1668631" cy="527196"/>
              </a:xfrm>
              <a:prstGeom prst="rect">
                <a:avLst/>
              </a:prstGeom>
              <a:blipFill>
                <a:blip r:embed="rId2"/>
                <a:stretch>
                  <a:fillRect l="-7299" t="-9195" b="-3218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3A72FD7A-7F96-9DD0-3530-7725DC846A74}"/>
                  </a:ext>
                </a:extLst>
              </p:cNvPr>
              <p:cNvSpPr txBox="1"/>
              <p:nvPr/>
            </p:nvSpPr>
            <p:spPr>
              <a:xfrm>
                <a:off x="2828052" y="1964841"/>
                <a:ext cx="1743239" cy="530786"/>
              </a:xfrm>
              <a:prstGeom prst="rect">
                <a:avLst/>
              </a:prstGeom>
              <a:noFill/>
            </p:spPr>
            <p:txBody>
              <a:bodyPr wrap="square" rtlCol="0">
                <a:spAutoFit/>
              </a:bodyPr>
              <a:lstStyle/>
              <a:p>
                <a:pPr algn="l"/>
                <a:r>
                  <a:rPr lang="en-US" sz="2800" b="0" dirty="0">
                    <a:solidFill>
                      <a:schemeClr val="bg1"/>
                    </a:solidFill>
                  </a:rPr>
                  <a:t>Emit</a:t>
                </a:r>
                <a14:m>
                  <m:oMath xmlns:m="http://schemas.openxmlformats.org/officeDocument/2006/math">
                    <m:sSubSup>
                      <m:sSubSupPr>
                        <m:ctrlPr>
                          <a:rPr lang="en-US" sz="2800" b="0" i="1" smtClean="0">
                            <a:solidFill>
                              <a:schemeClr val="bg1"/>
                            </a:solidFill>
                            <a:latin typeface="Cambria Math" panose="02040503050406030204" pitchFamily="18" charset="0"/>
                          </a:rPr>
                        </m:ctrlPr>
                      </m:sSubSupPr>
                      <m:e>
                        <m:r>
                          <a:rPr lang="en-US" sz="2800" b="0" i="1" smtClean="0">
                            <a:solidFill>
                              <a:schemeClr val="bg1">
                                <a:alpha val="0"/>
                              </a:schemeClr>
                            </a:solidFill>
                            <a:latin typeface="Cambria Math" panose="02040503050406030204" pitchFamily="18" charset="0"/>
                          </a:rPr>
                          <m:t>𝑒</m:t>
                        </m:r>
                      </m:e>
                      <m:sub>
                        <m:r>
                          <a:rPr lang="en-US" sz="2800" b="0" i="1" smtClean="0">
                            <a:solidFill>
                              <a:schemeClr val="bg1"/>
                            </a:solidFill>
                            <a:latin typeface="Cambria Math" panose="02040503050406030204" pitchFamily="18" charset="0"/>
                          </a:rPr>
                          <m:t>−1</m:t>
                        </m:r>
                      </m:sub>
                      <m:sup>
                        <m:r>
                          <a:rPr lang="en-US" sz="2800" b="0" i="1" smtClean="0">
                            <a:solidFill>
                              <a:schemeClr val="bg1"/>
                            </a:solidFill>
                            <a:latin typeface="Cambria Math" panose="02040503050406030204" pitchFamily="18" charset="0"/>
                          </a:rPr>
                          <m:t>0</m:t>
                        </m:r>
                      </m:sup>
                    </m:sSubSup>
                    <m:r>
                      <a:rPr lang="en-US" sz="2800" b="0" i="1" smtClean="0">
                        <a:solidFill>
                          <a:schemeClr val="bg1"/>
                        </a:solidFill>
                        <a:latin typeface="Cambria Math" panose="02040503050406030204" pitchFamily="18" charset="0"/>
                      </a:rPr>
                      <m:t>𝑒</m:t>
                    </m:r>
                  </m:oMath>
                </a14:m>
                <a:endParaRPr lang="en-US" sz="2800" dirty="0">
                  <a:solidFill>
                    <a:schemeClr val="bg1"/>
                  </a:solidFill>
                </a:endParaRPr>
              </a:p>
            </p:txBody>
          </p:sp>
        </mc:Choice>
        <mc:Fallback xmlns="">
          <p:sp>
            <p:nvSpPr>
              <p:cNvPr id="18" name="TextBox 17">
                <a:extLst>
                  <a:ext uri="{FF2B5EF4-FFF2-40B4-BE49-F238E27FC236}">
                    <a16:creationId xmlns:a16="http://schemas.microsoft.com/office/drawing/2014/main" id="{3A72FD7A-7F96-9DD0-3530-7725DC846A74}"/>
                  </a:ext>
                </a:extLst>
              </p:cNvPr>
              <p:cNvSpPr txBox="1">
                <a:spLocks noRot="1" noChangeAspect="1" noMove="1" noResize="1" noEditPoints="1" noAdjustHandles="1" noChangeArrowheads="1" noChangeShapeType="1" noTextEdit="1"/>
              </p:cNvSpPr>
              <p:nvPr/>
            </p:nvSpPr>
            <p:spPr>
              <a:xfrm>
                <a:off x="2828052" y="1964841"/>
                <a:ext cx="1743239" cy="530786"/>
              </a:xfrm>
              <a:prstGeom prst="rect">
                <a:avLst/>
              </a:prstGeom>
              <a:blipFill>
                <a:blip r:embed="rId3"/>
                <a:stretch>
                  <a:fillRect l="-7343" t="-9195" b="-3218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024CC3FF-8FAE-7C0A-3F0C-3EC214583E12}"/>
                  </a:ext>
                </a:extLst>
              </p:cNvPr>
              <p:cNvSpPr txBox="1"/>
              <p:nvPr/>
            </p:nvSpPr>
            <p:spPr>
              <a:xfrm>
                <a:off x="4999389" y="1964841"/>
                <a:ext cx="1518515" cy="530786"/>
              </a:xfrm>
              <a:prstGeom prst="rect">
                <a:avLst/>
              </a:prstGeom>
              <a:noFill/>
            </p:spPr>
            <p:txBody>
              <a:bodyPr wrap="square" rtlCol="0">
                <a:spAutoFit/>
              </a:bodyPr>
              <a:lstStyle/>
              <a:p>
                <a:r>
                  <a:rPr lang="en-US" sz="2800" dirty="0">
                    <a:solidFill>
                      <a:schemeClr val="bg1"/>
                    </a:solidFill>
                  </a:rPr>
                  <a:t>Emit </a:t>
                </a:r>
                <a14:m>
                  <m:oMath xmlns:m="http://schemas.openxmlformats.org/officeDocument/2006/math">
                    <m:sSubSup>
                      <m:sSubSupPr>
                        <m:ctrlPr>
                          <a:rPr lang="en-US" sz="2800" b="0" i="1" smtClean="0">
                            <a:solidFill>
                              <a:schemeClr val="bg1"/>
                            </a:solidFill>
                            <a:latin typeface="Cambria Math" panose="02040503050406030204" pitchFamily="18" charset="0"/>
                          </a:rPr>
                        </m:ctrlPr>
                      </m:sSubSupPr>
                      <m:e>
                        <m:r>
                          <a:rPr lang="en-US" sz="2800" b="0" i="1" smtClean="0">
                            <a:solidFill>
                              <a:schemeClr val="bg1">
                                <a:alpha val="0"/>
                              </a:schemeClr>
                            </a:solidFill>
                            <a:latin typeface="Cambria Math" panose="02040503050406030204" pitchFamily="18" charset="0"/>
                          </a:rPr>
                          <m:t>𝑒</m:t>
                        </m:r>
                      </m:e>
                      <m:sub>
                        <m:r>
                          <a:rPr lang="en-US" sz="2800" b="0" i="1" smtClean="0">
                            <a:solidFill>
                              <a:schemeClr val="bg1"/>
                            </a:solidFill>
                            <a:latin typeface="Cambria Math" panose="02040503050406030204" pitchFamily="18" charset="0"/>
                          </a:rPr>
                          <m:t>1</m:t>
                        </m:r>
                      </m:sub>
                      <m:sup>
                        <m:r>
                          <a:rPr lang="en-US" sz="2800" b="0" i="1" smtClean="0">
                            <a:solidFill>
                              <a:schemeClr val="bg1"/>
                            </a:solidFill>
                            <a:latin typeface="Cambria Math" panose="02040503050406030204" pitchFamily="18" charset="0"/>
                          </a:rPr>
                          <m:t>0</m:t>
                        </m:r>
                      </m:sup>
                    </m:sSubSup>
                    <m:r>
                      <a:rPr lang="en-US" sz="2800" b="0" i="1" smtClean="0">
                        <a:solidFill>
                          <a:schemeClr val="bg1"/>
                        </a:solidFill>
                        <a:latin typeface="Cambria Math" panose="02040503050406030204" pitchFamily="18" charset="0"/>
                      </a:rPr>
                      <m:t>𝑒</m:t>
                    </m:r>
                  </m:oMath>
                </a14:m>
                <a:endParaRPr lang="en-US" sz="2800" dirty="0">
                  <a:solidFill>
                    <a:schemeClr val="bg1"/>
                  </a:solidFill>
                </a:endParaRPr>
              </a:p>
            </p:txBody>
          </p:sp>
        </mc:Choice>
        <mc:Fallback xmlns="">
          <p:sp>
            <p:nvSpPr>
              <p:cNvPr id="19" name="TextBox 18">
                <a:extLst>
                  <a:ext uri="{FF2B5EF4-FFF2-40B4-BE49-F238E27FC236}">
                    <a16:creationId xmlns:a16="http://schemas.microsoft.com/office/drawing/2014/main" id="{024CC3FF-8FAE-7C0A-3F0C-3EC214583E12}"/>
                  </a:ext>
                </a:extLst>
              </p:cNvPr>
              <p:cNvSpPr txBox="1">
                <a:spLocks noRot="1" noChangeAspect="1" noMove="1" noResize="1" noEditPoints="1" noAdjustHandles="1" noChangeArrowheads="1" noChangeShapeType="1" noTextEdit="1"/>
              </p:cNvSpPr>
              <p:nvPr/>
            </p:nvSpPr>
            <p:spPr>
              <a:xfrm>
                <a:off x="4999389" y="1964841"/>
                <a:ext cx="1518515" cy="530786"/>
              </a:xfrm>
              <a:prstGeom prst="rect">
                <a:avLst/>
              </a:prstGeom>
              <a:blipFill>
                <a:blip r:embed="rId4"/>
                <a:stretch>
                  <a:fillRect l="-8032" t="-9195" b="-3218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2710DFEF-5C52-4287-B602-0E6644C3D7B3}"/>
                  </a:ext>
                </a:extLst>
              </p:cNvPr>
              <p:cNvSpPr txBox="1"/>
              <p:nvPr/>
            </p:nvSpPr>
            <p:spPr>
              <a:xfrm>
                <a:off x="7076122" y="1964841"/>
                <a:ext cx="2153603" cy="530786"/>
              </a:xfrm>
              <a:prstGeom prst="rect">
                <a:avLst/>
              </a:prstGeom>
              <a:noFill/>
            </p:spPr>
            <p:txBody>
              <a:bodyPr wrap="square" rtlCol="0">
                <a:spAutoFit/>
              </a:bodyPr>
              <a:lstStyle/>
              <a:p>
                <a:r>
                  <a:rPr lang="en-US" sz="2800" dirty="0">
                    <a:solidFill>
                      <a:schemeClr val="bg1"/>
                    </a:solidFill>
                  </a:rPr>
                  <a:t>Capture </a:t>
                </a:r>
                <a14:m>
                  <m:oMath xmlns:m="http://schemas.openxmlformats.org/officeDocument/2006/math">
                    <m:sSubSup>
                      <m:sSubSupPr>
                        <m:ctrlPr>
                          <a:rPr lang="en-US" sz="2800" b="0" i="1" smtClean="0">
                            <a:solidFill>
                              <a:schemeClr val="bg1"/>
                            </a:solidFill>
                            <a:latin typeface="Cambria Math" panose="02040503050406030204" pitchFamily="18" charset="0"/>
                          </a:rPr>
                        </m:ctrlPr>
                      </m:sSubSupPr>
                      <m:e>
                        <m:r>
                          <a:rPr lang="en-US" sz="2800" b="0" i="1" smtClean="0">
                            <a:solidFill>
                              <a:schemeClr val="bg1">
                                <a:alpha val="0"/>
                              </a:schemeClr>
                            </a:solidFill>
                            <a:latin typeface="Cambria Math" panose="02040503050406030204" pitchFamily="18" charset="0"/>
                          </a:rPr>
                          <m:t>𝑒</m:t>
                        </m:r>
                      </m:e>
                      <m:sub>
                        <m:r>
                          <a:rPr lang="en-US" sz="2800" b="0" i="1" smtClean="0">
                            <a:solidFill>
                              <a:schemeClr val="bg1"/>
                            </a:solidFill>
                            <a:latin typeface="Cambria Math" panose="02040503050406030204" pitchFamily="18" charset="0"/>
                          </a:rPr>
                          <m:t>−1</m:t>
                        </m:r>
                      </m:sub>
                      <m:sup>
                        <m:r>
                          <a:rPr lang="en-US" sz="2800" b="0" i="1" smtClean="0">
                            <a:solidFill>
                              <a:schemeClr val="bg1"/>
                            </a:solidFill>
                            <a:latin typeface="Cambria Math" panose="02040503050406030204" pitchFamily="18" charset="0"/>
                          </a:rPr>
                          <m:t>0</m:t>
                        </m:r>
                      </m:sup>
                    </m:sSubSup>
                    <m:r>
                      <a:rPr lang="en-US" sz="2800" b="0" i="1" smtClean="0">
                        <a:solidFill>
                          <a:schemeClr val="bg1"/>
                        </a:solidFill>
                        <a:latin typeface="Cambria Math" panose="02040503050406030204" pitchFamily="18" charset="0"/>
                      </a:rPr>
                      <m:t>𝑒</m:t>
                    </m:r>
                  </m:oMath>
                </a14:m>
                <a:endParaRPr lang="en-US" sz="2800" dirty="0">
                  <a:solidFill>
                    <a:schemeClr val="bg1"/>
                  </a:solidFill>
                </a:endParaRPr>
              </a:p>
            </p:txBody>
          </p:sp>
        </mc:Choice>
        <mc:Fallback xmlns="">
          <p:sp>
            <p:nvSpPr>
              <p:cNvPr id="20" name="TextBox 19">
                <a:extLst>
                  <a:ext uri="{FF2B5EF4-FFF2-40B4-BE49-F238E27FC236}">
                    <a16:creationId xmlns:a16="http://schemas.microsoft.com/office/drawing/2014/main" id="{2710DFEF-5C52-4287-B602-0E6644C3D7B3}"/>
                  </a:ext>
                </a:extLst>
              </p:cNvPr>
              <p:cNvSpPr txBox="1">
                <a:spLocks noRot="1" noChangeAspect="1" noMove="1" noResize="1" noEditPoints="1" noAdjustHandles="1" noChangeArrowheads="1" noChangeShapeType="1" noTextEdit="1"/>
              </p:cNvSpPr>
              <p:nvPr/>
            </p:nvSpPr>
            <p:spPr>
              <a:xfrm>
                <a:off x="7076122" y="1964841"/>
                <a:ext cx="2153603" cy="530786"/>
              </a:xfrm>
              <a:prstGeom prst="rect">
                <a:avLst/>
              </a:prstGeom>
              <a:blipFill>
                <a:blip r:embed="rId5"/>
                <a:stretch>
                  <a:fillRect l="-5949" t="-9195" b="-3218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5AB82341-51A9-1B28-CC90-2851AA83F14C}"/>
                  </a:ext>
                </a:extLst>
              </p:cNvPr>
              <p:cNvSpPr txBox="1"/>
              <p:nvPr/>
            </p:nvSpPr>
            <p:spPr>
              <a:xfrm>
                <a:off x="10166857" y="1964841"/>
                <a:ext cx="1244094" cy="523220"/>
              </a:xfrm>
              <a:prstGeom prst="rect">
                <a:avLst/>
              </a:prstGeom>
              <a:noFill/>
            </p:spPr>
            <p:txBody>
              <a:bodyPr wrap="square" rtlCol="0">
                <a:spAutoFit/>
              </a:bodyPr>
              <a:lstStyle/>
              <a:p>
                <a:r>
                  <a:rPr lang="en-US" sz="2800" dirty="0">
                    <a:solidFill>
                      <a:schemeClr val="bg1"/>
                    </a:solidFill>
                  </a:rPr>
                  <a:t>Emit </a:t>
                </a:r>
                <a14:m>
                  <m:oMath xmlns:m="http://schemas.openxmlformats.org/officeDocument/2006/math">
                    <m:r>
                      <a:rPr lang="en-US" sz="2800" i="1">
                        <a:solidFill>
                          <a:schemeClr val="bg1"/>
                        </a:solidFill>
                        <a:latin typeface="Cambria Math" panose="02040503050406030204" pitchFamily="18" charset="0"/>
                      </a:rPr>
                      <m:t>𝛾</m:t>
                    </m:r>
                  </m:oMath>
                </a14:m>
                <a:endParaRPr lang="en-US" sz="2800" dirty="0">
                  <a:solidFill>
                    <a:schemeClr val="bg1"/>
                  </a:solidFill>
                </a:endParaRPr>
              </a:p>
            </p:txBody>
          </p:sp>
        </mc:Choice>
        <mc:Fallback xmlns="">
          <p:sp>
            <p:nvSpPr>
              <p:cNvPr id="21" name="TextBox 20">
                <a:extLst>
                  <a:ext uri="{FF2B5EF4-FFF2-40B4-BE49-F238E27FC236}">
                    <a16:creationId xmlns:a16="http://schemas.microsoft.com/office/drawing/2014/main" id="{5AB82341-51A9-1B28-CC90-2851AA83F14C}"/>
                  </a:ext>
                </a:extLst>
              </p:cNvPr>
              <p:cNvSpPr txBox="1">
                <a:spLocks noRot="1" noChangeAspect="1" noMove="1" noResize="1" noEditPoints="1" noAdjustHandles="1" noChangeArrowheads="1" noChangeShapeType="1" noTextEdit="1"/>
              </p:cNvSpPr>
              <p:nvPr/>
            </p:nvSpPr>
            <p:spPr>
              <a:xfrm>
                <a:off x="10166857" y="1964841"/>
                <a:ext cx="1244094" cy="523220"/>
              </a:xfrm>
              <a:prstGeom prst="rect">
                <a:avLst/>
              </a:prstGeom>
              <a:blipFill>
                <a:blip r:embed="rId6"/>
                <a:stretch>
                  <a:fillRect l="-10294" t="-10465" b="-32558"/>
                </a:stretch>
              </a:blipFill>
            </p:spPr>
            <p:txBody>
              <a:bodyPr/>
              <a:lstStyle/>
              <a:p>
                <a:r>
                  <a:rPr lang="en-US">
                    <a:noFill/>
                  </a:rPr>
                  <a:t> </a:t>
                </a:r>
              </a:p>
            </p:txBody>
          </p:sp>
        </mc:Fallback>
      </mc:AlternateContent>
    </p:spTree>
    <p:extLst>
      <p:ext uri="{BB962C8B-B14F-4D97-AF65-F5344CB8AC3E}">
        <p14:creationId xmlns:p14="http://schemas.microsoft.com/office/powerpoint/2010/main" val="30857118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500"/>
                                        <p:tgtEl>
                                          <p:spTgt spid="1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fade">
                                      <p:cBhvr>
                                        <p:cTn id="27" dur="500"/>
                                        <p:tgtEl>
                                          <p:spTgt spid="1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fade">
                                      <p:cBhvr>
                                        <p:cTn id="32" dur="500"/>
                                        <p:tgtEl>
                                          <p:spTgt spid="20"/>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1"/>
                                        </p:tgtEl>
                                        <p:attrNameLst>
                                          <p:attrName>style.visibility</p:attrName>
                                        </p:attrNameLst>
                                      </p:cBhvr>
                                      <p:to>
                                        <p:strVal val="visible"/>
                                      </p:to>
                                    </p:set>
                                    <p:animEffect transition="in" filter="fade">
                                      <p:cBhvr>
                                        <p:cTn id="37"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P spid="19" grpId="0"/>
      <p:bldP spid="20" grpId="0"/>
      <p:bldP spid="21"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144A19A-F0F9-D954-CE79-189EE4AB2863}"/>
              </a:ext>
            </a:extLst>
          </p:cNvPr>
          <p:cNvSpPr/>
          <p:nvPr/>
        </p:nvSpPr>
        <p:spPr>
          <a:xfrm>
            <a:off x="152400" y="289560"/>
            <a:ext cx="1541576" cy="523220"/>
          </a:xfrm>
          <a:prstGeom prst="rect">
            <a:avLst/>
          </a:prstGeom>
          <a:noFill/>
        </p:spPr>
        <p:txBody>
          <a:bodyPr wrap="none" lIns="91440" tIns="45720" rIns="91440" bIns="45720">
            <a:spAutoFit/>
          </a:bodyPr>
          <a:lstStyle/>
          <a:p>
            <a:pPr algn="ctr"/>
            <a:r>
              <a:rPr lang="en-US" sz="2800" b="1"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rPr>
              <a:t>Question</a:t>
            </a:r>
          </a:p>
        </p:txBody>
      </p:sp>
      <p:sp>
        <p:nvSpPr>
          <p:cNvPr id="3" name="Rectangle 2">
            <a:extLst>
              <a:ext uri="{FF2B5EF4-FFF2-40B4-BE49-F238E27FC236}">
                <a16:creationId xmlns:a16="http://schemas.microsoft.com/office/drawing/2014/main" id="{8EB17BAF-1F1A-7CFD-3196-17681EC4A1CF}"/>
              </a:ext>
            </a:extLst>
          </p:cNvPr>
          <p:cNvSpPr/>
          <p:nvPr/>
        </p:nvSpPr>
        <p:spPr>
          <a:xfrm>
            <a:off x="152400" y="1679951"/>
            <a:ext cx="1425390" cy="523220"/>
          </a:xfrm>
          <a:prstGeom prst="rect">
            <a:avLst/>
          </a:prstGeom>
          <a:noFill/>
        </p:spPr>
        <p:txBody>
          <a:bodyPr wrap="none" lIns="91440" tIns="45720" rIns="91440" bIns="45720">
            <a:spAutoFit/>
          </a:bodyPr>
          <a:lstStyle/>
          <a:p>
            <a:pPr algn="ctr"/>
            <a:r>
              <a:rPr lang="en-US" sz="2800" b="1"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rPr>
              <a:t>Solution</a:t>
            </a:r>
          </a:p>
        </p:txBody>
      </p:sp>
      <p:grpSp>
        <p:nvGrpSpPr>
          <p:cNvPr id="17" name="Group 16">
            <a:extLst>
              <a:ext uri="{FF2B5EF4-FFF2-40B4-BE49-F238E27FC236}">
                <a16:creationId xmlns:a16="http://schemas.microsoft.com/office/drawing/2014/main" id="{AA475675-FD7C-9EFD-AE12-F849A82638A4}"/>
              </a:ext>
            </a:extLst>
          </p:cNvPr>
          <p:cNvGrpSpPr/>
          <p:nvPr/>
        </p:nvGrpSpPr>
        <p:grpSpPr>
          <a:xfrm>
            <a:off x="553432" y="681286"/>
            <a:ext cx="9263460" cy="799450"/>
            <a:chOff x="553432" y="681286"/>
            <a:chExt cx="9263460" cy="799450"/>
          </a:xfrm>
        </p:grpSpPr>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6606BEEF-9FCB-E560-DC4E-F0F187B8E8F3}"/>
                    </a:ext>
                  </a:extLst>
                </p:cNvPr>
                <p:cNvSpPr txBox="1"/>
                <p:nvPr/>
              </p:nvSpPr>
              <p:spPr>
                <a:xfrm>
                  <a:off x="553432" y="942896"/>
                  <a:ext cx="914400" cy="537840"/>
                </a:xfrm>
                <a:prstGeom prst="rect">
                  <a:avLst/>
                </a:prstGeom>
                <a:noFill/>
              </p:spPr>
              <p:txBody>
                <a:bodyPr wrap="square" rtlCol="0">
                  <a:spAutoFit/>
                </a:bodyPr>
                <a:lstStyle/>
                <a:p>
                  <a:pPr algn="l"/>
                  <a14:m>
                    <m:oMathPara xmlns:m="http://schemas.openxmlformats.org/officeDocument/2006/math">
                      <m:oMathParaPr>
                        <m:jc m:val="centerGroup"/>
                      </m:oMathParaPr>
                      <m:oMath xmlns:m="http://schemas.openxmlformats.org/officeDocument/2006/math">
                        <m:sSubSup>
                          <m:sSubSupPr>
                            <m:ctrlPr>
                              <a:rPr lang="en-US" sz="2800" b="0" i="1" smtClean="0">
                                <a:solidFill>
                                  <a:schemeClr val="bg1"/>
                                </a:solidFill>
                                <a:latin typeface="Cambria Math" panose="02040503050406030204" pitchFamily="18" charset="0"/>
                              </a:rPr>
                            </m:ctrlPr>
                          </m:sSubSupPr>
                          <m:e>
                            <m:r>
                              <a:rPr lang="en-US" sz="2800" b="0" i="1" smtClean="0">
                                <a:solidFill>
                                  <a:schemeClr val="bg1">
                                    <a:alpha val="0"/>
                                  </a:schemeClr>
                                </a:solidFill>
                                <a:latin typeface="Cambria Math" panose="02040503050406030204" pitchFamily="18" charset="0"/>
                              </a:rPr>
                              <m:t>𝑒</m:t>
                            </m:r>
                          </m:e>
                          <m:sub>
                            <m:r>
                              <a:rPr lang="en-US" sz="2800" b="0" i="1" smtClean="0">
                                <a:solidFill>
                                  <a:schemeClr val="bg1"/>
                                </a:solidFill>
                                <a:latin typeface="Cambria Math" panose="02040503050406030204" pitchFamily="18" charset="0"/>
                              </a:rPr>
                              <m:t>50</m:t>
                            </m:r>
                          </m:sub>
                          <m:sup>
                            <m:r>
                              <a:rPr lang="en-US" sz="2800" b="0" i="1" smtClean="0">
                                <a:solidFill>
                                  <a:schemeClr val="bg1"/>
                                </a:solidFill>
                                <a:latin typeface="Cambria Math" panose="02040503050406030204" pitchFamily="18" charset="0"/>
                              </a:rPr>
                              <m:t>124</m:t>
                            </m:r>
                          </m:sup>
                        </m:sSubSup>
                        <m:r>
                          <a:rPr lang="en-US" sz="2800" b="0" i="1" smtClean="0">
                            <a:solidFill>
                              <a:schemeClr val="bg1"/>
                            </a:solidFill>
                            <a:latin typeface="Cambria Math" panose="02040503050406030204" pitchFamily="18" charset="0"/>
                          </a:rPr>
                          <m:t>𝑋</m:t>
                        </m:r>
                      </m:oMath>
                    </m:oMathPara>
                  </a14:m>
                  <a:endParaRPr lang="en-US" sz="2800" dirty="0">
                    <a:solidFill>
                      <a:schemeClr val="bg1"/>
                    </a:solidFill>
                  </a:endParaRPr>
                </a:p>
              </p:txBody>
            </p:sp>
          </mc:Choice>
          <mc:Fallback xmlns="">
            <p:sp>
              <p:nvSpPr>
                <p:cNvPr id="4" name="TextBox 3">
                  <a:extLst>
                    <a:ext uri="{FF2B5EF4-FFF2-40B4-BE49-F238E27FC236}">
                      <a16:creationId xmlns:a16="http://schemas.microsoft.com/office/drawing/2014/main" id="{6606BEEF-9FCB-E560-DC4E-F0F187B8E8F3}"/>
                    </a:ext>
                  </a:extLst>
                </p:cNvPr>
                <p:cNvSpPr txBox="1">
                  <a:spLocks noRot="1" noChangeAspect="1" noMove="1" noResize="1" noEditPoints="1" noAdjustHandles="1" noChangeArrowheads="1" noChangeShapeType="1" noTextEdit="1"/>
                </p:cNvSpPr>
                <p:nvPr/>
              </p:nvSpPr>
              <p:spPr>
                <a:xfrm>
                  <a:off x="553432" y="942896"/>
                  <a:ext cx="914400" cy="537840"/>
                </a:xfrm>
                <a:prstGeom prst="rect">
                  <a:avLst/>
                </a:prstGeom>
                <a:blipFill>
                  <a:blip r:embed="rId2"/>
                  <a:stretch>
                    <a:fillRect r="-6667"/>
                  </a:stretch>
                </a:blipFill>
              </p:spPr>
              <p:txBody>
                <a:bodyPr/>
                <a:lstStyle/>
                <a:p>
                  <a:r>
                    <a:rPr lang="en-US">
                      <a:noFill/>
                    </a:rPr>
                    <a:t> </a:t>
                  </a:r>
                </a:p>
              </p:txBody>
            </p:sp>
          </mc:Fallback>
        </mc:AlternateContent>
        <p:cxnSp>
          <p:nvCxnSpPr>
            <p:cNvPr id="7" name="Straight Arrow Connector 6">
              <a:extLst>
                <a:ext uri="{FF2B5EF4-FFF2-40B4-BE49-F238E27FC236}">
                  <a16:creationId xmlns:a16="http://schemas.microsoft.com/office/drawing/2014/main" id="{33D54D55-4497-D82B-6EBA-19E8C3D99BA4}"/>
                </a:ext>
              </a:extLst>
            </p:cNvPr>
            <p:cNvCxnSpPr/>
            <p:nvPr/>
          </p:nvCxnSpPr>
          <p:spPr>
            <a:xfrm>
              <a:off x="1775992" y="1211816"/>
              <a:ext cx="115252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34128E96-902A-BBD2-17E9-EF6198BF9447}"/>
                </a:ext>
              </a:extLst>
            </p:cNvPr>
            <p:cNvCxnSpPr/>
            <p:nvPr/>
          </p:nvCxnSpPr>
          <p:spPr>
            <a:xfrm>
              <a:off x="3460467" y="1223482"/>
              <a:ext cx="115252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048C596E-E4DA-5B8A-A73D-37B8107439AA}"/>
                </a:ext>
              </a:extLst>
            </p:cNvPr>
            <p:cNvCxnSpPr/>
            <p:nvPr/>
          </p:nvCxnSpPr>
          <p:spPr>
            <a:xfrm>
              <a:off x="5260692" y="1235148"/>
              <a:ext cx="115252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FBAB856B-4700-A435-1635-0B971697C0FA}"/>
                </a:ext>
              </a:extLst>
            </p:cNvPr>
            <p:cNvCxnSpPr/>
            <p:nvPr/>
          </p:nvCxnSpPr>
          <p:spPr>
            <a:xfrm>
              <a:off x="6956742" y="1246814"/>
              <a:ext cx="115252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A118C682-630D-DFE1-57E2-855835897718}"/>
                </a:ext>
              </a:extLst>
            </p:cNvPr>
            <p:cNvCxnSpPr/>
            <p:nvPr/>
          </p:nvCxnSpPr>
          <p:spPr>
            <a:xfrm>
              <a:off x="8664367" y="1258480"/>
              <a:ext cx="115252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5313EF63-858F-9B59-1CC5-B303672862DE}"/>
                    </a:ext>
                  </a:extLst>
                </p:cNvPr>
                <p:cNvSpPr txBox="1"/>
                <p:nvPr/>
              </p:nvSpPr>
              <p:spPr>
                <a:xfrm>
                  <a:off x="1775992" y="681286"/>
                  <a:ext cx="914400" cy="523220"/>
                </a:xfrm>
                <a:prstGeom prst="rect">
                  <a:avLst/>
                </a:prstGeom>
                <a:noFill/>
              </p:spPr>
              <p:txBody>
                <a:bodyPr wrap="square" rtlCol="0">
                  <a:spAutoFit/>
                </a:bodyPr>
                <a:lstStyle/>
                <a:p>
                  <a:pPr algn="l"/>
                  <a14:m>
                    <m:oMathPara xmlns:m="http://schemas.openxmlformats.org/officeDocument/2006/math">
                      <m:oMathParaPr>
                        <m:jc m:val="centerGroup"/>
                      </m:oMathParaPr>
                      <m:oMath xmlns:m="http://schemas.openxmlformats.org/officeDocument/2006/math">
                        <m:r>
                          <a:rPr lang="en-US" sz="2800" b="0" i="1" smtClean="0">
                            <a:solidFill>
                              <a:schemeClr val="bg1"/>
                            </a:solidFill>
                            <a:latin typeface="Cambria Math" panose="02040503050406030204" pitchFamily="18" charset="0"/>
                          </a:rPr>
                          <m:t>𝛼</m:t>
                        </m:r>
                      </m:oMath>
                    </m:oMathPara>
                  </a14:m>
                  <a:endParaRPr lang="en-US" sz="2800" dirty="0">
                    <a:solidFill>
                      <a:schemeClr val="bg1"/>
                    </a:solidFill>
                  </a:endParaRPr>
                </a:p>
              </p:txBody>
            </p:sp>
          </mc:Choice>
          <mc:Fallback xmlns="">
            <p:sp>
              <p:nvSpPr>
                <p:cNvPr id="12" name="TextBox 11">
                  <a:extLst>
                    <a:ext uri="{FF2B5EF4-FFF2-40B4-BE49-F238E27FC236}">
                      <a16:creationId xmlns:a16="http://schemas.microsoft.com/office/drawing/2014/main" id="{5313EF63-858F-9B59-1CC5-B303672862DE}"/>
                    </a:ext>
                  </a:extLst>
                </p:cNvPr>
                <p:cNvSpPr txBox="1">
                  <a:spLocks noRot="1" noChangeAspect="1" noMove="1" noResize="1" noEditPoints="1" noAdjustHandles="1" noChangeArrowheads="1" noChangeShapeType="1" noTextEdit="1"/>
                </p:cNvSpPr>
                <p:nvPr/>
              </p:nvSpPr>
              <p:spPr>
                <a:xfrm>
                  <a:off x="1775992" y="681286"/>
                  <a:ext cx="914400" cy="523220"/>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36DB62A9-97CB-CFD0-BEA5-6148C925BA6D}"/>
                    </a:ext>
                  </a:extLst>
                </p:cNvPr>
                <p:cNvSpPr txBox="1"/>
                <p:nvPr/>
              </p:nvSpPr>
              <p:spPr>
                <a:xfrm>
                  <a:off x="3509748" y="681286"/>
                  <a:ext cx="914400" cy="523220"/>
                </a:xfrm>
                <a:prstGeom prst="rect">
                  <a:avLst/>
                </a:prstGeom>
                <a:noFill/>
              </p:spPr>
              <p:txBody>
                <a:bodyPr wrap="square" rtlCol="0">
                  <a:spAutoFit/>
                </a:bodyPr>
                <a:lstStyle/>
                <a:p>
                  <a:pPr algn="l"/>
                  <a14:m>
                    <m:oMathPara xmlns:m="http://schemas.openxmlformats.org/officeDocument/2006/math">
                      <m:oMathParaPr>
                        <m:jc m:val="centerGroup"/>
                      </m:oMathParaPr>
                      <m:oMath xmlns:m="http://schemas.openxmlformats.org/officeDocument/2006/math">
                        <m:r>
                          <a:rPr lang="en-US" sz="2800" b="0" i="1" smtClean="0">
                            <a:solidFill>
                              <a:schemeClr val="bg1"/>
                            </a:solidFill>
                            <a:latin typeface="Cambria Math" panose="02040503050406030204" pitchFamily="18" charset="0"/>
                          </a:rPr>
                          <m:t>𝛽</m:t>
                        </m:r>
                      </m:oMath>
                    </m:oMathPara>
                  </a14:m>
                  <a:endParaRPr lang="en-US" sz="2800" dirty="0">
                    <a:solidFill>
                      <a:schemeClr val="bg1"/>
                    </a:solidFill>
                  </a:endParaRPr>
                </a:p>
              </p:txBody>
            </p:sp>
          </mc:Choice>
          <mc:Fallback xmlns="">
            <p:sp>
              <p:nvSpPr>
                <p:cNvPr id="13" name="TextBox 12">
                  <a:extLst>
                    <a:ext uri="{FF2B5EF4-FFF2-40B4-BE49-F238E27FC236}">
                      <a16:creationId xmlns:a16="http://schemas.microsoft.com/office/drawing/2014/main" id="{36DB62A9-97CB-CFD0-BEA5-6148C925BA6D}"/>
                    </a:ext>
                  </a:extLst>
                </p:cNvPr>
                <p:cNvSpPr txBox="1">
                  <a:spLocks noRot="1" noChangeAspect="1" noMove="1" noResize="1" noEditPoints="1" noAdjustHandles="1" noChangeArrowheads="1" noChangeShapeType="1" noTextEdit="1"/>
                </p:cNvSpPr>
                <p:nvPr/>
              </p:nvSpPr>
              <p:spPr>
                <a:xfrm>
                  <a:off x="3509748" y="681286"/>
                  <a:ext cx="914400" cy="523220"/>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296F50C-6C13-29F6-A1FC-B51B72F73595}"/>
                    </a:ext>
                  </a:extLst>
                </p:cNvPr>
                <p:cNvSpPr txBox="1"/>
                <p:nvPr/>
              </p:nvSpPr>
              <p:spPr>
                <a:xfrm>
                  <a:off x="5243504" y="681286"/>
                  <a:ext cx="914400"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800" i="1">
                            <a:solidFill>
                              <a:schemeClr val="bg1"/>
                            </a:solidFill>
                            <a:latin typeface="Cambria Math" panose="02040503050406030204" pitchFamily="18" charset="0"/>
                          </a:rPr>
                          <m:t>𝛽</m:t>
                        </m:r>
                        <m:r>
                          <a:rPr lang="en-US" sz="2800" i="1">
                            <a:solidFill>
                              <a:schemeClr val="bg1"/>
                            </a:solidFill>
                            <a:latin typeface="Cambria Math" panose="02040503050406030204" pitchFamily="18" charset="0"/>
                          </a:rPr>
                          <m:t>−</m:t>
                        </m:r>
                      </m:oMath>
                    </m:oMathPara>
                  </a14:m>
                  <a:endParaRPr lang="en-US" sz="2800" dirty="0">
                    <a:solidFill>
                      <a:schemeClr val="bg1"/>
                    </a:solidFill>
                  </a:endParaRPr>
                </a:p>
              </p:txBody>
            </p:sp>
          </mc:Choice>
          <mc:Fallback xmlns="">
            <p:sp>
              <p:nvSpPr>
                <p:cNvPr id="14" name="TextBox 13">
                  <a:extLst>
                    <a:ext uri="{FF2B5EF4-FFF2-40B4-BE49-F238E27FC236}">
                      <a16:creationId xmlns:a16="http://schemas.microsoft.com/office/drawing/2014/main" id="{4296F50C-6C13-29F6-A1FC-B51B72F73595}"/>
                    </a:ext>
                  </a:extLst>
                </p:cNvPr>
                <p:cNvSpPr txBox="1">
                  <a:spLocks noRot="1" noChangeAspect="1" noMove="1" noResize="1" noEditPoints="1" noAdjustHandles="1" noChangeArrowheads="1" noChangeShapeType="1" noTextEdit="1"/>
                </p:cNvSpPr>
                <p:nvPr/>
              </p:nvSpPr>
              <p:spPr>
                <a:xfrm>
                  <a:off x="5243504" y="681286"/>
                  <a:ext cx="914400" cy="523220"/>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0027435C-120B-5043-82FE-2AD0B08D2086}"/>
                    </a:ext>
                  </a:extLst>
                </p:cNvPr>
                <p:cNvSpPr txBox="1"/>
                <p:nvPr/>
              </p:nvSpPr>
              <p:spPr>
                <a:xfrm>
                  <a:off x="6977260" y="681286"/>
                  <a:ext cx="914400"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800" i="1" smtClean="0">
                            <a:solidFill>
                              <a:schemeClr val="bg1"/>
                            </a:solidFill>
                            <a:latin typeface="Cambria Math" panose="02040503050406030204" pitchFamily="18" charset="0"/>
                          </a:rPr>
                          <m:t>𝛽</m:t>
                        </m:r>
                        <m:r>
                          <a:rPr lang="en-US" sz="2800" b="0" i="1" smtClean="0">
                            <a:solidFill>
                              <a:schemeClr val="bg1"/>
                            </a:solidFill>
                            <a:latin typeface="Cambria Math" panose="02040503050406030204" pitchFamily="18" charset="0"/>
                          </a:rPr>
                          <m:t>+</m:t>
                        </m:r>
                      </m:oMath>
                    </m:oMathPara>
                  </a14:m>
                  <a:endParaRPr lang="en-US" sz="2800" dirty="0">
                    <a:solidFill>
                      <a:schemeClr val="bg1"/>
                    </a:solidFill>
                  </a:endParaRPr>
                </a:p>
              </p:txBody>
            </p:sp>
          </mc:Choice>
          <mc:Fallback xmlns="">
            <p:sp>
              <p:nvSpPr>
                <p:cNvPr id="15" name="TextBox 14">
                  <a:extLst>
                    <a:ext uri="{FF2B5EF4-FFF2-40B4-BE49-F238E27FC236}">
                      <a16:creationId xmlns:a16="http://schemas.microsoft.com/office/drawing/2014/main" id="{0027435C-120B-5043-82FE-2AD0B08D2086}"/>
                    </a:ext>
                  </a:extLst>
                </p:cNvPr>
                <p:cNvSpPr txBox="1">
                  <a:spLocks noRot="1" noChangeAspect="1" noMove="1" noResize="1" noEditPoints="1" noAdjustHandles="1" noChangeArrowheads="1" noChangeShapeType="1" noTextEdit="1"/>
                </p:cNvSpPr>
                <p:nvPr/>
              </p:nvSpPr>
              <p:spPr>
                <a:xfrm>
                  <a:off x="6977260" y="681286"/>
                  <a:ext cx="914400" cy="523220"/>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519298E6-BF36-D2CF-4967-C18BBB5F40EB}"/>
                    </a:ext>
                  </a:extLst>
                </p:cNvPr>
                <p:cNvSpPr txBox="1"/>
                <p:nvPr/>
              </p:nvSpPr>
              <p:spPr>
                <a:xfrm>
                  <a:off x="8711016" y="681286"/>
                  <a:ext cx="914400" cy="523220"/>
                </a:xfrm>
                <a:prstGeom prst="rect">
                  <a:avLst/>
                </a:prstGeom>
                <a:noFill/>
              </p:spPr>
              <p:txBody>
                <a:bodyPr wrap="square" rtlCol="0">
                  <a:spAutoFit/>
                </a:bodyPr>
                <a:lstStyle/>
                <a:p>
                  <a:pPr algn="l"/>
                  <a14:m>
                    <m:oMathPara xmlns:m="http://schemas.openxmlformats.org/officeDocument/2006/math">
                      <m:oMathParaPr>
                        <m:jc m:val="centerGroup"/>
                      </m:oMathParaPr>
                      <m:oMath xmlns:m="http://schemas.openxmlformats.org/officeDocument/2006/math">
                        <m:r>
                          <a:rPr lang="en-US" sz="2800" b="0" i="1" smtClean="0">
                            <a:solidFill>
                              <a:schemeClr val="bg1"/>
                            </a:solidFill>
                            <a:latin typeface="Cambria Math" panose="02040503050406030204" pitchFamily="18" charset="0"/>
                          </a:rPr>
                          <m:t>𝛼</m:t>
                        </m:r>
                      </m:oMath>
                    </m:oMathPara>
                  </a14:m>
                  <a:endParaRPr lang="en-US" sz="2800" dirty="0">
                    <a:solidFill>
                      <a:schemeClr val="bg1"/>
                    </a:solidFill>
                  </a:endParaRPr>
                </a:p>
              </p:txBody>
            </p:sp>
          </mc:Choice>
          <mc:Fallback xmlns="">
            <p:sp>
              <p:nvSpPr>
                <p:cNvPr id="16" name="TextBox 15">
                  <a:extLst>
                    <a:ext uri="{FF2B5EF4-FFF2-40B4-BE49-F238E27FC236}">
                      <a16:creationId xmlns:a16="http://schemas.microsoft.com/office/drawing/2014/main" id="{519298E6-BF36-D2CF-4967-C18BBB5F40EB}"/>
                    </a:ext>
                  </a:extLst>
                </p:cNvPr>
                <p:cNvSpPr txBox="1">
                  <a:spLocks noRot="1" noChangeAspect="1" noMove="1" noResize="1" noEditPoints="1" noAdjustHandles="1" noChangeArrowheads="1" noChangeShapeType="1" noTextEdit="1"/>
                </p:cNvSpPr>
                <p:nvPr/>
              </p:nvSpPr>
              <p:spPr>
                <a:xfrm>
                  <a:off x="8711016" y="681286"/>
                  <a:ext cx="914400" cy="523220"/>
                </a:xfrm>
                <a:prstGeom prst="rect">
                  <a:avLst/>
                </a:prstGeom>
                <a:blipFill>
                  <a:blip r:embed="rId7"/>
                  <a:stretch>
                    <a:fillRect/>
                  </a:stretch>
                </a:blipFill>
              </p:spPr>
              <p:txBody>
                <a:bodyPr/>
                <a:lstStyle/>
                <a:p>
                  <a:r>
                    <a:rPr lang="en-US">
                      <a:noFill/>
                    </a:rPr>
                    <a:t> </a:t>
                  </a:r>
                </a:p>
              </p:txBody>
            </p:sp>
          </mc:Fallback>
        </mc:AlternateContent>
      </p:grpSp>
    </p:spTree>
    <p:extLst>
      <p:ext uri="{BB962C8B-B14F-4D97-AF65-F5344CB8AC3E}">
        <p14:creationId xmlns:p14="http://schemas.microsoft.com/office/powerpoint/2010/main" val="41722913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8F7B89-E897-CC97-77D5-DE339CC4A603}"/>
            </a:ext>
          </a:extLst>
        </p:cNvPr>
        <p:cNvGrpSpPr/>
        <p:nvPr/>
      </p:nvGrpSpPr>
      <p:grpSpPr>
        <a:xfrm>
          <a:off x="0" y="0"/>
          <a:ext cx="0" cy="0"/>
          <a:chOff x="0" y="0"/>
          <a:chExt cx="0" cy="0"/>
        </a:xfrm>
      </p:grpSpPr>
      <p:grpSp>
        <p:nvGrpSpPr>
          <p:cNvPr id="12" name="Group 11">
            <a:extLst>
              <a:ext uri="{FF2B5EF4-FFF2-40B4-BE49-F238E27FC236}">
                <a16:creationId xmlns:a16="http://schemas.microsoft.com/office/drawing/2014/main" id="{6CE89A18-39EA-E4C3-2D79-5D85731ABE96}"/>
              </a:ext>
            </a:extLst>
          </p:cNvPr>
          <p:cNvGrpSpPr/>
          <p:nvPr/>
        </p:nvGrpSpPr>
        <p:grpSpPr>
          <a:xfrm>
            <a:off x="152400" y="289560"/>
            <a:ext cx="10797250" cy="1633372"/>
            <a:chOff x="152400" y="289560"/>
            <a:chExt cx="10797250" cy="1633372"/>
          </a:xfrm>
        </p:grpSpPr>
        <p:sp>
          <p:nvSpPr>
            <p:cNvPr id="2" name="Rectangle 1">
              <a:extLst>
                <a:ext uri="{FF2B5EF4-FFF2-40B4-BE49-F238E27FC236}">
                  <a16:creationId xmlns:a16="http://schemas.microsoft.com/office/drawing/2014/main" id="{D4E459BC-9FCD-E11C-CAF3-BDA58ABCE66E}"/>
                </a:ext>
              </a:extLst>
            </p:cNvPr>
            <p:cNvSpPr/>
            <p:nvPr/>
          </p:nvSpPr>
          <p:spPr>
            <a:xfrm>
              <a:off x="152400" y="289560"/>
              <a:ext cx="1541576" cy="523220"/>
            </a:xfrm>
            <a:prstGeom prst="rect">
              <a:avLst/>
            </a:prstGeom>
            <a:noFill/>
          </p:spPr>
          <p:txBody>
            <a:bodyPr wrap="none" lIns="91440" tIns="45720" rIns="91440" bIns="45720">
              <a:spAutoFit/>
            </a:bodyPr>
            <a:lstStyle/>
            <a:p>
              <a:pPr algn="ctr"/>
              <a:r>
                <a:rPr lang="en-US" sz="2800" b="1"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rPr>
                <a:t>Question</a:t>
              </a:r>
            </a:p>
          </p:txBody>
        </p:sp>
        <p:sp>
          <p:nvSpPr>
            <p:cNvPr id="3" name="Rectangle 2">
              <a:extLst>
                <a:ext uri="{FF2B5EF4-FFF2-40B4-BE49-F238E27FC236}">
                  <a16:creationId xmlns:a16="http://schemas.microsoft.com/office/drawing/2014/main" id="{43F0F7C7-9FBC-8D15-A0FD-2838233784FA}"/>
                </a:ext>
              </a:extLst>
            </p:cNvPr>
            <p:cNvSpPr/>
            <p:nvPr/>
          </p:nvSpPr>
          <p:spPr>
            <a:xfrm>
              <a:off x="152400" y="1399712"/>
              <a:ext cx="1425390" cy="523220"/>
            </a:xfrm>
            <a:prstGeom prst="rect">
              <a:avLst/>
            </a:prstGeom>
            <a:noFill/>
          </p:spPr>
          <p:txBody>
            <a:bodyPr wrap="none" lIns="91440" tIns="45720" rIns="91440" bIns="45720">
              <a:spAutoFit/>
            </a:bodyPr>
            <a:lstStyle/>
            <a:p>
              <a:pPr algn="ctr"/>
              <a:r>
                <a:rPr lang="en-US" sz="2800" b="1"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rPr>
                <a:t>Solution</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A5CFAD31-854C-B520-7ED1-16BA0910CDF1}"/>
                    </a:ext>
                  </a:extLst>
                </p:cNvPr>
                <p:cNvSpPr txBox="1"/>
                <p:nvPr/>
              </p:nvSpPr>
              <p:spPr>
                <a:xfrm>
                  <a:off x="2011840" y="861872"/>
                  <a:ext cx="914400" cy="537840"/>
                </a:xfrm>
                <a:prstGeom prst="rect">
                  <a:avLst/>
                </a:prstGeom>
                <a:noFill/>
              </p:spPr>
              <p:txBody>
                <a:bodyPr wrap="square" rtlCol="0">
                  <a:spAutoFit/>
                </a:bodyPr>
                <a:lstStyle/>
                <a:p>
                  <a:pPr algn="l"/>
                  <a14:m>
                    <m:oMathPara xmlns:m="http://schemas.openxmlformats.org/officeDocument/2006/math">
                      <m:oMathParaPr>
                        <m:jc m:val="centerGroup"/>
                      </m:oMathParaPr>
                      <m:oMath xmlns:m="http://schemas.openxmlformats.org/officeDocument/2006/math">
                        <m:sSubSup>
                          <m:sSubSupPr>
                            <m:ctrlPr>
                              <a:rPr lang="en-US" sz="2800" b="0" i="1" smtClean="0">
                                <a:solidFill>
                                  <a:schemeClr val="bg1"/>
                                </a:solidFill>
                                <a:latin typeface="Cambria Math" panose="02040503050406030204" pitchFamily="18" charset="0"/>
                              </a:rPr>
                            </m:ctrlPr>
                          </m:sSubSupPr>
                          <m:e>
                            <m:r>
                              <a:rPr lang="en-US" sz="2800" b="0" i="1" smtClean="0">
                                <a:solidFill>
                                  <a:schemeClr val="bg1">
                                    <a:alpha val="0"/>
                                  </a:schemeClr>
                                </a:solidFill>
                                <a:latin typeface="Cambria Math" panose="02040503050406030204" pitchFamily="18" charset="0"/>
                              </a:rPr>
                              <m:t>𝑒</m:t>
                            </m:r>
                          </m:e>
                          <m:sub>
                            <m:r>
                              <a:rPr lang="en-US" sz="2800" b="0" i="1" smtClean="0">
                                <a:solidFill>
                                  <a:schemeClr val="bg1"/>
                                </a:solidFill>
                                <a:latin typeface="Cambria Math" panose="02040503050406030204" pitchFamily="18" charset="0"/>
                              </a:rPr>
                              <m:t>50</m:t>
                            </m:r>
                          </m:sub>
                          <m:sup>
                            <m:r>
                              <a:rPr lang="en-US" sz="2800" b="0" i="1" smtClean="0">
                                <a:solidFill>
                                  <a:schemeClr val="bg1"/>
                                </a:solidFill>
                                <a:latin typeface="Cambria Math" panose="02040503050406030204" pitchFamily="18" charset="0"/>
                              </a:rPr>
                              <m:t>124</m:t>
                            </m:r>
                          </m:sup>
                        </m:sSubSup>
                        <m:r>
                          <a:rPr lang="en-US" sz="2800" b="0" i="1" smtClean="0">
                            <a:solidFill>
                              <a:schemeClr val="bg1"/>
                            </a:solidFill>
                            <a:latin typeface="Cambria Math" panose="02040503050406030204" pitchFamily="18" charset="0"/>
                          </a:rPr>
                          <m:t>𝑋</m:t>
                        </m:r>
                      </m:oMath>
                    </m:oMathPara>
                  </a14:m>
                  <a:endParaRPr lang="en-US" sz="2800" dirty="0">
                    <a:solidFill>
                      <a:schemeClr val="bg1"/>
                    </a:solidFill>
                  </a:endParaRPr>
                </a:p>
              </p:txBody>
            </p:sp>
          </mc:Choice>
          <mc:Fallback xmlns="">
            <p:sp>
              <p:nvSpPr>
                <p:cNvPr id="4" name="TextBox 3">
                  <a:extLst>
                    <a:ext uri="{FF2B5EF4-FFF2-40B4-BE49-F238E27FC236}">
                      <a16:creationId xmlns:a16="http://schemas.microsoft.com/office/drawing/2014/main" id="{A5CFAD31-854C-B520-7ED1-16BA0910CDF1}"/>
                    </a:ext>
                  </a:extLst>
                </p:cNvPr>
                <p:cNvSpPr txBox="1">
                  <a:spLocks noRot="1" noChangeAspect="1" noMove="1" noResize="1" noEditPoints="1" noAdjustHandles="1" noChangeArrowheads="1" noChangeShapeType="1" noTextEdit="1"/>
                </p:cNvSpPr>
                <p:nvPr/>
              </p:nvSpPr>
              <p:spPr>
                <a:xfrm>
                  <a:off x="2011840" y="861872"/>
                  <a:ext cx="914400" cy="537840"/>
                </a:xfrm>
                <a:prstGeom prst="rect">
                  <a:avLst/>
                </a:prstGeom>
                <a:blipFill>
                  <a:blip r:embed="rId2"/>
                  <a:stretch>
                    <a:fillRect r="-7333"/>
                  </a:stretch>
                </a:blipFill>
              </p:spPr>
              <p:txBody>
                <a:bodyPr/>
                <a:lstStyle/>
                <a:p>
                  <a:r>
                    <a:rPr lang="en-US">
                      <a:noFill/>
                    </a:rPr>
                    <a:t> </a:t>
                  </a:r>
                </a:p>
              </p:txBody>
            </p:sp>
          </mc:Fallback>
        </mc:AlternateContent>
        <p:cxnSp>
          <p:nvCxnSpPr>
            <p:cNvPr id="7" name="Straight Arrow Connector 6">
              <a:extLst>
                <a:ext uri="{FF2B5EF4-FFF2-40B4-BE49-F238E27FC236}">
                  <a16:creationId xmlns:a16="http://schemas.microsoft.com/office/drawing/2014/main" id="{62ACA6A3-5993-6CB7-67FA-959435746A2D}"/>
                </a:ext>
              </a:extLst>
            </p:cNvPr>
            <p:cNvCxnSpPr/>
            <p:nvPr/>
          </p:nvCxnSpPr>
          <p:spPr>
            <a:xfrm>
              <a:off x="3234400" y="1130792"/>
              <a:ext cx="115252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5D37EC62-544C-BFDF-B9C9-E140D3FCA296}"/>
                    </a:ext>
                  </a:extLst>
                </p:cNvPr>
                <p:cNvSpPr txBox="1"/>
                <p:nvPr/>
              </p:nvSpPr>
              <p:spPr>
                <a:xfrm>
                  <a:off x="4402133" y="861872"/>
                  <a:ext cx="914400" cy="537840"/>
                </a:xfrm>
                <a:prstGeom prst="rect">
                  <a:avLst/>
                </a:prstGeom>
                <a:noFill/>
              </p:spPr>
              <p:txBody>
                <a:bodyPr wrap="square" rtlCol="0">
                  <a:spAutoFit/>
                </a:bodyPr>
                <a:lstStyle/>
                <a:p>
                  <a:pPr algn="l"/>
                  <a14:m>
                    <m:oMathPara xmlns:m="http://schemas.openxmlformats.org/officeDocument/2006/math">
                      <m:oMathParaPr>
                        <m:jc m:val="centerGroup"/>
                      </m:oMathParaPr>
                      <m:oMath xmlns:m="http://schemas.openxmlformats.org/officeDocument/2006/math">
                        <m:sSubSup>
                          <m:sSubSupPr>
                            <m:ctrlPr>
                              <a:rPr lang="en-US" sz="2800" b="0" i="1" smtClean="0">
                                <a:solidFill>
                                  <a:schemeClr val="bg1"/>
                                </a:solidFill>
                                <a:latin typeface="Cambria Math" panose="02040503050406030204" pitchFamily="18" charset="0"/>
                              </a:rPr>
                            </m:ctrlPr>
                          </m:sSubSupPr>
                          <m:e>
                            <m:r>
                              <a:rPr lang="en-US" sz="2800" b="0" i="1" smtClean="0">
                                <a:solidFill>
                                  <a:schemeClr val="bg1">
                                    <a:alpha val="0"/>
                                  </a:schemeClr>
                                </a:solidFill>
                                <a:latin typeface="Cambria Math" panose="02040503050406030204" pitchFamily="18" charset="0"/>
                              </a:rPr>
                              <m:t>𝑒</m:t>
                            </m:r>
                          </m:e>
                          <m:sub>
                            <m:r>
                              <a:rPr lang="en-US" sz="2800" b="0" i="1" smtClean="0">
                                <a:solidFill>
                                  <a:schemeClr val="bg1"/>
                                </a:solidFill>
                                <a:latin typeface="Cambria Math" panose="02040503050406030204" pitchFamily="18" charset="0"/>
                              </a:rPr>
                              <m:t>43</m:t>
                            </m:r>
                          </m:sub>
                          <m:sup>
                            <m:r>
                              <a:rPr lang="en-US" sz="2800" b="0" i="1" smtClean="0">
                                <a:solidFill>
                                  <a:schemeClr val="bg1"/>
                                </a:solidFill>
                                <a:latin typeface="Cambria Math" panose="02040503050406030204" pitchFamily="18" charset="0"/>
                              </a:rPr>
                              <m:t>104</m:t>
                            </m:r>
                          </m:sup>
                        </m:sSubSup>
                        <m:r>
                          <a:rPr lang="en-US" sz="2800" b="0" i="1" smtClean="0">
                            <a:solidFill>
                              <a:schemeClr val="bg1"/>
                            </a:solidFill>
                            <a:latin typeface="Cambria Math" panose="02040503050406030204" pitchFamily="18" charset="0"/>
                          </a:rPr>
                          <m:t>𝑋</m:t>
                        </m:r>
                      </m:oMath>
                    </m:oMathPara>
                  </a14:m>
                  <a:endParaRPr lang="en-US" sz="2800" dirty="0">
                    <a:solidFill>
                      <a:schemeClr val="bg1"/>
                    </a:solidFill>
                  </a:endParaRPr>
                </a:p>
              </p:txBody>
            </p:sp>
          </mc:Choice>
          <mc:Fallback xmlns="">
            <p:sp>
              <p:nvSpPr>
                <p:cNvPr id="5" name="TextBox 4">
                  <a:extLst>
                    <a:ext uri="{FF2B5EF4-FFF2-40B4-BE49-F238E27FC236}">
                      <a16:creationId xmlns:a16="http://schemas.microsoft.com/office/drawing/2014/main" id="{5D37EC62-544C-BFDF-B9C9-E140D3FCA296}"/>
                    </a:ext>
                  </a:extLst>
                </p:cNvPr>
                <p:cNvSpPr txBox="1">
                  <a:spLocks noRot="1" noChangeAspect="1" noMove="1" noResize="1" noEditPoints="1" noAdjustHandles="1" noChangeArrowheads="1" noChangeShapeType="1" noTextEdit="1"/>
                </p:cNvSpPr>
                <p:nvPr/>
              </p:nvSpPr>
              <p:spPr>
                <a:xfrm>
                  <a:off x="4402133" y="861872"/>
                  <a:ext cx="914400" cy="537840"/>
                </a:xfrm>
                <a:prstGeom prst="rect">
                  <a:avLst/>
                </a:prstGeom>
                <a:blipFill>
                  <a:blip r:embed="rId3"/>
                  <a:stretch>
                    <a:fillRect r="-7333"/>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D9C6729C-A756-1AAC-9FD8-558A4B6260A5}"/>
                </a:ext>
              </a:extLst>
            </p:cNvPr>
            <p:cNvSpPr txBox="1"/>
            <p:nvPr/>
          </p:nvSpPr>
          <p:spPr>
            <a:xfrm>
              <a:off x="1875097" y="289560"/>
              <a:ext cx="9074553" cy="523220"/>
            </a:xfrm>
            <a:prstGeom prst="rect">
              <a:avLst/>
            </a:prstGeom>
            <a:noFill/>
          </p:spPr>
          <p:txBody>
            <a:bodyPr wrap="square" rtlCol="0">
              <a:spAutoFit/>
            </a:bodyPr>
            <a:lstStyle/>
            <a:p>
              <a:pPr algn="l"/>
              <a:r>
                <a:rPr lang="en-US" sz="2800" dirty="0">
                  <a:solidFill>
                    <a:srgbClr val="FFFF00"/>
                  </a:solidFill>
                </a:rPr>
                <a:t>How many alpha particle and beta particle are emitted here</a:t>
              </a:r>
            </a:p>
          </p:txBody>
        </p:sp>
      </p:grpSp>
    </p:spTree>
    <p:extLst>
      <p:ext uri="{BB962C8B-B14F-4D97-AF65-F5344CB8AC3E}">
        <p14:creationId xmlns:p14="http://schemas.microsoft.com/office/powerpoint/2010/main" val="2004887189"/>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a:spAutoFit/>
      </a:bodyPr>
      <a:lstStyle>
        <a:defPPr algn="l">
          <a:defRPr sz="2800" dirty="0">
            <a:solidFill>
              <a:schemeClr val="bg1"/>
            </a:solidFill>
          </a:defRPr>
        </a:defPPr>
      </a:lstStyle>
    </a:txDef>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fa6e671f1cd7e4d96ff9652be322dd5e">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4e2496f70b101db0b8013f30a071bbf7"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A09386F-CDB5-4CE9-AE70-AE4E53A6335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18F16D9-EB65-4F11-9CD9-58377B437CF8}">
  <ds:schemaRefs>
    <ds:schemaRef ds:uri="http://schemas.openxmlformats.org/package/2006/metadata/core-properties"/>
    <ds:schemaRef ds:uri="http://purl.org/dc/terms/"/>
    <ds:schemaRef ds:uri="http://purl.org/dc/elements/1.1/"/>
    <ds:schemaRef ds:uri="http://schemas.microsoft.com/office/2006/documentManagement/types"/>
    <ds:schemaRef ds:uri="http://schemas.microsoft.com/office/2006/metadata/properties"/>
    <ds:schemaRef ds:uri="16c05727-aa75-4e4a-9b5f-8a80a1165891"/>
    <ds:schemaRef ds:uri="71af3243-3dd4-4a8d-8c0d-dd76da1f02a5"/>
    <ds:schemaRef ds:uri="http://schemas.microsoft.com/office/infopath/2007/PartnerControls"/>
    <ds:schemaRef ds:uri="http://www.w3.org/XML/1998/namespace"/>
    <ds:schemaRef ds:uri="http://purl.org/dc/dcmitype/"/>
  </ds:schemaRefs>
</ds:datastoreItem>
</file>

<file path=customXml/itemProps3.xml><?xml version="1.0" encoding="utf-8"?>
<ds:datastoreItem xmlns:ds="http://schemas.openxmlformats.org/officeDocument/2006/customXml" ds:itemID="{9C65060F-1094-41F3-95E3-03DA10677CA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Vidyapeeth_PPT_Template (2)</Template>
  <TotalTime>2041</TotalTime>
  <Words>1538</Words>
  <Application>Microsoft Office PowerPoint</Application>
  <PresentationFormat>Widescreen</PresentationFormat>
  <Paragraphs>293</Paragraphs>
  <Slides>43</Slides>
  <Notes>11</Notes>
  <HiddenSlides>0</HiddenSlides>
  <MMClips>1</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43</vt:i4>
      </vt:variant>
    </vt:vector>
  </HeadingPairs>
  <TitlesOfParts>
    <vt:vector size="51" baseType="lpstr">
      <vt:lpstr>Arial</vt:lpstr>
      <vt:lpstr>Arial</vt:lpstr>
      <vt:lpstr>Calibri</vt:lpstr>
      <vt:lpstr>Cambria</vt:lpstr>
      <vt:lpstr>Cambria Math</vt:lpstr>
      <vt:lpstr>Noto Sans Symbols</vt:lpstr>
      <vt:lpstr>Wingdings</vt:lpstr>
      <vt:lpstr>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Nuclear fusion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PW MSO 464</cp:lastModifiedBy>
  <cp:revision>22</cp:revision>
  <dcterms:created xsi:type="dcterms:W3CDTF">2021-05-20T11:59:18Z</dcterms:created>
  <dcterms:modified xsi:type="dcterms:W3CDTF">2025-11-06T16:08:07Z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