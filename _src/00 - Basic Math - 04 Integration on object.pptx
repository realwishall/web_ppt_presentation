
<file path=[Content_Types].xml><?xml version="1.0" encoding="utf-8"?>
<Types xmlns="http://schemas.openxmlformats.org/package/2006/content-types">
  <Default Extension="glb" ContentType="model/gltf.binary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 bookmarkIdSeed="2">
  <p:sldMasterIdLst>
    <p:sldMasterId id="2147483802" r:id="rId4"/>
    <p:sldMasterId id="2147483814" r:id="rId5"/>
  </p:sldMasterIdLst>
  <p:notesMasterIdLst>
    <p:notesMasterId r:id="rId20"/>
  </p:notesMasterIdLst>
  <p:handoutMasterIdLst>
    <p:handoutMasterId r:id="rId21"/>
  </p:handoutMasterIdLst>
  <p:sldIdLst>
    <p:sldId id="1712" r:id="rId6"/>
    <p:sldId id="1713" r:id="rId7"/>
    <p:sldId id="1726" r:id="rId8"/>
    <p:sldId id="1715" r:id="rId9"/>
    <p:sldId id="1657" r:id="rId10"/>
    <p:sldId id="1685" r:id="rId11"/>
    <p:sldId id="1701" r:id="rId12"/>
    <p:sldId id="1725" r:id="rId13"/>
    <p:sldId id="1722" r:id="rId14"/>
    <p:sldId id="1716" r:id="rId15"/>
    <p:sldId id="1733" r:id="rId16"/>
    <p:sldId id="1688" r:id="rId17"/>
    <p:sldId id="1732" r:id="rId18"/>
    <p:sldId id="1720" r:id="rId19"/>
  </p:sldIdLst>
  <p:sldSz cx="12192000" cy="6858000"/>
  <p:notesSz cx="7102475" cy="102330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63" autoAdjust="0"/>
    <p:restoredTop sz="95274" autoAdjust="0"/>
  </p:normalViewPr>
  <p:slideViewPr>
    <p:cSldViewPr snapToGrid="0" showGuides="1">
      <p:cViewPr varScale="1">
        <p:scale>
          <a:sx n="78" d="100"/>
          <a:sy n="78" d="100"/>
        </p:scale>
        <p:origin x="912" y="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59" d="100"/>
          <a:sy n="59" d="100"/>
        </p:scale>
        <p:origin x="3254" y="67"/>
      </p:cViewPr>
      <p:guideLst>
        <p:guide orient="horz" pos="3223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69671B-947A-44A3-A764-A91E66D469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31" tIns="49513" rIns="99031" bIns="49513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B23CC-4610-41C4-A0CF-67A30700C4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096" y="0"/>
            <a:ext cx="3077739" cy="513428"/>
          </a:xfrm>
          <a:prstGeom prst="rect">
            <a:avLst/>
          </a:prstGeom>
        </p:spPr>
        <p:txBody>
          <a:bodyPr vert="horz" lIns="99031" tIns="49513" rIns="99031" bIns="49513" rtlCol="0"/>
          <a:lstStyle>
            <a:lvl1pPr algn="r">
              <a:defRPr sz="1300"/>
            </a:lvl1pPr>
          </a:lstStyle>
          <a:p>
            <a:fld id="{C07299BE-0F96-4D8C-8AC3-AFAE1A841C66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4FC55-2324-40BC-8420-15EC835D95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19602"/>
            <a:ext cx="3077739" cy="513427"/>
          </a:xfrm>
          <a:prstGeom prst="rect">
            <a:avLst/>
          </a:prstGeom>
        </p:spPr>
        <p:txBody>
          <a:bodyPr vert="horz" lIns="99031" tIns="49513" rIns="99031" bIns="49513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EC604-E5A5-4A58-AC5A-211F83D37C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096" y="9719602"/>
            <a:ext cx="3077739" cy="513427"/>
          </a:xfrm>
          <a:prstGeom prst="rect">
            <a:avLst/>
          </a:prstGeom>
        </p:spPr>
        <p:txBody>
          <a:bodyPr vert="horz" lIns="99031" tIns="49513" rIns="99031" bIns="49513" rtlCol="0" anchor="b"/>
          <a:lstStyle>
            <a:lvl1pPr algn="r">
              <a:defRPr sz="1300"/>
            </a:lvl1pPr>
          </a:lstStyle>
          <a:p>
            <a:fld id="{9E3B048B-0EBA-466F-928F-37073F3BFB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507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31" tIns="49513" rIns="99031" bIns="49513" rtlCol="0"/>
          <a:lstStyle>
            <a:lvl1pPr algn="l">
              <a:defRPr sz="13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6" y="0"/>
            <a:ext cx="3077739" cy="513428"/>
          </a:xfrm>
          <a:prstGeom prst="rect">
            <a:avLst/>
          </a:prstGeom>
        </p:spPr>
        <p:txBody>
          <a:bodyPr vert="horz" lIns="99031" tIns="49513" rIns="99031" bIns="49513" rtlCol="0"/>
          <a:lstStyle>
            <a:lvl1pPr algn="r">
              <a:defRPr sz="1300"/>
            </a:lvl1pPr>
          </a:lstStyle>
          <a:p>
            <a:fld id="{454692AC-01A2-4EFF-966B-504F28E82D7A}" type="datetimeFigureOut">
              <a:rPr lang="en-US" noProof="0" smtClean="0"/>
              <a:t>4/30/2026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1" tIns="49513" rIns="99031" bIns="49513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vert="horz" lIns="99031" tIns="49513" rIns="99031" bIns="49513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19602"/>
            <a:ext cx="3077739" cy="513427"/>
          </a:xfrm>
          <a:prstGeom prst="rect">
            <a:avLst/>
          </a:prstGeom>
        </p:spPr>
        <p:txBody>
          <a:bodyPr vert="horz" lIns="99031" tIns="49513" rIns="99031" bIns="49513" rtlCol="0" anchor="b"/>
          <a:lstStyle>
            <a:lvl1pPr algn="l">
              <a:defRPr sz="13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6" y="9719602"/>
            <a:ext cx="3077739" cy="513427"/>
          </a:xfrm>
          <a:prstGeom prst="rect">
            <a:avLst/>
          </a:prstGeom>
        </p:spPr>
        <p:txBody>
          <a:bodyPr vert="horz" lIns="99031" tIns="49513" rIns="99031" bIns="49513" rtlCol="0" anchor="b"/>
          <a:lstStyle>
            <a:lvl1pPr algn="r">
              <a:defRPr sz="1300"/>
            </a:lvl1pPr>
          </a:lstStyle>
          <a:p>
            <a:fld id="{4AED498D-6977-40EC-8E5E-7EB644D5E75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2264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793EB-E58F-ED40-4908-7B2E0C5F9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7F4F09-C602-1CA4-A503-73B052CAE1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117451-2541-FA57-8F33-3387E4207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55A02-2933-7BCB-E00D-0F9CC00E00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784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015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F69F6-9D08-2D36-ACFD-84D258997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92AA31-A230-3BFB-3F04-0F0C786935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58221D-0C93-AE53-6F03-795F8BBCB5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9FD2D-ADED-3831-EC75-ABEF2F0F5C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4524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EE931-BA21-06A4-D4B4-E99182756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562CDA-92AA-B961-B526-D90002665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50D26E-9A35-DD4A-910B-9F45E644B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A26CB-CB0D-87BB-FE52-7EF95F8B17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891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F6620-902F-F1E8-D0D9-1D9196272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8CA7F7-AC5E-3278-7CC6-F660B609B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A5E90-3E1F-7DAC-54BA-12ABCBA92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DFA5BF-6F95-4B84-B8A6-78FEC60AFA3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FF17D-A900-F81A-AA83-8AC465EB2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2EFD5-5C38-B817-C796-04A3FDD4E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730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B79B0-CB93-70C3-596B-42055B47E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7A89E-B411-A694-AA1E-55912893F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5091C-C81E-5AF1-AC2A-BD76B7480A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DFA5BF-6F95-4B84-B8A6-78FEC60AFA3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1C22A-E147-A0CA-E175-E36E046DF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CC307-0F83-39C9-B790-DB6BA850B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888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7005-4F94-C14A-B08D-06E06F2B6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634A4-2496-A1D1-E0B5-F67E51292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C6CF5-C17A-E459-C756-62DC7240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DFA5BF-6F95-4B84-B8A6-78FEC60AFA3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E126F-FF1F-2E4B-3D1B-8FDB9652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BDC35-902C-3E86-5533-00AD0BD8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036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050B0-50F6-F9B9-F101-B92373B60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1E354-2DEF-881F-8F7F-35443EE567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A1D1B4-128C-FE76-2B34-49AD13709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C9B0F6-6220-D266-70E5-84B39CD751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DFA5BF-6F95-4B84-B8A6-78FEC60AFA3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E63F2-9487-B5BE-D84B-2114351C1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CFFE2-DFBB-CFC7-7D3C-49DF357A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722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26E2D-1AAC-05C0-F0A3-E276C86D0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AFBC7-71DA-75A4-228D-B853B459B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4F27FE-F1F2-F525-74F7-44F0445F7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498466-24EA-A1E4-F44D-96D6A8F6B7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3FA844-4070-FC83-2D70-55A12EE14F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B553BA-3A43-E72F-0FB2-67054AC44B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DFA5BF-6F95-4B84-B8A6-78FEC60AFA3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43EDD4-2330-F41D-27BB-F7D1B2B63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6A832F-BD38-688A-C952-C0DE85213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933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9EAED-C54A-4E99-F5AC-1FBF9E541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993DBF-970B-7D6F-E63E-1DDE012F03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DFA5BF-6F95-4B84-B8A6-78FEC60AFA3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564642-B2B6-70F5-E497-A00578846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5643AB-ADAB-A588-1016-09784CA8B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294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CA4D4E-BDB6-1AE6-BDC3-3A468305C3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DFA5BF-6F95-4B84-B8A6-78FEC60AFA3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42083D-ED91-6AB8-7EC8-33DCC75D5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CF1BE-E01D-3D32-F08F-A9F91DDB6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182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6202F-BF1C-5F3D-5181-CE939F81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90BD2-2F2F-FC72-F3F3-F35DB7BEB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70F44-1A0A-3E7B-6207-27502332F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74CBC6-3820-365E-3ED3-4BFB50F722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DFA5BF-6F95-4B84-B8A6-78FEC60AFA3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43FD0-6798-91FF-6140-BB7D9058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060421-A9DC-27AE-BA13-E4D230FAC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724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FCD38-AACF-3C14-09E8-5CB12FE1A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3F5C9D-296F-A771-C92B-9F34E4250C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70184-0A80-2879-18F6-7191F7195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EE481-E6B6-6A4D-7D09-D9F77134E8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DFA5BF-6F95-4B84-B8A6-78FEC60AFA3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B1FE4-CB11-12F3-3D25-58ABC9006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651D5-E1C1-9C56-D0C5-DCC467CE4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271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0599A-8562-7673-8C71-A2546DFD3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C74FB-EC60-84BD-0B19-889B48783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03CBD-FA1F-863E-84E6-4C758688E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DFA5BF-6F95-4B84-B8A6-78FEC60AFA3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8992C-6526-E8FB-26D1-515DEE88B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F3850-9CE1-E28F-C08C-0AAA523AA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48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53BA0B-D795-5618-E8D1-2B9A1927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47677-FB61-704E-CE6B-F037DE6D5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A825B-9248-EA7B-3259-E72FD34D7C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DFA5BF-6F95-4B84-B8A6-78FEC60AFA3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475EB-670C-A0F8-D93A-600158E93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47FAD-4D4E-141B-FE0C-48C1330AC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58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F6620-902F-F1E8-D0D9-1D9196272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8CA7F7-AC5E-3278-7CC6-F660B609B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A5E90-3E1F-7DAC-54BA-12ABCBA92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DFA5BF-6F95-4B84-B8A6-78FEC60AFA3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FF17D-A900-F81A-AA83-8AC465EB2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2EFD5-5C38-B817-C796-04A3FDD4E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1377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B79B0-CB93-70C3-596B-42055B47E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7A89E-B411-A694-AA1E-55912893F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5091C-C81E-5AF1-AC2A-BD76B7480A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DFA5BF-6F95-4B84-B8A6-78FEC60AFA3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1C22A-E147-A0CA-E175-E36E046DF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CC307-0F83-39C9-B790-DB6BA850B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87982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7005-4F94-C14A-B08D-06E06F2B6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634A4-2496-A1D1-E0B5-F67E51292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C6CF5-C17A-E459-C756-62DC7240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DFA5BF-6F95-4B84-B8A6-78FEC60AFA3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E126F-FF1F-2E4B-3D1B-8FDB9652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BDC35-902C-3E86-5533-00AD0BD8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0426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050B0-50F6-F9B9-F101-B92373B60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1E354-2DEF-881F-8F7F-35443EE567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A1D1B4-128C-FE76-2B34-49AD13709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C9B0F6-6220-D266-70E5-84B39CD751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DFA5BF-6F95-4B84-B8A6-78FEC60AFA3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E63F2-9487-B5BE-D84B-2114351C1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CFFE2-DFBB-CFC7-7D3C-49DF357A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4988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26E2D-1AAC-05C0-F0A3-E276C86D0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AFBC7-71DA-75A4-228D-B853B459B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4F27FE-F1F2-F525-74F7-44F0445F7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498466-24EA-A1E4-F44D-96D6A8F6B7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3FA844-4070-FC83-2D70-55A12EE14F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B553BA-3A43-E72F-0FB2-67054AC44B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DFA5BF-6F95-4B84-B8A6-78FEC60AFA3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43EDD4-2330-F41D-27BB-F7D1B2B63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6A832F-BD38-688A-C952-C0DE85213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3138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9EAED-C54A-4E99-F5AC-1FBF9E541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993DBF-970B-7D6F-E63E-1DDE012F03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DFA5BF-6F95-4B84-B8A6-78FEC60AFA3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564642-B2B6-70F5-E497-A00578846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5643AB-ADAB-A588-1016-09784CA8B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4596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CA4D4E-BDB6-1AE6-BDC3-3A468305C3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DFA5BF-6F95-4B84-B8A6-78FEC60AFA3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42083D-ED91-6AB8-7EC8-33DCC75D5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CF1BE-E01D-3D32-F08F-A9F91DDB6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9863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6202F-BF1C-5F3D-5181-CE939F81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90BD2-2F2F-FC72-F3F3-F35DB7BEB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70F44-1A0A-3E7B-6207-27502332F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74CBC6-3820-365E-3ED3-4BFB50F722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DFA5BF-6F95-4B84-B8A6-78FEC60AFA3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43FD0-6798-91FF-6140-BB7D9058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060421-A9DC-27AE-BA13-E4D230FAC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01830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FCD38-AACF-3C14-09E8-5CB12FE1A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3F5C9D-296F-A771-C92B-9F34E4250C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70184-0A80-2879-18F6-7191F7195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EE481-E6B6-6A4D-7D09-D9F77134E8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DFA5BF-6F95-4B84-B8A6-78FEC60AFA3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B1FE4-CB11-12F3-3D25-58ABC9006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651D5-E1C1-9C56-D0C5-DCC467CE4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3181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0599A-8562-7673-8C71-A2546DFD3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C74FB-EC60-84BD-0B19-889B48783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03CBD-FA1F-863E-84E6-4C758688E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DFA5BF-6F95-4B84-B8A6-78FEC60AFA3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8992C-6526-E8FB-26D1-515DEE88B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F3850-9CE1-E28F-C08C-0AAA523AA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4655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53BA0B-D795-5618-E8D1-2B9A1927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47677-FB61-704E-CE6B-F037DE6D5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A825B-9248-EA7B-3259-E72FD34D7C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DFA5BF-6F95-4B84-B8A6-78FEC60AFA32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475EB-670C-A0F8-D93A-600158E93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47FAD-4D4E-141B-FE0C-48C1330AC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013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119E1A-8310-F8FE-C575-2EB29045D92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F6693F-7DF4-2BFE-2257-60414133E79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1217" y="0"/>
            <a:ext cx="960783" cy="94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330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119E1A-8310-F8FE-C575-2EB29045D92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F6693F-7DF4-2BFE-2257-60414133E79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1217" y="0"/>
            <a:ext cx="960783" cy="94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044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image" Target="../media/image25.pn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9.png"/><Relationship Id="rId3" Type="http://schemas.openxmlformats.org/officeDocument/2006/relationships/image" Target="../media/image42.png"/><Relationship Id="rId7" Type="http://schemas.openxmlformats.org/officeDocument/2006/relationships/image" Target="../media/image338.png"/><Relationship Id="rId2" Type="http://schemas.openxmlformats.org/officeDocument/2006/relationships/image" Target="../media/image3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image" Target="../media/image45.png"/><Relationship Id="rId5" Type="http://schemas.openxmlformats.org/officeDocument/2006/relationships/image" Target="../media/image336.png"/><Relationship Id="rId10" Type="http://schemas.openxmlformats.org/officeDocument/2006/relationships/image" Target="../media/image341.png"/><Relationship Id="rId4" Type="http://schemas.openxmlformats.org/officeDocument/2006/relationships/image" Target="../media/image43.png"/><Relationship Id="rId9" Type="http://schemas.openxmlformats.org/officeDocument/2006/relationships/image" Target="../media/image34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3" Type="http://schemas.openxmlformats.org/officeDocument/2006/relationships/image" Target="../media/image50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image" Target="../media/image46.png"/><Relationship Id="rId16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47.png"/><Relationship Id="rId15" Type="http://schemas.openxmlformats.org/officeDocument/2006/relationships/image" Target="../media/image61.png"/><Relationship Id="rId10" Type="http://schemas.openxmlformats.org/officeDocument/2006/relationships/image" Target="../media/image56.png"/><Relationship Id="rId4" Type="http://schemas.microsoft.com/office/2017/06/relationships/model3d" Target="../media/model3d1.glb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72.png"/><Relationship Id="rId17" Type="http://schemas.openxmlformats.org/officeDocument/2006/relationships/image" Target="../media/image7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microsoft.com/office/2017/06/relationships/model3d" Target="../media/model3d3.glb"/><Relationship Id="rId11" Type="http://schemas.openxmlformats.org/officeDocument/2006/relationships/image" Target="../media/image71.png"/><Relationship Id="rId5" Type="http://schemas.openxmlformats.org/officeDocument/2006/relationships/image" Target="../media/image48.png"/><Relationship Id="rId15" Type="http://schemas.openxmlformats.org/officeDocument/2006/relationships/image" Target="../media/image75.png"/><Relationship Id="rId10" Type="http://schemas.openxmlformats.org/officeDocument/2006/relationships/image" Target="../media/image70.png"/><Relationship Id="rId4" Type="http://schemas.microsoft.com/office/2017/06/relationships/model3d" Target="../media/model3d2.glb"/><Relationship Id="rId9" Type="http://schemas.openxmlformats.org/officeDocument/2006/relationships/image" Target="../media/image69.png"/><Relationship Id="rId14" Type="http://schemas.openxmlformats.org/officeDocument/2006/relationships/image" Target="../media/image7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5.png"/><Relationship Id="rId3" Type="http://schemas.openxmlformats.org/officeDocument/2006/relationships/image" Target="../media/image350.png"/><Relationship Id="rId7" Type="http://schemas.openxmlformats.org/officeDocument/2006/relationships/image" Target="../media/image35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3.png"/><Relationship Id="rId5" Type="http://schemas.openxmlformats.org/officeDocument/2006/relationships/image" Target="../media/image352.png"/><Relationship Id="rId4" Type="http://schemas.openxmlformats.org/officeDocument/2006/relationships/image" Target="../media/image351.png"/><Relationship Id="rId9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1.png"/><Relationship Id="rId13" Type="http://schemas.openxmlformats.org/officeDocument/2006/relationships/image" Target="../media/image87.png"/><Relationship Id="rId18" Type="http://schemas.openxmlformats.org/officeDocument/2006/relationships/image" Target="../media/image92.png"/><Relationship Id="rId3" Type="http://schemas.openxmlformats.org/officeDocument/2006/relationships/image" Target="../media/image46.png"/><Relationship Id="rId7" Type="http://schemas.openxmlformats.org/officeDocument/2006/relationships/image" Target="../media/image811.png"/><Relationship Id="rId12" Type="http://schemas.openxmlformats.org/officeDocument/2006/relationships/image" Target="../media/image860.png"/><Relationship Id="rId17" Type="http://schemas.openxmlformats.org/officeDocument/2006/relationships/image" Target="../media/image9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851.png"/><Relationship Id="rId5" Type="http://schemas.microsoft.com/office/2017/06/relationships/model3d" Target="../media/model3d4.glb"/><Relationship Id="rId15" Type="http://schemas.openxmlformats.org/officeDocument/2006/relationships/image" Target="../media/image89.png"/><Relationship Id="rId10" Type="http://schemas.openxmlformats.org/officeDocument/2006/relationships/image" Target="../media/image841.png"/><Relationship Id="rId4" Type="http://schemas.openxmlformats.org/officeDocument/2006/relationships/image" Target="../media/image45.png"/><Relationship Id="rId9" Type="http://schemas.openxmlformats.org/officeDocument/2006/relationships/image" Target="../media/image831.png"/><Relationship Id="rId14" Type="http://schemas.openxmlformats.org/officeDocument/2006/relationships/image" Target="../media/image8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840.png"/><Relationship Id="rId3" Type="http://schemas.openxmlformats.org/officeDocument/2006/relationships/image" Target="../media/image45.png"/><Relationship Id="rId7" Type="http://schemas.openxmlformats.org/officeDocument/2006/relationships/image" Target="../media/image63.png"/><Relationship Id="rId12" Type="http://schemas.openxmlformats.org/officeDocument/2006/relationships/image" Target="../media/image8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microsoft.com/office/2017/06/relationships/model3d" Target="../media/model3d5.glb"/><Relationship Id="rId11" Type="http://schemas.openxmlformats.org/officeDocument/2006/relationships/image" Target="../media/image820.png"/><Relationship Id="rId5" Type="http://schemas.openxmlformats.org/officeDocument/2006/relationships/image" Target="../media/image48.png"/><Relationship Id="rId10" Type="http://schemas.openxmlformats.org/officeDocument/2006/relationships/image" Target="../media/image810.png"/><Relationship Id="rId4" Type="http://schemas.microsoft.com/office/2017/06/relationships/model3d" Target="../media/model3d2.glb"/><Relationship Id="rId9" Type="http://schemas.openxmlformats.org/officeDocument/2006/relationships/image" Target="../media/image800.png"/><Relationship Id="rId14" Type="http://schemas.openxmlformats.org/officeDocument/2006/relationships/image" Target="../media/image8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54B535-141A-36E3-C2F3-93FF8244B812}"/>
              </a:ext>
            </a:extLst>
          </p:cNvPr>
          <p:cNvSpPr/>
          <p:nvPr/>
        </p:nvSpPr>
        <p:spPr>
          <a:xfrm>
            <a:off x="396211" y="2967335"/>
            <a:ext cx="21336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Length</a:t>
            </a:r>
          </a:p>
        </p:txBody>
      </p:sp>
    </p:spTree>
    <p:extLst>
      <p:ext uri="{BB962C8B-B14F-4D97-AF65-F5344CB8AC3E}">
        <p14:creationId xmlns:p14="http://schemas.microsoft.com/office/powerpoint/2010/main" val="1929146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D86EA-CC35-ACB2-61A3-2B10D3321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257AA418-F11C-4F61-C823-FEB44CB962F0}"/>
              </a:ext>
            </a:extLst>
          </p:cNvPr>
          <p:cNvSpPr txBox="1"/>
          <p:nvPr/>
        </p:nvSpPr>
        <p:spPr>
          <a:xfrm>
            <a:off x="4061360" y="610179"/>
            <a:ext cx="7594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Let us go to a distance x and take small element dx</a:t>
            </a: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4DB70776-BB0D-20FD-0B3B-47132C929705}"/>
              </a:ext>
            </a:extLst>
          </p:cNvPr>
          <p:cNvGrpSpPr/>
          <p:nvPr/>
        </p:nvGrpSpPr>
        <p:grpSpPr>
          <a:xfrm>
            <a:off x="498107" y="563880"/>
            <a:ext cx="3318322" cy="1578800"/>
            <a:chOff x="498107" y="563880"/>
            <a:chExt cx="3318322" cy="1578800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2D92DF45-5A3B-DF01-4250-D3C39C4F7373}"/>
                </a:ext>
              </a:extLst>
            </p:cNvPr>
            <p:cNvSpPr/>
            <p:nvPr/>
          </p:nvSpPr>
          <p:spPr>
            <a:xfrm>
              <a:off x="498107" y="563880"/>
              <a:ext cx="3318322" cy="1578800"/>
            </a:xfrm>
            <a:prstGeom prst="roundRect">
              <a:avLst>
                <a:gd name="adj" fmla="val 11789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D498920-95B7-201D-4F64-DD6A793550E2}"/>
                </a:ext>
              </a:extLst>
            </p:cNvPr>
            <p:cNvSpPr/>
            <p:nvPr/>
          </p:nvSpPr>
          <p:spPr>
            <a:xfrm>
              <a:off x="1125295" y="1123245"/>
              <a:ext cx="2098307" cy="125128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800">
                <a:solidFill>
                  <a:schemeClr val="tx1"/>
                </a:solidFill>
              </a:endParaRPr>
            </a:p>
          </p:txBody>
        </p: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1671CCA2-2214-2C01-0DC5-EC60B222698A}"/>
              </a:ext>
            </a:extLst>
          </p:cNvPr>
          <p:cNvSpPr/>
          <p:nvPr/>
        </p:nvSpPr>
        <p:spPr>
          <a:xfrm>
            <a:off x="2174448" y="1123245"/>
            <a:ext cx="182880" cy="125128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0">
              <a:solidFill>
                <a:schemeClr val="tx1"/>
              </a:solidFill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59C93DC-0BEB-CE38-AB4F-8AA4367BE6F1}"/>
              </a:ext>
            </a:extLst>
          </p:cNvPr>
          <p:cNvCxnSpPr/>
          <p:nvPr/>
        </p:nvCxnSpPr>
        <p:spPr>
          <a:xfrm>
            <a:off x="1125295" y="1492484"/>
            <a:ext cx="10491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B706DF5-DFC3-641F-D6E9-744185D77D06}"/>
              </a:ext>
            </a:extLst>
          </p:cNvPr>
          <p:cNvCxnSpPr/>
          <p:nvPr/>
        </p:nvCxnSpPr>
        <p:spPr>
          <a:xfrm>
            <a:off x="2174448" y="1312144"/>
            <a:ext cx="18288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5092EC3-282E-39FA-C0EB-2974529B9E01}"/>
                  </a:ext>
                </a:extLst>
              </p:cNvPr>
              <p:cNvSpPr txBox="1"/>
              <p:nvPr/>
            </p:nvSpPr>
            <p:spPr>
              <a:xfrm>
                <a:off x="1409573" y="1534324"/>
                <a:ext cx="2834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5092EC3-282E-39FA-C0EB-2974529B9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573" y="1534324"/>
                <a:ext cx="283411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61AB2E4-2FF3-24AB-BA1D-58977E37CD14}"/>
                  </a:ext>
                </a:extLst>
              </p:cNvPr>
              <p:cNvSpPr txBox="1"/>
              <p:nvPr/>
            </p:nvSpPr>
            <p:spPr>
              <a:xfrm>
                <a:off x="2142966" y="1534323"/>
                <a:ext cx="4918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61AB2E4-2FF3-24AB-BA1D-58977E37C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966" y="1534323"/>
                <a:ext cx="491801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20F0650-0094-AAE1-082A-6363627F60F6}"/>
                  </a:ext>
                </a:extLst>
              </p:cNvPr>
              <p:cNvSpPr txBox="1"/>
              <p:nvPr/>
            </p:nvSpPr>
            <p:spPr>
              <a:xfrm>
                <a:off x="4528402" y="1258746"/>
                <a:ext cx="78284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𝑑𝑙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20F0650-0094-AAE1-082A-6363627F6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402" y="1258746"/>
                <a:ext cx="78284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CF67CB2-FF15-440A-0AFF-4B64A960D1DA}"/>
                  </a:ext>
                </a:extLst>
              </p:cNvPr>
              <p:cNvSpPr txBox="1"/>
              <p:nvPr/>
            </p:nvSpPr>
            <p:spPr>
              <a:xfrm>
                <a:off x="5311245" y="1265482"/>
                <a:ext cx="4918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CF67CB2-FF15-440A-0AFF-4B64A960D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245" y="1265482"/>
                <a:ext cx="491801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B0CE383A-AEE5-F06C-A0CB-B94DA36744BB}"/>
              </a:ext>
            </a:extLst>
          </p:cNvPr>
          <p:cNvSpPr/>
          <p:nvPr/>
        </p:nvSpPr>
        <p:spPr>
          <a:xfrm>
            <a:off x="498107" y="2428630"/>
            <a:ext cx="3318322" cy="2427627"/>
          </a:xfrm>
          <a:prstGeom prst="roundRect">
            <a:avLst>
              <a:gd name="adj" fmla="val 977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E3D1E91-80EF-7BC6-5876-8DA72B208145}"/>
              </a:ext>
            </a:extLst>
          </p:cNvPr>
          <p:cNvGrpSpPr/>
          <p:nvPr/>
        </p:nvGrpSpPr>
        <p:grpSpPr>
          <a:xfrm>
            <a:off x="224568" y="2721991"/>
            <a:ext cx="2439292" cy="2529983"/>
            <a:chOff x="7390953" y="991677"/>
            <a:chExt cx="2439292" cy="2529983"/>
          </a:xfrm>
        </p:grpSpPr>
        <p:sp>
          <p:nvSpPr>
            <p:cNvPr id="81" name="Partial Circle 80">
              <a:extLst>
                <a:ext uri="{FF2B5EF4-FFF2-40B4-BE49-F238E27FC236}">
                  <a16:creationId xmlns:a16="http://schemas.microsoft.com/office/drawing/2014/main" id="{4F111173-E59F-C88A-ED87-4CD075761AF8}"/>
                </a:ext>
              </a:extLst>
            </p:cNvPr>
            <p:cNvSpPr/>
            <p:nvPr/>
          </p:nvSpPr>
          <p:spPr>
            <a:xfrm rot="19193659">
              <a:off x="7390953" y="1082368"/>
              <a:ext cx="2439292" cy="2439292"/>
            </a:xfrm>
            <a:prstGeom prst="pie">
              <a:avLst>
                <a:gd name="adj1" fmla="val 19048361"/>
                <a:gd name="adj2" fmla="val 2413279"/>
              </a:avLst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800" dirty="0">
                <a:solidFill>
                  <a:schemeClr val="tx1"/>
                </a:solidFill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FE5572BC-130A-FDFD-B94E-52481AD7E01B}"/>
                </a:ext>
              </a:extLst>
            </p:cNvPr>
            <p:cNvSpPr/>
            <p:nvPr/>
          </p:nvSpPr>
          <p:spPr>
            <a:xfrm rot="2933402">
              <a:off x="7881012" y="1433571"/>
              <a:ext cx="1925052" cy="10412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8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2A2634F-698C-24D9-E33B-26B899BBA5D0}"/>
                  </a:ext>
                </a:extLst>
              </p:cNvPr>
              <p:cNvSpPr txBox="1"/>
              <p:nvPr/>
            </p:nvSpPr>
            <p:spPr>
              <a:xfrm>
                <a:off x="3939582" y="2504357"/>
                <a:ext cx="759434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800" dirty="0">
                    <a:solidFill>
                      <a:schemeClr val="bg1"/>
                    </a:solidFill>
                  </a:rPr>
                  <a:t>Let us go to an angle </a:t>
                </a:r>
                <a14:m>
                  <m:oMath xmlns:m="http://schemas.openxmlformats.org/officeDocument/2006/math">
                    <m:r>
                      <a:rPr lang="en-IN" sz="28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</a:rPr>
                  <a:t> and take small element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IN" sz="28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2A2634F-698C-24D9-E33B-26B899BBA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9582" y="2504357"/>
                <a:ext cx="7594343" cy="523220"/>
              </a:xfrm>
              <a:prstGeom prst="rect">
                <a:avLst/>
              </a:prstGeom>
              <a:blipFill>
                <a:blip r:embed="rId6"/>
                <a:stretch>
                  <a:fillRect l="-1605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BB436EEB-B563-D614-45F6-550E8966FF6E}"/>
              </a:ext>
            </a:extLst>
          </p:cNvPr>
          <p:cNvCxnSpPr/>
          <p:nvPr/>
        </p:nvCxnSpPr>
        <p:spPr>
          <a:xfrm flipV="1">
            <a:off x="1446542" y="2803057"/>
            <a:ext cx="165266" cy="121964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9E8C3715-FE53-52F7-8296-7EE4F1D06D5C}"/>
              </a:ext>
            </a:extLst>
          </p:cNvPr>
          <p:cNvCxnSpPr>
            <a:cxnSpLocks/>
          </p:cNvCxnSpPr>
          <p:nvPr/>
        </p:nvCxnSpPr>
        <p:spPr>
          <a:xfrm>
            <a:off x="1446542" y="4022703"/>
            <a:ext cx="1241525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Rectangle 104"/>
              <p:cNvSpPr/>
              <p:nvPr/>
            </p:nvSpPr>
            <p:spPr>
              <a:xfrm>
                <a:off x="1818932" y="3589913"/>
                <a:ext cx="43576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5" name="Rectangle 10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8932" y="3589913"/>
                <a:ext cx="43576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Rectangle 105"/>
              <p:cNvSpPr/>
              <p:nvPr/>
            </p:nvSpPr>
            <p:spPr>
              <a:xfrm>
                <a:off x="1795508" y="3128248"/>
                <a:ext cx="61369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IN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" name="Rectangle 10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508" y="3128248"/>
                <a:ext cx="61369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Rectangle 106"/>
              <p:cNvSpPr/>
              <p:nvPr/>
            </p:nvSpPr>
            <p:spPr>
              <a:xfrm>
                <a:off x="2663860" y="2446263"/>
                <a:ext cx="80926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𝑅𝑑</m:t>
                      </m:r>
                      <m:r>
                        <a:rPr lang="en-IN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7" name="Rectangle 10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3860" y="2446263"/>
                <a:ext cx="80926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153E2316-C47C-2FBB-B3D8-0EC50AD42B55}"/>
              </a:ext>
            </a:extLst>
          </p:cNvPr>
          <p:cNvSpPr/>
          <p:nvPr/>
        </p:nvSpPr>
        <p:spPr>
          <a:xfrm rot="21169955">
            <a:off x="2729960" y="3119773"/>
            <a:ext cx="160702" cy="825500"/>
          </a:xfrm>
          <a:custGeom>
            <a:avLst/>
            <a:gdLst>
              <a:gd name="connsiteX0" fmla="*/ 127000 w 160702"/>
              <a:gd name="connsiteY0" fmla="*/ 825500 h 825500"/>
              <a:gd name="connsiteX1" fmla="*/ 152400 w 160702"/>
              <a:gd name="connsiteY1" fmla="*/ 330200 h 825500"/>
              <a:gd name="connsiteX2" fmla="*/ 0 w 160702"/>
              <a:gd name="connsiteY2" fmla="*/ 0 h 82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0702" h="825500">
                <a:moveTo>
                  <a:pt x="127000" y="825500"/>
                </a:moveTo>
                <a:cubicBezTo>
                  <a:pt x="150283" y="646641"/>
                  <a:pt x="173567" y="467783"/>
                  <a:pt x="152400" y="330200"/>
                </a:cubicBezTo>
                <a:cubicBezTo>
                  <a:pt x="131233" y="192617"/>
                  <a:pt x="65616" y="96308"/>
                  <a:pt x="0" y="0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sz="2800"/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78D6B159-4634-0927-D209-A2942985E98D}"/>
              </a:ext>
            </a:extLst>
          </p:cNvPr>
          <p:cNvCxnSpPr>
            <a:cxnSpLocks/>
          </p:cNvCxnSpPr>
          <p:nvPr/>
        </p:nvCxnSpPr>
        <p:spPr>
          <a:xfrm flipV="1">
            <a:off x="1093349" y="2606430"/>
            <a:ext cx="2235200" cy="168910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37D0E179-5ABD-F030-1944-991C6ABC9ED8}"/>
              </a:ext>
            </a:extLst>
          </p:cNvPr>
          <p:cNvCxnSpPr>
            <a:cxnSpLocks/>
          </p:cNvCxnSpPr>
          <p:nvPr/>
        </p:nvCxnSpPr>
        <p:spPr>
          <a:xfrm flipV="1">
            <a:off x="1093350" y="2428630"/>
            <a:ext cx="1838563" cy="196850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D08018FC-41E9-ACC9-2617-125EABD7C484}"/>
                  </a:ext>
                </a:extLst>
              </p:cNvPr>
              <p:cNvSpPr txBox="1"/>
              <p:nvPr/>
            </p:nvSpPr>
            <p:spPr>
              <a:xfrm>
                <a:off x="4314571" y="3147814"/>
                <a:ext cx="78284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𝑑𝑙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D08018FC-41E9-ACC9-2617-125EABD7C4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571" y="3147814"/>
                <a:ext cx="782843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885C4418-26B7-EEE4-6418-4CAF3F89DE28}"/>
                  </a:ext>
                </a:extLst>
              </p:cNvPr>
              <p:cNvSpPr txBox="1"/>
              <p:nvPr/>
            </p:nvSpPr>
            <p:spPr>
              <a:xfrm>
                <a:off x="5189467" y="3159660"/>
                <a:ext cx="73186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𝑅𝑑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885C4418-26B7-EEE4-6418-4CAF3F89D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9467" y="3159660"/>
                <a:ext cx="731867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A2107EEF-3E3E-FCB2-87FF-78980C04EAF0}"/>
                  </a:ext>
                </a:extLst>
              </p:cNvPr>
              <p:cNvSpPr/>
              <p:nvPr/>
            </p:nvSpPr>
            <p:spPr>
              <a:xfrm>
                <a:off x="1836790" y="4022703"/>
                <a:ext cx="36033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A2107EEF-3E3E-FCB2-87FF-78980C04EA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6790" y="4022703"/>
                <a:ext cx="360336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545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57" grpId="0" animBg="1"/>
      <p:bldP spid="60" grpId="0"/>
      <p:bldP spid="61" grpId="0"/>
      <p:bldP spid="62" grpId="0"/>
      <p:bldP spid="63" grpId="0"/>
      <p:bldP spid="79" grpId="0" animBg="1"/>
      <p:bldP spid="92" grpId="0"/>
      <p:bldP spid="105" grpId="0"/>
      <p:bldP spid="106" grpId="0"/>
      <p:bldP spid="107" grpId="0"/>
      <p:bldP spid="108" grpId="0" animBg="1"/>
      <p:bldP spid="111" grpId="0"/>
      <p:bldP spid="112" grpId="0"/>
      <p:bldP spid="1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2AE5A4-E01E-BE2B-EC49-4A0B5EF13828}"/>
              </a:ext>
            </a:extLst>
          </p:cNvPr>
          <p:cNvSpPr/>
          <p:nvPr/>
        </p:nvSpPr>
        <p:spPr>
          <a:xfrm>
            <a:off x="1076704" y="172306"/>
            <a:ext cx="10201166" cy="61093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99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THE END</a:t>
            </a:r>
          </a:p>
          <a:p>
            <a:pPr algn="ctr"/>
            <a:r>
              <a:rPr lang="en-US" sz="9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for Most Basic questions</a:t>
            </a:r>
          </a:p>
        </p:txBody>
      </p:sp>
    </p:spTree>
    <p:extLst>
      <p:ext uri="{BB962C8B-B14F-4D97-AF65-F5344CB8AC3E}">
        <p14:creationId xmlns:p14="http://schemas.microsoft.com/office/powerpoint/2010/main" val="1406799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59FD0-BBA0-3387-98BE-7E242B2A4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AD9665-7A75-8699-AD5E-D8B7699B8E68}"/>
              </a:ext>
            </a:extLst>
          </p:cNvPr>
          <p:cNvSpPr/>
          <p:nvPr/>
        </p:nvSpPr>
        <p:spPr>
          <a:xfrm>
            <a:off x="395577" y="2967335"/>
            <a:ext cx="153304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Area</a:t>
            </a:r>
          </a:p>
        </p:txBody>
      </p:sp>
    </p:spTree>
    <p:extLst>
      <p:ext uri="{BB962C8B-B14F-4D97-AF65-F5344CB8AC3E}">
        <p14:creationId xmlns:p14="http://schemas.microsoft.com/office/powerpoint/2010/main" val="4110510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BD2932B3-4BDC-C8CD-A6B7-3799F585EFF2}"/>
              </a:ext>
            </a:extLst>
          </p:cNvPr>
          <p:cNvGrpSpPr/>
          <p:nvPr/>
        </p:nvGrpSpPr>
        <p:grpSpPr>
          <a:xfrm>
            <a:off x="615903" y="369541"/>
            <a:ext cx="10118972" cy="3108028"/>
            <a:chOff x="615903" y="369541"/>
            <a:chExt cx="10118972" cy="3108028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D6DDCC6-2C51-02AF-EEC5-43886793F5D4}"/>
                </a:ext>
              </a:extLst>
            </p:cNvPr>
            <p:cNvSpPr/>
            <p:nvPr/>
          </p:nvSpPr>
          <p:spPr>
            <a:xfrm>
              <a:off x="615903" y="369541"/>
              <a:ext cx="2367815" cy="3099108"/>
            </a:xfrm>
            <a:prstGeom prst="roundRect">
              <a:avLst>
                <a:gd name="adj" fmla="val 11789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DA9D2940-10C7-6408-4660-DA6E5B501B0B}"/>
                </a:ext>
              </a:extLst>
            </p:cNvPr>
            <p:cNvSpPr/>
            <p:nvPr/>
          </p:nvSpPr>
          <p:spPr>
            <a:xfrm>
              <a:off x="4529306" y="378461"/>
              <a:ext cx="2367815" cy="3099108"/>
            </a:xfrm>
            <a:prstGeom prst="roundRect">
              <a:avLst>
                <a:gd name="adj" fmla="val 11789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805499E5-8651-B892-E980-58B76E13F23D}"/>
                </a:ext>
              </a:extLst>
            </p:cNvPr>
            <p:cNvSpPr/>
            <p:nvPr/>
          </p:nvSpPr>
          <p:spPr>
            <a:xfrm>
              <a:off x="8367060" y="401056"/>
              <a:ext cx="2367815" cy="3067594"/>
            </a:xfrm>
            <a:prstGeom prst="roundRect">
              <a:avLst>
                <a:gd name="adj" fmla="val 11789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0134A04-4DFB-6931-65AD-0772979D30D1}"/>
                </a:ext>
              </a:extLst>
            </p:cNvPr>
            <p:cNvSpPr/>
            <p:nvPr/>
          </p:nvSpPr>
          <p:spPr>
            <a:xfrm>
              <a:off x="764925" y="1290986"/>
              <a:ext cx="2098307" cy="1159043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800">
                <a:solidFill>
                  <a:schemeClr val="tx1"/>
                </a:solidFill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F012154-ADF6-893E-EAE1-940AFF49C894}"/>
                </a:ext>
              </a:extLst>
            </p:cNvPr>
            <p:cNvSpPr/>
            <p:nvPr/>
          </p:nvSpPr>
          <p:spPr>
            <a:xfrm>
              <a:off x="4647360" y="1290988"/>
              <a:ext cx="2088682" cy="1159044"/>
            </a:xfrm>
            <a:custGeom>
              <a:avLst/>
              <a:gdLst>
                <a:gd name="connsiteX0" fmla="*/ 0 w 2088682"/>
                <a:gd name="connsiteY0" fmla="*/ 308497 h 1579032"/>
                <a:gd name="connsiteX1" fmla="*/ 442762 w 2088682"/>
                <a:gd name="connsiteY1" fmla="*/ 489 h 1579032"/>
                <a:gd name="connsiteX2" fmla="*/ 933651 w 2088682"/>
                <a:gd name="connsiteY2" fmla="*/ 231495 h 1579032"/>
                <a:gd name="connsiteX3" fmla="*/ 933651 w 2088682"/>
                <a:gd name="connsiteY3" fmla="*/ 231495 h 1579032"/>
                <a:gd name="connsiteX4" fmla="*/ 1376413 w 2088682"/>
                <a:gd name="connsiteY4" fmla="*/ 606880 h 1579032"/>
                <a:gd name="connsiteX5" fmla="*/ 1722922 w 2088682"/>
                <a:gd name="connsiteY5" fmla="*/ 231495 h 1579032"/>
                <a:gd name="connsiteX6" fmla="*/ 2079057 w 2088682"/>
                <a:gd name="connsiteY6" fmla="*/ 366249 h 1579032"/>
                <a:gd name="connsiteX7" fmla="*/ 2079057 w 2088682"/>
                <a:gd name="connsiteY7" fmla="*/ 366249 h 1579032"/>
                <a:gd name="connsiteX8" fmla="*/ 2088682 w 2088682"/>
                <a:gd name="connsiteY8" fmla="*/ 1579032 h 1579032"/>
                <a:gd name="connsiteX9" fmla="*/ 2088682 w 2088682"/>
                <a:gd name="connsiteY9" fmla="*/ 1579032 h 1579032"/>
                <a:gd name="connsiteX10" fmla="*/ 9625 w 2088682"/>
                <a:gd name="connsiteY10" fmla="*/ 1579032 h 1579032"/>
                <a:gd name="connsiteX11" fmla="*/ 9625 w 2088682"/>
                <a:gd name="connsiteY11" fmla="*/ 1579032 h 1579032"/>
                <a:gd name="connsiteX12" fmla="*/ 0 w 2088682"/>
                <a:gd name="connsiteY12" fmla="*/ 308497 h 1579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88682" h="1579032">
                  <a:moveTo>
                    <a:pt x="0" y="308497"/>
                  </a:moveTo>
                  <a:cubicBezTo>
                    <a:pt x="143577" y="160910"/>
                    <a:pt x="287154" y="13323"/>
                    <a:pt x="442762" y="489"/>
                  </a:cubicBezTo>
                  <a:cubicBezTo>
                    <a:pt x="598370" y="-12345"/>
                    <a:pt x="933651" y="231495"/>
                    <a:pt x="933651" y="231495"/>
                  </a:cubicBezTo>
                  <a:lnTo>
                    <a:pt x="933651" y="231495"/>
                  </a:lnTo>
                  <a:cubicBezTo>
                    <a:pt x="1007445" y="294059"/>
                    <a:pt x="1244868" y="606880"/>
                    <a:pt x="1376413" y="606880"/>
                  </a:cubicBezTo>
                  <a:cubicBezTo>
                    <a:pt x="1507958" y="606880"/>
                    <a:pt x="1605815" y="271600"/>
                    <a:pt x="1722922" y="231495"/>
                  </a:cubicBezTo>
                  <a:cubicBezTo>
                    <a:pt x="1840029" y="191390"/>
                    <a:pt x="2079057" y="366249"/>
                    <a:pt x="2079057" y="366249"/>
                  </a:cubicBezTo>
                  <a:lnTo>
                    <a:pt x="2079057" y="366249"/>
                  </a:lnTo>
                  <a:cubicBezTo>
                    <a:pt x="2080661" y="568379"/>
                    <a:pt x="2088682" y="1579032"/>
                    <a:pt x="2088682" y="1579032"/>
                  </a:cubicBezTo>
                  <a:lnTo>
                    <a:pt x="2088682" y="1579032"/>
                  </a:lnTo>
                  <a:lnTo>
                    <a:pt x="9625" y="1579032"/>
                  </a:lnTo>
                  <a:lnTo>
                    <a:pt x="9625" y="1579032"/>
                  </a:lnTo>
                  <a:cubicBezTo>
                    <a:pt x="6417" y="1155520"/>
                    <a:pt x="3208" y="732009"/>
                    <a:pt x="0" y="308497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800">
                <a:solidFill>
                  <a:schemeClr val="tx1"/>
                </a:solidFill>
              </a:endParaRPr>
            </a:p>
          </p:txBody>
        </p:sp>
        <p:sp>
          <p:nvSpPr>
            <p:cNvPr id="9" name="Right Triangle 8">
              <a:extLst>
                <a:ext uri="{FF2B5EF4-FFF2-40B4-BE49-F238E27FC236}">
                  <a16:creationId xmlns:a16="http://schemas.microsoft.com/office/drawing/2014/main" id="{EEA87764-07E6-A59C-A381-8FBAF20E0AA5}"/>
                </a:ext>
              </a:extLst>
            </p:cNvPr>
            <p:cNvSpPr/>
            <p:nvPr/>
          </p:nvSpPr>
          <p:spPr>
            <a:xfrm flipH="1">
              <a:off x="8415341" y="584717"/>
              <a:ext cx="2194559" cy="2021305"/>
            </a:xfrm>
            <a:prstGeom prst="rtTriangle">
              <a:avLst/>
            </a:prstGeom>
            <a:solidFill>
              <a:schemeClr val="accent2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800">
                <a:solidFill>
                  <a:schemeClr val="bg1"/>
                </a:solidFill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FAD15231-FBB1-BCF1-2753-A200E331DBDC}"/>
              </a:ext>
            </a:extLst>
          </p:cNvPr>
          <p:cNvSpPr/>
          <p:nvPr/>
        </p:nvSpPr>
        <p:spPr>
          <a:xfrm>
            <a:off x="1826911" y="1290986"/>
            <a:ext cx="170047" cy="1159043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20E0DC-71FA-A0AF-3BF6-0F79F38E423C}"/>
              </a:ext>
            </a:extLst>
          </p:cNvPr>
          <p:cNvSpPr/>
          <p:nvPr/>
        </p:nvSpPr>
        <p:spPr>
          <a:xfrm>
            <a:off x="5705907" y="1564210"/>
            <a:ext cx="182880" cy="88582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6793D6-06B5-8126-590C-022DEDC69E59}"/>
              </a:ext>
            </a:extLst>
          </p:cNvPr>
          <p:cNvSpPr/>
          <p:nvPr/>
        </p:nvSpPr>
        <p:spPr>
          <a:xfrm>
            <a:off x="9494730" y="1576654"/>
            <a:ext cx="159999" cy="1026247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CAD81E3-E2AC-ECF9-CA05-938B9AE74B26}"/>
              </a:ext>
            </a:extLst>
          </p:cNvPr>
          <p:cNvCxnSpPr/>
          <p:nvPr/>
        </p:nvCxnSpPr>
        <p:spPr>
          <a:xfrm>
            <a:off x="742801" y="2691374"/>
            <a:ext cx="10491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11A2368-FFB7-B274-B31E-5919F13F0439}"/>
              </a:ext>
            </a:extLst>
          </p:cNvPr>
          <p:cNvCxnSpPr/>
          <p:nvPr/>
        </p:nvCxnSpPr>
        <p:spPr>
          <a:xfrm>
            <a:off x="1791954" y="2511036"/>
            <a:ext cx="18288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211B3FA-B3EE-6732-2844-6698A69EA974}"/>
                  </a:ext>
                </a:extLst>
              </p:cNvPr>
              <p:cNvSpPr txBox="1"/>
              <p:nvPr/>
            </p:nvSpPr>
            <p:spPr>
              <a:xfrm>
                <a:off x="1027079" y="2733214"/>
                <a:ext cx="2834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211B3FA-B3EE-6732-2844-6698A69EA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079" y="2733214"/>
                <a:ext cx="283411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1437AB5-9FE8-9238-9C5D-323C90AA9621}"/>
                  </a:ext>
                </a:extLst>
              </p:cNvPr>
              <p:cNvSpPr txBox="1"/>
              <p:nvPr/>
            </p:nvSpPr>
            <p:spPr>
              <a:xfrm>
                <a:off x="1760472" y="2733215"/>
                <a:ext cx="4918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1437AB5-9FE8-9238-9C5D-323C90AA9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472" y="2733215"/>
                <a:ext cx="491801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E2B3B78-B933-2275-31C4-2F25BA90F42C}"/>
                  </a:ext>
                </a:extLst>
              </p:cNvPr>
              <p:cNvSpPr txBox="1"/>
              <p:nvPr/>
            </p:nvSpPr>
            <p:spPr>
              <a:xfrm>
                <a:off x="677325" y="4471666"/>
                <a:ext cx="278999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𝑑𝐴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h𝑒𝑖𝑔h𝑡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E2B3B78-B933-2275-31C4-2F25BA90F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325" y="4471666"/>
                <a:ext cx="2789995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BF6DC7B-FB5F-7381-481D-829CF4A10570}"/>
                  </a:ext>
                </a:extLst>
              </p:cNvPr>
              <p:cNvSpPr txBox="1"/>
              <p:nvPr/>
            </p:nvSpPr>
            <p:spPr>
              <a:xfrm>
                <a:off x="4937259" y="4458608"/>
                <a:ext cx="193777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𝑑𝐴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BF6DC7B-FB5F-7381-481D-829CF4A10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7259" y="4458608"/>
                <a:ext cx="1937775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C65E851-556D-5CB4-E3F7-733FBB8E5021}"/>
              </a:ext>
            </a:extLst>
          </p:cNvPr>
          <p:cNvCxnSpPr/>
          <p:nvPr/>
        </p:nvCxnSpPr>
        <p:spPr>
          <a:xfrm>
            <a:off x="4656754" y="2721439"/>
            <a:ext cx="10491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782335B-A8EF-1E4C-5453-30C8BF10AC25}"/>
              </a:ext>
            </a:extLst>
          </p:cNvPr>
          <p:cNvCxnSpPr/>
          <p:nvPr/>
        </p:nvCxnSpPr>
        <p:spPr>
          <a:xfrm>
            <a:off x="5705907" y="2541099"/>
            <a:ext cx="18288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21AF00B-76A3-CC83-591B-34145D38285D}"/>
                  </a:ext>
                </a:extLst>
              </p:cNvPr>
              <p:cNvSpPr txBox="1"/>
              <p:nvPr/>
            </p:nvSpPr>
            <p:spPr>
              <a:xfrm>
                <a:off x="4941032" y="2763279"/>
                <a:ext cx="2834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21AF00B-76A3-CC83-591B-34145D382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032" y="2763279"/>
                <a:ext cx="283411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3FD2BBB-37FA-090C-2FCE-61C6D7DB5158}"/>
                  </a:ext>
                </a:extLst>
              </p:cNvPr>
              <p:cNvSpPr txBox="1"/>
              <p:nvPr/>
            </p:nvSpPr>
            <p:spPr>
              <a:xfrm>
                <a:off x="5674425" y="2763278"/>
                <a:ext cx="4918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3FD2BBB-37FA-090C-2FCE-61C6D7DB5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4425" y="2763278"/>
                <a:ext cx="491801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DCF2462-99F2-EB89-BFC2-41DB8F1E40BB}"/>
              </a:ext>
            </a:extLst>
          </p:cNvPr>
          <p:cNvCxnSpPr/>
          <p:nvPr/>
        </p:nvCxnSpPr>
        <p:spPr>
          <a:xfrm>
            <a:off x="8427317" y="2859395"/>
            <a:ext cx="10491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122E184-641A-DCD1-CA12-FFD9FAC32B9C}"/>
              </a:ext>
            </a:extLst>
          </p:cNvPr>
          <p:cNvCxnSpPr/>
          <p:nvPr/>
        </p:nvCxnSpPr>
        <p:spPr>
          <a:xfrm>
            <a:off x="9476470" y="2679055"/>
            <a:ext cx="18288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BC9DC23-DAD6-FEBC-2136-714F57D8A0DA}"/>
                  </a:ext>
                </a:extLst>
              </p:cNvPr>
              <p:cNvSpPr txBox="1"/>
              <p:nvPr/>
            </p:nvSpPr>
            <p:spPr>
              <a:xfrm>
                <a:off x="8711595" y="2901235"/>
                <a:ext cx="2834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BC9DC23-DAD6-FEBC-2136-714F57D8A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1595" y="2901235"/>
                <a:ext cx="283411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D3F3C1E-1939-2A0D-6F2D-169A91BF90A4}"/>
                  </a:ext>
                </a:extLst>
              </p:cNvPr>
              <p:cNvSpPr txBox="1"/>
              <p:nvPr/>
            </p:nvSpPr>
            <p:spPr>
              <a:xfrm>
                <a:off x="9444988" y="2901234"/>
                <a:ext cx="4918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D3F3C1E-1939-2A0D-6F2D-169A91BF9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4988" y="2901234"/>
                <a:ext cx="491801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4CB9D7-E157-8A44-092B-45E72F5E2941}"/>
                  </a:ext>
                </a:extLst>
              </p:cNvPr>
              <p:cNvSpPr txBox="1"/>
              <p:nvPr/>
            </p:nvSpPr>
            <p:spPr>
              <a:xfrm>
                <a:off x="8706176" y="2233985"/>
                <a:ext cx="29424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4CB9D7-E157-8A44-092B-45E72F5E2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6176" y="2233985"/>
                <a:ext cx="294248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9C25C8A-4F57-EDCA-88FD-552909BB6826}"/>
                  </a:ext>
                </a:extLst>
              </p:cNvPr>
              <p:cNvSpPr txBox="1"/>
              <p:nvPr/>
            </p:nvSpPr>
            <p:spPr>
              <a:xfrm>
                <a:off x="8907744" y="3865059"/>
                <a:ext cx="193777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𝑑𝐴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9C25C8A-4F57-EDCA-88FD-552909BB6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7744" y="3865059"/>
                <a:ext cx="1937775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AD361E3-DFE0-5965-047D-4EA7B77E8F10}"/>
                  </a:ext>
                </a:extLst>
              </p:cNvPr>
              <p:cNvSpPr txBox="1"/>
              <p:nvPr/>
            </p:nvSpPr>
            <p:spPr>
              <a:xfrm>
                <a:off x="8932763" y="4476911"/>
                <a:ext cx="1516249" cy="7377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𝑡𝑎𝑛</m:t>
                      </m:r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AD361E3-DFE0-5965-047D-4EA7B77E8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2763" y="4476911"/>
                <a:ext cx="1516249" cy="73770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7579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22" grpId="0"/>
      <p:bldP spid="23" grpId="0"/>
      <p:bldP spid="24" grpId="0"/>
      <p:bldP spid="25" grpId="0"/>
      <p:bldP spid="29" grpId="0"/>
      <p:bldP spid="30" grpId="0"/>
      <p:bldP spid="33" grpId="0"/>
      <p:bldP spid="34" grpId="0"/>
      <p:bldP spid="8" grpId="0"/>
      <p:bldP spid="40" grpId="0"/>
      <p:bldP spid="4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C30113D-5ACC-8141-0DCC-B0295646743D}"/>
              </a:ext>
            </a:extLst>
          </p:cNvPr>
          <p:cNvSpPr/>
          <p:nvPr/>
        </p:nvSpPr>
        <p:spPr>
          <a:xfrm>
            <a:off x="4271029" y="771349"/>
            <a:ext cx="2725978" cy="3279791"/>
          </a:xfrm>
          <a:prstGeom prst="roundRect">
            <a:avLst>
              <a:gd name="adj" fmla="val 757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E579C4F-58DE-A609-B83C-6800551FBB1E}"/>
              </a:ext>
            </a:extLst>
          </p:cNvPr>
          <p:cNvSpPr/>
          <p:nvPr/>
        </p:nvSpPr>
        <p:spPr>
          <a:xfrm>
            <a:off x="245029" y="830970"/>
            <a:ext cx="3834177" cy="3220170"/>
          </a:xfrm>
          <a:prstGeom prst="roundRect">
            <a:avLst>
              <a:gd name="adj" fmla="val 658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9505CBC-4D43-2750-C23E-6F9414448CB1}"/>
              </a:ext>
            </a:extLst>
          </p:cNvPr>
          <p:cNvSpPr/>
          <p:nvPr/>
        </p:nvSpPr>
        <p:spPr>
          <a:xfrm>
            <a:off x="4529814" y="1300898"/>
            <a:ext cx="2148732" cy="2148732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DE9651-8D94-B461-00A7-1ACEFCC25733}"/>
              </a:ext>
            </a:extLst>
          </p:cNvPr>
          <p:cNvSpPr/>
          <p:nvPr/>
        </p:nvSpPr>
        <p:spPr>
          <a:xfrm>
            <a:off x="6133350" y="1465035"/>
            <a:ext cx="74522" cy="1851131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AEF5B9A-64B4-33AB-C190-4AA08A489718}"/>
              </a:ext>
            </a:extLst>
          </p:cNvPr>
          <p:cNvSpPr/>
          <p:nvPr/>
        </p:nvSpPr>
        <p:spPr>
          <a:xfrm>
            <a:off x="984658" y="1041326"/>
            <a:ext cx="2148732" cy="2148732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742106D-4AFA-A861-EE5E-E7766ACF311F}"/>
              </a:ext>
            </a:extLst>
          </p:cNvPr>
          <p:cNvSpPr/>
          <p:nvPr/>
        </p:nvSpPr>
        <p:spPr>
          <a:xfrm>
            <a:off x="1334795" y="1391463"/>
            <a:ext cx="1448458" cy="1448458"/>
          </a:xfrm>
          <a:prstGeom prst="ellipse">
            <a:avLst/>
          </a:prstGeom>
          <a:noFill/>
          <a:ln w="76200">
            <a:solidFill>
              <a:srgbClr val="262626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0">
              <a:solidFill>
                <a:schemeClr val="tx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DC5E845-3F0A-FA2E-EC75-056BE4280D2A}"/>
              </a:ext>
            </a:extLst>
          </p:cNvPr>
          <p:cNvCxnSpPr/>
          <p:nvPr/>
        </p:nvCxnSpPr>
        <p:spPr>
          <a:xfrm flipV="1">
            <a:off x="2027139" y="1631635"/>
            <a:ext cx="369651" cy="5373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AE95F7-CD63-26A7-284D-AC0D8D652F3E}"/>
                  </a:ext>
                </a:extLst>
              </p:cNvPr>
              <p:cNvSpPr txBox="1"/>
              <p:nvPr/>
            </p:nvSpPr>
            <p:spPr>
              <a:xfrm>
                <a:off x="2196135" y="1816816"/>
                <a:ext cx="26116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AE95F7-CD63-26A7-284D-AC0D8D652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6135" y="1816816"/>
                <a:ext cx="261162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8A270B5-E5B1-50DD-D161-9300CDD2639D}"/>
                  </a:ext>
                </a:extLst>
              </p:cNvPr>
              <p:cNvSpPr txBox="1"/>
              <p:nvPr/>
            </p:nvSpPr>
            <p:spPr>
              <a:xfrm>
                <a:off x="2528338" y="1204551"/>
                <a:ext cx="46955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𝑑𝑟</m:t>
                      </m:r>
                    </m:oMath>
                  </m:oMathPara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8A270B5-E5B1-50DD-D161-9300CDD263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8338" y="1204551"/>
                <a:ext cx="469551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7D828432-C54D-BC54-F007-72143FE22D4F}"/>
              </a:ext>
            </a:extLst>
          </p:cNvPr>
          <p:cNvSpPr/>
          <p:nvPr/>
        </p:nvSpPr>
        <p:spPr>
          <a:xfrm flipV="1">
            <a:off x="411860" y="3549866"/>
            <a:ext cx="3062594" cy="8361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0C7657A-1B83-9F5C-11DB-85B55E9834EE}"/>
                  </a:ext>
                </a:extLst>
              </p:cNvPr>
              <p:cNvSpPr txBox="1"/>
              <p:nvPr/>
            </p:nvSpPr>
            <p:spPr>
              <a:xfrm>
                <a:off x="1717324" y="3180534"/>
                <a:ext cx="67313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l-GR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I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0C7657A-1B83-9F5C-11DB-85B55E983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7324" y="3180534"/>
                <a:ext cx="67313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C6ADB66-82D5-8730-737B-DB542DE9B6F2}"/>
                  </a:ext>
                </a:extLst>
              </p:cNvPr>
              <p:cNvSpPr txBox="1"/>
              <p:nvPr/>
            </p:nvSpPr>
            <p:spPr>
              <a:xfrm>
                <a:off x="3585121" y="3356155"/>
                <a:ext cx="46955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𝑑𝑟</m:t>
                      </m:r>
                    </m:oMath>
                  </m:oMathPara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C6ADB66-82D5-8730-737B-DB542DE9B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5121" y="3356155"/>
                <a:ext cx="469551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54035FC-AB65-4A44-6448-6AB95C9805D8}"/>
                  </a:ext>
                </a:extLst>
              </p:cNvPr>
              <p:cNvSpPr txBox="1"/>
              <p:nvPr/>
            </p:nvSpPr>
            <p:spPr>
              <a:xfrm>
                <a:off x="446026" y="4500315"/>
                <a:ext cx="88876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𝑑𝐴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54035FC-AB65-4A44-6448-6AB95C980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026" y="4500315"/>
                <a:ext cx="888769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6935E8F-70FF-5ED3-D693-53A2D3284E4E}"/>
              </a:ext>
            </a:extLst>
          </p:cNvPr>
          <p:cNvCxnSpPr>
            <a:cxnSpLocks/>
          </p:cNvCxnSpPr>
          <p:nvPr/>
        </p:nvCxnSpPr>
        <p:spPr>
          <a:xfrm>
            <a:off x="5524356" y="2403881"/>
            <a:ext cx="64400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8517F1B-E6A8-AC7E-6118-FA25210AD632}"/>
              </a:ext>
            </a:extLst>
          </p:cNvPr>
          <p:cNvCxnSpPr>
            <a:cxnSpLocks/>
          </p:cNvCxnSpPr>
          <p:nvPr/>
        </p:nvCxnSpPr>
        <p:spPr>
          <a:xfrm>
            <a:off x="6121512" y="3097957"/>
            <a:ext cx="92710" cy="0"/>
          </a:xfrm>
          <a:prstGeom prst="straightConnector1">
            <a:avLst/>
          </a:prstGeom>
          <a:ln w="38100">
            <a:solidFill>
              <a:schemeClr val="bg1"/>
            </a:solidFill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07E6A30-5B2B-6A6D-AC35-9E118B8F2C62}"/>
                  </a:ext>
                </a:extLst>
              </p:cNvPr>
              <p:cNvSpPr txBox="1"/>
              <p:nvPr/>
            </p:nvSpPr>
            <p:spPr>
              <a:xfrm>
                <a:off x="5706913" y="2403881"/>
                <a:ext cx="283411" cy="430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07E6A30-5B2B-6A6D-AC35-9E118B8F2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6913" y="2403881"/>
                <a:ext cx="283411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BD987C0-F9F7-7C7D-E94B-96F9A3C73AEC}"/>
                  </a:ext>
                </a:extLst>
              </p:cNvPr>
              <p:cNvSpPr txBox="1"/>
              <p:nvPr/>
            </p:nvSpPr>
            <p:spPr>
              <a:xfrm>
                <a:off x="6341926" y="3097957"/>
                <a:ext cx="4918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BD987C0-F9F7-7C7D-E94B-96F9A3C73A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1926" y="3097957"/>
                <a:ext cx="491801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B24FFF-C7C1-043C-2536-8C41E4B67094}"/>
                  </a:ext>
                </a:extLst>
              </p:cNvPr>
              <p:cNvSpPr txBox="1"/>
              <p:nvPr/>
            </p:nvSpPr>
            <p:spPr>
              <a:xfrm>
                <a:off x="1267460" y="4449093"/>
                <a:ext cx="15713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l-GR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𝑑𝑟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B24FFF-C7C1-043C-2536-8C41E4B67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460" y="4449093"/>
                <a:ext cx="1571324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FB13A11-75F8-81AC-63FB-B396E24AD0C9}"/>
                  </a:ext>
                </a:extLst>
              </p:cNvPr>
              <p:cNvSpPr txBox="1"/>
              <p:nvPr/>
            </p:nvSpPr>
            <p:spPr>
              <a:xfrm>
                <a:off x="4227025" y="4547386"/>
                <a:ext cx="88876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𝑑𝐴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FB13A11-75F8-81AC-63FB-B396E24AD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025" y="4547386"/>
                <a:ext cx="888769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81CB863-AA81-87D3-18B9-F243578A6EB0}"/>
                  </a:ext>
                </a:extLst>
              </p:cNvPr>
              <p:cNvSpPr txBox="1"/>
              <p:nvPr/>
            </p:nvSpPr>
            <p:spPr>
              <a:xfrm>
                <a:off x="5048458" y="4489460"/>
                <a:ext cx="15713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81CB863-AA81-87D3-18B9-F243578A6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8458" y="4489460"/>
                <a:ext cx="1571324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F1A0186-269E-5BA5-F1C7-5C4B618135F4}"/>
                  </a:ext>
                </a:extLst>
              </p:cNvPr>
              <p:cNvSpPr txBox="1"/>
              <p:nvPr/>
            </p:nvSpPr>
            <p:spPr>
              <a:xfrm>
                <a:off x="4226684" y="5070606"/>
                <a:ext cx="4786195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𝑁𝑜𝑡𝑒</m:t>
                    </m:r>
                    <m:r>
                      <a:rPr lang="en-I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</a:rPr>
                  <a:t> Convert y into x   </a:t>
                </a:r>
              </a:p>
              <a:p>
                <a:r>
                  <a:rPr lang="en-IN" sz="2800" dirty="0">
                    <a:solidFill>
                      <a:schemeClr val="bg1"/>
                    </a:solidFill>
                  </a:rPr>
                  <a:t>          : Or convert y, x into angle 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F1A0186-269E-5BA5-F1C7-5C4B61813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6684" y="5070606"/>
                <a:ext cx="4786195" cy="954107"/>
              </a:xfrm>
              <a:prstGeom prst="rect">
                <a:avLst/>
              </a:prstGeom>
              <a:blipFill>
                <a:blip r:embed="rId12"/>
                <a:stretch>
                  <a:fillRect t="-6410" r="-3694" b="-179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6E0C1EB-CB31-53F3-2C7F-373FC1D766C5}"/>
              </a:ext>
            </a:extLst>
          </p:cNvPr>
          <p:cNvSpPr/>
          <p:nvPr/>
        </p:nvSpPr>
        <p:spPr>
          <a:xfrm>
            <a:off x="7526843" y="757710"/>
            <a:ext cx="3669733" cy="3386027"/>
          </a:xfrm>
          <a:prstGeom prst="roundRect">
            <a:avLst>
              <a:gd name="adj" fmla="val 7636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03C5AEE-C360-D7AD-4BDC-E4A949CA80D3}"/>
              </a:ext>
            </a:extLst>
          </p:cNvPr>
          <p:cNvSpPr/>
          <p:nvPr/>
        </p:nvSpPr>
        <p:spPr>
          <a:xfrm>
            <a:off x="8117141" y="1314539"/>
            <a:ext cx="2164223" cy="2164223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0" dirty="0">
              <a:solidFill>
                <a:schemeClr val="tx1"/>
              </a:solidFill>
            </a:endParaRPr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0F7EA647-006E-2DEA-8D9A-3027D64813DD}"/>
              </a:ext>
            </a:extLst>
          </p:cNvPr>
          <p:cNvSpPr/>
          <p:nvPr/>
        </p:nvSpPr>
        <p:spPr>
          <a:xfrm rot="14065575">
            <a:off x="9555111" y="1607761"/>
            <a:ext cx="231919" cy="1100941"/>
          </a:xfrm>
          <a:prstGeom prst="triangle">
            <a:avLst>
              <a:gd name="adj" fmla="val 51528"/>
            </a:avLst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7B954C79-E08B-8D90-D7D1-F5397006C547}"/>
                  </a:ext>
                </a:extLst>
              </p:cNvPr>
              <p:cNvSpPr/>
              <p:nvPr/>
            </p:nvSpPr>
            <p:spPr>
              <a:xfrm>
                <a:off x="9623228" y="2052761"/>
                <a:ext cx="43890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7B954C79-E08B-8D90-D7D1-F5397006C5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3228" y="2052761"/>
                <a:ext cx="438901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5182B849-7C69-F55C-65EC-37C694EB0E60}"/>
                  </a:ext>
                </a:extLst>
              </p:cNvPr>
              <p:cNvSpPr/>
              <p:nvPr/>
            </p:nvSpPr>
            <p:spPr>
              <a:xfrm>
                <a:off x="9257241" y="1580548"/>
                <a:ext cx="618117" cy="523220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IN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5182B849-7C69-F55C-65EC-37C694EB0E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7241" y="1580548"/>
                <a:ext cx="618117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DE62BD27-94E5-34FC-1D24-C20383D7A26F}"/>
                  </a:ext>
                </a:extLst>
              </p:cNvPr>
              <p:cNvSpPr/>
              <p:nvPr/>
            </p:nvSpPr>
            <p:spPr>
              <a:xfrm>
                <a:off x="10058057" y="1407468"/>
                <a:ext cx="80926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𝑅𝑑</m:t>
                      </m:r>
                      <m:r>
                        <a:rPr lang="en-IN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DE62BD27-94E5-34FC-1D24-C20383D7A2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057" y="1407468"/>
                <a:ext cx="809261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2C335B54-C743-B1FB-B666-0B71B5983828}"/>
              </a:ext>
            </a:extLst>
          </p:cNvPr>
          <p:cNvSpPr/>
          <p:nvPr/>
        </p:nvSpPr>
        <p:spPr>
          <a:xfrm rot="21169955">
            <a:off x="10246547" y="1864008"/>
            <a:ext cx="141816" cy="630107"/>
          </a:xfrm>
          <a:custGeom>
            <a:avLst/>
            <a:gdLst>
              <a:gd name="connsiteX0" fmla="*/ 127000 w 160702"/>
              <a:gd name="connsiteY0" fmla="*/ 825500 h 825500"/>
              <a:gd name="connsiteX1" fmla="*/ 152400 w 160702"/>
              <a:gd name="connsiteY1" fmla="*/ 330200 h 825500"/>
              <a:gd name="connsiteX2" fmla="*/ 0 w 160702"/>
              <a:gd name="connsiteY2" fmla="*/ 0 h 82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0702" h="825500">
                <a:moveTo>
                  <a:pt x="127000" y="825500"/>
                </a:moveTo>
                <a:cubicBezTo>
                  <a:pt x="150283" y="646641"/>
                  <a:pt x="173567" y="467783"/>
                  <a:pt x="152400" y="330200"/>
                </a:cubicBezTo>
                <a:cubicBezTo>
                  <a:pt x="131233" y="192617"/>
                  <a:pt x="65616" y="96308"/>
                  <a:pt x="0" y="0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D728C09-2D3D-2424-9735-4091CA98B5C6}"/>
                  </a:ext>
                </a:extLst>
              </p:cNvPr>
              <p:cNvSpPr txBox="1"/>
              <p:nvPr/>
            </p:nvSpPr>
            <p:spPr>
              <a:xfrm>
                <a:off x="8733478" y="4800970"/>
                <a:ext cx="88876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𝑑𝐴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D728C09-2D3D-2424-9735-4091CA98B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3478" y="4800970"/>
                <a:ext cx="888769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59289F2-FFF1-3B09-5F05-13939F9911F5}"/>
                  </a:ext>
                </a:extLst>
              </p:cNvPr>
              <p:cNvSpPr txBox="1"/>
              <p:nvPr/>
            </p:nvSpPr>
            <p:spPr>
              <a:xfrm>
                <a:off x="9403445" y="4511839"/>
                <a:ext cx="2029567" cy="898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𝑅𝑑</m:t>
                      </m:r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59289F2-FFF1-3B09-5F05-13939F991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3445" y="4511839"/>
                <a:ext cx="2029567" cy="89896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F8B3C9F-C703-D18F-C266-D31BCD3944A1}"/>
              </a:ext>
            </a:extLst>
          </p:cNvPr>
          <p:cNvCxnSpPr>
            <a:cxnSpLocks/>
          </p:cNvCxnSpPr>
          <p:nvPr/>
        </p:nvCxnSpPr>
        <p:spPr>
          <a:xfrm>
            <a:off x="9229834" y="2478534"/>
            <a:ext cx="12182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25190AD-0BDB-FAB8-6478-0F6A95F89482}"/>
              </a:ext>
            </a:extLst>
          </p:cNvPr>
          <p:cNvSpPr txBox="1"/>
          <p:nvPr/>
        </p:nvSpPr>
        <p:spPr>
          <a:xfrm>
            <a:off x="179285" y="156410"/>
            <a:ext cx="3747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bg1"/>
                </a:solidFill>
              </a:rPr>
              <a:t>Some variation in radius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082CAB-A864-06E0-05BE-5C4DB8CD311F}"/>
              </a:ext>
            </a:extLst>
          </p:cNvPr>
          <p:cNvSpPr txBox="1"/>
          <p:nvPr/>
        </p:nvSpPr>
        <p:spPr>
          <a:xfrm>
            <a:off x="4191931" y="167638"/>
            <a:ext cx="3235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bg1"/>
                </a:solidFill>
              </a:rPr>
              <a:t>Some variation in 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E8C34F8-7940-179C-9037-85B2D9F967B2}"/>
                  </a:ext>
                </a:extLst>
              </p:cNvPr>
              <p:cNvSpPr txBox="1"/>
              <p:nvPr/>
            </p:nvSpPr>
            <p:spPr>
              <a:xfrm>
                <a:off x="7505481" y="167985"/>
                <a:ext cx="323533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IN" sz="2800" dirty="0">
                    <a:solidFill>
                      <a:schemeClr val="bg1"/>
                    </a:solidFill>
                  </a:rPr>
                  <a:t>Some variation in </a:t>
                </a:r>
                <a14:m>
                  <m:oMath xmlns:m="http://schemas.openxmlformats.org/officeDocument/2006/math">
                    <m:r>
                      <a:rPr lang="en-IN" sz="28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E8C34F8-7940-179C-9037-85B2D9F96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5481" y="167985"/>
                <a:ext cx="3235331" cy="523220"/>
              </a:xfrm>
              <a:prstGeom prst="rect">
                <a:avLst/>
              </a:prstGeom>
              <a:blipFill>
                <a:blip r:embed="rId18"/>
                <a:stretch>
                  <a:fillRect l="-3766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7518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8" grpId="0" animBg="1"/>
      <p:bldP spid="19" grpId="0" animBg="1"/>
      <p:bldP spid="5" grpId="0" animBg="1"/>
      <p:bldP spid="6" grpId="0" animBg="1"/>
      <p:bldP spid="11" grpId="0"/>
      <p:bldP spid="12" grpId="0"/>
      <p:bldP spid="13" grpId="0" animBg="1"/>
      <p:bldP spid="16" grpId="0"/>
      <p:bldP spid="20" grpId="0"/>
      <p:bldP spid="22" grpId="0"/>
      <p:bldP spid="25" grpId="0" animBg="1"/>
      <p:bldP spid="26" grpId="0"/>
      <p:bldP spid="7" grpId="0"/>
      <p:bldP spid="14" grpId="0"/>
      <p:bldP spid="21" grpId="0"/>
      <p:bldP spid="32" grpId="0"/>
      <p:bldP spid="27" grpId="0" animBg="1"/>
      <p:bldP spid="35" grpId="0" animBg="1"/>
      <p:bldP spid="36" grpId="0" animBg="1"/>
      <p:bldP spid="37" grpId="0"/>
      <p:bldP spid="38" grpId="0" animBg="1"/>
      <p:bldP spid="39" grpId="0"/>
      <p:bldP spid="40" grpId="0" animBg="1"/>
      <p:bldP spid="41" grpId="0"/>
      <p:bldP spid="4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E579C4F-58DE-A609-B83C-6800551FBB1E}"/>
              </a:ext>
            </a:extLst>
          </p:cNvPr>
          <p:cNvSpPr/>
          <p:nvPr/>
        </p:nvSpPr>
        <p:spPr>
          <a:xfrm>
            <a:off x="109742" y="1377717"/>
            <a:ext cx="3834177" cy="3531167"/>
          </a:xfrm>
          <a:prstGeom prst="roundRect">
            <a:avLst>
              <a:gd name="adj" fmla="val 658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AEF5B9A-64B4-33AB-C190-4AA08A489718}"/>
              </a:ext>
            </a:extLst>
          </p:cNvPr>
          <p:cNvSpPr/>
          <p:nvPr/>
        </p:nvSpPr>
        <p:spPr>
          <a:xfrm>
            <a:off x="765355" y="2068934"/>
            <a:ext cx="2148732" cy="2148732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54035FC-AB65-4A44-6448-6AB95C9805D8}"/>
                  </a:ext>
                </a:extLst>
              </p:cNvPr>
              <p:cNvSpPr txBox="1"/>
              <p:nvPr/>
            </p:nvSpPr>
            <p:spPr>
              <a:xfrm>
                <a:off x="4535921" y="1842745"/>
                <a:ext cx="88876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𝑑𝐴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54035FC-AB65-4A44-6448-6AB95C980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5921" y="1842745"/>
                <a:ext cx="888769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Moon 37">
            <a:extLst>
              <a:ext uri="{FF2B5EF4-FFF2-40B4-BE49-F238E27FC236}">
                <a16:creationId xmlns:a16="http://schemas.microsoft.com/office/drawing/2014/main" id="{608E835B-EE70-FC23-19DA-0BDBA6F3C0E8}"/>
              </a:ext>
            </a:extLst>
          </p:cNvPr>
          <p:cNvSpPr/>
          <p:nvPr/>
        </p:nvSpPr>
        <p:spPr>
          <a:xfrm rot="10800000">
            <a:off x="2501679" y="2330500"/>
            <a:ext cx="223601" cy="1625600"/>
          </a:xfrm>
          <a:prstGeom prst="moon">
            <a:avLst>
              <a:gd name="adj" fmla="val 272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DB0FA08-54DE-999A-BBD4-BE2CB7281DA0}"/>
              </a:ext>
            </a:extLst>
          </p:cNvPr>
          <p:cNvCxnSpPr>
            <a:stCxn id="5" idx="2"/>
            <a:endCxn id="5" idx="6"/>
          </p:cNvCxnSpPr>
          <p:nvPr/>
        </p:nvCxnSpPr>
        <p:spPr>
          <a:xfrm>
            <a:off x="765355" y="3143300"/>
            <a:ext cx="21487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3F42AE4-9D4B-070C-FDA4-A963C2D5DDD5}"/>
              </a:ext>
            </a:extLst>
          </p:cNvPr>
          <p:cNvGrpSpPr/>
          <p:nvPr/>
        </p:nvGrpSpPr>
        <p:grpSpPr>
          <a:xfrm>
            <a:off x="766436" y="2330450"/>
            <a:ext cx="2069537" cy="812850"/>
            <a:chOff x="844550" y="2330450"/>
            <a:chExt cx="2069537" cy="812850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5429C8F-E3F9-5DCF-9B06-206A20956E71}"/>
                </a:ext>
              </a:extLst>
            </p:cNvPr>
            <p:cNvCxnSpPr>
              <a:stCxn id="38" idx="2"/>
              <a:endCxn id="5" idx="6"/>
            </p:cNvCxnSpPr>
            <p:nvPr/>
          </p:nvCxnSpPr>
          <p:spPr>
            <a:xfrm>
              <a:off x="2501679" y="2330500"/>
              <a:ext cx="412408" cy="8128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911EE956-EAD1-9D13-C54B-A6C13EABEFFF}"/>
                </a:ext>
              </a:extLst>
            </p:cNvPr>
            <p:cNvSpPr/>
            <p:nvPr/>
          </p:nvSpPr>
          <p:spPr>
            <a:xfrm>
              <a:off x="844550" y="2330450"/>
              <a:ext cx="1787525" cy="812800"/>
            </a:xfrm>
            <a:custGeom>
              <a:avLst/>
              <a:gdLst>
                <a:gd name="connsiteX0" fmla="*/ 0 w 1787525"/>
                <a:gd name="connsiteY0" fmla="*/ 812800 h 812800"/>
                <a:gd name="connsiteX1" fmla="*/ 1733550 w 1787525"/>
                <a:gd name="connsiteY1" fmla="*/ 0 h 812800"/>
                <a:gd name="connsiteX2" fmla="*/ 1787525 w 1787525"/>
                <a:gd name="connsiteY2" fmla="*/ 9525 h 812800"/>
                <a:gd name="connsiteX3" fmla="*/ 0 w 1787525"/>
                <a:gd name="connsiteY3" fmla="*/ 812800 h 81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87525" h="812800">
                  <a:moveTo>
                    <a:pt x="0" y="812800"/>
                  </a:moveTo>
                  <a:lnTo>
                    <a:pt x="1733550" y="0"/>
                  </a:lnTo>
                  <a:lnTo>
                    <a:pt x="1787525" y="9525"/>
                  </a:lnTo>
                  <a:lnTo>
                    <a:pt x="0" y="812800"/>
                  </a:lnTo>
                  <a:close/>
                </a:path>
              </a:pathLst>
            </a:cu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2B5597D-88F1-7217-4D18-6E8A3D8ABDC7}"/>
                  </a:ext>
                </a:extLst>
              </p:cNvPr>
              <p:cNvSpPr txBox="1"/>
              <p:nvPr/>
            </p:nvSpPr>
            <p:spPr>
              <a:xfrm>
                <a:off x="1670627" y="3152001"/>
                <a:ext cx="3353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2B5597D-88F1-7217-4D18-6E8A3D8AB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627" y="3152001"/>
                <a:ext cx="335348" cy="276999"/>
              </a:xfrm>
              <a:prstGeom prst="rect">
                <a:avLst/>
              </a:prstGeom>
              <a:blipFill>
                <a:blip r:embed="rId3"/>
                <a:stretch>
                  <a:fillRect l="-14545" r="-16364" b="-65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2292BE7-3071-4F1D-22AF-A69E28A4A457}"/>
                  </a:ext>
                </a:extLst>
              </p:cNvPr>
              <p:cNvSpPr txBox="1"/>
              <p:nvPr/>
            </p:nvSpPr>
            <p:spPr>
              <a:xfrm>
                <a:off x="772039" y="2857601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2292BE7-3071-4F1D-22AF-A69E28A4A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039" y="2857601"/>
                <a:ext cx="9144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89AA89F-A679-85E4-3EC9-AE6E786E8CD4}"/>
                  </a:ext>
                </a:extLst>
              </p:cNvPr>
              <p:cNvSpPr txBox="1"/>
              <p:nvPr/>
            </p:nvSpPr>
            <p:spPr>
              <a:xfrm>
                <a:off x="5645394" y="1780053"/>
                <a:ext cx="14925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∗2</m:t>
                      </m:r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89AA89F-A679-85E4-3EC9-AE6E786E8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5394" y="1780053"/>
                <a:ext cx="149259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102D9D7-FA13-72B7-1F2A-8D964E30A7AA}"/>
                  </a:ext>
                </a:extLst>
              </p:cNvPr>
              <p:cNvSpPr txBox="1"/>
              <p:nvPr/>
            </p:nvSpPr>
            <p:spPr>
              <a:xfrm>
                <a:off x="623630" y="2273632"/>
                <a:ext cx="212561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102D9D7-FA13-72B7-1F2A-8D964E30A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630" y="2273632"/>
                <a:ext cx="212561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2889C6C-910E-B2B1-ECE1-DF2700A2516E}"/>
                  </a:ext>
                </a:extLst>
              </p:cNvPr>
              <p:cNvSpPr txBox="1"/>
              <p:nvPr/>
            </p:nvSpPr>
            <p:spPr>
              <a:xfrm>
                <a:off x="5355635" y="1571647"/>
                <a:ext cx="579518" cy="1007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IN" sz="3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>
                          <m:r>
                            <a:rPr lang="en-IN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en-IN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IN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2889C6C-910E-B2B1-ECE1-DF2700A25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5635" y="1571647"/>
                <a:ext cx="579518" cy="100707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6469B38-99E1-4ADC-BB28-817E214ABD8E}"/>
                  </a:ext>
                </a:extLst>
              </p:cNvPr>
              <p:cNvSpPr txBox="1"/>
              <p:nvPr/>
            </p:nvSpPr>
            <p:spPr>
              <a:xfrm>
                <a:off x="6499604" y="1780053"/>
                <a:ext cx="14925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𝑑𝑟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6469B38-99E1-4ADC-BB28-817E214AB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9604" y="1780053"/>
                <a:ext cx="1492597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84DC24F-39C4-0D0C-E218-531FE1FCC5AD}"/>
                  </a:ext>
                </a:extLst>
              </p:cNvPr>
              <p:cNvSpPr txBox="1"/>
              <p:nvPr/>
            </p:nvSpPr>
            <p:spPr>
              <a:xfrm>
                <a:off x="5271894" y="2555238"/>
                <a:ext cx="74699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−90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84DC24F-39C4-0D0C-E218-531FE1FCC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1894" y="2555238"/>
                <a:ext cx="746999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A3563E6-0554-984A-7ED8-446866927358}"/>
                  </a:ext>
                </a:extLst>
              </p:cNvPr>
              <p:cNvSpPr txBox="1"/>
              <p:nvPr/>
            </p:nvSpPr>
            <p:spPr>
              <a:xfrm>
                <a:off x="5424690" y="1164240"/>
                <a:ext cx="47929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90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A3563E6-0554-984A-7ED8-446866927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4690" y="1164240"/>
                <a:ext cx="479297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Fire Icon PNG Free Images with Transparent Background - (1,698 Free  Downloads)">
            <a:extLst>
              <a:ext uri="{FF2B5EF4-FFF2-40B4-BE49-F238E27FC236}">
                <a16:creationId xmlns:a16="http://schemas.microsoft.com/office/drawing/2014/main" id="{C6ECBA53-B838-E506-C09B-FBBC8B55C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34" y="332436"/>
            <a:ext cx="366996" cy="48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Fire Icon PNG Free Images with Transparent Background - (1,698 Free  Downloads)">
            <a:extLst>
              <a:ext uri="{FF2B5EF4-FFF2-40B4-BE49-F238E27FC236}">
                <a16:creationId xmlns:a16="http://schemas.microsoft.com/office/drawing/2014/main" id="{586D263E-C491-E2AE-FF0C-F7BBF4859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988" y="337133"/>
            <a:ext cx="366996" cy="48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Fire Icon PNG Free Images with Transparent Background - (1,698 Free  Downloads)">
            <a:extLst>
              <a:ext uri="{FF2B5EF4-FFF2-40B4-BE49-F238E27FC236}">
                <a16:creationId xmlns:a16="http://schemas.microsoft.com/office/drawing/2014/main" id="{281EE6D2-23B7-222E-11E5-FD02252FD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342" y="332436"/>
            <a:ext cx="366996" cy="48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BCAEC1-8D6B-B1B5-8063-C59FC4090F5E}"/>
              </a:ext>
            </a:extLst>
          </p:cNvPr>
          <p:cNvSpPr txBox="1"/>
          <p:nvPr/>
        </p:nvSpPr>
        <p:spPr>
          <a:xfrm>
            <a:off x="1580696" y="357209"/>
            <a:ext cx="4646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bg1"/>
                </a:solidFill>
              </a:rPr>
              <a:t>IF need to include edge point</a:t>
            </a:r>
          </a:p>
        </p:txBody>
      </p:sp>
    </p:spTree>
    <p:extLst>
      <p:ext uri="{BB962C8B-B14F-4D97-AF65-F5344CB8AC3E}">
        <p14:creationId xmlns:p14="http://schemas.microsoft.com/office/powerpoint/2010/main" val="4268879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8" grpId="0" animBg="1"/>
      <p:bldP spid="51" grpId="0"/>
      <p:bldP spid="52" grpId="0"/>
      <p:bldP spid="53" grpId="0"/>
      <p:bldP spid="54" grpId="0"/>
      <p:bldP spid="55" grpId="0"/>
      <p:bldP spid="62" grpId="0"/>
      <p:bldP spid="63" grpId="0"/>
      <p:bldP spid="6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6BACB-8981-D358-B1D1-D921F5CDF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9D1789D1-36B6-CC7B-C8C0-9F0448DB8BF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371062" y="1201818"/>
            <a:ext cx="5059596" cy="5101238"/>
          </a:xfrm>
          <a:prstGeom prst="rect">
            <a:avLst/>
          </a:prstGeom>
        </p:spPr>
      </p:pic>
      <p:sp>
        <p:nvSpPr>
          <p:cNvPr id="7" name="Freeform 62">
            <a:extLst>
              <a:ext uri="{FF2B5EF4-FFF2-40B4-BE49-F238E27FC236}">
                <a16:creationId xmlns:a16="http://schemas.microsoft.com/office/drawing/2014/main" id="{341DFE95-EA0F-6AE7-1D8F-4149ACAF98B5}"/>
              </a:ext>
            </a:extLst>
          </p:cNvPr>
          <p:cNvSpPr>
            <a:spLocks noEditPoints="1"/>
          </p:cNvSpPr>
          <p:nvPr/>
        </p:nvSpPr>
        <p:spPr bwMode="invGray">
          <a:xfrm>
            <a:off x="371062" y="799817"/>
            <a:ext cx="2046675" cy="180010"/>
          </a:xfrm>
          <a:custGeom>
            <a:avLst/>
            <a:gdLst>
              <a:gd name="T0" fmla="*/ 9555 w 10030"/>
              <a:gd name="T1" fmla="*/ 25 h 75"/>
              <a:gd name="T2" fmla="*/ 9488 w 10030"/>
              <a:gd name="T3" fmla="*/ 23 h 75"/>
              <a:gd name="T4" fmla="*/ 5258 w 10030"/>
              <a:gd name="T5" fmla="*/ 60 h 75"/>
              <a:gd name="T6" fmla="*/ 4572 w 10030"/>
              <a:gd name="T7" fmla="*/ 65 h 75"/>
              <a:gd name="T8" fmla="*/ 4884 w 10030"/>
              <a:gd name="T9" fmla="*/ 61 h 75"/>
              <a:gd name="T10" fmla="*/ 5092 w 10030"/>
              <a:gd name="T11" fmla="*/ 56 h 75"/>
              <a:gd name="T12" fmla="*/ 5260 w 10030"/>
              <a:gd name="T13" fmla="*/ 60 h 75"/>
              <a:gd name="T14" fmla="*/ 5560 w 10030"/>
              <a:gd name="T15" fmla="*/ 62 h 75"/>
              <a:gd name="T16" fmla="*/ 6006 w 10030"/>
              <a:gd name="T17" fmla="*/ 56 h 75"/>
              <a:gd name="T18" fmla="*/ 6308 w 10030"/>
              <a:gd name="T19" fmla="*/ 32 h 75"/>
              <a:gd name="T20" fmla="*/ 6269 w 10030"/>
              <a:gd name="T21" fmla="*/ 52 h 75"/>
              <a:gd name="T22" fmla="*/ 6665 w 10030"/>
              <a:gd name="T23" fmla="*/ 41 h 75"/>
              <a:gd name="T24" fmla="*/ 6806 w 10030"/>
              <a:gd name="T25" fmla="*/ 53 h 75"/>
              <a:gd name="T26" fmla="*/ 7204 w 10030"/>
              <a:gd name="T27" fmla="*/ 50 h 75"/>
              <a:gd name="T28" fmla="*/ 7485 w 10030"/>
              <a:gd name="T29" fmla="*/ 62 h 75"/>
              <a:gd name="T30" fmla="*/ 7667 w 10030"/>
              <a:gd name="T31" fmla="*/ 61 h 75"/>
              <a:gd name="T32" fmla="*/ 7919 w 10030"/>
              <a:gd name="T33" fmla="*/ 63 h 75"/>
              <a:gd name="T34" fmla="*/ 8179 w 10030"/>
              <a:gd name="T35" fmla="*/ 51 h 75"/>
              <a:gd name="T36" fmla="*/ 8401 w 10030"/>
              <a:gd name="T37" fmla="*/ 31 h 75"/>
              <a:gd name="T38" fmla="*/ 8692 w 10030"/>
              <a:gd name="T39" fmla="*/ 58 h 75"/>
              <a:gd name="T40" fmla="*/ 9084 w 10030"/>
              <a:gd name="T41" fmla="*/ 61 h 75"/>
              <a:gd name="T42" fmla="*/ 9498 w 10030"/>
              <a:gd name="T43" fmla="*/ 44 h 75"/>
              <a:gd name="T44" fmla="*/ 9670 w 10030"/>
              <a:gd name="T45" fmla="*/ 45 h 75"/>
              <a:gd name="T46" fmla="*/ 9877 w 10030"/>
              <a:gd name="T47" fmla="*/ 32 h 75"/>
              <a:gd name="T48" fmla="*/ 9735 w 10030"/>
              <a:gd name="T49" fmla="*/ 21 h 75"/>
              <a:gd name="T50" fmla="*/ 9636 w 10030"/>
              <a:gd name="T51" fmla="*/ 27 h 75"/>
              <a:gd name="T52" fmla="*/ 9290 w 10030"/>
              <a:gd name="T53" fmla="*/ 22 h 75"/>
              <a:gd name="T54" fmla="*/ 8498 w 10030"/>
              <a:gd name="T55" fmla="*/ 12 h 75"/>
              <a:gd name="T56" fmla="*/ 7899 w 10030"/>
              <a:gd name="T57" fmla="*/ 21 h 75"/>
              <a:gd name="T58" fmla="*/ 7774 w 10030"/>
              <a:gd name="T59" fmla="*/ 22 h 75"/>
              <a:gd name="T60" fmla="*/ 7493 w 10030"/>
              <a:gd name="T61" fmla="*/ 32 h 75"/>
              <a:gd name="T62" fmla="*/ 7190 w 10030"/>
              <a:gd name="T63" fmla="*/ 31 h 75"/>
              <a:gd name="T64" fmla="*/ 6418 w 10030"/>
              <a:gd name="T65" fmla="*/ 20 h 75"/>
              <a:gd name="T66" fmla="*/ 6248 w 10030"/>
              <a:gd name="T67" fmla="*/ 24 h 75"/>
              <a:gd name="T68" fmla="*/ 5823 w 10030"/>
              <a:gd name="T69" fmla="*/ 28 h 75"/>
              <a:gd name="T70" fmla="*/ 5422 w 10030"/>
              <a:gd name="T71" fmla="*/ 11 h 75"/>
              <a:gd name="T72" fmla="*/ 4925 w 10030"/>
              <a:gd name="T73" fmla="*/ 16 h 75"/>
              <a:gd name="T74" fmla="*/ 4310 w 10030"/>
              <a:gd name="T75" fmla="*/ 18 h 75"/>
              <a:gd name="T76" fmla="*/ 3439 w 10030"/>
              <a:gd name="T77" fmla="*/ 21 h 75"/>
              <a:gd name="T78" fmla="*/ 2740 w 10030"/>
              <a:gd name="T79" fmla="*/ 18 h 75"/>
              <a:gd name="T80" fmla="*/ 2597 w 10030"/>
              <a:gd name="T81" fmla="*/ 9 h 75"/>
              <a:gd name="T82" fmla="*/ 2367 w 10030"/>
              <a:gd name="T83" fmla="*/ 21 h 75"/>
              <a:gd name="T84" fmla="*/ 1566 w 10030"/>
              <a:gd name="T85" fmla="*/ 11 h 75"/>
              <a:gd name="T86" fmla="*/ 262 w 10030"/>
              <a:gd name="T87" fmla="*/ 7 h 75"/>
              <a:gd name="T88" fmla="*/ 104 w 10030"/>
              <a:gd name="T89" fmla="*/ 42 h 75"/>
              <a:gd name="T90" fmla="*/ 742 w 10030"/>
              <a:gd name="T91" fmla="*/ 47 h 75"/>
              <a:gd name="T92" fmla="*/ 1060 w 10030"/>
              <a:gd name="T93" fmla="*/ 47 h 75"/>
              <a:gd name="T94" fmla="*/ 1593 w 10030"/>
              <a:gd name="T95" fmla="*/ 46 h 75"/>
              <a:gd name="T96" fmla="*/ 2022 w 10030"/>
              <a:gd name="T97" fmla="*/ 45 h 75"/>
              <a:gd name="T98" fmla="*/ 2481 w 10030"/>
              <a:gd name="T99" fmla="*/ 51 h 75"/>
              <a:gd name="T100" fmla="*/ 2677 w 10030"/>
              <a:gd name="T101" fmla="*/ 45 h 75"/>
              <a:gd name="T102" fmla="*/ 2863 w 10030"/>
              <a:gd name="T103" fmla="*/ 52 h 75"/>
              <a:gd name="T104" fmla="*/ 3163 w 10030"/>
              <a:gd name="T105" fmla="*/ 62 h 75"/>
              <a:gd name="T106" fmla="*/ 3411 w 10030"/>
              <a:gd name="T107" fmla="*/ 54 h 75"/>
              <a:gd name="T108" fmla="*/ 3550 w 10030"/>
              <a:gd name="T109" fmla="*/ 60 h 75"/>
              <a:gd name="T110" fmla="*/ 3740 w 10030"/>
              <a:gd name="T111" fmla="*/ 65 h 75"/>
              <a:gd name="T112" fmla="*/ 4329 w 10030"/>
              <a:gd name="T113" fmla="*/ 68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0030" h="75">
                <a:moveTo>
                  <a:pt x="2469" y="12"/>
                </a:moveTo>
                <a:lnTo>
                  <a:pt x="2469" y="12"/>
                </a:lnTo>
                <a:lnTo>
                  <a:pt x="2482" y="13"/>
                </a:lnTo>
                <a:cubicBezTo>
                  <a:pt x="2453" y="15"/>
                  <a:pt x="2461" y="13"/>
                  <a:pt x="2469" y="12"/>
                </a:cubicBezTo>
                <a:close/>
                <a:moveTo>
                  <a:pt x="9555" y="25"/>
                </a:moveTo>
                <a:lnTo>
                  <a:pt x="9555" y="25"/>
                </a:lnTo>
                <a:cubicBezTo>
                  <a:pt x="9562" y="24"/>
                  <a:pt x="9561" y="23"/>
                  <a:pt x="9559" y="23"/>
                </a:cubicBezTo>
                <a:cubicBezTo>
                  <a:pt x="9554" y="24"/>
                  <a:pt x="9539" y="24"/>
                  <a:pt x="9522" y="24"/>
                </a:cubicBezTo>
                <a:cubicBezTo>
                  <a:pt x="9527" y="25"/>
                  <a:pt x="9536" y="26"/>
                  <a:pt x="9555" y="25"/>
                </a:cubicBezTo>
                <a:close/>
                <a:moveTo>
                  <a:pt x="9489" y="23"/>
                </a:moveTo>
                <a:lnTo>
                  <a:pt x="9489" y="23"/>
                </a:lnTo>
                <a:lnTo>
                  <a:pt x="9488" y="23"/>
                </a:lnTo>
                <a:cubicBezTo>
                  <a:pt x="9456" y="21"/>
                  <a:pt x="9467" y="22"/>
                  <a:pt x="9489" y="23"/>
                </a:cubicBezTo>
                <a:close/>
                <a:moveTo>
                  <a:pt x="6376" y="50"/>
                </a:moveTo>
                <a:lnTo>
                  <a:pt x="6376" y="50"/>
                </a:lnTo>
                <a:cubicBezTo>
                  <a:pt x="6365" y="52"/>
                  <a:pt x="6349" y="51"/>
                  <a:pt x="6330" y="49"/>
                </a:cubicBezTo>
                <a:cubicBezTo>
                  <a:pt x="6344" y="49"/>
                  <a:pt x="6359" y="49"/>
                  <a:pt x="6376" y="50"/>
                </a:cubicBezTo>
                <a:close/>
                <a:moveTo>
                  <a:pt x="5258" y="60"/>
                </a:moveTo>
                <a:lnTo>
                  <a:pt x="5258" y="60"/>
                </a:lnTo>
                <a:cubicBezTo>
                  <a:pt x="5244" y="61"/>
                  <a:pt x="5216" y="64"/>
                  <a:pt x="5205" y="61"/>
                </a:cubicBezTo>
                <a:cubicBezTo>
                  <a:pt x="5222" y="55"/>
                  <a:pt x="5234" y="58"/>
                  <a:pt x="5258" y="60"/>
                </a:cubicBezTo>
                <a:close/>
                <a:moveTo>
                  <a:pt x="4523" y="61"/>
                </a:moveTo>
                <a:lnTo>
                  <a:pt x="4523" y="61"/>
                </a:lnTo>
                <a:lnTo>
                  <a:pt x="4572" y="65"/>
                </a:lnTo>
                <a:cubicBezTo>
                  <a:pt x="4513" y="71"/>
                  <a:pt x="4470" y="69"/>
                  <a:pt x="4516" y="75"/>
                </a:cubicBezTo>
                <a:cubicBezTo>
                  <a:pt x="4523" y="61"/>
                  <a:pt x="4707" y="74"/>
                  <a:pt x="4714" y="60"/>
                </a:cubicBezTo>
                <a:lnTo>
                  <a:pt x="4747" y="63"/>
                </a:lnTo>
                <a:cubicBezTo>
                  <a:pt x="4737" y="63"/>
                  <a:pt x="4736" y="64"/>
                  <a:pt x="4727" y="64"/>
                </a:cubicBezTo>
                <a:cubicBezTo>
                  <a:pt x="4790" y="70"/>
                  <a:pt x="4774" y="54"/>
                  <a:pt x="4855" y="56"/>
                </a:cubicBezTo>
                <a:cubicBezTo>
                  <a:pt x="4883" y="57"/>
                  <a:pt x="4903" y="59"/>
                  <a:pt x="4884" y="61"/>
                </a:cubicBezTo>
                <a:lnTo>
                  <a:pt x="4947" y="57"/>
                </a:lnTo>
                <a:cubicBezTo>
                  <a:pt x="4965" y="58"/>
                  <a:pt x="4961" y="60"/>
                  <a:pt x="4942" y="60"/>
                </a:cubicBezTo>
                <a:lnTo>
                  <a:pt x="5039" y="59"/>
                </a:lnTo>
                <a:lnTo>
                  <a:pt x="5038" y="59"/>
                </a:lnTo>
                <a:cubicBezTo>
                  <a:pt x="5052" y="57"/>
                  <a:pt x="5083" y="54"/>
                  <a:pt x="5098" y="52"/>
                </a:cubicBezTo>
                <a:cubicBezTo>
                  <a:pt x="5122" y="54"/>
                  <a:pt x="5086" y="54"/>
                  <a:pt x="5092" y="56"/>
                </a:cubicBezTo>
                <a:lnTo>
                  <a:pt x="5145" y="52"/>
                </a:lnTo>
                <a:cubicBezTo>
                  <a:pt x="5167" y="56"/>
                  <a:pt x="5123" y="59"/>
                  <a:pt x="5086" y="59"/>
                </a:cubicBezTo>
                <a:cubicBezTo>
                  <a:pt x="5136" y="73"/>
                  <a:pt x="5130" y="55"/>
                  <a:pt x="5238" y="64"/>
                </a:cubicBezTo>
                <a:lnTo>
                  <a:pt x="5187" y="65"/>
                </a:lnTo>
                <a:cubicBezTo>
                  <a:pt x="5220" y="73"/>
                  <a:pt x="5259" y="70"/>
                  <a:pt x="5316" y="75"/>
                </a:cubicBezTo>
                <a:cubicBezTo>
                  <a:pt x="5302" y="73"/>
                  <a:pt x="5202" y="63"/>
                  <a:pt x="5260" y="60"/>
                </a:cubicBezTo>
                <a:cubicBezTo>
                  <a:pt x="5276" y="61"/>
                  <a:pt x="5298" y="61"/>
                  <a:pt x="5329" y="59"/>
                </a:cubicBezTo>
                <a:cubicBezTo>
                  <a:pt x="5329" y="63"/>
                  <a:pt x="5359" y="62"/>
                  <a:pt x="5398" y="62"/>
                </a:cubicBezTo>
                <a:lnTo>
                  <a:pt x="5395" y="69"/>
                </a:lnTo>
                <a:cubicBezTo>
                  <a:pt x="5436" y="67"/>
                  <a:pt x="5433" y="64"/>
                  <a:pt x="5457" y="61"/>
                </a:cubicBezTo>
                <a:cubicBezTo>
                  <a:pt x="5503" y="61"/>
                  <a:pt x="5513" y="66"/>
                  <a:pt x="5523" y="71"/>
                </a:cubicBezTo>
                <a:cubicBezTo>
                  <a:pt x="5597" y="72"/>
                  <a:pt x="5473" y="63"/>
                  <a:pt x="5560" y="62"/>
                </a:cubicBezTo>
                <a:cubicBezTo>
                  <a:pt x="5621" y="64"/>
                  <a:pt x="5664" y="62"/>
                  <a:pt x="5737" y="58"/>
                </a:cubicBezTo>
                <a:cubicBezTo>
                  <a:pt x="5780" y="60"/>
                  <a:pt x="5730" y="62"/>
                  <a:pt x="5745" y="64"/>
                </a:cubicBezTo>
                <a:lnTo>
                  <a:pt x="5783" y="59"/>
                </a:lnTo>
                <a:cubicBezTo>
                  <a:pt x="5792" y="59"/>
                  <a:pt x="5789" y="60"/>
                  <a:pt x="5788" y="61"/>
                </a:cubicBezTo>
                <a:cubicBezTo>
                  <a:pt x="5820" y="59"/>
                  <a:pt x="5790" y="55"/>
                  <a:pt x="5841" y="53"/>
                </a:cubicBezTo>
                <a:cubicBezTo>
                  <a:pt x="5854" y="46"/>
                  <a:pt x="5944" y="64"/>
                  <a:pt x="6006" y="56"/>
                </a:cubicBezTo>
                <a:cubicBezTo>
                  <a:pt x="6021" y="58"/>
                  <a:pt x="5999" y="60"/>
                  <a:pt x="6003" y="62"/>
                </a:cubicBezTo>
                <a:cubicBezTo>
                  <a:pt x="6089" y="57"/>
                  <a:pt x="6077" y="59"/>
                  <a:pt x="6147" y="52"/>
                </a:cubicBezTo>
                <a:lnTo>
                  <a:pt x="6206" y="56"/>
                </a:lnTo>
                <a:cubicBezTo>
                  <a:pt x="6163" y="51"/>
                  <a:pt x="6219" y="45"/>
                  <a:pt x="6268" y="41"/>
                </a:cubicBezTo>
                <a:cubicBezTo>
                  <a:pt x="6252" y="38"/>
                  <a:pt x="6239" y="36"/>
                  <a:pt x="6230" y="35"/>
                </a:cubicBezTo>
                <a:lnTo>
                  <a:pt x="6308" y="32"/>
                </a:lnTo>
                <a:cubicBezTo>
                  <a:pt x="6318" y="33"/>
                  <a:pt x="6310" y="35"/>
                  <a:pt x="6297" y="38"/>
                </a:cubicBezTo>
                <a:lnTo>
                  <a:pt x="6311" y="36"/>
                </a:lnTo>
                <a:cubicBezTo>
                  <a:pt x="6339" y="39"/>
                  <a:pt x="6325" y="43"/>
                  <a:pt x="6305" y="46"/>
                </a:cubicBezTo>
                <a:lnTo>
                  <a:pt x="6277" y="42"/>
                </a:lnTo>
                <a:cubicBezTo>
                  <a:pt x="6257" y="46"/>
                  <a:pt x="6239" y="50"/>
                  <a:pt x="6243" y="54"/>
                </a:cubicBezTo>
                <a:cubicBezTo>
                  <a:pt x="6248" y="53"/>
                  <a:pt x="6258" y="53"/>
                  <a:pt x="6269" y="52"/>
                </a:cubicBezTo>
                <a:cubicBezTo>
                  <a:pt x="6264" y="53"/>
                  <a:pt x="6261" y="54"/>
                  <a:pt x="6263" y="55"/>
                </a:cubicBezTo>
                <a:cubicBezTo>
                  <a:pt x="6266" y="56"/>
                  <a:pt x="6274" y="54"/>
                  <a:pt x="6287" y="53"/>
                </a:cubicBezTo>
                <a:lnTo>
                  <a:pt x="6304" y="60"/>
                </a:lnTo>
                <a:lnTo>
                  <a:pt x="6309" y="57"/>
                </a:lnTo>
                <a:lnTo>
                  <a:pt x="6411" y="62"/>
                </a:lnTo>
                <a:cubicBezTo>
                  <a:pt x="6485" y="55"/>
                  <a:pt x="6548" y="44"/>
                  <a:pt x="6665" y="41"/>
                </a:cubicBezTo>
                <a:cubicBezTo>
                  <a:pt x="6636" y="47"/>
                  <a:pt x="6659" y="50"/>
                  <a:pt x="6657" y="56"/>
                </a:cubicBezTo>
                <a:cubicBezTo>
                  <a:pt x="6625" y="50"/>
                  <a:pt x="6567" y="59"/>
                  <a:pt x="6507" y="58"/>
                </a:cubicBezTo>
                <a:cubicBezTo>
                  <a:pt x="6538" y="58"/>
                  <a:pt x="6531" y="61"/>
                  <a:pt x="6523" y="62"/>
                </a:cubicBezTo>
                <a:lnTo>
                  <a:pt x="6631" y="57"/>
                </a:lnTo>
                <a:cubicBezTo>
                  <a:pt x="6628" y="62"/>
                  <a:pt x="6654" y="60"/>
                  <a:pt x="6682" y="63"/>
                </a:cubicBezTo>
                <a:cubicBezTo>
                  <a:pt x="6660" y="52"/>
                  <a:pt x="6762" y="56"/>
                  <a:pt x="6806" y="53"/>
                </a:cubicBezTo>
                <a:cubicBezTo>
                  <a:pt x="6808" y="56"/>
                  <a:pt x="6798" y="60"/>
                  <a:pt x="6744" y="59"/>
                </a:cubicBezTo>
                <a:cubicBezTo>
                  <a:pt x="6803" y="67"/>
                  <a:pt x="6821" y="47"/>
                  <a:pt x="6879" y="54"/>
                </a:cubicBezTo>
                <a:cubicBezTo>
                  <a:pt x="6865" y="54"/>
                  <a:pt x="6858" y="53"/>
                  <a:pt x="6853" y="55"/>
                </a:cubicBezTo>
                <a:cubicBezTo>
                  <a:pt x="6884" y="52"/>
                  <a:pt x="6958" y="55"/>
                  <a:pt x="6941" y="58"/>
                </a:cubicBezTo>
                <a:lnTo>
                  <a:pt x="6928" y="58"/>
                </a:lnTo>
                <a:cubicBezTo>
                  <a:pt x="7014" y="59"/>
                  <a:pt x="7191" y="58"/>
                  <a:pt x="7204" y="50"/>
                </a:cubicBezTo>
                <a:cubicBezTo>
                  <a:pt x="7205" y="51"/>
                  <a:pt x="7193" y="60"/>
                  <a:pt x="7188" y="62"/>
                </a:cubicBezTo>
                <a:lnTo>
                  <a:pt x="7342" y="33"/>
                </a:lnTo>
                <a:cubicBezTo>
                  <a:pt x="7329" y="41"/>
                  <a:pt x="7381" y="58"/>
                  <a:pt x="7309" y="62"/>
                </a:cubicBezTo>
                <a:cubicBezTo>
                  <a:pt x="7330" y="63"/>
                  <a:pt x="7355" y="65"/>
                  <a:pt x="7399" y="62"/>
                </a:cubicBezTo>
                <a:cubicBezTo>
                  <a:pt x="7385" y="61"/>
                  <a:pt x="7364" y="51"/>
                  <a:pt x="7383" y="51"/>
                </a:cubicBezTo>
                <a:cubicBezTo>
                  <a:pt x="7436" y="59"/>
                  <a:pt x="7420" y="55"/>
                  <a:pt x="7485" y="62"/>
                </a:cubicBezTo>
                <a:cubicBezTo>
                  <a:pt x="7463" y="61"/>
                  <a:pt x="7487" y="49"/>
                  <a:pt x="7520" y="50"/>
                </a:cubicBezTo>
                <a:cubicBezTo>
                  <a:pt x="7515" y="51"/>
                  <a:pt x="7523" y="61"/>
                  <a:pt x="7511" y="62"/>
                </a:cubicBezTo>
                <a:lnTo>
                  <a:pt x="7594" y="51"/>
                </a:lnTo>
                <a:cubicBezTo>
                  <a:pt x="7573" y="53"/>
                  <a:pt x="7590" y="61"/>
                  <a:pt x="7609" y="64"/>
                </a:cubicBezTo>
                <a:cubicBezTo>
                  <a:pt x="7600" y="62"/>
                  <a:pt x="7680" y="64"/>
                  <a:pt x="7702" y="63"/>
                </a:cubicBezTo>
                <a:lnTo>
                  <a:pt x="7667" y="61"/>
                </a:lnTo>
                <a:cubicBezTo>
                  <a:pt x="7761" y="63"/>
                  <a:pt x="7760" y="45"/>
                  <a:pt x="7853" y="46"/>
                </a:cubicBezTo>
                <a:cubicBezTo>
                  <a:pt x="7842" y="48"/>
                  <a:pt x="7825" y="60"/>
                  <a:pt x="7872" y="62"/>
                </a:cubicBezTo>
                <a:cubicBezTo>
                  <a:pt x="7894" y="56"/>
                  <a:pt x="7968" y="34"/>
                  <a:pt x="8050" y="29"/>
                </a:cubicBezTo>
                <a:lnTo>
                  <a:pt x="8066" y="33"/>
                </a:lnTo>
                <a:lnTo>
                  <a:pt x="8129" y="29"/>
                </a:lnTo>
                <a:cubicBezTo>
                  <a:pt x="8090" y="38"/>
                  <a:pt x="7980" y="56"/>
                  <a:pt x="7919" y="63"/>
                </a:cubicBezTo>
                <a:cubicBezTo>
                  <a:pt x="7954" y="66"/>
                  <a:pt x="7929" y="67"/>
                  <a:pt x="7982" y="67"/>
                </a:cubicBezTo>
                <a:cubicBezTo>
                  <a:pt x="8000" y="70"/>
                  <a:pt x="7953" y="72"/>
                  <a:pt x="7938" y="72"/>
                </a:cubicBezTo>
                <a:lnTo>
                  <a:pt x="8060" y="74"/>
                </a:lnTo>
                <a:cubicBezTo>
                  <a:pt x="8054" y="67"/>
                  <a:pt x="8153" y="67"/>
                  <a:pt x="8149" y="62"/>
                </a:cubicBezTo>
                <a:lnTo>
                  <a:pt x="8016" y="68"/>
                </a:lnTo>
                <a:cubicBezTo>
                  <a:pt x="8011" y="62"/>
                  <a:pt x="8093" y="49"/>
                  <a:pt x="8179" y="51"/>
                </a:cubicBezTo>
                <a:cubicBezTo>
                  <a:pt x="8201" y="53"/>
                  <a:pt x="8163" y="63"/>
                  <a:pt x="8165" y="65"/>
                </a:cubicBezTo>
                <a:cubicBezTo>
                  <a:pt x="8176" y="63"/>
                  <a:pt x="8247" y="61"/>
                  <a:pt x="8255" y="62"/>
                </a:cubicBezTo>
                <a:lnTo>
                  <a:pt x="8218" y="66"/>
                </a:lnTo>
                <a:cubicBezTo>
                  <a:pt x="8266" y="69"/>
                  <a:pt x="8297" y="57"/>
                  <a:pt x="8355" y="64"/>
                </a:cubicBezTo>
                <a:cubicBezTo>
                  <a:pt x="8375" y="64"/>
                  <a:pt x="8414" y="73"/>
                  <a:pt x="8418" y="69"/>
                </a:cubicBezTo>
                <a:cubicBezTo>
                  <a:pt x="8385" y="61"/>
                  <a:pt x="8379" y="37"/>
                  <a:pt x="8401" y="31"/>
                </a:cubicBezTo>
                <a:cubicBezTo>
                  <a:pt x="8408" y="31"/>
                  <a:pt x="8505" y="38"/>
                  <a:pt x="8528" y="42"/>
                </a:cubicBezTo>
                <a:cubicBezTo>
                  <a:pt x="8561" y="48"/>
                  <a:pt x="8479" y="57"/>
                  <a:pt x="8507" y="62"/>
                </a:cubicBezTo>
                <a:cubicBezTo>
                  <a:pt x="8508" y="60"/>
                  <a:pt x="8526" y="58"/>
                  <a:pt x="8534" y="57"/>
                </a:cubicBezTo>
                <a:cubicBezTo>
                  <a:pt x="8555" y="59"/>
                  <a:pt x="8525" y="63"/>
                  <a:pt x="8571" y="62"/>
                </a:cubicBezTo>
                <a:cubicBezTo>
                  <a:pt x="8578" y="55"/>
                  <a:pt x="8664" y="63"/>
                  <a:pt x="8592" y="56"/>
                </a:cubicBezTo>
                <a:cubicBezTo>
                  <a:pt x="8637" y="55"/>
                  <a:pt x="8640" y="58"/>
                  <a:pt x="8692" y="58"/>
                </a:cubicBezTo>
                <a:cubicBezTo>
                  <a:pt x="8675" y="53"/>
                  <a:pt x="8739" y="43"/>
                  <a:pt x="8784" y="41"/>
                </a:cubicBezTo>
                <a:cubicBezTo>
                  <a:pt x="8781" y="42"/>
                  <a:pt x="8791" y="45"/>
                  <a:pt x="8796" y="46"/>
                </a:cubicBezTo>
                <a:cubicBezTo>
                  <a:pt x="8888" y="47"/>
                  <a:pt x="8937" y="50"/>
                  <a:pt x="9022" y="50"/>
                </a:cubicBezTo>
                <a:cubicBezTo>
                  <a:pt x="9030" y="52"/>
                  <a:pt x="9071" y="54"/>
                  <a:pt x="9054" y="57"/>
                </a:cubicBezTo>
                <a:cubicBezTo>
                  <a:pt x="9066" y="56"/>
                  <a:pt x="9077" y="53"/>
                  <a:pt x="9103" y="53"/>
                </a:cubicBezTo>
                <a:cubicBezTo>
                  <a:pt x="9154" y="59"/>
                  <a:pt x="9045" y="54"/>
                  <a:pt x="9084" y="61"/>
                </a:cubicBezTo>
                <a:cubicBezTo>
                  <a:pt x="9087" y="57"/>
                  <a:pt x="9152" y="56"/>
                  <a:pt x="9189" y="53"/>
                </a:cubicBezTo>
                <a:cubicBezTo>
                  <a:pt x="9178" y="47"/>
                  <a:pt x="9103" y="52"/>
                  <a:pt x="9065" y="54"/>
                </a:cubicBezTo>
                <a:cubicBezTo>
                  <a:pt x="9065" y="46"/>
                  <a:pt x="9130" y="37"/>
                  <a:pt x="9219" y="33"/>
                </a:cubicBezTo>
                <a:cubicBezTo>
                  <a:pt x="9290" y="31"/>
                  <a:pt x="9250" y="39"/>
                  <a:pt x="9262" y="38"/>
                </a:cubicBezTo>
                <a:cubicBezTo>
                  <a:pt x="9395" y="39"/>
                  <a:pt x="9376" y="23"/>
                  <a:pt x="9486" y="29"/>
                </a:cubicBezTo>
                <a:cubicBezTo>
                  <a:pt x="9530" y="35"/>
                  <a:pt x="9488" y="40"/>
                  <a:pt x="9498" y="44"/>
                </a:cubicBezTo>
                <a:cubicBezTo>
                  <a:pt x="9440" y="46"/>
                  <a:pt x="9409" y="40"/>
                  <a:pt x="9370" y="40"/>
                </a:cubicBezTo>
                <a:lnTo>
                  <a:pt x="9418" y="43"/>
                </a:lnTo>
                <a:cubicBezTo>
                  <a:pt x="9400" y="45"/>
                  <a:pt x="9361" y="46"/>
                  <a:pt x="9340" y="45"/>
                </a:cubicBezTo>
                <a:cubicBezTo>
                  <a:pt x="9377" y="50"/>
                  <a:pt x="9565" y="46"/>
                  <a:pt x="9668" y="51"/>
                </a:cubicBezTo>
                <a:cubicBezTo>
                  <a:pt x="9686" y="49"/>
                  <a:pt x="9718" y="47"/>
                  <a:pt x="9703" y="45"/>
                </a:cubicBezTo>
                <a:lnTo>
                  <a:pt x="9670" y="45"/>
                </a:lnTo>
                <a:cubicBezTo>
                  <a:pt x="9640" y="41"/>
                  <a:pt x="9732" y="39"/>
                  <a:pt x="9690" y="37"/>
                </a:cubicBezTo>
                <a:cubicBezTo>
                  <a:pt x="9734" y="34"/>
                  <a:pt x="9783" y="29"/>
                  <a:pt x="9844" y="32"/>
                </a:cubicBezTo>
                <a:lnTo>
                  <a:pt x="9856" y="38"/>
                </a:lnTo>
                <a:cubicBezTo>
                  <a:pt x="9854" y="36"/>
                  <a:pt x="9816" y="35"/>
                  <a:pt x="9798" y="36"/>
                </a:cubicBezTo>
                <a:cubicBezTo>
                  <a:pt x="9824" y="34"/>
                  <a:pt x="9892" y="45"/>
                  <a:pt x="9920" y="37"/>
                </a:cubicBezTo>
                <a:lnTo>
                  <a:pt x="9877" y="32"/>
                </a:lnTo>
                <a:cubicBezTo>
                  <a:pt x="9921" y="29"/>
                  <a:pt x="9975" y="23"/>
                  <a:pt x="10030" y="25"/>
                </a:cubicBezTo>
                <a:cubicBezTo>
                  <a:pt x="10005" y="19"/>
                  <a:pt x="10017" y="26"/>
                  <a:pt x="9979" y="18"/>
                </a:cubicBezTo>
                <a:cubicBezTo>
                  <a:pt x="10012" y="27"/>
                  <a:pt x="9839" y="18"/>
                  <a:pt x="9893" y="27"/>
                </a:cubicBezTo>
                <a:cubicBezTo>
                  <a:pt x="9854" y="19"/>
                  <a:pt x="9825" y="24"/>
                  <a:pt x="9773" y="16"/>
                </a:cubicBezTo>
                <a:cubicBezTo>
                  <a:pt x="9774" y="18"/>
                  <a:pt x="9791" y="20"/>
                  <a:pt x="9746" y="19"/>
                </a:cubicBezTo>
                <a:cubicBezTo>
                  <a:pt x="9743" y="20"/>
                  <a:pt x="9739" y="21"/>
                  <a:pt x="9735" y="21"/>
                </a:cubicBezTo>
                <a:lnTo>
                  <a:pt x="9732" y="21"/>
                </a:lnTo>
                <a:lnTo>
                  <a:pt x="9735" y="21"/>
                </a:lnTo>
                <a:cubicBezTo>
                  <a:pt x="9733" y="21"/>
                  <a:pt x="9733" y="22"/>
                  <a:pt x="9736" y="21"/>
                </a:cubicBezTo>
                <a:cubicBezTo>
                  <a:pt x="9747" y="22"/>
                  <a:pt x="9756" y="23"/>
                  <a:pt x="9759" y="24"/>
                </a:cubicBezTo>
                <a:cubicBezTo>
                  <a:pt x="9736" y="29"/>
                  <a:pt x="9664" y="29"/>
                  <a:pt x="9639" y="31"/>
                </a:cubicBezTo>
                <a:cubicBezTo>
                  <a:pt x="9612" y="30"/>
                  <a:pt x="9651" y="29"/>
                  <a:pt x="9636" y="27"/>
                </a:cubicBezTo>
                <a:lnTo>
                  <a:pt x="9599" y="30"/>
                </a:lnTo>
                <a:cubicBezTo>
                  <a:pt x="9596" y="26"/>
                  <a:pt x="9527" y="23"/>
                  <a:pt x="9591" y="20"/>
                </a:cubicBezTo>
                <a:lnTo>
                  <a:pt x="9534" y="20"/>
                </a:lnTo>
                <a:cubicBezTo>
                  <a:pt x="9500" y="17"/>
                  <a:pt x="9453" y="16"/>
                  <a:pt x="9425" y="18"/>
                </a:cubicBezTo>
                <a:cubicBezTo>
                  <a:pt x="9398" y="17"/>
                  <a:pt x="9356" y="23"/>
                  <a:pt x="9380" y="19"/>
                </a:cubicBezTo>
                <a:lnTo>
                  <a:pt x="9290" y="22"/>
                </a:lnTo>
                <a:lnTo>
                  <a:pt x="9289" y="21"/>
                </a:lnTo>
                <a:cubicBezTo>
                  <a:pt x="9200" y="20"/>
                  <a:pt x="9106" y="28"/>
                  <a:pt x="9004" y="20"/>
                </a:cubicBezTo>
                <a:cubicBezTo>
                  <a:pt x="8974" y="21"/>
                  <a:pt x="8944" y="22"/>
                  <a:pt x="8893" y="21"/>
                </a:cubicBezTo>
                <a:lnTo>
                  <a:pt x="8884" y="17"/>
                </a:lnTo>
                <a:cubicBezTo>
                  <a:pt x="8845" y="18"/>
                  <a:pt x="8768" y="13"/>
                  <a:pt x="8752" y="17"/>
                </a:cubicBezTo>
                <a:cubicBezTo>
                  <a:pt x="8710" y="7"/>
                  <a:pt x="8565" y="14"/>
                  <a:pt x="8498" y="12"/>
                </a:cubicBezTo>
                <a:lnTo>
                  <a:pt x="8495" y="17"/>
                </a:lnTo>
                <a:cubicBezTo>
                  <a:pt x="8449" y="17"/>
                  <a:pt x="8404" y="18"/>
                  <a:pt x="8346" y="20"/>
                </a:cubicBezTo>
                <a:lnTo>
                  <a:pt x="8350" y="25"/>
                </a:lnTo>
                <a:cubicBezTo>
                  <a:pt x="8300" y="28"/>
                  <a:pt x="8222" y="21"/>
                  <a:pt x="8143" y="22"/>
                </a:cubicBezTo>
                <a:cubicBezTo>
                  <a:pt x="8149" y="20"/>
                  <a:pt x="8169" y="20"/>
                  <a:pt x="8183" y="21"/>
                </a:cubicBezTo>
                <a:cubicBezTo>
                  <a:pt x="8089" y="11"/>
                  <a:pt x="7984" y="28"/>
                  <a:pt x="7899" y="21"/>
                </a:cubicBezTo>
                <a:cubicBezTo>
                  <a:pt x="7878" y="22"/>
                  <a:pt x="7862" y="22"/>
                  <a:pt x="7848" y="21"/>
                </a:cubicBezTo>
                <a:cubicBezTo>
                  <a:pt x="7850" y="21"/>
                  <a:pt x="7851" y="21"/>
                  <a:pt x="7853" y="20"/>
                </a:cubicBezTo>
                <a:lnTo>
                  <a:pt x="7844" y="20"/>
                </a:lnTo>
                <a:lnTo>
                  <a:pt x="7815" y="18"/>
                </a:lnTo>
                <a:cubicBezTo>
                  <a:pt x="7823" y="19"/>
                  <a:pt x="7832" y="20"/>
                  <a:pt x="7839" y="20"/>
                </a:cubicBezTo>
                <a:cubicBezTo>
                  <a:pt x="7823" y="20"/>
                  <a:pt x="7798" y="21"/>
                  <a:pt x="7774" y="22"/>
                </a:cubicBezTo>
                <a:lnTo>
                  <a:pt x="7763" y="17"/>
                </a:lnTo>
                <a:lnTo>
                  <a:pt x="7758" y="17"/>
                </a:lnTo>
                <a:cubicBezTo>
                  <a:pt x="7734" y="15"/>
                  <a:pt x="7739" y="19"/>
                  <a:pt x="7751" y="23"/>
                </a:cubicBezTo>
                <a:cubicBezTo>
                  <a:pt x="7739" y="24"/>
                  <a:pt x="7728" y="25"/>
                  <a:pt x="7719" y="26"/>
                </a:cubicBezTo>
                <a:cubicBezTo>
                  <a:pt x="7700" y="18"/>
                  <a:pt x="7655" y="29"/>
                  <a:pt x="7629" y="20"/>
                </a:cubicBezTo>
                <a:cubicBezTo>
                  <a:pt x="7612" y="24"/>
                  <a:pt x="7506" y="23"/>
                  <a:pt x="7493" y="32"/>
                </a:cubicBezTo>
                <a:cubicBezTo>
                  <a:pt x="7492" y="30"/>
                  <a:pt x="7485" y="30"/>
                  <a:pt x="7498" y="30"/>
                </a:cubicBezTo>
                <a:cubicBezTo>
                  <a:pt x="7471" y="29"/>
                  <a:pt x="7444" y="28"/>
                  <a:pt x="7420" y="30"/>
                </a:cubicBezTo>
                <a:lnTo>
                  <a:pt x="7408" y="24"/>
                </a:lnTo>
                <a:lnTo>
                  <a:pt x="7349" y="32"/>
                </a:lnTo>
                <a:cubicBezTo>
                  <a:pt x="7313" y="28"/>
                  <a:pt x="7298" y="26"/>
                  <a:pt x="7334" y="21"/>
                </a:cubicBezTo>
                <a:cubicBezTo>
                  <a:pt x="7247" y="28"/>
                  <a:pt x="7263" y="24"/>
                  <a:pt x="7190" y="31"/>
                </a:cubicBezTo>
                <a:lnTo>
                  <a:pt x="7194" y="27"/>
                </a:lnTo>
                <a:cubicBezTo>
                  <a:pt x="7167" y="27"/>
                  <a:pt x="7125" y="32"/>
                  <a:pt x="7109" y="29"/>
                </a:cubicBezTo>
                <a:cubicBezTo>
                  <a:pt x="7051" y="21"/>
                  <a:pt x="6819" y="27"/>
                  <a:pt x="6668" y="20"/>
                </a:cubicBezTo>
                <a:cubicBezTo>
                  <a:pt x="6697" y="32"/>
                  <a:pt x="6598" y="14"/>
                  <a:pt x="6592" y="24"/>
                </a:cubicBezTo>
                <a:cubicBezTo>
                  <a:pt x="6583" y="21"/>
                  <a:pt x="6562" y="19"/>
                  <a:pt x="6586" y="17"/>
                </a:cubicBezTo>
                <a:cubicBezTo>
                  <a:pt x="6509" y="19"/>
                  <a:pt x="6471" y="12"/>
                  <a:pt x="6418" y="20"/>
                </a:cubicBezTo>
                <a:cubicBezTo>
                  <a:pt x="6409" y="17"/>
                  <a:pt x="6434" y="16"/>
                  <a:pt x="6426" y="14"/>
                </a:cubicBezTo>
                <a:cubicBezTo>
                  <a:pt x="6420" y="14"/>
                  <a:pt x="6402" y="16"/>
                  <a:pt x="6394" y="15"/>
                </a:cubicBezTo>
                <a:cubicBezTo>
                  <a:pt x="6386" y="13"/>
                  <a:pt x="6405" y="12"/>
                  <a:pt x="6417" y="11"/>
                </a:cubicBezTo>
                <a:cubicBezTo>
                  <a:pt x="6339" y="11"/>
                  <a:pt x="6331" y="20"/>
                  <a:pt x="6325" y="28"/>
                </a:cubicBezTo>
                <a:cubicBezTo>
                  <a:pt x="6285" y="24"/>
                  <a:pt x="6265" y="25"/>
                  <a:pt x="6236" y="30"/>
                </a:cubicBezTo>
                <a:cubicBezTo>
                  <a:pt x="6223" y="27"/>
                  <a:pt x="6199" y="24"/>
                  <a:pt x="6248" y="24"/>
                </a:cubicBezTo>
                <a:cubicBezTo>
                  <a:pt x="6221" y="23"/>
                  <a:pt x="6080" y="19"/>
                  <a:pt x="6078" y="26"/>
                </a:cubicBezTo>
                <a:cubicBezTo>
                  <a:pt x="6069" y="24"/>
                  <a:pt x="6039" y="25"/>
                  <a:pt x="6032" y="26"/>
                </a:cubicBezTo>
                <a:cubicBezTo>
                  <a:pt x="5970" y="25"/>
                  <a:pt x="5965" y="25"/>
                  <a:pt x="5904" y="25"/>
                </a:cubicBezTo>
                <a:lnTo>
                  <a:pt x="5921" y="26"/>
                </a:lnTo>
                <a:cubicBezTo>
                  <a:pt x="5897" y="34"/>
                  <a:pt x="5871" y="28"/>
                  <a:pt x="5822" y="29"/>
                </a:cubicBezTo>
                <a:lnTo>
                  <a:pt x="5823" y="28"/>
                </a:lnTo>
                <a:cubicBezTo>
                  <a:pt x="5711" y="22"/>
                  <a:pt x="5775" y="31"/>
                  <a:pt x="5665" y="24"/>
                </a:cubicBezTo>
                <a:lnTo>
                  <a:pt x="5671" y="29"/>
                </a:lnTo>
                <a:cubicBezTo>
                  <a:pt x="5660" y="39"/>
                  <a:pt x="5573" y="22"/>
                  <a:pt x="5509" y="26"/>
                </a:cubicBezTo>
                <a:lnTo>
                  <a:pt x="5532" y="29"/>
                </a:lnTo>
                <a:cubicBezTo>
                  <a:pt x="5497" y="33"/>
                  <a:pt x="5434" y="15"/>
                  <a:pt x="5399" y="13"/>
                </a:cubicBezTo>
                <a:cubicBezTo>
                  <a:pt x="5391" y="12"/>
                  <a:pt x="5411" y="12"/>
                  <a:pt x="5422" y="11"/>
                </a:cubicBezTo>
                <a:cubicBezTo>
                  <a:pt x="5330" y="6"/>
                  <a:pt x="5410" y="17"/>
                  <a:pt x="5341" y="19"/>
                </a:cubicBezTo>
                <a:cubicBezTo>
                  <a:pt x="5328" y="15"/>
                  <a:pt x="5357" y="10"/>
                  <a:pt x="5311" y="9"/>
                </a:cubicBezTo>
                <a:cubicBezTo>
                  <a:pt x="5288" y="7"/>
                  <a:pt x="5177" y="20"/>
                  <a:pt x="5114" y="13"/>
                </a:cubicBezTo>
                <a:cubicBezTo>
                  <a:pt x="5128" y="16"/>
                  <a:pt x="5142" y="19"/>
                  <a:pt x="5110" y="21"/>
                </a:cubicBezTo>
                <a:cubicBezTo>
                  <a:pt x="5061" y="21"/>
                  <a:pt x="4978" y="10"/>
                  <a:pt x="4934" y="19"/>
                </a:cubicBezTo>
                <a:cubicBezTo>
                  <a:pt x="4928" y="18"/>
                  <a:pt x="4925" y="17"/>
                  <a:pt x="4925" y="16"/>
                </a:cubicBezTo>
                <a:cubicBezTo>
                  <a:pt x="4888" y="19"/>
                  <a:pt x="4804" y="20"/>
                  <a:pt x="4781" y="24"/>
                </a:cubicBezTo>
                <a:cubicBezTo>
                  <a:pt x="4747" y="8"/>
                  <a:pt x="4549" y="32"/>
                  <a:pt x="4550" y="16"/>
                </a:cubicBezTo>
                <a:lnTo>
                  <a:pt x="4435" y="17"/>
                </a:lnTo>
                <a:lnTo>
                  <a:pt x="4438" y="15"/>
                </a:lnTo>
                <a:cubicBezTo>
                  <a:pt x="4365" y="14"/>
                  <a:pt x="4339" y="18"/>
                  <a:pt x="4313" y="22"/>
                </a:cubicBezTo>
                <a:cubicBezTo>
                  <a:pt x="4296" y="20"/>
                  <a:pt x="4309" y="19"/>
                  <a:pt x="4310" y="18"/>
                </a:cubicBezTo>
                <a:cubicBezTo>
                  <a:pt x="4203" y="15"/>
                  <a:pt x="4192" y="15"/>
                  <a:pt x="4102" y="23"/>
                </a:cubicBezTo>
                <a:lnTo>
                  <a:pt x="4093" y="18"/>
                </a:lnTo>
                <a:cubicBezTo>
                  <a:pt x="4068" y="21"/>
                  <a:pt x="3938" y="10"/>
                  <a:pt x="3833" y="15"/>
                </a:cubicBezTo>
                <a:cubicBezTo>
                  <a:pt x="3834" y="15"/>
                  <a:pt x="3836" y="14"/>
                  <a:pt x="3844" y="13"/>
                </a:cubicBezTo>
                <a:cubicBezTo>
                  <a:pt x="3726" y="19"/>
                  <a:pt x="3561" y="0"/>
                  <a:pt x="3518" y="17"/>
                </a:cubicBezTo>
                <a:lnTo>
                  <a:pt x="3439" y="21"/>
                </a:lnTo>
                <a:cubicBezTo>
                  <a:pt x="3540" y="23"/>
                  <a:pt x="3424" y="29"/>
                  <a:pt x="3466" y="32"/>
                </a:cubicBezTo>
                <a:cubicBezTo>
                  <a:pt x="3426" y="33"/>
                  <a:pt x="3363" y="27"/>
                  <a:pt x="3412" y="26"/>
                </a:cubicBezTo>
                <a:lnTo>
                  <a:pt x="3420" y="27"/>
                </a:lnTo>
                <a:cubicBezTo>
                  <a:pt x="3438" y="17"/>
                  <a:pt x="3294" y="23"/>
                  <a:pt x="3297" y="16"/>
                </a:cubicBezTo>
                <a:cubicBezTo>
                  <a:pt x="3098" y="17"/>
                  <a:pt x="2904" y="11"/>
                  <a:pt x="2718" y="10"/>
                </a:cubicBezTo>
                <a:lnTo>
                  <a:pt x="2740" y="18"/>
                </a:lnTo>
                <a:lnTo>
                  <a:pt x="2675" y="17"/>
                </a:lnTo>
                <a:cubicBezTo>
                  <a:pt x="2658" y="15"/>
                  <a:pt x="2652" y="11"/>
                  <a:pt x="2698" y="12"/>
                </a:cubicBezTo>
                <a:cubicBezTo>
                  <a:pt x="2674" y="8"/>
                  <a:pt x="2620" y="15"/>
                  <a:pt x="2619" y="17"/>
                </a:cubicBezTo>
                <a:cubicBezTo>
                  <a:pt x="2528" y="14"/>
                  <a:pt x="2655" y="9"/>
                  <a:pt x="2627" y="9"/>
                </a:cubicBezTo>
                <a:lnTo>
                  <a:pt x="2589" y="9"/>
                </a:lnTo>
                <a:lnTo>
                  <a:pt x="2597" y="9"/>
                </a:lnTo>
                <a:cubicBezTo>
                  <a:pt x="2567" y="12"/>
                  <a:pt x="2564" y="15"/>
                  <a:pt x="2508" y="15"/>
                </a:cubicBezTo>
                <a:cubicBezTo>
                  <a:pt x="2473" y="13"/>
                  <a:pt x="2490" y="10"/>
                  <a:pt x="2476" y="10"/>
                </a:cubicBezTo>
                <a:cubicBezTo>
                  <a:pt x="2477" y="10"/>
                  <a:pt x="2472" y="9"/>
                  <a:pt x="2455" y="10"/>
                </a:cubicBezTo>
                <a:lnTo>
                  <a:pt x="2373" y="9"/>
                </a:lnTo>
                <a:lnTo>
                  <a:pt x="2406" y="15"/>
                </a:lnTo>
                <a:cubicBezTo>
                  <a:pt x="2370" y="18"/>
                  <a:pt x="2329" y="15"/>
                  <a:pt x="2367" y="21"/>
                </a:cubicBezTo>
                <a:cubicBezTo>
                  <a:pt x="2311" y="11"/>
                  <a:pt x="2062" y="17"/>
                  <a:pt x="2028" y="14"/>
                </a:cubicBezTo>
                <a:cubicBezTo>
                  <a:pt x="1977" y="18"/>
                  <a:pt x="1927" y="18"/>
                  <a:pt x="1864" y="17"/>
                </a:cubicBezTo>
                <a:cubicBezTo>
                  <a:pt x="1880" y="19"/>
                  <a:pt x="1889" y="25"/>
                  <a:pt x="1836" y="24"/>
                </a:cubicBezTo>
                <a:cubicBezTo>
                  <a:pt x="1855" y="11"/>
                  <a:pt x="1737" y="18"/>
                  <a:pt x="1694" y="9"/>
                </a:cubicBezTo>
                <a:cubicBezTo>
                  <a:pt x="1733" y="15"/>
                  <a:pt x="1542" y="10"/>
                  <a:pt x="1603" y="19"/>
                </a:cubicBezTo>
                <a:cubicBezTo>
                  <a:pt x="1558" y="18"/>
                  <a:pt x="1600" y="14"/>
                  <a:pt x="1566" y="11"/>
                </a:cubicBezTo>
                <a:cubicBezTo>
                  <a:pt x="1460" y="16"/>
                  <a:pt x="1331" y="8"/>
                  <a:pt x="1200" y="9"/>
                </a:cubicBezTo>
                <a:cubicBezTo>
                  <a:pt x="1198" y="11"/>
                  <a:pt x="1220" y="13"/>
                  <a:pt x="1192" y="16"/>
                </a:cubicBezTo>
                <a:lnTo>
                  <a:pt x="1122" y="8"/>
                </a:lnTo>
                <a:cubicBezTo>
                  <a:pt x="1096" y="9"/>
                  <a:pt x="1098" y="17"/>
                  <a:pt x="1051" y="11"/>
                </a:cubicBezTo>
                <a:cubicBezTo>
                  <a:pt x="1058" y="13"/>
                  <a:pt x="1068" y="15"/>
                  <a:pt x="1050" y="15"/>
                </a:cubicBezTo>
                <a:cubicBezTo>
                  <a:pt x="792" y="7"/>
                  <a:pt x="524" y="22"/>
                  <a:pt x="262" y="7"/>
                </a:cubicBezTo>
                <a:cubicBezTo>
                  <a:pt x="297" y="9"/>
                  <a:pt x="274" y="10"/>
                  <a:pt x="247" y="10"/>
                </a:cubicBezTo>
                <a:cubicBezTo>
                  <a:pt x="264" y="11"/>
                  <a:pt x="246" y="14"/>
                  <a:pt x="250" y="17"/>
                </a:cubicBezTo>
                <a:lnTo>
                  <a:pt x="140" y="10"/>
                </a:lnTo>
                <a:cubicBezTo>
                  <a:pt x="120" y="17"/>
                  <a:pt x="23" y="10"/>
                  <a:pt x="11" y="17"/>
                </a:cubicBezTo>
                <a:lnTo>
                  <a:pt x="46" y="15"/>
                </a:lnTo>
                <a:cubicBezTo>
                  <a:pt x="0" y="23"/>
                  <a:pt x="111" y="32"/>
                  <a:pt x="104" y="42"/>
                </a:cubicBezTo>
                <a:cubicBezTo>
                  <a:pt x="156" y="33"/>
                  <a:pt x="240" y="55"/>
                  <a:pt x="325" y="43"/>
                </a:cubicBezTo>
                <a:cubicBezTo>
                  <a:pt x="344" y="45"/>
                  <a:pt x="309" y="46"/>
                  <a:pt x="319" y="48"/>
                </a:cubicBezTo>
                <a:cubicBezTo>
                  <a:pt x="340" y="44"/>
                  <a:pt x="366" y="43"/>
                  <a:pt x="414" y="45"/>
                </a:cubicBezTo>
                <a:lnTo>
                  <a:pt x="409" y="46"/>
                </a:lnTo>
                <a:cubicBezTo>
                  <a:pt x="544" y="45"/>
                  <a:pt x="602" y="49"/>
                  <a:pt x="754" y="52"/>
                </a:cubicBezTo>
                <a:lnTo>
                  <a:pt x="742" y="47"/>
                </a:lnTo>
                <a:cubicBezTo>
                  <a:pt x="775" y="48"/>
                  <a:pt x="782" y="49"/>
                  <a:pt x="797" y="50"/>
                </a:cubicBezTo>
                <a:cubicBezTo>
                  <a:pt x="835" y="43"/>
                  <a:pt x="706" y="50"/>
                  <a:pt x="740" y="42"/>
                </a:cubicBezTo>
                <a:cubicBezTo>
                  <a:pt x="783" y="52"/>
                  <a:pt x="970" y="42"/>
                  <a:pt x="999" y="53"/>
                </a:cubicBezTo>
                <a:cubicBezTo>
                  <a:pt x="1049" y="54"/>
                  <a:pt x="984" y="48"/>
                  <a:pt x="1034" y="48"/>
                </a:cubicBezTo>
                <a:lnTo>
                  <a:pt x="1048" y="51"/>
                </a:lnTo>
                <a:lnTo>
                  <a:pt x="1060" y="47"/>
                </a:lnTo>
                <a:cubicBezTo>
                  <a:pt x="1093" y="48"/>
                  <a:pt x="1110" y="52"/>
                  <a:pt x="1111" y="54"/>
                </a:cubicBezTo>
                <a:cubicBezTo>
                  <a:pt x="1103" y="54"/>
                  <a:pt x="1088" y="55"/>
                  <a:pt x="1080" y="55"/>
                </a:cubicBezTo>
                <a:cubicBezTo>
                  <a:pt x="1122" y="59"/>
                  <a:pt x="1200" y="54"/>
                  <a:pt x="1215" y="55"/>
                </a:cubicBezTo>
                <a:lnTo>
                  <a:pt x="1166" y="53"/>
                </a:lnTo>
                <a:cubicBezTo>
                  <a:pt x="1303" y="50"/>
                  <a:pt x="1470" y="55"/>
                  <a:pt x="1603" y="49"/>
                </a:cubicBezTo>
                <a:lnTo>
                  <a:pt x="1593" y="46"/>
                </a:lnTo>
                <a:cubicBezTo>
                  <a:pt x="1694" y="42"/>
                  <a:pt x="1674" y="49"/>
                  <a:pt x="1784" y="47"/>
                </a:cubicBezTo>
                <a:lnTo>
                  <a:pt x="1780" y="48"/>
                </a:lnTo>
                <a:cubicBezTo>
                  <a:pt x="1803" y="45"/>
                  <a:pt x="1832" y="44"/>
                  <a:pt x="1863" y="45"/>
                </a:cubicBezTo>
                <a:cubicBezTo>
                  <a:pt x="1835" y="47"/>
                  <a:pt x="1915" y="50"/>
                  <a:pt x="1879" y="53"/>
                </a:cubicBezTo>
                <a:cubicBezTo>
                  <a:pt x="1988" y="48"/>
                  <a:pt x="1933" y="49"/>
                  <a:pt x="2005" y="41"/>
                </a:cubicBezTo>
                <a:lnTo>
                  <a:pt x="2022" y="45"/>
                </a:lnTo>
                <a:cubicBezTo>
                  <a:pt x="2046" y="41"/>
                  <a:pt x="2048" y="40"/>
                  <a:pt x="2104" y="39"/>
                </a:cubicBezTo>
                <a:cubicBezTo>
                  <a:pt x="2058" y="42"/>
                  <a:pt x="2139" y="44"/>
                  <a:pt x="2088" y="49"/>
                </a:cubicBezTo>
                <a:cubicBezTo>
                  <a:pt x="2205" y="57"/>
                  <a:pt x="2261" y="41"/>
                  <a:pt x="2314" y="53"/>
                </a:cubicBezTo>
                <a:cubicBezTo>
                  <a:pt x="2368" y="42"/>
                  <a:pt x="2214" y="47"/>
                  <a:pt x="2244" y="45"/>
                </a:cubicBezTo>
                <a:cubicBezTo>
                  <a:pt x="2219" y="41"/>
                  <a:pt x="2288" y="37"/>
                  <a:pt x="2324" y="38"/>
                </a:cubicBezTo>
                <a:cubicBezTo>
                  <a:pt x="2361" y="38"/>
                  <a:pt x="2387" y="51"/>
                  <a:pt x="2481" y="51"/>
                </a:cubicBezTo>
                <a:cubicBezTo>
                  <a:pt x="2471" y="51"/>
                  <a:pt x="2471" y="52"/>
                  <a:pt x="2461" y="52"/>
                </a:cubicBezTo>
                <a:cubicBezTo>
                  <a:pt x="2496" y="55"/>
                  <a:pt x="2530" y="48"/>
                  <a:pt x="2573" y="53"/>
                </a:cubicBezTo>
                <a:cubicBezTo>
                  <a:pt x="2597" y="47"/>
                  <a:pt x="2628" y="53"/>
                  <a:pt x="2635" y="45"/>
                </a:cubicBezTo>
                <a:lnTo>
                  <a:pt x="2550" y="47"/>
                </a:lnTo>
                <a:cubicBezTo>
                  <a:pt x="2598" y="45"/>
                  <a:pt x="2644" y="36"/>
                  <a:pt x="2724" y="40"/>
                </a:cubicBezTo>
                <a:cubicBezTo>
                  <a:pt x="2718" y="42"/>
                  <a:pt x="2694" y="44"/>
                  <a:pt x="2677" y="45"/>
                </a:cubicBezTo>
                <a:cubicBezTo>
                  <a:pt x="2701" y="48"/>
                  <a:pt x="2722" y="44"/>
                  <a:pt x="2747" y="46"/>
                </a:cubicBezTo>
                <a:cubicBezTo>
                  <a:pt x="2740" y="54"/>
                  <a:pt x="2643" y="48"/>
                  <a:pt x="2591" y="54"/>
                </a:cubicBezTo>
                <a:cubicBezTo>
                  <a:pt x="2616" y="57"/>
                  <a:pt x="2689" y="48"/>
                  <a:pt x="2663" y="57"/>
                </a:cubicBezTo>
                <a:cubicBezTo>
                  <a:pt x="2700" y="46"/>
                  <a:pt x="2755" y="58"/>
                  <a:pt x="2818" y="50"/>
                </a:cubicBezTo>
                <a:lnTo>
                  <a:pt x="2814" y="55"/>
                </a:lnTo>
                <a:cubicBezTo>
                  <a:pt x="2824" y="54"/>
                  <a:pt x="2845" y="52"/>
                  <a:pt x="2863" y="52"/>
                </a:cubicBezTo>
                <a:lnTo>
                  <a:pt x="2830" y="58"/>
                </a:lnTo>
                <a:cubicBezTo>
                  <a:pt x="2881" y="53"/>
                  <a:pt x="2928" y="63"/>
                  <a:pt x="2977" y="60"/>
                </a:cubicBezTo>
                <a:cubicBezTo>
                  <a:pt x="2875" y="60"/>
                  <a:pt x="2954" y="54"/>
                  <a:pt x="2911" y="51"/>
                </a:cubicBezTo>
                <a:cubicBezTo>
                  <a:pt x="3038" y="45"/>
                  <a:pt x="2984" y="64"/>
                  <a:pt x="3126" y="62"/>
                </a:cubicBezTo>
                <a:cubicBezTo>
                  <a:pt x="3107" y="62"/>
                  <a:pt x="3054" y="58"/>
                  <a:pt x="3084" y="56"/>
                </a:cubicBezTo>
                <a:cubicBezTo>
                  <a:pt x="3111" y="57"/>
                  <a:pt x="3146" y="59"/>
                  <a:pt x="3163" y="62"/>
                </a:cubicBezTo>
                <a:cubicBezTo>
                  <a:pt x="3257" y="61"/>
                  <a:pt x="3149" y="57"/>
                  <a:pt x="3189" y="54"/>
                </a:cubicBezTo>
                <a:cubicBezTo>
                  <a:pt x="3221" y="60"/>
                  <a:pt x="3235" y="52"/>
                  <a:pt x="3276" y="50"/>
                </a:cubicBezTo>
                <a:lnTo>
                  <a:pt x="3276" y="55"/>
                </a:lnTo>
                <a:cubicBezTo>
                  <a:pt x="3384" y="58"/>
                  <a:pt x="3305" y="45"/>
                  <a:pt x="3401" y="49"/>
                </a:cubicBezTo>
                <a:lnTo>
                  <a:pt x="3361" y="55"/>
                </a:lnTo>
                <a:lnTo>
                  <a:pt x="3411" y="54"/>
                </a:lnTo>
                <a:lnTo>
                  <a:pt x="3400" y="59"/>
                </a:lnTo>
                <a:cubicBezTo>
                  <a:pt x="3455" y="55"/>
                  <a:pt x="3472" y="56"/>
                  <a:pt x="3526" y="58"/>
                </a:cubicBezTo>
                <a:cubicBezTo>
                  <a:pt x="3513" y="54"/>
                  <a:pt x="3533" y="49"/>
                  <a:pt x="3580" y="49"/>
                </a:cubicBezTo>
                <a:cubicBezTo>
                  <a:pt x="3613" y="52"/>
                  <a:pt x="3562" y="54"/>
                  <a:pt x="3630" y="53"/>
                </a:cubicBezTo>
                <a:cubicBezTo>
                  <a:pt x="3614" y="56"/>
                  <a:pt x="3598" y="60"/>
                  <a:pt x="3568" y="55"/>
                </a:cubicBezTo>
                <a:cubicBezTo>
                  <a:pt x="3565" y="57"/>
                  <a:pt x="3553" y="58"/>
                  <a:pt x="3550" y="60"/>
                </a:cubicBezTo>
                <a:cubicBezTo>
                  <a:pt x="3585" y="63"/>
                  <a:pt x="3638" y="61"/>
                  <a:pt x="3662" y="61"/>
                </a:cubicBezTo>
                <a:cubicBezTo>
                  <a:pt x="3653" y="61"/>
                  <a:pt x="3642" y="60"/>
                  <a:pt x="3636" y="60"/>
                </a:cubicBezTo>
                <a:lnTo>
                  <a:pt x="3734" y="53"/>
                </a:lnTo>
                <a:cubicBezTo>
                  <a:pt x="3749" y="55"/>
                  <a:pt x="3737" y="56"/>
                  <a:pt x="3725" y="58"/>
                </a:cubicBezTo>
                <a:cubicBezTo>
                  <a:pt x="3744" y="57"/>
                  <a:pt x="3758" y="55"/>
                  <a:pt x="3787" y="55"/>
                </a:cubicBezTo>
                <a:cubicBezTo>
                  <a:pt x="3780" y="59"/>
                  <a:pt x="3781" y="63"/>
                  <a:pt x="3740" y="65"/>
                </a:cubicBezTo>
                <a:lnTo>
                  <a:pt x="3833" y="60"/>
                </a:lnTo>
                <a:cubicBezTo>
                  <a:pt x="3839" y="62"/>
                  <a:pt x="3881" y="65"/>
                  <a:pt x="3869" y="67"/>
                </a:cubicBezTo>
                <a:cubicBezTo>
                  <a:pt x="3920" y="69"/>
                  <a:pt x="3995" y="59"/>
                  <a:pt x="4064" y="62"/>
                </a:cubicBezTo>
                <a:cubicBezTo>
                  <a:pt x="4067" y="62"/>
                  <a:pt x="4074" y="61"/>
                  <a:pt x="4089" y="60"/>
                </a:cubicBezTo>
                <a:cubicBezTo>
                  <a:pt x="4153" y="62"/>
                  <a:pt x="4210" y="67"/>
                  <a:pt x="4286" y="61"/>
                </a:cubicBezTo>
                <a:lnTo>
                  <a:pt x="4329" y="68"/>
                </a:lnTo>
                <a:cubicBezTo>
                  <a:pt x="4389" y="67"/>
                  <a:pt x="4271" y="59"/>
                  <a:pt x="4370" y="57"/>
                </a:cubicBezTo>
                <a:cubicBezTo>
                  <a:pt x="4440" y="55"/>
                  <a:pt x="4396" y="63"/>
                  <a:pt x="4421" y="65"/>
                </a:cubicBezTo>
                <a:cubicBezTo>
                  <a:pt x="4456" y="62"/>
                  <a:pt x="4517" y="54"/>
                  <a:pt x="4581" y="60"/>
                </a:cubicBezTo>
                <a:cubicBezTo>
                  <a:pt x="4560" y="62"/>
                  <a:pt x="4543" y="60"/>
                  <a:pt x="4523" y="61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sz="1800">
              <a:ln>
                <a:noFill/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844B93-3C21-336E-3209-4478B52F7C7A}"/>
              </a:ext>
            </a:extLst>
          </p:cNvPr>
          <p:cNvSpPr txBox="1"/>
          <p:nvPr/>
        </p:nvSpPr>
        <p:spPr>
          <a:xfrm>
            <a:off x="371062" y="261468"/>
            <a:ext cx="15043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Sphere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B370DAA-5C90-4E93-0B43-354ACC5D7EA5}"/>
              </a:ext>
            </a:extLst>
          </p:cNvPr>
          <p:cNvSpPr/>
          <p:nvPr/>
        </p:nvSpPr>
        <p:spPr>
          <a:xfrm>
            <a:off x="944688" y="1820698"/>
            <a:ext cx="3912345" cy="98459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5BBB46-171F-94B4-CC9E-CD2FCCF7E842}"/>
              </a:ext>
            </a:extLst>
          </p:cNvPr>
          <p:cNvSpPr/>
          <p:nvPr/>
        </p:nvSpPr>
        <p:spPr>
          <a:xfrm>
            <a:off x="742399" y="2224078"/>
            <a:ext cx="4316924" cy="120009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0" name="Straight Connector 19"/>
          <p:cNvCxnSpPr>
            <a:cxnSpLocks/>
          </p:cNvCxnSpPr>
          <p:nvPr/>
        </p:nvCxnSpPr>
        <p:spPr>
          <a:xfrm flipV="1">
            <a:off x="2957966" y="2435823"/>
            <a:ext cx="1526174" cy="1744429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cxnSpLocks/>
          </p:cNvCxnSpPr>
          <p:nvPr/>
        </p:nvCxnSpPr>
        <p:spPr>
          <a:xfrm flipV="1">
            <a:off x="2974327" y="2000822"/>
            <a:ext cx="1410049" cy="2123528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4BEBFB8-3559-DCEB-2D6D-600CDBED2B28}"/>
              </a:ext>
            </a:extLst>
          </p:cNvPr>
          <p:cNvCxnSpPr>
            <a:cxnSpLocks/>
          </p:cNvCxnSpPr>
          <p:nvPr/>
        </p:nvCxnSpPr>
        <p:spPr>
          <a:xfrm flipV="1">
            <a:off x="2955683" y="1237624"/>
            <a:ext cx="0" cy="332944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E07AAD5-2CE1-9B36-EE84-4F4E9ABAB32D}"/>
                  </a:ext>
                </a:extLst>
              </p:cNvPr>
              <p:cNvSpPr txBox="1"/>
              <p:nvPr/>
            </p:nvSpPr>
            <p:spPr>
              <a:xfrm>
                <a:off x="2972423" y="3396663"/>
                <a:ext cx="29424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E07AAD5-2CE1-9B36-EE84-4F4E9ABAB3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2423" y="3396663"/>
                <a:ext cx="294248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6" name="3D Model 15">
                <a:extLst>
                  <a:ext uri="{FF2B5EF4-FFF2-40B4-BE49-F238E27FC236}">
                    <a16:creationId xmlns:a16="http://schemas.microsoft.com/office/drawing/2014/main" id="{01ABD8BA-8BA7-4415-5D71-0EE0CE87F29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47440506"/>
                  </p:ext>
                </p:extLst>
              </p:nvPr>
            </p:nvGraphicFramePr>
            <p:xfrm>
              <a:off x="642635" y="1201818"/>
              <a:ext cx="4516453" cy="2339458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4516453" cy="2339458"/>
                    </a:xfrm>
                    <a:prstGeom prst="rect">
                      <a:avLst/>
                    </a:prstGeom>
                  </am3d:spPr>
                  <am3d:camera>
                    <am3d:pos x="0" y="0" z="6666475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24122" d="1000000"/>
                    <am3d:preTrans dx="-2" dy="-9140028" dz="-2"/>
                    <am3d:scale>
                      <am3d:sx n="1000000" d="1000000"/>
                      <am3d:sy n="1000000" d="1000000"/>
                      <am3d:sz n="1000000" d="1000000"/>
                    </am3d:scale>
                    <am3d:rot ax="1089354" ay="1094357" az="351609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653098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6" name="3D Model 15">
                <a:extLst>
                  <a:ext uri="{FF2B5EF4-FFF2-40B4-BE49-F238E27FC236}">
                    <a16:creationId xmlns:a16="http://schemas.microsoft.com/office/drawing/2014/main" id="{01ABD8BA-8BA7-4415-5D71-0EE0CE87F29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2635" y="1201818"/>
                <a:ext cx="4516453" cy="23394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AC2D743-A38D-F713-BF76-350FE5937121}"/>
                  </a:ext>
                </a:extLst>
              </p:cNvPr>
              <p:cNvSpPr txBox="1"/>
              <p:nvPr/>
            </p:nvSpPr>
            <p:spPr>
              <a:xfrm>
                <a:off x="3352826" y="3222017"/>
                <a:ext cx="50263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I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AC2D743-A38D-F713-BF76-350FE5937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26" y="3222017"/>
                <a:ext cx="502637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CBC9074-F347-21C3-1B13-C9FE96DE42E5}"/>
                  </a:ext>
                </a:extLst>
              </p:cNvPr>
              <p:cNvSpPr txBox="1"/>
              <p:nvPr/>
            </p:nvSpPr>
            <p:spPr>
              <a:xfrm rot="150447">
                <a:off x="4144283" y="2016625"/>
                <a:ext cx="73186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𝑅𝑑</m:t>
                      </m:r>
                      <m:r>
                        <a:rPr lang="en-I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CBC9074-F347-21C3-1B13-C9FE96DE4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50447">
                <a:off x="4144283" y="2016625"/>
                <a:ext cx="731867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11406958-3D26-9A50-202E-9CD421453D45}"/>
              </a:ext>
            </a:extLst>
          </p:cNvPr>
          <p:cNvGrpSpPr/>
          <p:nvPr/>
        </p:nvGrpSpPr>
        <p:grpSpPr>
          <a:xfrm>
            <a:off x="2946709" y="1737289"/>
            <a:ext cx="1437667" cy="430887"/>
            <a:chOff x="1846211" y="1004252"/>
            <a:chExt cx="1437667" cy="430887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A756B66B-5475-B36B-A804-267ECBE0FA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6211" y="1267785"/>
              <a:ext cx="1437667" cy="12283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03DBE98D-2494-FF9F-7124-420F7F8622F1}"/>
                    </a:ext>
                  </a:extLst>
                </p:cNvPr>
                <p:cNvSpPr txBox="1"/>
                <p:nvPr/>
              </p:nvSpPr>
              <p:spPr>
                <a:xfrm>
                  <a:off x="2085656" y="1004252"/>
                  <a:ext cx="261162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IN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03DBE98D-2494-FF9F-7124-420F7F8622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85656" y="1004252"/>
                  <a:ext cx="261162" cy="43088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976D3E8-1AE8-96CB-A305-8C6CE5B541DB}"/>
                  </a:ext>
                </a:extLst>
              </p:cNvPr>
              <p:cNvSpPr txBox="1"/>
              <p:nvPr/>
            </p:nvSpPr>
            <p:spPr>
              <a:xfrm>
                <a:off x="5801722" y="1897268"/>
                <a:ext cx="93205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𝑑𝐴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976D3E8-1AE8-96CB-A305-8C6CE5B54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1722" y="1897268"/>
                <a:ext cx="932050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4B258F9-CFA7-194C-DB2A-1F2D99280473}"/>
                  </a:ext>
                </a:extLst>
              </p:cNvPr>
              <p:cNvSpPr txBox="1"/>
              <p:nvPr/>
            </p:nvSpPr>
            <p:spPr>
              <a:xfrm>
                <a:off x="6706481" y="1903933"/>
                <a:ext cx="104060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l-GR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4B258F9-CFA7-194C-DB2A-1F2D992804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6481" y="1903933"/>
                <a:ext cx="1040606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656FFA5-18E2-9E08-C50A-C3EB714FAB89}"/>
                  </a:ext>
                </a:extLst>
              </p:cNvPr>
              <p:cNvSpPr txBox="1"/>
              <p:nvPr/>
            </p:nvSpPr>
            <p:spPr>
              <a:xfrm>
                <a:off x="7709007" y="1922045"/>
                <a:ext cx="33823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656FFA5-18E2-9E08-C50A-C3EB714FA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9007" y="1922045"/>
                <a:ext cx="338234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CAE32E5-E6D7-6FAC-AA04-E07B8245457E}"/>
                  </a:ext>
                </a:extLst>
              </p:cNvPr>
              <p:cNvSpPr txBox="1"/>
              <p:nvPr/>
            </p:nvSpPr>
            <p:spPr>
              <a:xfrm>
                <a:off x="8017746" y="1910187"/>
                <a:ext cx="73186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𝑅𝑑</m:t>
                      </m:r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CAE32E5-E6D7-6FAC-AA04-E07B82454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7746" y="1910187"/>
                <a:ext cx="731867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B74330E-384F-8CA2-4470-87EF1C0CCC8E}"/>
                  </a:ext>
                </a:extLst>
              </p:cNvPr>
              <p:cNvSpPr txBox="1"/>
              <p:nvPr/>
            </p:nvSpPr>
            <p:spPr>
              <a:xfrm>
                <a:off x="5846979" y="2465333"/>
                <a:ext cx="67191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B74330E-384F-8CA2-4470-87EF1C0CC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6979" y="2465333"/>
                <a:ext cx="671914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7943C8B-E241-B627-16DC-5947E8745958}"/>
                  </a:ext>
                </a:extLst>
              </p:cNvPr>
              <p:cNvSpPr txBox="1"/>
              <p:nvPr/>
            </p:nvSpPr>
            <p:spPr>
              <a:xfrm>
                <a:off x="6751738" y="2471998"/>
                <a:ext cx="137665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𝑅𝑠𝑖𝑛</m:t>
                      </m:r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7943C8B-E241-B627-16DC-5947E8745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1738" y="2471998"/>
                <a:ext cx="1376659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B8AE4E1-3174-B98C-CCB1-CD3664023186}"/>
                  </a:ext>
                </a:extLst>
              </p:cNvPr>
              <p:cNvSpPr txBox="1"/>
              <p:nvPr/>
            </p:nvSpPr>
            <p:spPr>
              <a:xfrm>
                <a:off x="5846979" y="3103724"/>
                <a:ext cx="25088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𝐴𝑛𝑔𝑙𝑒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𝑟𝑎𝑛𝑔𝑒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B8AE4E1-3174-B98C-CCB1-CD36640231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6979" y="3103724"/>
                <a:ext cx="2508828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79594A3-9E97-6FE5-7452-020ACE211264}"/>
                  </a:ext>
                </a:extLst>
              </p:cNvPr>
              <p:cNvSpPr txBox="1"/>
              <p:nvPr/>
            </p:nvSpPr>
            <p:spPr>
              <a:xfrm>
                <a:off x="8438298" y="3110389"/>
                <a:ext cx="201042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=0° 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180°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79594A3-9E97-6FE5-7452-020ACE211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8298" y="3110389"/>
                <a:ext cx="2010422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4965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8" grpId="0"/>
      <p:bldP spid="37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54738-05D5-32D6-F1F0-460EE18B7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2" descr="Solution: What is the integral of sin^5 x cos^3 xdx?">
            <a:extLst>
              <a:ext uri="{FF2B5EF4-FFF2-40B4-BE49-F238E27FC236}">
                <a16:creationId xmlns:a16="http://schemas.microsoft.com/office/drawing/2014/main" id="{5D582A00-3618-4C01-D104-12ACAC534E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11" name="Freeform 62">
            <a:extLst>
              <a:ext uri="{FF2B5EF4-FFF2-40B4-BE49-F238E27FC236}">
                <a16:creationId xmlns:a16="http://schemas.microsoft.com/office/drawing/2014/main" id="{52389064-BAF6-44FD-B161-C3E22FA6E09A}"/>
              </a:ext>
            </a:extLst>
          </p:cNvPr>
          <p:cNvSpPr>
            <a:spLocks noEditPoints="1"/>
          </p:cNvSpPr>
          <p:nvPr/>
        </p:nvSpPr>
        <p:spPr bwMode="invGray">
          <a:xfrm>
            <a:off x="371062" y="799817"/>
            <a:ext cx="2046675" cy="180010"/>
          </a:xfrm>
          <a:custGeom>
            <a:avLst/>
            <a:gdLst>
              <a:gd name="T0" fmla="*/ 9555 w 10030"/>
              <a:gd name="T1" fmla="*/ 25 h 75"/>
              <a:gd name="T2" fmla="*/ 9488 w 10030"/>
              <a:gd name="T3" fmla="*/ 23 h 75"/>
              <a:gd name="T4" fmla="*/ 5258 w 10030"/>
              <a:gd name="T5" fmla="*/ 60 h 75"/>
              <a:gd name="T6" fmla="*/ 4572 w 10030"/>
              <a:gd name="T7" fmla="*/ 65 h 75"/>
              <a:gd name="T8" fmla="*/ 4884 w 10030"/>
              <a:gd name="T9" fmla="*/ 61 h 75"/>
              <a:gd name="T10" fmla="*/ 5092 w 10030"/>
              <a:gd name="T11" fmla="*/ 56 h 75"/>
              <a:gd name="T12" fmla="*/ 5260 w 10030"/>
              <a:gd name="T13" fmla="*/ 60 h 75"/>
              <a:gd name="T14" fmla="*/ 5560 w 10030"/>
              <a:gd name="T15" fmla="*/ 62 h 75"/>
              <a:gd name="T16" fmla="*/ 6006 w 10030"/>
              <a:gd name="T17" fmla="*/ 56 h 75"/>
              <a:gd name="T18" fmla="*/ 6308 w 10030"/>
              <a:gd name="T19" fmla="*/ 32 h 75"/>
              <a:gd name="T20" fmla="*/ 6269 w 10030"/>
              <a:gd name="T21" fmla="*/ 52 h 75"/>
              <a:gd name="T22" fmla="*/ 6665 w 10030"/>
              <a:gd name="T23" fmla="*/ 41 h 75"/>
              <a:gd name="T24" fmla="*/ 6806 w 10030"/>
              <a:gd name="T25" fmla="*/ 53 h 75"/>
              <a:gd name="T26" fmla="*/ 7204 w 10030"/>
              <a:gd name="T27" fmla="*/ 50 h 75"/>
              <a:gd name="T28" fmla="*/ 7485 w 10030"/>
              <a:gd name="T29" fmla="*/ 62 h 75"/>
              <a:gd name="T30" fmla="*/ 7667 w 10030"/>
              <a:gd name="T31" fmla="*/ 61 h 75"/>
              <a:gd name="T32" fmla="*/ 7919 w 10030"/>
              <a:gd name="T33" fmla="*/ 63 h 75"/>
              <a:gd name="T34" fmla="*/ 8179 w 10030"/>
              <a:gd name="T35" fmla="*/ 51 h 75"/>
              <a:gd name="T36" fmla="*/ 8401 w 10030"/>
              <a:gd name="T37" fmla="*/ 31 h 75"/>
              <a:gd name="T38" fmla="*/ 8692 w 10030"/>
              <a:gd name="T39" fmla="*/ 58 h 75"/>
              <a:gd name="T40" fmla="*/ 9084 w 10030"/>
              <a:gd name="T41" fmla="*/ 61 h 75"/>
              <a:gd name="T42" fmla="*/ 9498 w 10030"/>
              <a:gd name="T43" fmla="*/ 44 h 75"/>
              <a:gd name="T44" fmla="*/ 9670 w 10030"/>
              <a:gd name="T45" fmla="*/ 45 h 75"/>
              <a:gd name="T46" fmla="*/ 9877 w 10030"/>
              <a:gd name="T47" fmla="*/ 32 h 75"/>
              <a:gd name="T48" fmla="*/ 9735 w 10030"/>
              <a:gd name="T49" fmla="*/ 21 h 75"/>
              <a:gd name="T50" fmla="*/ 9636 w 10030"/>
              <a:gd name="T51" fmla="*/ 27 h 75"/>
              <a:gd name="T52" fmla="*/ 9290 w 10030"/>
              <a:gd name="T53" fmla="*/ 22 h 75"/>
              <a:gd name="T54" fmla="*/ 8498 w 10030"/>
              <a:gd name="T55" fmla="*/ 12 h 75"/>
              <a:gd name="T56" fmla="*/ 7899 w 10030"/>
              <a:gd name="T57" fmla="*/ 21 h 75"/>
              <a:gd name="T58" fmla="*/ 7774 w 10030"/>
              <a:gd name="T59" fmla="*/ 22 h 75"/>
              <a:gd name="T60" fmla="*/ 7493 w 10030"/>
              <a:gd name="T61" fmla="*/ 32 h 75"/>
              <a:gd name="T62" fmla="*/ 7190 w 10030"/>
              <a:gd name="T63" fmla="*/ 31 h 75"/>
              <a:gd name="T64" fmla="*/ 6418 w 10030"/>
              <a:gd name="T65" fmla="*/ 20 h 75"/>
              <a:gd name="T66" fmla="*/ 6248 w 10030"/>
              <a:gd name="T67" fmla="*/ 24 h 75"/>
              <a:gd name="T68" fmla="*/ 5823 w 10030"/>
              <a:gd name="T69" fmla="*/ 28 h 75"/>
              <a:gd name="T70" fmla="*/ 5422 w 10030"/>
              <a:gd name="T71" fmla="*/ 11 h 75"/>
              <a:gd name="T72" fmla="*/ 4925 w 10030"/>
              <a:gd name="T73" fmla="*/ 16 h 75"/>
              <a:gd name="T74" fmla="*/ 4310 w 10030"/>
              <a:gd name="T75" fmla="*/ 18 h 75"/>
              <a:gd name="T76" fmla="*/ 3439 w 10030"/>
              <a:gd name="T77" fmla="*/ 21 h 75"/>
              <a:gd name="T78" fmla="*/ 2740 w 10030"/>
              <a:gd name="T79" fmla="*/ 18 h 75"/>
              <a:gd name="T80" fmla="*/ 2597 w 10030"/>
              <a:gd name="T81" fmla="*/ 9 h 75"/>
              <a:gd name="T82" fmla="*/ 2367 w 10030"/>
              <a:gd name="T83" fmla="*/ 21 h 75"/>
              <a:gd name="T84" fmla="*/ 1566 w 10030"/>
              <a:gd name="T85" fmla="*/ 11 h 75"/>
              <a:gd name="T86" fmla="*/ 262 w 10030"/>
              <a:gd name="T87" fmla="*/ 7 h 75"/>
              <a:gd name="T88" fmla="*/ 104 w 10030"/>
              <a:gd name="T89" fmla="*/ 42 h 75"/>
              <a:gd name="T90" fmla="*/ 742 w 10030"/>
              <a:gd name="T91" fmla="*/ 47 h 75"/>
              <a:gd name="T92" fmla="*/ 1060 w 10030"/>
              <a:gd name="T93" fmla="*/ 47 h 75"/>
              <a:gd name="T94" fmla="*/ 1593 w 10030"/>
              <a:gd name="T95" fmla="*/ 46 h 75"/>
              <a:gd name="T96" fmla="*/ 2022 w 10030"/>
              <a:gd name="T97" fmla="*/ 45 h 75"/>
              <a:gd name="T98" fmla="*/ 2481 w 10030"/>
              <a:gd name="T99" fmla="*/ 51 h 75"/>
              <a:gd name="T100" fmla="*/ 2677 w 10030"/>
              <a:gd name="T101" fmla="*/ 45 h 75"/>
              <a:gd name="T102" fmla="*/ 2863 w 10030"/>
              <a:gd name="T103" fmla="*/ 52 h 75"/>
              <a:gd name="T104" fmla="*/ 3163 w 10030"/>
              <a:gd name="T105" fmla="*/ 62 h 75"/>
              <a:gd name="T106" fmla="*/ 3411 w 10030"/>
              <a:gd name="T107" fmla="*/ 54 h 75"/>
              <a:gd name="T108" fmla="*/ 3550 w 10030"/>
              <a:gd name="T109" fmla="*/ 60 h 75"/>
              <a:gd name="T110" fmla="*/ 3740 w 10030"/>
              <a:gd name="T111" fmla="*/ 65 h 75"/>
              <a:gd name="T112" fmla="*/ 4329 w 10030"/>
              <a:gd name="T113" fmla="*/ 68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0030" h="75">
                <a:moveTo>
                  <a:pt x="2469" y="12"/>
                </a:moveTo>
                <a:lnTo>
                  <a:pt x="2469" y="12"/>
                </a:lnTo>
                <a:lnTo>
                  <a:pt x="2482" y="13"/>
                </a:lnTo>
                <a:cubicBezTo>
                  <a:pt x="2453" y="15"/>
                  <a:pt x="2461" y="13"/>
                  <a:pt x="2469" y="12"/>
                </a:cubicBezTo>
                <a:close/>
                <a:moveTo>
                  <a:pt x="9555" y="25"/>
                </a:moveTo>
                <a:lnTo>
                  <a:pt x="9555" y="25"/>
                </a:lnTo>
                <a:cubicBezTo>
                  <a:pt x="9562" y="24"/>
                  <a:pt x="9561" y="23"/>
                  <a:pt x="9559" y="23"/>
                </a:cubicBezTo>
                <a:cubicBezTo>
                  <a:pt x="9554" y="24"/>
                  <a:pt x="9539" y="24"/>
                  <a:pt x="9522" y="24"/>
                </a:cubicBezTo>
                <a:cubicBezTo>
                  <a:pt x="9527" y="25"/>
                  <a:pt x="9536" y="26"/>
                  <a:pt x="9555" y="25"/>
                </a:cubicBezTo>
                <a:close/>
                <a:moveTo>
                  <a:pt x="9489" y="23"/>
                </a:moveTo>
                <a:lnTo>
                  <a:pt x="9489" y="23"/>
                </a:lnTo>
                <a:lnTo>
                  <a:pt x="9488" y="23"/>
                </a:lnTo>
                <a:cubicBezTo>
                  <a:pt x="9456" y="21"/>
                  <a:pt x="9467" y="22"/>
                  <a:pt x="9489" y="23"/>
                </a:cubicBezTo>
                <a:close/>
                <a:moveTo>
                  <a:pt x="6376" y="50"/>
                </a:moveTo>
                <a:lnTo>
                  <a:pt x="6376" y="50"/>
                </a:lnTo>
                <a:cubicBezTo>
                  <a:pt x="6365" y="52"/>
                  <a:pt x="6349" y="51"/>
                  <a:pt x="6330" y="49"/>
                </a:cubicBezTo>
                <a:cubicBezTo>
                  <a:pt x="6344" y="49"/>
                  <a:pt x="6359" y="49"/>
                  <a:pt x="6376" y="50"/>
                </a:cubicBezTo>
                <a:close/>
                <a:moveTo>
                  <a:pt x="5258" y="60"/>
                </a:moveTo>
                <a:lnTo>
                  <a:pt x="5258" y="60"/>
                </a:lnTo>
                <a:cubicBezTo>
                  <a:pt x="5244" y="61"/>
                  <a:pt x="5216" y="64"/>
                  <a:pt x="5205" y="61"/>
                </a:cubicBezTo>
                <a:cubicBezTo>
                  <a:pt x="5222" y="55"/>
                  <a:pt x="5234" y="58"/>
                  <a:pt x="5258" y="60"/>
                </a:cubicBezTo>
                <a:close/>
                <a:moveTo>
                  <a:pt x="4523" y="61"/>
                </a:moveTo>
                <a:lnTo>
                  <a:pt x="4523" y="61"/>
                </a:lnTo>
                <a:lnTo>
                  <a:pt x="4572" y="65"/>
                </a:lnTo>
                <a:cubicBezTo>
                  <a:pt x="4513" y="71"/>
                  <a:pt x="4470" y="69"/>
                  <a:pt x="4516" y="75"/>
                </a:cubicBezTo>
                <a:cubicBezTo>
                  <a:pt x="4523" y="61"/>
                  <a:pt x="4707" y="74"/>
                  <a:pt x="4714" y="60"/>
                </a:cubicBezTo>
                <a:lnTo>
                  <a:pt x="4747" y="63"/>
                </a:lnTo>
                <a:cubicBezTo>
                  <a:pt x="4737" y="63"/>
                  <a:pt x="4736" y="64"/>
                  <a:pt x="4727" y="64"/>
                </a:cubicBezTo>
                <a:cubicBezTo>
                  <a:pt x="4790" y="70"/>
                  <a:pt x="4774" y="54"/>
                  <a:pt x="4855" y="56"/>
                </a:cubicBezTo>
                <a:cubicBezTo>
                  <a:pt x="4883" y="57"/>
                  <a:pt x="4903" y="59"/>
                  <a:pt x="4884" y="61"/>
                </a:cubicBezTo>
                <a:lnTo>
                  <a:pt x="4947" y="57"/>
                </a:lnTo>
                <a:cubicBezTo>
                  <a:pt x="4965" y="58"/>
                  <a:pt x="4961" y="60"/>
                  <a:pt x="4942" y="60"/>
                </a:cubicBezTo>
                <a:lnTo>
                  <a:pt x="5039" y="59"/>
                </a:lnTo>
                <a:lnTo>
                  <a:pt x="5038" y="59"/>
                </a:lnTo>
                <a:cubicBezTo>
                  <a:pt x="5052" y="57"/>
                  <a:pt x="5083" y="54"/>
                  <a:pt x="5098" y="52"/>
                </a:cubicBezTo>
                <a:cubicBezTo>
                  <a:pt x="5122" y="54"/>
                  <a:pt x="5086" y="54"/>
                  <a:pt x="5092" y="56"/>
                </a:cubicBezTo>
                <a:lnTo>
                  <a:pt x="5145" y="52"/>
                </a:lnTo>
                <a:cubicBezTo>
                  <a:pt x="5167" y="56"/>
                  <a:pt x="5123" y="59"/>
                  <a:pt x="5086" y="59"/>
                </a:cubicBezTo>
                <a:cubicBezTo>
                  <a:pt x="5136" y="73"/>
                  <a:pt x="5130" y="55"/>
                  <a:pt x="5238" y="64"/>
                </a:cubicBezTo>
                <a:lnTo>
                  <a:pt x="5187" y="65"/>
                </a:lnTo>
                <a:cubicBezTo>
                  <a:pt x="5220" y="73"/>
                  <a:pt x="5259" y="70"/>
                  <a:pt x="5316" y="75"/>
                </a:cubicBezTo>
                <a:cubicBezTo>
                  <a:pt x="5302" y="73"/>
                  <a:pt x="5202" y="63"/>
                  <a:pt x="5260" y="60"/>
                </a:cubicBezTo>
                <a:cubicBezTo>
                  <a:pt x="5276" y="61"/>
                  <a:pt x="5298" y="61"/>
                  <a:pt x="5329" y="59"/>
                </a:cubicBezTo>
                <a:cubicBezTo>
                  <a:pt x="5329" y="63"/>
                  <a:pt x="5359" y="62"/>
                  <a:pt x="5398" y="62"/>
                </a:cubicBezTo>
                <a:lnTo>
                  <a:pt x="5395" y="69"/>
                </a:lnTo>
                <a:cubicBezTo>
                  <a:pt x="5436" y="67"/>
                  <a:pt x="5433" y="64"/>
                  <a:pt x="5457" y="61"/>
                </a:cubicBezTo>
                <a:cubicBezTo>
                  <a:pt x="5503" y="61"/>
                  <a:pt x="5513" y="66"/>
                  <a:pt x="5523" y="71"/>
                </a:cubicBezTo>
                <a:cubicBezTo>
                  <a:pt x="5597" y="72"/>
                  <a:pt x="5473" y="63"/>
                  <a:pt x="5560" y="62"/>
                </a:cubicBezTo>
                <a:cubicBezTo>
                  <a:pt x="5621" y="64"/>
                  <a:pt x="5664" y="62"/>
                  <a:pt x="5737" y="58"/>
                </a:cubicBezTo>
                <a:cubicBezTo>
                  <a:pt x="5780" y="60"/>
                  <a:pt x="5730" y="62"/>
                  <a:pt x="5745" y="64"/>
                </a:cubicBezTo>
                <a:lnTo>
                  <a:pt x="5783" y="59"/>
                </a:lnTo>
                <a:cubicBezTo>
                  <a:pt x="5792" y="59"/>
                  <a:pt x="5789" y="60"/>
                  <a:pt x="5788" y="61"/>
                </a:cubicBezTo>
                <a:cubicBezTo>
                  <a:pt x="5820" y="59"/>
                  <a:pt x="5790" y="55"/>
                  <a:pt x="5841" y="53"/>
                </a:cubicBezTo>
                <a:cubicBezTo>
                  <a:pt x="5854" y="46"/>
                  <a:pt x="5944" y="64"/>
                  <a:pt x="6006" y="56"/>
                </a:cubicBezTo>
                <a:cubicBezTo>
                  <a:pt x="6021" y="58"/>
                  <a:pt x="5999" y="60"/>
                  <a:pt x="6003" y="62"/>
                </a:cubicBezTo>
                <a:cubicBezTo>
                  <a:pt x="6089" y="57"/>
                  <a:pt x="6077" y="59"/>
                  <a:pt x="6147" y="52"/>
                </a:cubicBezTo>
                <a:lnTo>
                  <a:pt x="6206" y="56"/>
                </a:lnTo>
                <a:cubicBezTo>
                  <a:pt x="6163" y="51"/>
                  <a:pt x="6219" y="45"/>
                  <a:pt x="6268" y="41"/>
                </a:cubicBezTo>
                <a:cubicBezTo>
                  <a:pt x="6252" y="38"/>
                  <a:pt x="6239" y="36"/>
                  <a:pt x="6230" y="35"/>
                </a:cubicBezTo>
                <a:lnTo>
                  <a:pt x="6308" y="32"/>
                </a:lnTo>
                <a:cubicBezTo>
                  <a:pt x="6318" y="33"/>
                  <a:pt x="6310" y="35"/>
                  <a:pt x="6297" y="38"/>
                </a:cubicBezTo>
                <a:lnTo>
                  <a:pt x="6311" y="36"/>
                </a:lnTo>
                <a:cubicBezTo>
                  <a:pt x="6339" y="39"/>
                  <a:pt x="6325" y="43"/>
                  <a:pt x="6305" y="46"/>
                </a:cubicBezTo>
                <a:lnTo>
                  <a:pt x="6277" y="42"/>
                </a:lnTo>
                <a:cubicBezTo>
                  <a:pt x="6257" y="46"/>
                  <a:pt x="6239" y="50"/>
                  <a:pt x="6243" y="54"/>
                </a:cubicBezTo>
                <a:cubicBezTo>
                  <a:pt x="6248" y="53"/>
                  <a:pt x="6258" y="53"/>
                  <a:pt x="6269" y="52"/>
                </a:cubicBezTo>
                <a:cubicBezTo>
                  <a:pt x="6264" y="53"/>
                  <a:pt x="6261" y="54"/>
                  <a:pt x="6263" y="55"/>
                </a:cubicBezTo>
                <a:cubicBezTo>
                  <a:pt x="6266" y="56"/>
                  <a:pt x="6274" y="54"/>
                  <a:pt x="6287" y="53"/>
                </a:cubicBezTo>
                <a:lnTo>
                  <a:pt x="6304" y="60"/>
                </a:lnTo>
                <a:lnTo>
                  <a:pt x="6309" y="57"/>
                </a:lnTo>
                <a:lnTo>
                  <a:pt x="6411" y="62"/>
                </a:lnTo>
                <a:cubicBezTo>
                  <a:pt x="6485" y="55"/>
                  <a:pt x="6548" y="44"/>
                  <a:pt x="6665" y="41"/>
                </a:cubicBezTo>
                <a:cubicBezTo>
                  <a:pt x="6636" y="47"/>
                  <a:pt x="6659" y="50"/>
                  <a:pt x="6657" y="56"/>
                </a:cubicBezTo>
                <a:cubicBezTo>
                  <a:pt x="6625" y="50"/>
                  <a:pt x="6567" y="59"/>
                  <a:pt x="6507" y="58"/>
                </a:cubicBezTo>
                <a:cubicBezTo>
                  <a:pt x="6538" y="58"/>
                  <a:pt x="6531" y="61"/>
                  <a:pt x="6523" y="62"/>
                </a:cubicBezTo>
                <a:lnTo>
                  <a:pt x="6631" y="57"/>
                </a:lnTo>
                <a:cubicBezTo>
                  <a:pt x="6628" y="62"/>
                  <a:pt x="6654" y="60"/>
                  <a:pt x="6682" y="63"/>
                </a:cubicBezTo>
                <a:cubicBezTo>
                  <a:pt x="6660" y="52"/>
                  <a:pt x="6762" y="56"/>
                  <a:pt x="6806" y="53"/>
                </a:cubicBezTo>
                <a:cubicBezTo>
                  <a:pt x="6808" y="56"/>
                  <a:pt x="6798" y="60"/>
                  <a:pt x="6744" y="59"/>
                </a:cubicBezTo>
                <a:cubicBezTo>
                  <a:pt x="6803" y="67"/>
                  <a:pt x="6821" y="47"/>
                  <a:pt x="6879" y="54"/>
                </a:cubicBezTo>
                <a:cubicBezTo>
                  <a:pt x="6865" y="54"/>
                  <a:pt x="6858" y="53"/>
                  <a:pt x="6853" y="55"/>
                </a:cubicBezTo>
                <a:cubicBezTo>
                  <a:pt x="6884" y="52"/>
                  <a:pt x="6958" y="55"/>
                  <a:pt x="6941" y="58"/>
                </a:cubicBezTo>
                <a:lnTo>
                  <a:pt x="6928" y="58"/>
                </a:lnTo>
                <a:cubicBezTo>
                  <a:pt x="7014" y="59"/>
                  <a:pt x="7191" y="58"/>
                  <a:pt x="7204" y="50"/>
                </a:cubicBezTo>
                <a:cubicBezTo>
                  <a:pt x="7205" y="51"/>
                  <a:pt x="7193" y="60"/>
                  <a:pt x="7188" y="62"/>
                </a:cubicBezTo>
                <a:lnTo>
                  <a:pt x="7342" y="33"/>
                </a:lnTo>
                <a:cubicBezTo>
                  <a:pt x="7329" y="41"/>
                  <a:pt x="7381" y="58"/>
                  <a:pt x="7309" y="62"/>
                </a:cubicBezTo>
                <a:cubicBezTo>
                  <a:pt x="7330" y="63"/>
                  <a:pt x="7355" y="65"/>
                  <a:pt x="7399" y="62"/>
                </a:cubicBezTo>
                <a:cubicBezTo>
                  <a:pt x="7385" y="61"/>
                  <a:pt x="7364" y="51"/>
                  <a:pt x="7383" y="51"/>
                </a:cubicBezTo>
                <a:cubicBezTo>
                  <a:pt x="7436" y="59"/>
                  <a:pt x="7420" y="55"/>
                  <a:pt x="7485" y="62"/>
                </a:cubicBezTo>
                <a:cubicBezTo>
                  <a:pt x="7463" y="61"/>
                  <a:pt x="7487" y="49"/>
                  <a:pt x="7520" y="50"/>
                </a:cubicBezTo>
                <a:cubicBezTo>
                  <a:pt x="7515" y="51"/>
                  <a:pt x="7523" y="61"/>
                  <a:pt x="7511" y="62"/>
                </a:cubicBezTo>
                <a:lnTo>
                  <a:pt x="7594" y="51"/>
                </a:lnTo>
                <a:cubicBezTo>
                  <a:pt x="7573" y="53"/>
                  <a:pt x="7590" y="61"/>
                  <a:pt x="7609" y="64"/>
                </a:cubicBezTo>
                <a:cubicBezTo>
                  <a:pt x="7600" y="62"/>
                  <a:pt x="7680" y="64"/>
                  <a:pt x="7702" y="63"/>
                </a:cubicBezTo>
                <a:lnTo>
                  <a:pt x="7667" y="61"/>
                </a:lnTo>
                <a:cubicBezTo>
                  <a:pt x="7761" y="63"/>
                  <a:pt x="7760" y="45"/>
                  <a:pt x="7853" y="46"/>
                </a:cubicBezTo>
                <a:cubicBezTo>
                  <a:pt x="7842" y="48"/>
                  <a:pt x="7825" y="60"/>
                  <a:pt x="7872" y="62"/>
                </a:cubicBezTo>
                <a:cubicBezTo>
                  <a:pt x="7894" y="56"/>
                  <a:pt x="7968" y="34"/>
                  <a:pt x="8050" y="29"/>
                </a:cubicBezTo>
                <a:lnTo>
                  <a:pt x="8066" y="33"/>
                </a:lnTo>
                <a:lnTo>
                  <a:pt x="8129" y="29"/>
                </a:lnTo>
                <a:cubicBezTo>
                  <a:pt x="8090" y="38"/>
                  <a:pt x="7980" y="56"/>
                  <a:pt x="7919" y="63"/>
                </a:cubicBezTo>
                <a:cubicBezTo>
                  <a:pt x="7954" y="66"/>
                  <a:pt x="7929" y="67"/>
                  <a:pt x="7982" y="67"/>
                </a:cubicBezTo>
                <a:cubicBezTo>
                  <a:pt x="8000" y="70"/>
                  <a:pt x="7953" y="72"/>
                  <a:pt x="7938" y="72"/>
                </a:cubicBezTo>
                <a:lnTo>
                  <a:pt x="8060" y="74"/>
                </a:lnTo>
                <a:cubicBezTo>
                  <a:pt x="8054" y="67"/>
                  <a:pt x="8153" y="67"/>
                  <a:pt x="8149" y="62"/>
                </a:cubicBezTo>
                <a:lnTo>
                  <a:pt x="8016" y="68"/>
                </a:lnTo>
                <a:cubicBezTo>
                  <a:pt x="8011" y="62"/>
                  <a:pt x="8093" y="49"/>
                  <a:pt x="8179" y="51"/>
                </a:cubicBezTo>
                <a:cubicBezTo>
                  <a:pt x="8201" y="53"/>
                  <a:pt x="8163" y="63"/>
                  <a:pt x="8165" y="65"/>
                </a:cubicBezTo>
                <a:cubicBezTo>
                  <a:pt x="8176" y="63"/>
                  <a:pt x="8247" y="61"/>
                  <a:pt x="8255" y="62"/>
                </a:cubicBezTo>
                <a:lnTo>
                  <a:pt x="8218" y="66"/>
                </a:lnTo>
                <a:cubicBezTo>
                  <a:pt x="8266" y="69"/>
                  <a:pt x="8297" y="57"/>
                  <a:pt x="8355" y="64"/>
                </a:cubicBezTo>
                <a:cubicBezTo>
                  <a:pt x="8375" y="64"/>
                  <a:pt x="8414" y="73"/>
                  <a:pt x="8418" y="69"/>
                </a:cubicBezTo>
                <a:cubicBezTo>
                  <a:pt x="8385" y="61"/>
                  <a:pt x="8379" y="37"/>
                  <a:pt x="8401" y="31"/>
                </a:cubicBezTo>
                <a:cubicBezTo>
                  <a:pt x="8408" y="31"/>
                  <a:pt x="8505" y="38"/>
                  <a:pt x="8528" y="42"/>
                </a:cubicBezTo>
                <a:cubicBezTo>
                  <a:pt x="8561" y="48"/>
                  <a:pt x="8479" y="57"/>
                  <a:pt x="8507" y="62"/>
                </a:cubicBezTo>
                <a:cubicBezTo>
                  <a:pt x="8508" y="60"/>
                  <a:pt x="8526" y="58"/>
                  <a:pt x="8534" y="57"/>
                </a:cubicBezTo>
                <a:cubicBezTo>
                  <a:pt x="8555" y="59"/>
                  <a:pt x="8525" y="63"/>
                  <a:pt x="8571" y="62"/>
                </a:cubicBezTo>
                <a:cubicBezTo>
                  <a:pt x="8578" y="55"/>
                  <a:pt x="8664" y="63"/>
                  <a:pt x="8592" y="56"/>
                </a:cubicBezTo>
                <a:cubicBezTo>
                  <a:pt x="8637" y="55"/>
                  <a:pt x="8640" y="58"/>
                  <a:pt x="8692" y="58"/>
                </a:cubicBezTo>
                <a:cubicBezTo>
                  <a:pt x="8675" y="53"/>
                  <a:pt x="8739" y="43"/>
                  <a:pt x="8784" y="41"/>
                </a:cubicBezTo>
                <a:cubicBezTo>
                  <a:pt x="8781" y="42"/>
                  <a:pt x="8791" y="45"/>
                  <a:pt x="8796" y="46"/>
                </a:cubicBezTo>
                <a:cubicBezTo>
                  <a:pt x="8888" y="47"/>
                  <a:pt x="8937" y="50"/>
                  <a:pt x="9022" y="50"/>
                </a:cubicBezTo>
                <a:cubicBezTo>
                  <a:pt x="9030" y="52"/>
                  <a:pt x="9071" y="54"/>
                  <a:pt x="9054" y="57"/>
                </a:cubicBezTo>
                <a:cubicBezTo>
                  <a:pt x="9066" y="56"/>
                  <a:pt x="9077" y="53"/>
                  <a:pt x="9103" y="53"/>
                </a:cubicBezTo>
                <a:cubicBezTo>
                  <a:pt x="9154" y="59"/>
                  <a:pt x="9045" y="54"/>
                  <a:pt x="9084" y="61"/>
                </a:cubicBezTo>
                <a:cubicBezTo>
                  <a:pt x="9087" y="57"/>
                  <a:pt x="9152" y="56"/>
                  <a:pt x="9189" y="53"/>
                </a:cubicBezTo>
                <a:cubicBezTo>
                  <a:pt x="9178" y="47"/>
                  <a:pt x="9103" y="52"/>
                  <a:pt x="9065" y="54"/>
                </a:cubicBezTo>
                <a:cubicBezTo>
                  <a:pt x="9065" y="46"/>
                  <a:pt x="9130" y="37"/>
                  <a:pt x="9219" y="33"/>
                </a:cubicBezTo>
                <a:cubicBezTo>
                  <a:pt x="9290" y="31"/>
                  <a:pt x="9250" y="39"/>
                  <a:pt x="9262" y="38"/>
                </a:cubicBezTo>
                <a:cubicBezTo>
                  <a:pt x="9395" y="39"/>
                  <a:pt x="9376" y="23"/>
                  <a:pt x="9486" y="29"/>
                </a:cubicBezTo>
                <a:cubicBezTo>
                  <a:pt x="9530" y="35"/>
                  <a:pt x="9488" y="40"/>
                  <a:pt x="9498" y="44"/>
                </a:cubicBezTo>
                <a:cubicBezTo>
                  <a:pt x="9440" y="46"/>
                  <a:pt x="9409" y="40"/>
                  <a:pt x="9370" y="40"/>
                </a:cubicBezTo>
                <a:lnTo>
                  <a:pt x="9418" y="43"/>
                </a:lnTo>
                <a:cubicBezTo>
                  <a:pt x="9400" y="45"/>
                  <a:pt x="9361" y="46"/>
                  <a:pt x="9340" y="45"/>
                </a:cubicBezTo>
                <a:cubicBezTo>
                  <a:pt x="9377" y="50"/>
                  <a:pt x="9565" y="46"/>
                  <a:pt x="9668" y="51"/>
                </a:cubicBezTo>
                <a:cubicBezTo>
                  <a:pt x="9686" y="49"/>
                  <a:pt x="9718" y="47"/>
                  <a:pt x="9703" y="45"/>
                </a:cubicBezTo>
                <a:lnTo>
                  <a:pt x="9670" y="45"/>
                </a:lnTo>
                <a:cubicBezTo>
                  <a:pt x="9640" y="41"/>
                  <a:pt x="9732" y="39"/>
                  <a:pt x="9690" y="37"/>
                </a:cubicBezTo>
                <a:cubicBezTo>
                  <a:pt x="9734" y="34"/>
                  <a:pt x="9783" y="29"/>
                  <a:pt x="9844" y="32"/>
                </a:cubicBezTo>
                <a:lnTo>
                  <a:pt x="9856" y="38"/>
                </a:lnTo>
                <a:cubicBezTo>
                  <a:pt x="9854" y="36"/>
                  <a:pt x="9816" y="35"/>
                  <a:pt x="9798" y="36"/>
                </a:cubicBezTo>
                <a:cubicBezTo>
                  <a:pt x="9824" y="34"/>
                  <a:pt x="9892" y="45"/>
                  <a:pt x="9920" y="37"/>
                </a:cubicBezTo>
                <a:lnTo>
                  <a:pt x="9877" y="32"/>
                </a:lnTo>
                <a:cubicBezTo>
                  <a:pt x="9921" y="29"/>
                  <a:pt x="9975" y="23"/>
                  <a:pt x="10030" y="25"/>
                </a:cubicBezTo>
                <a:cubicBezTo>
                  <a:pt x="10005" y="19"/>
                  <a:pt x="10017" y="26"/>
                  <a:pt x="9979" y="18"/>
                </a:cubicBezTo>
                <a:cubicBezTo>
                  <a:pt x="10012" y="27"/>
                  <a:pt x="9839" y="18"/>
                  <a:pt x="9893" y="27"/>
                </a:cubicBezTo>
                <a:cubicBezTo>
                  <a:pt x="9854" y="19"/>
                  <a:pt x="9825" y="24"/>
                  <a:pt x="9773" y="16"/>
                </a:cubicBezTo>
                <a:cubicBezTo>
                  <a:pt x="9774" y="18"/>
                  <a:pt x="9791" y="20"/>
                  <a:pt x="9746" y="19"/>
                </a:cubicBezTo>
                <a:cubicBezTo>
                  <a:pt x="9743" y="20"/>
                  <a:pt x="9739" y="21"/>
                  <a:pt x="9735" y="21"/>
                </a:cubicBezTo>
                <a:lnTo>
                  <a:pt x="9732" y="21"/>
                </a:lnTo>
                <a:lnTo>
                  <a:pt x="9735" y="21"/>
                </a:lnTo>
                <a:cubicBezTo>
                  <a:pt x="9733" y="21"/>
                  <a:pt x="9733" y="22"/>
                  <a:pt x="9736" y="21"/>
                </a:cubicBezTo>
                <a:cubicBezTo>
                  <a:pt x="9747" y="22"/>
                  <a:pt x="9756" y="23"/>
                  <a:pt x="9759" y="24"/>
                </a:cubicBezTo>
                <a:cubicBezTo>
                  <a:pt x="9736" y="29"/>
                  <a:pt x="9664" y="29"/>
                  <a:pt x="9639" y="31"/>
                </a:cubicBezTo>
                <a:cubicBezTo>
                  <a:pt x="9612" y="30"/>
                  <a:pt x="9651" y="29"/>
                  <a:pt x="9636" y="27"/>
                </a:cubicBezTo>
                <a:lnTo>
                  <a:pt x="9599" y="30"/>
                </a:lnTo>
                <a:cubicBezTo>
                  <a:pt x="9596" y="26"/>
                  <a:pt x="9527" y="23"/>
                  <a:pt x="9591" y="20"/>
                </a:cubicBezTo>
                <a:lnTo>
                  <a:pt x="9534" y="20"/>
                </a:lnTo>
                <a:cubicBezTo>
                  <a:pt x="9500" y="17"/>
                  <a:pt x="9453" y="16"/>
                  <a:pt x="9425" y="18"/>
                </a:cubicBezTo>
                <a:cubicBezTo>
                  <a:pt x="9398" y="17"/>
                  <a:pt x="9356" y="23"/>
                  <a:pt x="9380" y="19"/>
                </a:cubicBezTo>
                <a:lnTo>
                  <a:pt x="9290" y="22"/>
                </a:lnTo>
                <a:lnTo>
                  <a:pt x="9289" y="21"/>
                </a:lnTo>
                <a:cubicBezTo>
                  <a:pt x="9200" y="20"/>
                  <a:pt x="9106" y="28"/>
                  <a:pt x="9004" y="20"/>
                </a:cubicBezTo>
                <a:cubicBezTo>
                  <a:pt x="8974" y="21"/>
                  <a:pt x="8944" y="22"/>
                  <a:pt x="8893" y="21"/>
                </a:cubicBezTo>
                <a:lnTo>
                  <a:pt x="8884" y="17"/>
                </a:lnTo>
                <a:cubicBezTo>
                  <a:pt x="8845" y="18"/>
                  <a:pt x="8768" y="13"/>
                  <a:pt x="8752" y="17"/>
                </a:cubicBezTo>
                <a:cubicBezTo>
                  <a:pt x="8710" y="7"/>
                  <a:pt x="8565" y="14"/>
                  <a:pt x="8498" y="12"/>
                </a:cubicBezTo>
                <a:lnTo>
                  <a:pt x="8495" y="17"/>
                </a:lnTo>
                <a:cubicBezTo>
                  <a:pt x="8449" y="17"/>
                  <a:pt x="8404" y="18"/>
                  <a:pt x="8346" y="20"/>
                </a:cubicBezTo>
                <a:lnTo>
                  <a:pt x="8350" y="25"/>
                </a:lnTo>
                <a:cubicBezTo>
                  <a:pt x="8300" y="28"/>
                  <a:pt x="8222" y="21"/>
                  <a:pt x="8143" y="22"/>
                </a:cubicBezTo>
                <a:cubicBezTo>
                  <a:pt x="8149" y="20"/>
                  <a:pt x="8169" y="20"/>
                  <a:pt x="8183" y="21"/>
                </a:cubicBezTo>
                <a:cubicBezTo>
                  <a:pt x="8089" y="11"/>
                  <a:pt x="7984" y="28"/>
                  <a:pt x="7899" y="21"/>
                </a:cubicBezTo>
                <a:cubicBezTo>
                  <a:pt x="7878" y="22"/>
                  <a:pt x="7862" y="22"/>
                  <a:pt x="7848" y="21"/>
                </a:cubicBezTo>
                <a:cubicBezTo>
                  <a:pt x="7850" y="21"/>
                  <a:pt x="7851" y="21"/>
                  <a:pt x="7853" y="20"/>
                </a:cubicBezTo>
                <a:lnTo>
                  <a:pt x="7844" y="20"/>
                </a:lnTo>
                <a:lnTo>
                  <a:pt x="7815" y="18"/>
                </a:lnTo>
                <a:cubicBezTo>
                  <a:pt x="7823" y="19"/>
                  <a:pt x="7832" y="20"/>
                  <a:pt x="7839" y="20"/>
                </a:cubicBezTo>
                <a:cubicBezTo>
                  <a:pt x="7823" y="20"/>
                  <a:pt x="7798" y="21"/>
                  <a:pt x="7774" y="22"/>
                </a:cubicBezTo>
                <a:lnTo>
                  <a:pt x="7763" y="17"/>
                </a:lnTo>
                <a:lnTo>
                  <a:pt x="7758" y="17"/>
                </a:lnTo>
                <a:cubicBezTo>
                  <a:pt x="7734" y="15"/>
                  <a:pt x="7739" y="19"/>
                  <a:pt x="7751" y="23"/>
                </a:cubicBezTo>
                <a:cubicBezTo>
                  <a:pt x="7739" y="24"/>
                  <a:pt x="7728" y="25"/>
                  <a:pt x="7719" y="26"/>
                </a:cubicBezTo>
                <a:cubicBezTo>
                  <a:pt x="7700" y="18"/>
                  <a:pt x="7655" y="29"/>
                  <a:pt x="7629" y="20"/>
                </a:cubicBezTo>
                <a:cubicBezTo>
                  <a:pt x="7612" y="24"/>
                  <a:pt x="7506" y="23"/>
                  <a:pt x="7493" y="32"/>
                </a:cubicBezTo>
                <a:cubicBezTo>
                  <a:pt x="7492" y="30"/>
                  <a:pt x="7485" y="30"/>
                  <a:pt x="7498" y="30"/>
                </a:cubicBezTo>
                <a:cubicBezTo>
                  <a:pt x="7471" y="29"/>
                  <a:pt x="7444" y="28"/>
                  <a:pt x="7420" y="30"/>
                </a:cubicBezTo>
                <a:lnTo>
                  <a:pt x="7408" y="24"/>
                </a:lnTo>
                <a:lnTo>
                  <a:pt x="7349" y="32"/>
                </a:lnTo>
                <a:cubicBezTo>
                  <a:pt x="7313" y="28"/>
                  <a:pt x="7298" y="26"/>
                  <a:pt x="7334" y="21"/>
                </a:cubicBezTo>
                <a:cubicBezTo>
                  <a:pt x="7247" y="28"/>
                  <a:pt x="7263" y="24"/>
                  <a:pt x="7190" y="31"/>
                </a:cubicBezTo>
                <a:lnTo>
                  <a:pt x="7194" y="27"/>
                </a:lnTo>
                <a:cubicBezTo>
                  <a:pt x="7167" y="27"/>
                  <a:pt x="7125" y="32"/>
                  <a:pt x="7109" y="29"/>
                </a:cubicBezTo>
                <a:cubicBezTo>
                  <a:pt x="7051" y="21"/>
                  <a:pt x="6819" y="27"/>
                  <a:pt x="6668" y="20"/>
                </a:cubicBezTo>
                <a:cubicBezTo>
                  <a:pt x="6697" y="32"/>
                  <a:pt x="6598" y="14"/>
                  <a:pt x="6592" y="24"/>
                </a:cubicBezTo>
                <a:cubicBezTo>
                  <a:pt x="6583" y="21"/>
                  <a:pt x="6562" y="19"/>
                  <a:pt x="6586" y="17"/>
                </a:cubicBezTo>
                <a:cubicBezTo>
                  <a:pt x="6509" y="19"/>
                  <a:pt x="6471" y="12"/>
                  <a:pt x="6418" y="20"/>
                </a:cubicBezTo>
                <a:cubicBezTo>
                  <a:pt x="6409" y="17"/>
                  <a:pt x="6434" y="16"/>
                  <a:pt x="6426" y="14"/>
                </a:cubicBezTo>
                <a:cubicBezTo>
                  <a:pt x="6420" y="14"/>
                  <a:pt x="6402" y="16"/>
                  <a:pt x="6394" y="15"/>
                </a:cubicBezTo>
                <a:cubicBezTo>
                  <a:pt x="6386" y="13"/>
                  <a:pt x="6405" y="12"/>
                  <a:pt x="6417" y="11"/>
                </a:cubicBezTo>
                <a:cubicBezTo>
                  <a:pt x="6339" y="11"/>
                  <a:pt x="6331" y="20"/>
                  <a:pt x="6325" y="28"/>
                </a:cubicBezTo>
                <a:cubicBezTo>
                  <a:pt x="6285" y="24"/>
                  <a:pt x="6265" y="25"/>
                  <a:pt x="6236" y="30"/>
                </a:cubicBezTo>
                <a:cubicBezTo>
                  <a:pt x="6223" y="27"/>
                  <a:pt x="6199" y="24"/>
                  <a:pt x="6248" y="24"/>
                </a:cubicBezTo>
                <a:cubicBezTo>
                  <a:pt x="6221" y="23"/>
                  <a:pt x="6080" y="19"/>
                  <a:pt x="6078" y="26"/>
                </a:cubicBezTo>
                <a:cubicBezTo>
                  <a:pt x="6069" y="24"/>
                  <a:pt x="6039" y="25"/>
                  <a:pt x="6032" y="26"/>
                </a:cubicBezTo>
                <a:cubicBezTo>
                  <a:pt x="5970" y="25"/>
                  <a:pt x="5965" y="25"/>
                  <a:pt x="5904" y="25"/>
                </a:cubicBezTo>
                <a:lnTo>
                  <a:pt x="5921" y="26"/>
                </a:lnTo>
                <a:cubicBezTo>
                  <a:pt x="5897" y="34"/>
                  <a:pt x="5871" y="28"/>
                  <a:pt x="5822" y="29"/>
                </a:cubicBezTo>
                <a:lnTo>
                  <a:pt x="5823" y="28"/>
                </a:lnTo>
                <a:cubicBezTo>
                  <a:pt x="5711" y="22"/>
                  <a:pt x="5775" y="31"/>
                  <a:pt x="5665" y="24"/>
                </a:cubicBezTo>
                <a:lnTo>
                  <a:pt x="5671" y="29"/>
                </a:lnTo>
                <a:cubicBezTo>
                  <a:pt x="5660" y="39"/>
                  <a:pt x="5573" y="22"/>
                  <a:pt x="5509" y="26"/>
                </a:cubicBezTo>
                <a:lnTo>
                  <a:pt x="5532" y="29"/>
                </a:lnTo>
                <a:cubicBezTo>
                  <a:pt x="5497" y="33"/>
                  <a:pt x="5434" y="15"/>
                  <a:pt x="5399" y="13"/>
                </a:cubicBezTo>
                <a:cubicBezTo>
                  <a:pt x="5391" y="12"/>
                  <a:pt x="5411" y="12"/>
                  <a:pt x="5422" y="11"/>
                </a:cubicBezTo>
                <a:cubicBezTo>
                  <a:pt x="5330" y="6"/>
                  <a:pt x="5410" y="17"/>
                  <a:pt x="5341" y="19"/>
                </a:cubicBezTo>
                <a:cubicBezTo>
                  <a:pt x="5328" y="15"/>
                  <a:pt x="5357" y="10"/>
                  <a:pt x="5311" y="9"/>
                </a:cubicBezTo>
                <a:cubicBezTo>
                  <a:pt x="5288" y="7"/>
                  <a:pt x="5177" y="20"/>
                  <a:pt x="5114" y="13"/>
                </a:cubicBezTo>
                <a:cubicBezTo>
                  <a:pt x="5128" y="16"/>
                  <a:pt x="5142" y="19"/>
                  <a:pt x="5110" y="21"/>
                </a:cubicBezTo>
                <a:cubicBezTo>
                  <a:pt x="5061" y="21"/>
                  <a:pt x="4978" y="10"/>
                  <a:pt x="4934" y="19"/>
                </a:cubicBezTo>
                <a:cubicBezTo>
                  <a:pt x="4928" y="18"/>
                  <a:pt x="4925" y="17"/>
                  <a:pt x="4925" y="16"/>
                </a:cubicBezTo>
                <a:cubicBezTo>
                  <a:pt x="4888" y="19"/>
                  <a:pt x="4804" y="20"/>
                  <a:pt x="4781" y="24"/>
                </a:cubicBezTo>
                <a:cubicBezTo>
                  <a:pt x="4747" y="8"/>
                  <a:pt x="4549" y="32"/>
                  <a:pt x="4550" y="16"/>
                </a:cubicBezTo>
                <a:lnTo>
                  <a:pt x="4435" y="17"/>
                </a:lnTo>
                <a:lnTo>
                  <a:pt x="4438" y="15"/>
                </a:lnTo>
                <a:cubicBezTo>
                  <a:pt x="4365" y="14"/>
                  <a:pt x="4339" y="18"/>
                  <a:pt x="4313" y="22"/>
                </a:cubicBezTo>
                <a:cubicBezTo>
                  <a:pt x="4296" y="20"/>
                  <a:pt x="4309" y="19"/>
                  <a:pt x="4310" y="18"/>
                </a:cubicBezTo>
                <a:cubicBezTo>
                  <a:pt x="4203" y="15"/>
                  <a:pt x="4192" y="15"/>
                  <a:pt x="4102" y="23"/>
                </a:cubicBezTo>
                <a:lnTo>
                  <a:pt x="4093" y="18"/>
                </a:lnTo>
                <a:cubicBezTo>
                  <a:pt x="4068" y="21"/>
                  <a:pt x="3938" y="10"/>
                  <a:pt x="3833" y="15"/>
                </a:cubicBezTo>
                <a:cubicBezTo>
                  <a:pt x="3834" y="15"/>
                  <a:pt x="3836" y="14"/>
                  <a:pt x="3844" y="13"/>
                </a:cubicBezTo>
                <a:cubicBezTo>
                  <a:pt x="3726" y="19"/>
                  <a:pt x="3561" y="0"/>
                  <a:pt x="3518" y="17"/>
                </a:cubicBezTo>
                <a:lnTo>
                  <a:pt x="3439" y="21"/>
                </a:lnTo>
                <a:cubicBezTo>
                  <a:pt x="3540" y="23"/>
                  <a:pt x="3424" y="29"/>
                  <a:pt x="3466" y="32"/>
                </a:cubicBezTo>
                <a:cubicBezTo>
                  <a:pt x="3426" y="33"/>
                  <a:pt x="3363" y="27"/>
                  <a:pt x="3412" y="26"/>
                </a:cubicBezTo>
                <a:lnTo>
                  <a:pt x="3420" y="27"/>
                </a:lnTo>
                <a:cubicBezTo>
                  <a:pt x="3438" y="17"/>
                  <a:pt x="3294" y="23"/>
                  <a:pt x="3297" y="16"/>
                </a:cubicBezTo>
                <a:cubicBezTo>
                  <a:pt x="3098" y="17"/>
                  <a:pt x="2904" y="11"/>
                  <a:pt x="2718" y="10"/>
                </a:cubicBezTo>
                <a:lnTo>
                  <a:pt x="2740" y="18"/>
                </a:lnTo>
                <a:lnTo>
                  <a:pt x="2675" y="17"/>
                </a:lnTo>
                <a:cubicBezTo>
                  <a:pt x="2658" y="15"/>
                  <a:pt x="2652" y="11"/>
                  <a:pt x="2698" y="12"/>
                </a:cubicBezTo>
                <a:cubicBezTo>
                  <a:pt x="2674" y="8"/>
                  <a:pt x="2620" y="15"/>
                  <a:pt x="2619" y="17"/>
                </a:cubicBezTo>
                <a:cubicBezTo>
                  <a:pt x="2528" y="14"/>
                  <a:pt x="2655" y="9"/>
                  <a:pt x="2627" y="9"/>
                </a:cubicBezTo>
                <a:lnTo>
                  <a:pt x="2589" y="9"/>
                </a:lnTo>
                <a:lnTo>
                  <a:pt x="2597" y="9"/>
                </a:lnTo>
                <a:cubicBezTo>
                  <a:pt x="2567" y="12"/>
                  <a:pt x="2564" y="15"/>
                  <a:pt x="2508" y="15"/>
                </a:cubicBezTo>
                <a:cubicBezTo>
                  <a:pt x="2473" y="13"/>
                  <a:pt x="2490" y="10"/>
                  <a:pt x="2476" y="10"/>
                </a:cubicBezTo>
                <a:cubicBezTo>
                  <a:pt x="2477" y="10"/>
                  <a:pt x="2472" y="9"/>
                  <a:pt x="2455" y="10"/>
                </a:cubicBezTo>
                <a:lnTo>
                  <a:pt x="2373" y="9"/>
                </a:lnTo>
                <a:lnTo>
                  <a:pt x="2406" y="15"/>
                </a:lnTo>
                <a:cubicBezTo>
                  <a:pt x="2370" y="18"/>
                  <a:pt x="2329" y="15"/>
                  <a:pt x="2367" y="21"/>
                </a:cubicBezTo>
                <a:cubicBezTo>
                  <a:pt x="2311" y="11"/>
                  <a:pt x="2062" y="17"/>
                  <a:pt x="2028" y="14"/>
                </a:cubicBezTo>
                <a:cubicBezTo>
                  <a:pt x="1977" y="18"/>
                  <a:pt x="1927" y="18"/>
                  <a:pt x="1864" y="17"/>
                </a:cubicBezTo>
                <a:cubicBezTo>
                  <a:pt x="1880" y="19"/>
                  <a:pt x="1889" y="25"/>
                  <a:pt x="1836" y="24"/>
                </a:cubicBezTo>
                <a:cubicBezTo>
                  <a:pt x="1855" y="11"/>
                  <a:pt x="1737" y="18"/>
                  <a:pt x="1694" y="9"/>
                </a:cubicBezTo>
                <a:cubicBezTo>
                  <a:pt x="1733" y="15"/>
                  <a:pt x="1542" y="10"/>
                  <a:pt x="1603" y="19"/>
                </a:cubicBezTo>
                <a:cubicBezTo>
                  <a:pt x="1558" y="18"/>
                  <a:pt x="1600" y="14"/>
                  <a:pt x="1566" y="11"/>
                </a:cubicBezTo>
                <a:cubicBezTo>
                  <a:pt x="1460" y="16"/>
                  <a:pt x="1331" y="8"/>
                  <a:pt x="1200" y="9"/>
                </a:cubicBezTo>
                <a:cubicBezTo>
                  <a:pt x="1198" y="11"/>
                  <a:pt x="1220" y="13"/>
                  <a:pt x="1192" y="16"/>
                </a:cubicBezTo>
                <a:lnTo>
                  <a:pt x="1122" y="8"/>
                </a:lnTo>
                <a:cubicBezTo>
                  <a:pt x="1096" y="9"/>
                  <a:pt x="1098" y="17"/>
                  <a:pt x="1051" y="11"/>
                </a:cubicBezTo>
                <a:cubicBezTo>
                  <a:pt x="1058" y="13"/>
                  <a:pt x="1068" y="15"/>
                  <a:pt x="1050" y="15"/>
                </a:cubicBezTo>
                <a:cubicBezTo>
                  <a:pt x="792" y="7"/>
                  <a:pt x="524" y="22"/>
                  <a:pt x="262" y="7"/>
                </a:cubicBezTo>
                <a:cubicBezTo>
                  <a:pt x="297" y="9"/>
                  <a:pt x="274" y="10"/>
                  <a:pt x="247" y="10"/>
                </a:cubicBezTo>
                <a:cubicBezTo>
                  <a:pt x="264" y="11"/>
                  <a:pt x="246" y="14"/>
                  <a:pt x="250" y="17"/>
                </a:cubicBezTo>
                <a:lnTo>
                  <a:pt x="140" y="10"/>
                </a:lnTo>
                <a:cubicBezTo>
                  <a:pt x="120" y="17"/>
                  <a:pt x="23" y="10"/>
                  <a:pt x="11" y="17"/>
                </a:cubicBezTo>
                <a:lnTo>
                  <a:pt x="46" y="15"/>
                </a:lnTo>
                <a:cubicBezTo>
                  <a:pt x="0" y="23"/>
                  <a:pt x="111" y="32"/>
                  <a:pt x="104" y="42"/>
                </a:cubicBezTo>
                <a:cubicBezTo>
                  <a:pt x="156" y="33"/>
                  <a:pt x="240" y="55"/>
                  <a:pt x="325" y="43"/>
                </a:cubicBezTo>
                <a:cubicBezTo>
                  <a:pt x="344" y="45"/>
                  <a:pt x="309" y="46"/>
                  <a:pt x="319" y="48"/>
                </a:cubicBezTo>
                <a:cubicBezTo>
                  <a:pt x="340" y="44"/>
                  <a:pt x="366" y="43"/>
                  <a:pt x="414" y="45"/>
                </a:cubicBezTo>
                <a:lnTo>
                  <a:pt x="409" y="46"/>
                </a:lnTo>
                <a:cubicBezTo>
                  <a:pt x="544" y="45"/>
                  <a:pt x="602" y="49"/>
                  <a:pt x="754" y="52"/>
                </a:cubicBezTo>
                <a:lnTo>
                  <a:pt x="742" y="47"/>
                </a:lnTo>
                <a:cubicBezTo>
                  <a:pt x="775" y="48"/>
                  <a:pt x="782" y="49"/>
                  <a:pt x="797" y="50"/>
                </a:cubicBezTo>
                <a:cubicBezTo>
                  <a:pt x="835" y="43"/>
                  <a:pt x="706" y="50"/>
                  <a:pt x="740" y="42"/>
                </a:cubicBezTo>
                <a:cubicBezTo>
                  <a:pt x="783" y="52"/>
                  <a:pt x="970" y="42"/>
                  <a:pt x="999" y="53"/>
                </a:cubicBezTo>
                <a:cubicBezTo>
                  <a:pt x="1049" y="54"/>
                  <a:pt x="984" y="48"/>
                  <a:pt x="1034" y="48"/>
                </a:cubicBezTo>
                <a:lnTo>
                  <a:pt x="1048" y="51"/>
                </a:lnTo>
                <a:lnTo>
                  <a:pt x="1060" y="47"/>
                </a:lnTo>
                <a:cubicBezTo>
                  <a:pt x="1093" y="48"/>
                  <a:pt x="1110" y="52"/>
                  <a:pt x="1111" y="54"/>
                </a:cubicBezTo>
                <a:cubicBezTo>
                  <a:pt x="1103" y="54"/>
                  <a:pt x="1088" y="55"/>
                  <a:pt x="1080" y="55"/>
                </a:cubicBezTo>
                <a:cubicBezTo>
                  <a:pt x="1122" y="59"/>
                  <a:pt x="1200" y="54"/>
                  <a:pt x="1215" y="55"/>
                </a:cubicBezTo>
                <a:lnTo>
                  <a:pt x="1166" y="53"/>
                </a:lnTo>
                <a:cubicBezTo>
                  <a:pt x="1303" y="50"/>
                  <a:pt x="1470" y="55"/>
                  <a:pt x="1603" y="49"/>
                </a:cubicBezTo>
                <a:lnTo>
                  <a:pt x="1593" y="46"/>
                </a:lnTo>
                <a:cubicBezTo>
                  <a:pt x="1694" y="42"/>
                  <a:pt x="1674" y="49"/>
                  <a:pt x="1784" y="47"/>
                </a:cubicBezTo>
                <a:lnTo>
                  <a:pt x="1780" y="48"/>
                </a:lnTo>
                <a:cubicBezTo>
                  <a:pt x="1803" y="45"/>
                  <a:pt x="1832" y="44"/>
                  <a:pt x="1863" y="45"/>
                </a:cubicBezTo>
                <a:cubicBezTo>
                  <a:pt x="1835" y="47"/>
                  <a:pt x="1915" y="50"/>
                  <a:pt x="1879" y="53"/>
                </a:cubicBezTo>
                <a:cubicBezTo>
                  <a:pt x="1988" y="48"/>
                  <a:pt x="1933" y="49"/>
                  <a:pt x="2005" y="41"/>
                </a:cubicBezTo>
                <a:lnTo>
                  <a:pt x="2022" y="45"/>
                </a:lnTo>
                <a:cubicBezTo>
                  <a:pt x="2046" y="41"/>
                  <a:pt x="2048" y="40"/>
                  <a:pt x="2104" y="39"/>
                </a:cubicBezTo>
                <a:cubicBezTo>
                  <a:pt x="2058" y="42"/>
                  <a:pt x="2139" y="44"/>
                  <a:pt x="2088" y="49"/>
                </a:cubicBezTo>
                <a:cubicBezTo>
                  <a:pt x="2205" y="57"/>
                  <a:pt x="2261" y="41"/>
                  <a:pt x="2314" y="53"/>
                </a:cubicBezTo>
                <a:cubicBezTo>
                  <a:pt x="2368" y="42"/>
                  <a:pt x="2214" y="47"/>
                  <a:pt x="2244" y="45"/>
                </a:cubicBezTo>
                <a:cubicBezTo>
                  <a:pt x="2219" y="41"/>
                  <a:pt x="2288" y="37"/>
                  <a:pt x="2324" y="38"/>
                </a:cubicBezTo>
                <a:cubicBezTo>
                  <a:pt x="2361" y="38"/>
                  <a:pt x="2387" y="51"/>
                  <a:pt x="2481" y="51"/>
                </a:cubicBezTo>
                <a:cubicBezTo>
                  <a:pt x="2471" y="51"/>
                  <a:pt x="2471" y="52"/>
                  <a:pt x="2461" y="52"/>
                </a:cubicBezTo>
                <a:cubicBezTo>
                  <a:pt x="2496" y="55"/>
                  <a:pt x="2530" y="48"/>
                  <a:pt x="2573" y="53"/>
                </a:cubicBezTo>
                <a:cubicBezTo>
                  <a:pt x="2597" y="47"/>
                  <a:pt x="2628" y="53"/>
                  <a:pt x="2635" y="45"/>
                </a:cubicBezTo>
                <a:lnTo>
                  <a:pt x="2550" y="47"/>
                </a:lnTo>
                <a:cubicBezTo>
                  <a:pt x="2598" y="45"/>
                  <a:pt x="2644" y="36"/>
                  <a:pt x="2724" y="40"/>
                </a:cubicBezTo>
                <a:cubicBezTo>
                  <a:pt x="2718" y="42"/>
                  <a:pt x="2694" y="44"/>
                  <a:pt x="2677" y="45"/>
                </a:cubicBezTo>
                <a:cubicBezTo>
                  <a:pt x="2701" y="48"/>
                  <a:pt x="2722" y="44"/>
                  <a:pt x="2747" y="46"/>
                </a:cubicBezTo>
                <a:cubicBezTo>
                  <a:pt x="2740" y="54"/>
                  <a:pt x="2643" y="48"/>
                  <a:pt x="2591" y="54"/>
                </a:cubicBezTo>
                <a:cubicBezTo>
                  <a:pt x="2616" y="57"/>
                  <a:pt x="2689" y="48"/>
                  <a:pt x="2663" y="57"/>
                </a:cubicBezTo>
                <a:cubicBezTo>
                  <a:pt x="2700" y="46"/>
                  <a:pt x="2755" y="58"/>
                  <a:pt x="2818" y="50"/>
                </a:cubicBezTo>
                <a:lnTo>
                  <a:pt x="2814" y="55"/>
                </a:lnTo>
                <a:cubicBezTo>
                  <a:pt x="2824" y="54"/>
                  <a:pt x="2845" y="52"/>
                  <a:pt x="2863" y="52"/>
                </a:cubicBezTo>
                <a:lnTo>
                  <a:pt x="2830" y="58"/>
                </a:lnTo>
                <a:cubicBezTo>
                  <a:pt x="2881" y="53"/>
                  <a:pt x="2928" y="63"/>
                  <a:pt x="2977" y="60"/>
                </a:cubicBezTo>
                <a:cubicBezTo>
                  <a:pt x="2875" y="60"/>
                  <a:pt x="2954" y="54"/>
                  <a:pt x="2911" y="51"/>
                </a:cubicBezTo>
                <a:cubicBezTo>
                  <a:pt x="3038" y="45"/>
                  <a:pt x="2984" y="64"/>
                  <a:pt x="3126" y="62"/>
                </a:cubicBezTo>
                <a:cubicBezTo>
                  <a:pt x="3107" y="62"/>
                  <a:pt x="3054" y="58"/>
                  <a:pt x="3084" y="56"/>
                </a:cubicBezTo>
                <a:cubicBezTo>
                  <a:pt x="3111" y="57"/>
                  <a:pt x="3146" y="59"/>
                  <a:pt x="3163" y="62"/>
                </a:cubicBezTo>
                <a:cubicBezTo>
                  <a:pt x="3257" y="61"/>
                  <a:pt x="3149" y="57"/>
                  <a:pt x="3189" y="54"/>
                </a:cubicBezTo>
                <a:cubicBezTo>
                  <a:pt x="3221" y="60"/>
                  <a:pt x="3235" y="52"/>
                  <a:pt x="3276" y="50"/>
                </a:cubicBezTo>
                <a:lnTo>
                  <a:pt x="3276" y="55"/>
                </a:lnTo>
                <a:cubicBezTo>
                  <a:pt x="3384" y="58"/>
                  <a:pt x="3305" y="45"/>
                  <a:pt x="3401" y="49"/>
                </a:cubicBezTo>
                <a:lnTo>
                  <a:pt x="3361" y="55"/>
                </a:lnTo>
                <a:lnTo>
                  <a:pt x="3411" y="54"/>
                </a:lnTo>
                <a:lnTo>
                  <a:pt x="3400" y="59"/>
                </a:lnTo>
                <a:cubicBezTo>
                  <a:pt x="3455" y="55"/>
                  <a:pt x="3472" y="56"/>
                  <a:pt x="3526" y="58"/>
                </a:cubicBezTo>
                <a:cubicBezTo>
                  <a:pt x="3513" y="54"/>
                  <a:pt x="3533" y="49"/>
                  <a:pt x="3580" y="49"/>
                </a:cubicBezTo>
                <a:cubicBezTo>
                  <a:pt x="3613" y="52"/>
                  <a:pt x="3562" y="54"/>
                  <a:pt x="3630" y="53"/>
                </a:cubicBezTo>
                <a:cubicBezTo>
                  <a:pt x="3614" y="56"/>
                  <a:pt x="3598" y="60"/>
                  <a:pt x="3568" y="55"/>
                </a:cubicBezTo>
                <a:cubicBezTo>
                  <a:pt x="3565" y="57"/>
                  <a:pt x="3553" y="58"/>
                  <a:pt x="3550" y="60"/>
                </a:cubicBezTo>
                <a:cubicBezTo>
                  <a:pt x="3585" y="63"/>
                  <a:pt x="3638" y="61"/>
                  <a:pt x="3662" y="61"/>
                </a:cubicBezTo>
                <a:cubicBezTo>
                  <a:pt x="3653" y="61"/>
                  <a:pt x="3642" y="60"/>
                  <a:pt x="3636" y="60"/>
                </a:cubicBezTo>
                <a:lnTo>
                  <a:pt x="3734" y="53"/>
                </a:lnTo>
                <a:cubicBezTo>
                  <a:pt x="3749" y="55"/>
                  <a:pt x="3737" y="56"/>
                  <a:pt x="3725" y="58"/>
                </a:cubicBezTo>
                <a:cubicBezTo>
                  <a:pt x="3744" y="57"/>
                  <a:pt x="3758" y="55"/>
                  <a:pt x="3787" y="55"/>
                </a:cubicBezTo>
                <a:cubicBezTo>
                  <a:pt x="3780" y="59"/>
                  <a:pt x="3781" y="63"/>
                  <a:pt x="3740" y="65"/>
                </a:cubicBezTo>
                <a:lnTo>
                  <a:pt x="3833" y="60"/>
                </a:lnTo>
                <a:cubicBezTo>
                  <a:pt x="3839" y="62"/>
                  <a:pt x="3881" y="65"/>
                  <a:pt x="3869" y="67"/>
                </a:cubicBezTo>
                <a:cubicBezTo>
                  <a:pt x="3920" y="69"/>
                  <a:pt x="3995" y="59"/>
                  <a:pt x="4064" y="62"/>
                </a:cubicBezTo>
                <a:cubicBezTo>
                  <a:pt x="4067" y="62"/>
                  <a:pt x="4074" y="61"/>
                  <a:pt x="4089" y="60"/>
                </a:cubicBezTo>
                <a:cubicBezTo>
                  <a:pt x="4153" y="62"/>
                  <a:pt x="4210" y="67"/>
                  <a:pt x="4286" y="61"/>
                </a:cubicBezTo>
                <a:lnTo>
                  <a:pt x="4329" y="68"/>
                </a:lnTo>
                <a:cubicBezTo>
                  <a:pt x="4389" y="67"/>
                  <a:pt x="4271" y="59"/>
                  <a:pt x="4370" y="57"/>
                </a:cubicBezTo>
                <a:cubicBezTo>
                  <a:pt x="4440" y="55"/>
                  <a:pt x="4396" y="63"/>
                  <a:pt x="4421" y="65"/>
                </a:cubicBezTo>
                <a:cubicBezTo>
                  <a:pt x="4456" y="62"/>
                  <a:pt x="4517" y="54"/>
                  <a:pt x="4581" y="60"/>
                </a:cubicBezTo>
                <a:cubicBezTo>
                  <a:pt x="4560" y="62"/>
                  <a:pt x="4543" y="60"/>
                  <a:pt x="4523" y="61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sz="1800">
              <a:ln>
                <a:noFill/>
              </a:ln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17A9F8-129F-629A-564A-5B973D932135}"/>
              </a:ext>
            </a:extLst>
          </p:cNvPr>
          <p:cNvSpPr txBox="1"/>
          <p:nvPr/>
        </p:nvSpPr>
        <p:spPr>
          <a:xfrm>
            <a:off x="371062" y="261468"/>
            <a:ext cx="23013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Cone : Area</a:t>
            </a:r>
          </a:p>
        </p:txBody>
      </p:sp>
      <p:pic>
        <p:nvPicPr>
          <p:cNvPr id="23" name="Picture 22" descr="Fire Icon PNG Free Images with Transparent Background - (1,698 Free  Downloads)">
            <a:extLst>
              <a:ext uri="{FF2B5EF4-FFF2-40B4-BE49-F238E27FC236}">
                <a16:creationId xmlns:a16="http://schemas.microsoft.com/office/drawing/2014/main" id="{CA2D5F4F-8197-61EB-FF0F-7BB3789F1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7329" y="314533"/>
            <a:ext cx="366996" cy="48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 descr="Fire Icon PNG Free Images with Transparent Background - (1,698 Free  Downloads)">
            <a:extLst>
              <a:ext uri="{FF2B5EF4-FFF2-40B4-BE49-F238E27FC236}">
                <a16:creationId xmlns:a16="http://schemas.microsoft.com/office/drawing/2014/main" id="{B49C554E-3917-B12F-590E-5DEF1FCE7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683" y="319230"/>
            <a:ext cx="366996" cy="48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8" name="3D Model 27" descr="Light Gray Cone">
                <a:extLst>
                  <a:ext uri="{FF2B5EF4-FFF2-40B4-BE49-F238E27FC236}">
                    <a16:creationId xmlns:a16="http://schemas.microsoft.com/office/drawing/2014/main" id="{0E61A914-B4CA-4FCE-4FB8-361059211BD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 rot="16200000">
              <a:off x="404365" y="1033636"/>
              <a:ext cx="3026266" cy="3635325"/>
            </p:xfrm>
            <a:graphic>
              <a:graphicData uri="http://schemas.microsoft.com/office/drawing/2017/model3d">
                <am3d:model3d r:embed="rId4">
                  <am3d:spPr>
                    <a:xfrm rot="16200000">
                      <a:off x="0" y="0"/>
                      <a:ext cx="3026266" cy="3635325"/>
                    </a:xfrm>
                    <a:prstGeom prst="rect">
                      <a:avLst/>
                    </a:prstGeom>
                  </am3d:spPr>
                  <am3d:camera>
                    <am3d:pos x="0" y="0" z="7987706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704480" d="1000000"/>
                    <am3d:preTrans dx="2" dy="-16922770" dz="-2"/>
                    <am3d:scale>
                      <am3d:sx n="1000000" d="1000000"/>
                      <am3d:sy n="1000000" d="1000000"/>
                      <am3d:sz n="1000000" d="1000000"/>
                    </am3d:scale>
                    <am3d:rot ax="71341" ay="-1322199" az="-2677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531023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8" name="3D Model 27" descr="Light Gray Cone">
                <a:extLst>
                  <a:ext uri="{FF2B5EF4-FFF2-40B4-BE49-F238E27FC236}">
                    <a16:creationId xmlns:a16="http://schemas.microsoft.com/office/drawing/2014/main" id="{0E61A914-B4CA-4FCE-4FB8-361059211BD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16200000">
                <a:off x="404365" y="1033636"/>
                <a:ext cx="3026266" cy="36353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>
                <a:extLst>
                  <a:ext uri="{FF2B5EF4-FFF2-40B4-BE49-F238E27FC236}">
                    <a16:creationId xmlns:a16="http://schemas.microsoft.com/office/drawing/2014/main" id="{97D0F006-E20C-0AC7-B285-18617F82EB7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 rot="16200000">
              <a:off x="1403210" y="2714228"/>
              <a:ext cx="2205260" cy="277121"/>
            </p:xfrm>
            <a:graphic>
              <a:graphicData uri="http://schemas.microsoft.com/office/drawing/2017/model3d">
                <am3d:model3d r:embed="rId6">
                  <am3d:spPr>
                    <a:xfrm rot="16200000">
                      <a:off x="0" y="0"/>
                      <a:ext cx="2205260" cy="277121"/>
                    </a:xfrm>
                    <a:prstGeom prst="rect">
                      <a:avLst/>
                    </a:prstGeom>
                  </am3d:spPr>
                  <am3d:camera>
                    <am3d:pos x="0" y="0" z="6667632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95674" d="1000000"/>
                    <am3d:preTrans dx="0" dy="1973148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319285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>
                <a:extLst>
                  <a:ext uri="{FF2B5EF4-FFF2-40B4-BE49-F238E27FC236}">
                    <a16:creationId xmlns:a16="http://schemas.microsoft.com/office/drawing/2014/main" id="{97D0F006-E20C-0AC7-B285-18617F82EB7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16200000">
                <a:off x="1403210" y="2714228"/>
                <a:ext cx="2205260" cy="277121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61946620-F4C1-64D0-A9ED-555578C411DF}"/>
              </a:ext>
            </a:extLst>
          </p:cNvPr>
          <p:cNvGrpSpPr/>
          <p:nvPr/>
        </p:nvGrpSpPr>
        <p:grpSpPr>
          <a:xfrm>
            <a:off x="597639" y="2443480"/>
            <a:ext cx="1769640" cy="523220"/>
            <a:chOff x="597639" y="2443480"/>
            <a:chExt cx="1769640" cy="523220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45EEEA7-9F7B-5E3E-D182-B57AEF4FFE87}"/>
                </a:ext>
              </a:extLst>
            </p:cNvPr>
            <p:cNvCxnSpPr>
              <a:cxnSpLocks/>
            </p:cNvCxnSpPr>
            <p:nvPr/>
          </p:nvCxnSpPr>
          <p:spPr>
            <a:xfrm>
              <a:off x="597639" y="2851298"/>
              <a:ext cx="176964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4E3807A-634F-8DBC-C428-99617CE09507}"/>
                    </a:ext>
                  </a:extLst>
                </p:cNvPr>
                <p:cNvSpPr txBox="1"/>
                <p:nvPr/>
              </p:nvSpPr>
              <p:spPr>
                <a:xfrm>
                  <a:off x="991523" y="2443480"/>
                  <a:ext cx="9144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IN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4E3807A-634F-8DBC-C428-99617CE095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523" y="2443480"/>
                  <a:ext cx="914400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BCE6CA3-0E22-B1E4-6B1B-6407D015F570}"/>
              </a:ext>
            </a:extLst>
          </p:cNvPr>
          <p:cNvCxnSpPr>
            <a:cxnSpLocks/>
            <a:endCxn id="4" idx="2"/>
          </p:cNvCxnSpPr>
          <p:nvPr/>
        </p:nvCxnSpPr>
        <p:spPr>
          <a:xfrm>
            <a:off x="2367279" y="2851298"/>
            <a:ext cx="277122" cy="149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AAED89-6E4B-AFB3-019F-5C4479C3652C}"/>
                  </a:ext>
                </a:extLst>
              </p:cNvPr>
              <p:cNvSpPr txBox="1"/>
              <p:nvPr/>
            </p:nvSpPr>
            <p:spPr>
              <a:xfrm>
                <a:off x="2386040" y="3076280"/>
                <a:ext cx="4918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AAED89-6E4B-AFB3-019F-5C4479C36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6040" y="3076280"/>
                <a:ext cx="491801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E5C6B4FA-1369-18DF-4F58-051FE9889351}"/>
              </a:ext>
            </a:extLst>
          </p:cNvPr>
          <p:cNvGrpSpPr/>
          <p:nvPr/>
        </p:nvGrpSpPr>
        <p:grpSpPr>
          <a:xfrm>
            <a:off x="2629496" y="1750158"/>
            <a:ext cx="384338" cy="1086956"/>
            <a:chOff x="1936076" y="1750158"/>
            <a:chExt cx="384338" cy="10869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48D7CF5-ABED-C1D3-E41A-A06DEE389097}"/>
                    </a:ext>
                  </a:extLst>
                </p:cNvPr>
                <p:cNvSpPr txBox="1"/>
                <p:nvPr/>
              </p:nvSpPr>
              <p:spPr>
                <a:xfrm>
                  <a:off x="1936076" y="2157654"/>
                  <a:ext cx="38433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IN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48D7CF5-ABED-C1D3-E41A-A06DEE3890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6076" y="2157654"/>
                  <a:ext cx="384338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AD185FC-3791-D833-1E2F-CD4145BBD4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9852" y="1750158"/>
              <a:ext cx="0" cy="108695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96ECA86-7EDC-C235-D1E9-8C3CFC6FE13E}"/>
              </a:ext>
            </a:extLst>
          </p:cNvPr>
          <p:cNvGrpSpPr/>
          <p:nvPr/>
        </p:nvGrpSpPr>
        <p:grpSpPr>
          <a:xfrm rot="19902796">
            <a:off x="513776" y="1802130"/>
            <a:ext cx="1838899" cy="978278"/>
            <a:chOff x="719641" y="2367142"/>
            <a:chExt cx="1838899" cy="97827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3A2C38E-EDAB-1653-8D6D-29B9DAEEDD25}"/>
                </a:ext>
              </a:extLst>
            </p:cNvPr>
            <p:cNvCxnSpPr>
              <a:cxnSpLocks/>
            </p:cNvCxnSpPr>
            <p:nvPr/>
          </p:nvCxnSpPr>
          <p:spPr>
            <a:xfrm rot="1697204" flipV="1">
              <a:off x="719641" y="2367142"/>
              <a:ext cx="1838899" cy="978278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59B569EC-8287-1AF2-378C-0732FCBFB63F}"/>
                    </a:ext>
                  </a:extLst>
                </p:cNvPr>
                <p:cNvSpPr txBox="1"/>
                <p:nvPr/>
              </p:nvSpPr>
              <p:spPr>
                <a:xfrm>
                  <a:off x="1072470" y="2402964"/>
                  <a:ext cx="9144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oMath>
                    </m:oMathPara>
                  </a14:m>
                  <a:endParaRPr lang="en-IN" sz="28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59B569EC-8287-1AF2-378C-0732FCBFB6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2470" y="2402964"/>
                  <a:ext cx="914400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59838CB-BD78-58C5-838F-06AA1301A043}"/>
              </a:ext>
            </a:extLst>
          </p:cNvPr>
          <p:cNvGrpSpPr/>
          <p:nvPr/>
        </p:nvGrpSpPr>
        <p:grpSpPr>
          <a:xfrm rot="19902796">
            <a:off x="1957310" y="1146976"/>
            <a:ext cx="651393" cy="537388"/>
            <a:chOff x="2157431" y="2409756"/>
            <a:chExt cx="651393" cy="537388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FA107285-3753-ED08-F345-6C4F4E51093D}"/>
                </a:ext>
              </a:extLst>
            </p:cNvPr>
            <p:cNvCxnSpPr>
              <a:cxnSpLocks/>
            </p:cNvCxnSpPr>
            <p:nvPr/>
          </p:nvCxnSpPr>
          <p:spPr>
            <a:xfrm rot="1697204" flipV="1">
              <a:off x="2292061" y="2763372"/>
              <a:ext cx="366840" cy="183772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0537FDC8-C4D3-F36E-F1F0-DCB4ECD29C24}"/>
                    </a:ext>
                  </a:extLst>
                </p:cNvPr>
                <p:cNvSpPr txBox="1"/>
                <p:nvPr/>
              </p:nvSpPr>
              <p:spPr>
                <a:xfrm>
                  <a:off x="2157431" y="2409756"/>
                  <a:ext cx="65139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𝑑𝑙</m:t>
                        </m:r>
                      </m:oMath>
                    </m:oMathPara>
                  </a14:m>
                  <a:endParaRPr lang="en-IN" sz="28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0537FDC8-C4D3-F36E-F1F0-DCB4ECD29C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7431" y="2409756"/>
                  <a:ext cx="651393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08E0238F-2007-284C-EE59-8E900BECE407}"/>
                  </a:ext>
                </a:extLst>
              </p:cNvPr>
              <p:cNvSpPr/>
              <p:nvPr/>
            </p:nvSpPr>
            <p:spPr>
              <a:xfrm>
                <a:off x="3871361" y="1495189"/>
                <a:ext cx="107343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08E0238F-2007-284C-EE59-8E900BECE4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361" y="1495189"/>
                <a:ext cx="1073435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BDF936D-957E-B7EC-637F-0EAB486CB532}"/>
                  </a:ext>
                </a:extLst>
              </p:cNvPr>
              <p:cNvSpPr txBox="1"/>
              <p:nvPr/>
            </p:nvSpPr>
            <p:spPr>
              <a:xfrm>
                <a:off x="4821505" y="1537485"/>
                <a:ext cx="67313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l-GR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BDF936D-957E-B7EC-637F-0EAB486CB5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1505" y="1537485"/>
                <a:ext cx="673133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F32A2C1-CCE7-1E23-B1CE-3B97531F7050}"/>
                  </a:ext>
                </a:extLst>
              </p:cNvPr>
              <p:cNvSpPr txBox="1"/>
              <p:nvPr/>
            </p:nvSpPr>
            <p:spPr>
              <a:xfrm>
                <a:off x="5430399" y="1541355"/>
                <a:ext cx="25487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F32A2C1-CCE7-1E23-B1CE-3B97531F7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399" y="1541355"/>
                <a:ext cx="254878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2193734-8886-BBEC-491F-95447BDE121D}"/>
                  </a:ext>
                </a:extLst>
              </p:cNvPr>
              <p:cNvSpPr txBox="1"/>
              <p:nvPr/>
            </p:nvSpPr>
            <p:spPr>
              <a:xfrm>
                <a:off x="5675247" y="1557042"/>
                <a:ext cx="41537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𝑑𝑙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2193734-8886-BBEC-491F-95447BDE1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247" y="1557042"/>
                <a:ext cx="415370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40A8EEF-34B2-0F9A-725E-00328D9791E6}"/>
                  </a:ext>
                </a:extLst>
              </p:cNvPr>
              <p:cNvSpPr txBox="1"/>
              <p:nvPr/>
            </p:nvSpPr>
            <p:spPr>
              <a:xfrm>
                <a:off x="4047967" y="2223261"/>
                <a:ext cx="535011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IN" sz="2800" dirty="0">
                    <a:solidFill>
                      <a:schemeClr val="bg1"/>
                    </a:solidFill>
                  </a:rPr>
                  <a:t>Convert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 dirty="0" err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</a:rPr>
                  <a:t> into single variable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40A8EEF-34B2-0F9A-725E-00328D979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967" y="2223261"/>
                <a:ext cx="5350119" cy="430887"/>
              </a:xfrm>
              <a:prstGeom prst="rect">
                <a:avLst/>
              </a:prstGeom>
              <a:blipFill>
                <a:blip r:embed="rId17"/>
                <a:stretch>
                  <a:fillRect l="-3986" t="-24286" r="-3759" b="-5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76754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7" grpId="0"/>
      <p:bldP spid="38" grpId="0"/>
      <p:bldP spid="39" grpId="0"/>
      <p:bldP spid="40" grpId="0"/>
      <p:bldP spid="4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5C8A3-933B-0AEB-334F-7D92BC16B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95821DD-1AC0-2D70-D103-2A078BD8873C}"/>
              </a:ext>
            </a:extLst>
          </p:cNvPr>
          <p:cNvSpPr/>
          <p:nvPr/>
        </p:nvSpPr>
        <p:spPr>
          <a:xfrm>
            <a:off x="293431" y="2967335"/>
            <a:ext cx="238552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Volume</a:t>
            </a:r>
          </a:p>
        </p:txBody>
      </p:sp>
    </p:spTree>
    <p:extLst>
      <p:ext uri="{BB962C8B-B14F-4D97-AF65-F5344CB8AC3E}">
        <p14:creationId xmlns:p14="http://schemas.microsoft.com/office/powerpoint/2010/main" val="198941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094C3-8A67-DF48-7350-64C316753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Solution: What is the integral of sin^5 x cos^3 xdx?">
            <a:extLst>
              <a:ext uri="{FF2B5EF4-FFF2-40B4-BE49-F238E27FC236}">
                <a16:creationId xmlns:a16="http://schemas.microsoft.com/office/drawing/2014/main" id="{444677CF-9F14-A345-1B83-7ACDB6C39D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18" name="Freeform 62">
            <a:extLst>
              <a:ext uri="{FF2B5EF4-FFF2-40B4-BE49-F238E27FC236}">
                <a16:creationId xmlns:a16="http://schemas.microsoft.com/office/drawing/2014/main" id="{72B431F5-194A-8FC6-325E-474E8A6A9891}"/>
              </a:ext>
            </a:extLst>
          </p:cNvPr>
          <p:cNvSpPr>
            <a:spLocks noEditPoints="1"/>
          </p:cNvSpPr>
          <p:nvPr/>
        </p:nvSpPr>
        <p:spPr bwMode="invGray">
          <a:xfrm>
            <a:off x="371062" y="799817"/>
            <a:ext cx="2046675" cy="180010"/>
          </a:xfrm>
          <a:custGeom>
            <a:avLst/>
            <a:gdLst>
              <a:gd name="T0" fmla="*/ 9555 w 10030"/>
              <a:gd name="T1" fmla="*/ 25 h 75"/>
              <a:gd name="T2" fmla="*/ 9488 w 10030"/>
              <a:gd name="T3" fmla="*/ 23 h 75"/>
              <a:gd name="T4" fmla="*/ 5258 w 10030"/>
              <a:gd name="T5" fmla="*/ 60 h 75"/>
              <a:gd name="T6" fmla="*/ 4572 w 10030"/>
              <a:gd name="T7" fmla="*/ 65 h 75"/>
              <a:gd name="T8" fmla="*/ 4884 w 10030"/>
              <a:gd name="T9" fmla="*/ 61 h 75"/>
              <a:gd name="T10" fmla="*/ 5092 w 10030"/>
              <a:gd name="T11" fmla="*/ 56 h 75"/>
              <a:gd name="T12" fmla="*/ 5260 w 10030"/>
              <a:gd name="T13" fmla="*/ 60 h 75"/>
              <a:gd name="T14" fmla="*/ 5560 w 10030"/>
              <a:gd name="T15" fmla="*/ 62 h 75"/>
              <a:gd name="T16" fmla="*/ 6006 w 10030"/>
              <a:gd name="T17" fmla="*/ 56 h 75"/>
              <a:gd name="T18" fmla="*/ 6308 w 10030"/>
              <a:gd name="T19" fmla="*/ 32 h 75"/>
              <a:gd name="T20" fmla="*/ 6269 w 10030"/>
              <a:gd name="T21" fmla="*/ 52 h 75"/>
              <a:gd name="T22" fmla="*/ 6665 w 10030"/>
              <a:gd name="T23" fmla="*/ 41 h 75"/>
              <a:gd name="T24" fmla="*/ 6806 w 10030"/>
              <a:gd name="T25" fmla="*/ 53 h 75"/>
              <a:gd name="T26" fmla="*/ 7204 w 10030"/>
              <a:gd name="T27" fmla="*/ 50 h 75"/>
              <a:gd name="T28" fmla="*/ 7485 w 10030"/>
              <a:gd name="T29" fmla="*/ 62 h 75"/>
              <a:gd name="T30" fmla="*/ 7667 w 10030"/>
              <a:gd name="T31" fmla="*/ 61 h 75"/>
              <a:gd name="T32" fmla="*/ 7919 w 10030"/>
              <a:gd name="T33" fmla="*/ 63 h 75"/>
              <a:gd name="T34" fmla="*/ 8179 w 10030"/>
              <a:gd name="T35" fmla="*/ 51 h 75"/>
              <a:gd name="T36" fmla="*/ 8401 w 10030"/>
              <a:gd name="T37" fmla="*/ 31 h 75"/>
              <a:gd name="T38" fmla="*/ 8692 w 10030"/>
              <a:gd name="T39" fmla="*/ 58 h 75"/>
              <a:gd name="T40" fmla="*/ 9084 w 10030"/>
              <a:gd name="T41" fmla="*/ 61 h 75"/>
              <a:gd name="T42" fmla="*/ 9498 w 10030"/>
              <a:gd name="T43" fmla="*/ 44 h 75"/>
              <a:gd name="T44" fmla="*/ 9670 w 10030"/>
              <a:gd name="T45" fmla="*/ 45 h 75"/>
              <a:gd name="T46" fmla="*/ 9877 w 10030"/>
              <a:gd name="T47" fmla="*/ 32 h 75"/>
              <a:gd name="T48" fmla="*/ 9735 w 10030"/>
              <a:gd name="T49" fmla="*/ 21 h 75"/>
              <a:gd name="T50" fmla="*/ 9636 w 10030"/>
              <a:gd name="T51" fmla="*/ 27 h 75"/>
              <a:gd name="T52" fmla="*/ 9290 w 10030"/>
              <a:gd name="T53" fmla="*/ 22 h 75"/>
              <a:gd name="T54" fmla="*/ 8498 w 10030"/>
              <a:gd name="T55" fmla="*/ 12 h 75"/>
              <a:gd name="T56" fmla="*/ 7899 w 10030"/>
              <a:gd name="T57" fmla="*/ 21 h 75"/>
              <a:gd name="T58" fmla="*/ 7774 w 10030"/>
              <a:gd name="T59" fmla="*/ 22 h 75"/>
              <a:gd name="T60" fmla="*/ 7493 w 10030"/>
              <a:gd name="T61" fmla="*/ 32 h 75"/>
              <a:gd name="T62" fmla="*/ 7190 w 10030"/>
              <a:gd name="T63" fmla="*/ 31 h 75"/>
              <a:gd name="T64" fmla="*/ 6418 w 10030"/>
              <a:gd name="T65" fmla="*/ 20 h 75"/>
              <a:gd name="T66" fmla="*/ 6248 w 10030"/>
              <a:gd name="T67" fmla="*/ 24 h 75"/>
              <a:gd name="T68" fmla="*/ 5823 w 10030"/>
              <a:gd name="T69" fmla="*/ 28 h 75"/>
              <a:gd name="T70" fmla="*/ 5422 w 10030"/>
              <a:gd name="T71" fmla="*/ 11 h 75"/>
              <a:gd name="T72" fmla="*/ 4925 w 10030"/>
              <a:gd name="T73" fmla="*/ 16 h 75"/>
              <a:gd name="T74" fmla="*/ 4310 w 10030"/>
              <a:gd name="T75" fmla="*/ 18 h 75"/>
              <a:gd name="T76" fmla="*/ 3439 w 10030"/>
              <a:gd name="T77" fmla="*/ 21 h 75"/>
              <a:gd name="T78" fmla="*/ 2740 w 10030"/>
              <a:gd name="T79" fmla="*/ 18 h 75"/>
              <a:gd name="T80" fmla="*/ 2597 w 10030"/>
              <a:gd name="T81" fmla="*/ 9 h 75"/>
              <a:gd name="T82" fmla="*/ 2367 w 10030"/>
              <a:gd name="T83" fmla="*/ 21 h 75"/>
              <a:gd name="T84" fmla="*/ 1566 w 10030"/>
              <a:gd name="T85" fmla="*/ 11 h 75"/>
              <a:gd name="T86" fmla="*/ 262 w 10030"/>
              <a:gd name="T87" fmla="*/ 7 h 75"/>
              <a:gd name="T88" fmla="*/ 104 w 10030"/>
              <a:gd name="T89" fmla="*/ 42 h 75"/>
              <a:gd name="T90" fmla="*/ 742 w 10030"/>
              <a:gd name="T91" fmla="*/ 47 h 75"/>
              <a:gd name="T92" fmla="*/ 1060 w 10030"/>
              <a:gd name="T93" fmla="*/ 47 h 75"/>
              <a:gd name="T94" fmla="*/ 1593 w 10030"/>
              <a:gd name="T95" fmla="*/ 46 h 75"/>
              <a:gd name="T96" fmla="*/ 2022 w 10030"/>
              <a:gd name="T97" fmla="*/ 45 h 75"/>
              <a:gd name="T98" fmla="*/ 2481 w 10030"/>
              <a:gd name="T99" fmla="*/ 51 h 75"/>
              <a:gd name="T100" fmla="*/ 2677 w 10030"/>
              <a:gd name="T101" fmla="*/ 45 h 75"/>
              <a:gd name="T102" fmla="*/ 2863 w 10030"/>
              <a:gd name="T103" fmla="*/ 52 h 75"/>
              <a:gd name="T104" fmla="*/ 3163 w 10030"/>
              <a:gd name="T105" fmla="*/ 62 h 75"/>
              <a:gd name="T106" fmla="*/ 3411 w 10030"/>
              <a:gd name="T107" fmla="*/ 54 h 75"/>
              <a:gd name="T108" fmla="*/ 3550 w 10030"/>
              <a:gd name="T109" fmla="*/ 60 h 75"/>
              <a:gd name="T110" fmla="*/ 3740 w 10030"/>
              <a:gd name="T111" fmla="*/ 65 h 75"/>
              <a:gd name="T112" fmla="*/ 4329 w 10030"/>
              <a:gd name="T113" fmla="*/ 68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0030" h="75">
                <a:moveTo>
                  <a:pt x="2469" y="12"/>
                </a:moveTo>
                <a:lnTo>
                  <a:pt x="2469" y="12"/>
                </a:lnTo>
                <a:lnTo>
                  <a:pt x="2482" y="13"/>
                </a:lnTo>
                <a:cubicBezTo>
                  <a:pt x="2453" y="15"/>
                  <a:pt x="2461" y="13"/>
                  <a:pt x="2469" y="12"/>
                </a:cubicBezTo>
                <a:close/>
                <a:moveTo>
                  <a:pt x="9555" y="25"/>
                </a:moveTo>
                <a:lnTo>
                  <a:pt x="9555" y="25"/>
                </a:lnTo>
                <a:cubicBezTo>
                  <a:pt x="9562" y="24"/>
                  <a:pt x="9561" y="23"/>
                  <a:pt x="9559" y="23"/>
                </a:cubicBezTo>
                <a:cubicBezTo>
                  <a:pt x="9554" y="24"/>
                  <a:pt x="9539" y="24"/>
                  <a:pt x="9522" y="24"/>
                </a:cubicBezTo>
                <a:cubicBezTo>
                  <a:pt x="9527" y="25"/>
                  <a:pt x="9536" y="26"/>
                  <a:pt x="9555" y="25"/>
                </a:cubicBezTo>
                <a:close/>
                <a:moveTo>
                  <a:pt x="9489" y="23"/>
                </a:moveTo>
                <a:lnTo>
                  <a:pt x="9489" y="23"/>
                </a:lnTo>
                <a:lnTo>
                  <a:pt x="9488" y="23"/>
                </a:lnTo>
                <a:cubicBezTo>
                  <a:pt x="9456" y="21"/>
                  <a:pt x="9467" y="22"/>
                  <a:pt x="9489" y="23"/>
                </a:cubicBezTo>
                <a:close/>
                <a:moveTo>
                  <a:pt x="6376" y="50"/>
                </a:moveTo>
                <a:lnTo>
                  <a:pt x="6376" y="50"/>
                </a:lnTo>
                <a:cubicBezTo>
                  <a:pt x="6365" y="52"/>
                  <a:pt x="6349" y="51"/>
                  <a:pt x="6330" y="49"/>
                </a:cubicBezTo>
                <a:cubicBezTo>
                  <a:pt x="6344" y="49"/>
                  <a:pt x="6359" y="49"/>
                  <a:pt x="6376" y="50"/>
                </a:cubicBezTo>
                <a:close/>
                <a:moveTo>
                  <a:pt x="5258" y="60"/>
                </a:moveTo>
                <a:lnTo>
                  <a:pt x="5258" y="60"/>
                </a:lnTo>
                <a:cubicBezTo>
                  <a:pt x="5244" y="61"/>
                  <a:pt x="5216" y="64"/>
                  <a:pt x="5205" y="61"/>
                </a:cubicBezTo>
                <a:cubicBezTo>
                  <a:pt x="5222" y="55"/>
                  <a:pt x="5234" y="58"/>
                  <a:pt x="5258" y="60"/>
                </a:cubicBezTo>
                <a:close/>
                <a:moveTo>
                  <a:pt x="4523" y="61"/>
                </a:moveTo>
                <a:lnTo>
                  <a:pt x="4523" y="61"/>
                </a:lnTo>
                <a:lnTo>
                  <a:pt x="4572" y="65"/>
                </a:lnTo>
                <a:cubicBezTo>
                  <a:pt x="4513" y="71"/>
                  <a:pt x="4470" y="69"/>
                  <a:pt x="4516" y="75"/>
                </a:cubicBezTo>
                <a:cubicBezTo>
                  <a:pt x="4523" y="61"/>
                  <a:pt x="4707" y="74"/>
                  <a:pt x="4714" y="60"/>
                </a:cubicBezTo>
                <a:lnTo>
                  <a:pt x="4747" y="63"/>
                </a:lnTo>
                <a:cubicBezTo>
                  <a:pt x="4737" y="63"/>
                  <a:pt x="4736" y="64"/>
                  <a:pt x="4727" y="64"/>
                </a:cubicBezTo>
                <a:cubicBezTo>
                  <a:pt x="4790" y="70"/>
                  <a:pt x="4774" y="54"/>
                  <a:pt x="4855" y="56"/>
                </a:cubicBezTo>
                <a:cubicBezTo>
                  <a:pt x="4883" y="57"/>
                  <a:pt x="4903" y="59"/>
                  <a:pt x="4884" y="61"/>
                </a:cubicBezTo>
                <a:lnTo>
                  <a:pt x="4947" y="57"/>
                </a:lnTo>
                <a:cubicBezTo>
                  <a:pt x="4965" y="58"/>
                  <a:pt x="4961" y="60"/>
                  <a:pt x="4942" y="60"/>
                </a:cubicBezTo>
                <a:lnTo>
                  <a:pt x="5039" y="59"/>
                </a:lnTo>
                <a:lnTo>
                  <a:pt x="5038" y="59"/>
                </a:lnTo>
                <a:cubicBezTo>
                  <a:pt x="5052" y="57"/>
                  <a:pt x="5083" y="54"/>
                  <a:pt x="5098" y="52"/>
                </a:cubicBezTo>
                <a:cubicBezTo>
                  <a:pt x="5122" y="54"/>
                  <a:pt x="5086" y="54"/>
                  <a:pt x="5092" y="56"/>
                </a:cubicBezTo>
                <a:lnTo>
                  <a:pt x="5145" y="52"/>
                </a:lnTo>
                <a:cubicBezTo>
                  <a:pt x="5167" y="56"/>
                  <a:pt x="5123" y="59"/>
                  <a:pt x="5086" y="59"/>
                </a:cubicBezTo>
                <a:cubicBezTo>
                  <a:pt x="5136" y="73"/>
                  <a:pt x="5130" y="55"/>
                  <a:pt x="5238" y="64"/>
                </a:cubicBezTo>
                <a:lnTo>
                  <a:pt x="5187" y="65"/>
                </a:lnTo>
                <a:cubicBezTo>
                  <a:pt x="5220" y="73"/>
                  <a:pt x="5259" y="70"/>
                  <a:pt x="5316" y="75"/>
                </a:cubicBezTo>
                <a:cubicBezTo>
                  <a:pt x="5302" y="73"/>
                  <a:pt x="5202" y="63"/>
                  <a:pt x="5260" y="60"/>
                </a:cubicBezTo>
                <a:cubicBezTo>
                  <a:pt x="5276" y="61"/>
                  <a:pt x="5298" y="61"/>
                  <a:pt x="5329" y="59"/>
                </a:cubicBezTo>
                <a:cubicBezTo>
                  <a:pt x="5329" y="63"/>
                  <a:pt x="5359" y="62"/>
                  <a:pt x="5398" y="62"/>
                </a:cubicBezTo>
                <a:lnTo>
                  <a:pt x="5395" y="69"/>
                </a:lnTo>
                <a:cubicBezTo>
                  <a:pt x="5436" y="67"/>
                  <a:pt x="5433" y="64"/>
                  <a:pt x="5457" y="61"/>
                </a:cubicBezTo>
                <a:cubicBezTo>
                  <a:pt x="5503" y="61"/>
                  <a:pt x="5513" y="66"/>
                  <a:pt x="5523" y="71"/>
                </a:cubicBezTo>
                <a:cubicBezTo>
                  <a:pt x="5597" y="72"/>
                  <a:pt x="5473" y="63"/>
                  <a:pt x="5560" y="62"/>
                </a:cubicBezTo>
                <a:cubicBezTo>
                  <a:pt x="5621" y="64"/>
                  <a:pt x="5664" y="62"/>
                  <a:pt x="5737" y="58"/>
                </a:cubicBezTo>
                <a:cubicBezTo>
                  <a:pt x="5780" y="60"/>
                  <a:pt x="5730" y="62"/>
                  <a:pt x="5745" y="64"/>
                </a:cubicBezTo>
                <a:lnTo>
                  <a:pt x="5783" y="59"/>
                </a:lnTo>
                <a:cubicBezTo>
                  <a:pt x="5792" y="59"/>
                  <a:pt x="5789" y="60"/>
                  <a:pt x="5788" y="61"/>
                </a:cubicBezTo>
                <a:cubicBezTo>
                  <a:pt x="5820" y="59"/>
                  <a:pt x="5790" y="55"/>
                  <a:pt x="5841" y="53"/>
                </a:cubicBezTo>
                <a:cubicBezTo>
                  <a:pt x="5854" y="46"/>
                  <a:pt x="5944" y="64"/>
                  <a:pt x="6006" y="56"/>
                </a:cubicBezTo>
                <a:cubicBezTo>
                  <a:pt x="6021" y="58"/>
                  <a:pt x="5999" y="60"/>
                  <a:pt x="6003" y="62"/>
                </a:cubicBezTo>
                <a:cubicBezTo>
                  <a:pt x="6089" y="57"/>
                  <a:pt x="6077" y="59"/>
                  <a:pt x="6147" y="52"/>
                </a:cubicBezTo>
                <a:lnTo>
                  <a:pt x="6206" y="56"/>
                </a:lnTo>
                <a:cubicBezTo>
                  <a:pt x="6163" y="51"/>
                  <a:pt x="6219" y="45"/>
                  <a:pt x="6268" y="41"/>
                </a:cubicBezTo>
                <a:cubicBezTo>
                  <a:pt x="6252" y="38"/>
                  <a:pt x="6239" y="36"/>
                  <a:pt x="6230" y="35"/>
                </a:cubicBezTo>
                <a:lnTo>
                  <a:pt x="6308" y="32"/>
                </a:lnTo>
                <a:cubicBezTo>
                  <a:pt x="6318" y="33"/>
                  <a:pt x="6310" y="35"/>
                  <a:pt x="6297" y="38"/>
                </a:cubicBezTo>
                <a:lnTo>
                  <a:pt x="6311" y="36"/>
                </a:lnTo>
                <a:cubicBezTo>
                  <a:pt x="6339" y="39"/>
                  <a:pt x="6325" y="43"/>
                  <a:pt x="6305" y="46"/>
                </a:cubicBezTo>
                <a:lnTo>
                  <a:pt x="6277" y="42"/>
                </a:lnTo>
                <a:cubicBezTo>
                  <a:pt x="6257" y="46"/>
                  <a:pt x="6239" y="50"/>
                  <a:pt x="6243" y="54"/>
                </a:cubicBezTo>
                <a:cubicBezTo>
                  <a:pt x="6248" y="53"/>
                  <a:pt x="6258" y="53"/>
                  <a:pt x="6269" y="52"/>
                </a:cubicBezTo>
                <a:cubicBezTo>
                  <a:pt x="6264" y="53"/>
                  <a:pt x="6261" y="54"/>
                  <a:pt x="6263" y="55"/>
                </a:cubicBezTo>
                <a:cubicBezTo>
                  <a:pt x="6266" y="56"/>
                  <a:pt x="6274" y="54"/>
                  <a:pt x="6287" y="53"/>
                </a:cubicBezTo>
                <a:lnTo>
                  <a:pt x="6304" y="60"/>
                </a:lnTo>
                <a:lnTo>
                  <a:pt x="6309" y="57"/>
                </a:lnTo>
                <a:lnTo>
                  <a:pt x="6411" y="62"/>
                </a:lnTo>
                <a:cubicBezTo>
                  <a:pt x="6485" y="55"/>
                  <a:pt x="6548" y="44"/>
                  <a:pt x="6665" y="41"/>
                </a:cubicBezTo>
                <a:cubicBezTo>
                  <a:pt x="6636" y="47"/>
                  <a:pt x="6659" y="50"/>
                  <a:pt x="6657" y="56"/>
                </a:cubicBezTo>
                <a:cubicBezTo>
                  <a:pt x="6625" y="50"/>
                  <a:pt x="6567" y="59"/>
                  <a:pt x="6507" y="58"/>
                </a:cubicBezTo>
                <a:cubicBezTo>
                  <a:pt x="6538" y="58"/>
                  <a:pt x="6531" y="61"/>
                  <a:pt x="6523" y="62"/>
                </a:cubicBezTo>
                <a:lnTo>
                  <a:pt x="6631" y="57"/>
                </a:lnTo>
                <a:cubicBezTo>
                  <a:pt x="6628" y="62"/>
                  <a:pt x="6654" y="60"/>
                  <a:pt x="6682" y="63"/>
                </a:cubicBezTo>
                <a:cubicBezTo>
                  <a:pt x="6660" y="52"/>
                  <a:pt x="6762" y="56"/>
                  <a:pt x="6806" y="53"/>
                </a:cubicBezTo>
                <a:cubicBezTo>
                  <a:pt x="6808" y="56"/>
                  <a:pt x="6798" y="60"/>
                  <a:pt x="6744" y="59"/>
                </a:cubicBezTo>
                <a:cubicBezTo>
                  <a:pt x="6803" y="67"/>
                  <a:pt x="6821" y="47"/>
                  <a:pt x="6879" y="54"/>
                </a:cubicBezTo>
                <a:cubicBezTo>
                  <a:pt x="6865" y="54"/>
                  <a:pt x="6858" y="53"/>
                  <a:pt x="6853" y="55"/>
                </a:cubicBezTo>
                <a:cubicBezTo>
                  <a:pt x="6884" y="52"/>
                  <a:pt x="6958" y="55"/>
                  <a:pt x="6941" y="58"/>
                </a:cubicBezTo>
                <a:lnTo>
                  <a:pt x="6928" y="58"/>
                </a:lnTo>
                <a:cubicBezTo>
                  <a:pt x="7014" y="59"/>
                  <a:pt x="7191" y="58"/>
                  <a:pt x="7204" y="50"/>
                </a:cubicBezTo>
                <a:cubicBezTo>
                  <a:pt x="7205" y="51"/>
                  <a:pt x="7193" y="60"/>
                  <a:pt x="7188" y="62"/>
                </a:cubicBezTo>
                <a:lnTo>
                  <a:pt x="7342" y="33"/>
                </a:lnTo>
                <a:cubicBezTo>
                  <a:pt x="7329" y="41"/>
                  <a:pt x="7381" y="58"/>
                  <a:pt x="7309" y="62"/>
                </a:cubicBezTo>
                <a:cubicBezTo>
                  <a:pt x="7330" y="63"/>
                  <a:pt x="7355" y="65"/>
                  <a:pt x="7399" y="62"/>
                </a:cubicBezTo>
                <a:cubicBezTo>
                  <a:pt x="7385" y="61"/>
                  <a:pt x="7364" y="51"/>
                  <a:pt x="7383" y="51"/>
                </a:cubicBezTo>
                <a:cubicBezTo>
                  <a:pt x="7436" y="59"/>
                  <a:pt x="7420" y="55"/>
                  <a:pt x="7485" y="62"/>
                </a:cubicBezTo>
                <a:cubicBezTo>
                  <a:pt x="7463" y="61"/>
                  <a:pt x="7487" y="49"/>
                  <a:pt x="7520" y="50"/>
                </a:cubicBezTo>
                <a:cubicBezTo>
                  <a:pt x="7515" y="51"/>
                  <a:pt x="7523" y="61"/>
                  <a:pt x="7511" y="62"/>
                </a:cubicBezTo>
                <a:lnTo>
                  <a:pt x="7594" y="51"/>
                </a:lnTo>
                <a:cubicBezTo>
                  <a:pt x="7573" y="53"/>
                  <a:pt x="7590" y="61"/>
                  <a:pt x="7609" y="64"/>
                </a:cubicBezTo>
                <a:cubicBezTo>
                  <a:pt x="7600" y="62"/>
                  <a:pt x="7680" y="64"/>
                  <a:pt x="7702" y="63"/>
                </a:cubicBezTo>
                <a:lnTo>
                  <a:pt x="7667" y="61"/>
                </a:lnTo>
                <a:cubicBezTo>
                  <a:pt x="7761" y="63"/>
                  <a:pt x="7760" y="45"/>
                  <a:pt x="7853" y="46"/>
                </a:cubicBezTo>
                <a:cubicBezTo>
                  <a:pt x="7842" y="48"/>
                  <a:pt x="7825" y="60"/>
                  <a:pt x="7872" y="62"/>
                </a:cubicBezTo>
                <a:cubicBezTo>
                  <a:pt x="7894" y="56"/>
                  <a:pt x="7968" y="34"/>
                  <a:pt x="8050" y="29"/>
                </a:cubicBezTo>
                <a:lnTo>
                  <a:pt x="8066" y="33"/>
                </a:lnTo>
                <a:lnTo>
                  <a:pt x="8129" y="29"/>
                </a:lnTo>
                <a:cubicBezTo>
                  <a:pt x="8090" y="38"/>
                  <a:pt x="7980" y="56"/>
                  <a:pt x="7919" y="63"/>
                </a:cubicBezTo>
                <a:cubicBezTo>
                  <a:pt x="7954" y="66"/>
                  <a:pt x="7929" y="67"/>
                  <a:pt x="7982" y="67"/>
                </a:cubicBezTo>
                <a:cubicBezTo>
                  <a:pt x="8000" y="70"/>
                  <a:pt x="7953" y="72"/>
                  <a:pt x="7938" y="72"/>
                </a:cubicBezTo>
                <a:lnTo>
                  <a:pt x="8060" y="74"/>
                </a:lnTo>
                <a:cubicBezTo>
                  <a:pt x="8054" y="67"/>
                  <a:pt x="8153" y="67"/>
                  <a:pt x="8149" y="62"/>
                </a:cubicBezTo>
                <a:lnTo>
                  <a:pt x="8016" y="68"/>
                </a:lnTo>
                <a:cubicBezTo>
                  <a:pt x="8011" y="62"/>
                  <a:pt x="8093" y="49"/>
                  <a:pt x="8179" y="51"/>
                </a:cubicBezTo>
                <a:cubicBezTo>
                  <a:pt x="8201" y="53"/>
                  <a:pt x="8163" y="63"/>
                  <a:pt x="8165" y="65"/>
                </a:cubicBezTo>
                <a:cubicBezTo>
                  <a:pt x="8176" y="63"/>
                  <a:pt x="8247" y="61"/>
                  <a:pt x="8255" y="62"/>
                </a:cubicBezTo>
                <a:lnTo>
                  <a:pt x="8218" y="66"/>
                </a:lnTo>
                <a:cubicBezTo>
                  <a:pt x="8266" y="69"/>
                  <a:pt x="8297" y="57"/>
                  <a:pt x="8355" y="64"/>
                </a:cubicBezTo>
                <a:cubicBezTo>
                  <a:pt x="8375" y="64"/>
                  <a:pt x="8414" y="73"/>
                  <a:pt x="8418" y="69"/>
                </a:cubicBezTo>
                <a:cubicBezTo>
                  <a:pt x="8385" y="61"/>
                  <a:pt x="8379" y="37"/>
                  <a:pt x="8401" y="31"/>
                </a:cubicBezTo>
                <a:cubicBezTo>
                  <a:pt x="8408" y="31"/>
                  <a:pt x="8505" y="38"/>
                  <a:pt x="8528" y="42"/>
                </a:cubicBezTo>
                <a:cubicBezTo>
                  <a:pt x="8561" y="48"/>
                  <a:pt x="8479" y="57"/>
                  <a:pt x="8507" y="62"/>
                </a:cubicBezTo>
                <a:cubicBezTo>
                  <a:pt x="8508" y="60"/>
                  <a:pt x="8526" y="58"/>
                  <a:pt x="8534" y="57"/>
                </a:cubicBezTo>
                <a:cubicBezTo>
                  <a:pt x="8555" y="59"/>
                  <a:pt x="8525" y="63"/>
                  <a:pt x="8571" y="62"/>
                </a:cubicBezTo>
                <a:cubicBezTo>
                  <a:pt x="8578" y="55"/>
                  <a:pt x="8664" y="63"/>
                  <a:pt x="8592" y="56"/>
                </a:cubicBezTo>
                <a:cubicBezTo>
                  <a:pt x="8637" y="55"/>
                  <a:pt x="8640" y="58"/>
                  <a:pt x="8692" y="58"/>
                </a:cubicBezTo>
                <a:cubicBezTo>
                  <a:pt x="8675" y="53"/>
                  <a:pt x="8739" y="43"/>
                  <a:pt x="8784" y="41"/>
                </a:cubicBezTo>
                <a:cubicBezTo>
                  <a:pt x="8781" y="42"/>
                  <a:pt x="8791" y="45"/>
                  <a:pt x="8796" y="46"/>
                </a:cubicBezTo>
                <a:cubicBezTo>
                  <a:pt x="8888" y="47"/>
                  <a:pt x="8937" y="50"/>
                  <a:pt x="9022" y="50"/>
                </a:cubicBezTo>
                <a:cubicBezTo>
                  <a:pt x="9030" y="52"/>
                  <a:pt x="9071" y="54"/>
                  <a:pt x="9054" y="57"/>
                </a:cubicBezTo>
                <a:cubicBezTo>
                  <a:pt x="9066" y="56"/>
                  <a:pt x="9077" y="53"/>
                  <a:pt x="9103" y="53"/>
                </a:cubicBezTo>
                <a:cubicBezTo>
                  <a:pt x="9154" y="59"/>
                  <a:pt x="9045" y="54"/>
                  <a:pt x="9084" y="61"/>
                </a:cubicBezTo>
                <a:cubicBezTo>
                  <a:pt x="9087" y="57"/>
                  <a:pt x="9152" y="56"/>
                  <a:pt x="9189" y="53"/>
                </a:cubicBezTo>
                <a:cubicBezTo>
                  <a:pt x="9178" y="47"/>
                  <a:pt x="9103" y="52"/>
                  <a:pt x="9065" y="54"/>
                </a:cubicBezTo>
                <a:cubicBezTo>
                  <a:pt x="9065" y="46"/>
                  <a:pt x="9130" y="37"/>
                  <a:pt x="9219" y="33"/>
                </a:cubicBezTo>
                <a:cubicBezTo>
                  <a:pt x="9290" y="31"/>
                  <a:pt x="9250" y="39"/>
                  <a:pt x="9262" y="38"/>
                </a:cubicBezTo>
                <a:cubicBezTo>
                  <a:pt x="9395" y="39"/>
                  <a:pt x="9376" y="23"/>
                  <a:pt x="9486" y="29"/>
                </a:cubicBezTo>
                <a:cubicBezTo>
                  <a:pt x="9530" y="35"/>
                  <a:pt x="9488" y="40"/>
                  <a:pt x="9498" y="44"/>
                </a:cubicBezTo>
                <a:cubicBezTo>
                  <a:pt x="9440" y="46"/>
                  <a:pt x="9409" y="40"/>
                  <a:pt x="9370" y="40"/>
                </a:cubicBezTo>
                <a:lnTo>
                  <a:pt x="9418" y="43"/>
                </a:lnTo>
                <a:cubicBezTo>
                  <a:pt x="9400" y="45"/>
                  <a:pt x="9361" y="46"/>
                  <a:pt x="9340" y="45"/>
                </a:cubicBezTo>
                <a:cubicBezTo>
                  <a:pt x="9377" y="50"/>
                  <a:pt x="9565" y="46"/>
                  <a:pt x="9668" y="51"/>
                </a:cubicBezTo>
                <a:cubicBezTo>
                  <a:pt x="9686" y="49"/>
                  <a:pt x="9718" y="47"/>
                  <a:pt x="9703" y="45"/>
                </a:cubicBezTo>
                <a:lnTo>
                  <a:pt x="9670" y="45"/>
                </a:lnTo>
                <a:cubicBezTo>
                  <a:pt x="9640" y="41"/>
                  <a:pt x="9732" y="39"/>
                  <a:pt x="9690" y="37"/>
                </a:cubicBezTo>
                <a:cubicBezTo>
                  <a:pt x="9734" y="34"/>
                  <a:pt x="9783" y="29"/>
                  <a:pt x="9844" y="32"/>
                </a:cubicBezTo>
                <a:lnTo>
                  <a:pt x="9856" y="38"/>
                </a:lnTo>
                <a:cubicBezTo>
                  <a:pt x="9854" y="36"/>
                  <a:pt x="9816" y="35"/>
                  <a:pt x="9798" y="36"/>
                </a:cubicBezTo>
                <a:cubicBezTo>
                  <a:pt x="9824" y="34"/>
                  <a:pt x="9892" y="45"/>
                  <a:pt x="9920" y="37"/>
                </a:cubicBezTo>
                <a:lnTo>
                  <a:pt x="9877" y="32"/>
                </a:lnTo>
                <a:cubicBezTo>
                  <a:pt x="9921" y="29"/>
                  <a:pt x="9975" y="23"/>
                  <a:pt x="10030" y="25"/>
                </a:cubicBezTo>
                <a:cubicBezTo>
                  <a:pt x="10005" y="19"/>
                  <a:pt x="10017" y="26"/>
                  <a:pt x="9979" y="18"/>
                </a:cubicBezTo>
                <a:cubicBezTo>
                  <a:pt x="10012" y="27"/>
                  <a:pt x="9839" y="18"/>
                  <a:pt x="9893" y="27"/>
                </a:cubicBezTo>
                <a:cubicBezTo>
                  <a:pt x="9854" y="19"/>
                  <a:pt x="9825" y="24"/>
                  <a:pt x="9773" y="16"/>
                </a:cubicBezTo>
                <a:cubicBezTo>
                  <a:pt x="9774" y="18"/>
                  <a:pt x="9791" y="20"/>
                  <a:pt x="9746" y="19"/>
                </a:cubicBezTo>
                <a:cubicBezTo>
                  <a:pt x="9743" y="20"/>
                  <a:pt x="9739" y="21"/>
                  <a:pt x="9735" y="21"/>
                </a:cubicBezTo>
                <a:lnTo>
                  <a:pt x="9732" y="21"/>
                </a:lnTo>
                <a:lnTo>
                  <a:pt x="9735" y="21"/>
                </a:lnTo>
                <a:cubicBezTo>
                  <a:pt x="9733" y="21"/>
                  <a:pt x="9733" y="22"/>
                  <a:pt x="9736" y="21"/>
                </a:cubicBezTo>
                <a:cubicBezTo>
                  <a:pt x="9747" y="22"/>
                  <a:pt x="9756" y="23"/>
                  <a:pt x="9759" y="24"/>
                </a:cubicBezTo>
                <a:cubicBezTo>
                  <a:pt x="9736" y="29"/>
                  <a:pt x="9664" y="29"/>
                  <a:pt x="9639" y="31"/>
                </a:cubicBezTo>
                <a:cubicBezTo>
                  <a:pt x="9612" y="30"/>
                  <a:pt x="9651" y="29"/>
                  <a:pt x="9636" y="27"/>
                </a:cubicBezTo>
                <a:lnTo>
                  <a:pt x="9599" y="30"/>
                </a:lnTo>
                <a:cubicBezTo>
                  <a:pt x="9596" y="26"/>
                  <a:pt x="9527" y="23"/>
                  <a:pt x="9591" y="20"/>
                </a:cubicBezTo>
                <a:lnTo>
                  <a:pt x="9534" y="20"/>
                </a:lnTo>
                <a:cubicBezTo>
                  <a:pt x="9500" y="17"/>
                  <a:pt x="9453" y="16"/>
                  <a:pt x="9425" y="18"/>
                </a:cubicBezTo>
                <a:cubicBezTo>
                  <a:pt x="9398" y="17"/>
                  <a:pt x="9356" y="23"/>
                  <a:pt x="9380" y="19"/>
                </a:cubicBezTo>
                <a:lnTo>
                  <a:pt x="9290" y="22"/>
                </a:lnTo>
                <a:lnTo>
                  <a:pt x="9289" y="21"/>
                </a:lnTo>
                <a:cubicBezTo>
                  <a:pt x="9200" y="20"/>
                  <a:pt x="9106" y="28"/>
                  <a:pt x="9004" y="20"/>
                </a:cubicBezTo>
                <a:cubicBezTo>
                  <a:pt x="8974" y="21"/>
                  <a:pt x="8944" y="22"/>
                  <a:pt x="8893" y="21"/>
                </a:cubicBezTo>
                <a:lnTo>
                  <a:pt x="8884" y="17"/>
                </a:lnTo>
                <a:cubicBezTo>
                  <a:pt x="8845" y="18"/>
                  <a:pt x="8768" y="13"/>
                  <a:pt x="8752" y="17"/>
                </a:cubicBezTo>
                <a:cubicBezTo>
                  <a:pt x="8710" y="7"/>
                  <a:pt x="8565" y="14"/>
                  <a:pt x="8498" y="12"/>
                </a:cubicBezTo>
                <a:lnTo>
                  <a:pt x="8495" y="17"/>
                </a:lnTo>
                <a:cubicBezTo>
                  <a:pt x="8449" y="17"/>
                  <a:pt x="8404" y="18"/>
                  <a:pt x="8346" y="20"/>
                </a:cubicBezTo>
                <a:lnTo>
                  <a:pt x="8350" y="25"/>
                </a:lnTo>
                <a:cubicBezTo>
                  <a:pt x="8300" y="28"/>
                  <a:pt x="8222" y="21"/>
                  <a:pt x="8143" y="22"/>
                </a:cubicBezTo>
                <a:cubicBezTo>
                  <a:pt x="8149" y="20"/>
                  <a:pt x="8169" y="20"/>
                  <a:pt x="8183" y="21"/>
                </a:cubicBezTo>
                <a:cubicBezTo>
                  <a:pt x="8089" y="11"/>
                  <a:pt x="7984" y="28"/>
                  <a:pt x="7899" y="21"/>
                </a:cubicBezTo>
                <a:cubicBezTo>
                  <a:pt x="7878" y="22"/>
                  <a:pt x="7862" y="22"/>
                  <a:pt x="7848" y="21"/>
                </a:cubicBezTo>
                <a:cubicBezTo>
                  <a:pt x="7850" y="21"/>
                  <a:pt x="7851" y="21"/>
                  <a:pt x="7853" y="20"/>
                </a:cubicBezTo>
                <a:lnTo>
                  <a:pt x="7844" y="20"/>
                </a:lnTo>
                <a:lnTo>
                  <a:pt x="7815" y="18"/>
                </a:lnTo>
                <a:cubicBezTo>
                  <a:pt x="7823" y="19"/>
                  <a:pt x="7832" y="20"/>
                  <a:pt x="7839" y="20"/>
                </a:cubicBezTo>
                <a:cubicBezTo>
                  <a:pt x="7823" y="20"/>
                  <a:pt x="7798" y="21"/>
                  <a:pt x="7774" y="22"/>
                </a:cubicBezTo>
                <a:lnTo>
                  <a:pt x="7763" y="17"/>
                </a:lnTo>
                <a:lnTo>
                  <a:pt x="7758" y="17"/>
                </a:lnTo>
                <a:cubicBezTo>
                  <a:pt x="7734" y="15"/>
                  <a:pt x="7739" y="19"/>
                  <a:pt x="7751" y="23"/>
                </a:cubicBezTo>
                <a:cubicBezTo>
                  <a:pt x="7739" y="24"/>
                  <a:pt x="7728" y="25"/>
                  <a:pt x="7719" y="26"/>
                </a:cubicBezTo>
                <a:cubicBezTo>
                  <a:pt x="7700" y="18"/>
                  <a:pt x="7655" y="29"/>
                  <a:pt x="7629" y="20"/>
                </a:cubicBezTo>
                <a:cubicBezTo>
                  <a:pt x="7612" y="24"/>
                  <a:pt x="7506" y="23"/>
                  <a:pt x="7493" y="32"/>
                </a:cubicBezTo>
                <a:cubicBezTo>
                  <a:pt x="7492" y="30"/>
                  <a:pt x="7485" y="30"/>
                  <a:pt x="7498" y="30"/>
                </a:cubicBezTo>
                <a:cubicBezTo>
                  <a:pt x="7471" y="29"/>
                  <a:pt x="7444" y="28"/>
                  <a:pt x="7420" y="30"/>
                </a:cubicBezTo>
                <a:lnTo>
                  <a:pt x="7408" y="24"/>
                </a:lnTo>
                <a:lnTo>
                  <a:pt x="7349" y="32"/>
                </a:lnTo>
                <a:cubicBezTo>
                  <a:pt x="7313" y="28"/>
                  <a:pt x="7298" y="26"/>
                  <a:pt x="7334" y="21"/>
                </a:cubicBezTo>
                <a:cubicBezTo>
                  <a:pt x="7247" y="28"/>
                  <a:pt x="7263" y="24"/>
                  <a:pt x="7190" y="31"/>
                </a:cubicBezTo>
                <a:lnTo>
                  <a:pt x="7194" y="27"/>
                </a:lnTo>
                <a:cubicBezTo>
                  <a:pt x="7167" y="27"/>
                  <a:pt x="7125" y="32"/>
                  <a:pt x="7109" y="29"/>
                </a:cubicBezTo>
                <a:cubicBezTo>
                  <a:pt x="7051" y="21"/>
                  <a:pt x="6819" y="27"/>
                  <a:pt x="6668" y="20"/>
                </a:cubicBezTo>
                <a:cubicBezTo>
                  <a:pt x="6697" y="32"/>
                  <a:pt x="6598" y="14"/>
                  <a:pt x="6592" y="24"/>
                </a:cubicBezTo>
                <a:cubicBezTo>
                  <a:pt x="6583" y="21"/>
                  <a:pt x="6562" y="19"/>
                  <a:pt x="6586" y="17"/>
                </a:cubicBezTo>
                <a:cubicBezTo>
                  <a:pt x="6509" y="19"/>
                  <a:pt x="6471" y="12"/>
                  <a:pt x="6418" y="20"/>
                </a:cubicBezTo>
                <a:cubicBezTo>
                  <a:pt x="6409" y="17"/>
                  <a:pt x="6434" y="16"/>
                  <a:pt x="6426" y="14"/>
                </a:cubicBezTo>
                <a:cubicBezTo>
                  <a:pt x="6420" y="14"/>
                  <a:pt x="6402" y="16"/>
                  <a:pt x="6394" y="15"/>
                </a:cubicBezTo>
                <a:cubicBezTo>
                  <a:pt x="6386" y="13"/>
                  <a:pt x="6405" y="12"/>
                  <a:pt x="6417" y="11"/>
                </a:cubicBezTo>
                <a:cubicBezTo>
                  <a:pt x="6339" y="11"/>
                  <a:pt x="6331" y="20"/>
                  <a:pt x="6325" y="28"/>
                </a:cubicBezTo>
                <a:cubicBezTo>
                  <a:pt x="6285" y="24"/>
                  <a:pt x="6265" y="25"/>
                  <a:pt x="6236" y="30"/>
                </a:cubicBezTo>
                <a:cubicBezTo>
                  <a:pt x="6223" y="27"/>
                  <a:pt x="6199" y="24"/>
                  <a:pt x="6248" y="24"/>
                </a:cubicBezTo>
                <a:cubicBezTo>
                  <a:pt x="6221" y="23"/>
                  <a:pt x="6080" y="19"/>
                  <a:pt x="6078" y="26"/>
                </a:cubicBezTo>
                <a:cubicBezTo>
                  <a:pt x="6069" y="24"/>
                  <a:pt x="6039" y="25"/>
                  <a:pt x="6032" y="26"/>
                </a:cubicBezTo>
                <a:cubicBezTo>
                  <a:pt x="5970" y="25"/>
                  <a:pt x="5965" y="25"/>
                  <a:pt x="5904" y="25"/>
                </a:cubicBezTo>
                <a:lnTo>
                  <a:pt x="5921" y="26"/>
                </a:lnTo>
                <a:cubicBezTo>
                  <a:pt x="5897" y="34"/>
                  <a:pt x="5871" y="28"/>
                  <a:pt x="5822" y="29"/>
                </a:cubicBezTo>
                <a:lnTo>
                  <a:pt x="5823" y="28"/>
                </a:lnTo>
                <a:cubicBezTo>
                  <a:pt x="5711" y="22"/>
                  <a:pt x="5775" y="31"/>
                  <a:pt x="5665" y="24"/>
                </a:cubicBezTo>
                <a:lnTo>
                  <a:pt x="5671" y="29"/>
                </a:lnTo>
                <a:cubicBezTo>
                  <a:pt x="5660" y="39"/>
                  <a:pt x="5573" y="22"/>
                  <a:pt x="5509" y="26"/>
                </a:cubicBezTo>
                <a:lnTo>
                  <a:pt x="5532" y="29"/>
                </a:lnTo>
                <a:cubicBezTo>
                  <a:pt x="5497" y="33"/>
                  <a:pt x="5434" y="15"/>
                  <a:pt x="5399" y="13"/>
                </a:cubicBezTo>
                <a:cubicBezTo>
                  <a:pt x="5391" y="12"/>
                  <a:pt x="5411" y="12"/>
                  <a:pt x="5422" y="11"/>
                </a:cubicBezTo>
                <a:cubicBezTo>
                  <a:pt x="5330" y="6"/>
                  <a:pt x="5410" y="17"/>
                  <a:pt x="5341" y="19"/>
                </a:cubicBezTo>
                <a:cubicBezTo>
                  <a:pt x="5328" y="15"/>
                  <a:pt x="5357" y="10"/>
                  <a:pt x="5311" y="9"/>
                </a:cubicBezTo>
                <a:cubicBezTo>
                  <a:pt x="5288" y="7"/>
                  <a:pt x="5177" y="20"/>
                  <a:pt x="5114" y="13"/>
                </a:cubicBezTo>
                <a:cubicBezTo>
                  <a:pt x="5128" y="16"/>
                  <a:pt x="5142" y="19"/>
                  <a:pt x="5110" y="21"/>
                </a:cubicBezTo>
                <a:cubicBezTo>
                  <a:pt x="5061" y="21"/>
                  <a:pt x="4978" y="10"/>
                  <a:pt x="4934" y="19"/>
                </a:cubicBezTo>
                <a:cubicBezTo>
                  <a:pt x="4928" y="18"/>
                  <a:pt x="4925" y="17"/>
                  <a:pt x="4925" y="16"/>
                </a:cubicBezTo>
                <a:cubicBezTo>
                  <a:pt x="4888" y="19"/>
                  <a:pt x="4804" y="20"/>
                  <a:pt x="4781" y="24"/>
                </a:cubicBezTo>
                <a:cubicBezTo>
                  <a:pt x="4747" y="8"/>
                  <a:pt x="4549" y="32"/>
                  <a:pt x="4550" y="16"/>
                </a:cubicBezTo>
                <a:lnTo>
                  <a:pt x="4435" y="17"/>
                </a:lnTo>
                <a:lnTo>
                  <a:pt x="4438" y="15"/>
                </a:lnTo>
                <a:cubicBezTo>
                  <a:pt x="4365" y="14"/>
                  <a:pt x="4339" y="18"/>
                  <a:pt x="4313" y="22"/>
                </a:cubicBezTo>
                <a:cubicBezTo>
                  <a:pt x="4296" y="20"/>
                  <a:pt x="4309" y="19"/>
                  <a:pt x="4310" y="18"/>
                </a:cubicBezTo>
                <a:cubicBezTo>
                  <a:pt x="4203" y="15"/>
                  <a:pt x="4192" y="15"/>
                  <a:pt x="4102" y="23"/>
                </a:cubicBezTo>
                <a:lnTo>
                  <a:pt x="4093" y="18"/>
                </a:lnTo>
                <a:cubicBezTo>
                  <a:pt x="4068" y="21"/>
                  <a:pt x="3938" y="10"/>
                  <a:pt x="3833" y="15"/>
                </a:cubicBezTo>
                <a:cubicBezTo>
                  <a:pt x="3834" y="15"/>
                  <a:pt x="3836" y="14"/>
                  <a:pt x="3844" y="13"/>
                </a:cubicBezTo>
                <a:cubicBezTo>
                  <a:pt x="3726" y="19"/>
                  <a:pt x="3561" y="0"/>
                  <a:pt x="3518" y="17"/>
                </a:cubicBezTo>
                <a:lnTo>
                  <a:pt x="3439" y="21"/>
                </a:lnTo>
                <a:cubicBezTo>
                  <a:pt x="3540" y="23"/>
                  <a:pt x="3424" y="29"/>
                  <a:pt x="3466" y="32"/>
                </a:cubicBezTo>
                <a:cubicBezTo>
                  <a:pt x="3426" y="33"/>
                  <a:pt x="3363" y="27"/>
                  <a:pt x="3412" y="26"/>
                </a:cubicBezTo>
                <a:lnTo>
                  <a:pt x="3420" y="27"/>
                </a:lnTo>
                <a:cubicBezTo>
                  <a:pt x="3438" y="17"/>
                  <a:pt x="3294" y="23"/>
                  <a:pt x="3297" y="16"/>
                </a:cubicBezTo>
                <a:cubicBezTo>
                  <a:pt x="3098" y="17"/>
                  <a:pt x="2904" y="11"/>
                  <a:pt x="2718" y="10"/>
                </a:cubicBezTo>
                <a:lnTo>
                  <a:pt x="2740" y="18"/>
                </a:lnTo>
                <a:lnTo>
                  <a:pt x="2675" y="17"/>
                </a:lnTo>
                <a:cubicBezTo>
                  <a:pt x="2658" y="15"/>
                  <a:pt x="2652" y="11"/>
                  <a:pt x="2698" y="12"/>
                </a:cubicBezTo>
                <a:cubicBezTo>
                  <a:pt x="2674" y="8"/>
                  <a:pt x="2620" y="15"/>
                  <a:pt x="2619" y="17"/>
                </a:cubicBezTo>
                <a:cubicBezTo>
                  <a:pt x="2528" y="14"/>
                  <a:pt x="2655" y="9"/>
                  <a:pt x="2627" y="9"/>
                </a:cubicBezTo>
                <a:lnTo>
                  <a:pt x="2589" y="9"/>
                </a:lnTo>
                <a:lnTo>
                  <a:pt x="2597" y="9"/>
                </a:lnTo>
                <a:cubicBezTo>
                  <a:pt x="2567" y="12"/>
                  <a:pt x="2564" y="15"/>
                  <a:pt x="2508" y="15"/>
                </a:cubicBezTo>
                <a:cubicBezTo>
                  <a:pt x="2473" y="13"/>
                  <a:pt x="2490" y="10"/>
                  <a:pt x="2476" y="10"/>
                </a:cubicBezTo>
                <a:cubicBezTo>
                  <a:pt x="2477" y="10"/>
                  <a:pt x="2472" y="9"/>
                  <a:pt x="2455" y="10"/>
                </a:cubicBezTo>
                <a:lnTo>
                  <a:pt x="2373" y="9"/>
                </a:lnTo>
                <a:lnTo>
                  <a:pt x="2406" y="15"/>
                </a:lnTo>
                <a:cubicBezTo>
                  <a:pt x="2370" y="18"/>
                  <a:pt x="2329" y="15"/>
                  <a:pt x="2367" y="21"/>
                </a:cubicBezTo>
                <a:cubicBezTo>
                  <a:pt x="2311" y="11"/>
                  <a:pt x="2062" y="17"/>
                  <a:pt x="2028" y="14"/>
                </a:cubicBezTo>
                <a:cubicBezTo>
                  <a:pt x="1977" y="18"/>
                  <a:pt x="1927" y="18"/>
                  <a:pt x="1864" y="17"/>
                </a:cubicBezTo>
                <a:cubicBezTo>
                  <a:pt x="1880" y="19"/>
                  <a:pt x="1889" y="25"/>
                  <a:pt x="1836" y="24"/>
                </a:cubicBezTo>
                <a:cubicBezTo>
                  <a:pt x="1855" y="11"/>
                  <a:pt x="1737" y="18"/>
                  <a:pt x="1694" y="9"/>
                </a:cubicBezTo>
                <a:cubicBezTo>
                  <a:pt x="1733" y="15"/>
                  <a:pt x="1542" y="10"/>
                  <a:pt x="1603" y="19"/>
                </a:cubicBezTo>
                <a:cubicBezTo>
                  <a:pt x="1558" y="18"/>
                  <a:pt x="1600" y="14"/>
                  <a:pt x="1566" y="11"/>
                </a:cubicBezTo>
                <a:cubicBezTo>
                  <a:pt x="1460" y="16"/>
                  <a:pt x="1331" y="8"/>
                  <a:pt x="1200" y="9"/>
                </a:cubicBezTo>
                <a:cubicBezTo>
                  <a:pt x="1198" y="11"/>
                  <a:pt x="1220" y="13"/>
                  <a:pt x="1192" y="16"/>
                </a:cubicBezTo>
                <a:lnTo>
                  <a:pt x="1122" y="8"/>
                </a:lnTo>
                <a:cubicBezTo>
                  <a:pt x="1096" y="9"/>
                  <a:pt x="1098" y="17"/>
                  <a:pt x="1051" y="11"/>
                </a:cubicBezTo>
                <a:cubicBezTo>
                  <a:pt x="1058" y="13"/>
                  <a:pt x="1068" y="15"/>
                  <a:pt x="1050" y="15"/>
                </a:cubicBezTo>
                <a:cubicBezTo>
                  <a:pt x="792" y="7"/>
                  <a:pt x="524" y="22"/>
                  <a:pt x="262" y="7"/>
                </a:cubicBezTo>
                <a:cubicBezTo>
                  <a:pt x="297" y="9"/>
                  <a:pt x="274" y="10"/>
                  <a:pt x="247" y="10"/>
                </a:cubicBezTo>
                <a:cubicBezTo>
                  <a:pt x="264" y="11"/>
                  <a:pt x="246" y="14"/>
                  <a:pt x="250" y="17"/>
                </a:cubicBezTo>
                <a:lnTo>
                  <a:pt x="140" y="10"/>
                </a:lnTo>
                <a:cubicBezTo>
                  <a:pt x="120" y="17"/>
                  <a:pt x="23" y="10"/>
                  <a:pt x="11" y="17"/>
                </a:cubicBezTo>
                <a:lnTo>
                  <a:pt x="46" y="15"/>
                </a:lnTo>
                <a:cubicBezTo>
                  <a:pt x="0" y="23"/>
                  <a:pt x="111" y="32"/>
                  <a:pt x="104" y="42"/>
                </a:cubicBezTo>
                <a:cubicBezTo>
                  <a:pt x="156" y="33"/>
                  <a:pt x="240" y="55"/>
                  <a:pt x="325" y="43"/>
                </a:cubicBezTo>
                <a:cubicBezTo>
                  <a:pt x="344" y="45"/>
                  <a:pt x="309" y="46"/>
                  <a:pt x="319" y="48"/>
                </a:cubicBezTo>
                <a:cubicBezTo>
                  <a:pt x="340" y="44"/>
                  <a:pt x="366" y="43"/>
                  <a:pt x="414" y="45"/>
                </a:cubicBezTo>
                <a:lnTo>
                  <a:pt x="409" y="46"/>
                </a:lnTo>
                <a:cubicBezTo>
                  <a:pt x="544" y="45"/>
                  <a:pt x="602" y="49"/>
                  <a:pt x="754" y="52"/>
                </a:cubicBezTo>
                <a:lnTo>
                  <a:pt x="742" y="47"/>
                </a:lnTo>
                <a:cubicBezTo>
                  <a:pt x="775" y="48"/>
                  <a:pt x="782" y="49"/>
                  <a:pt x="797" y="50"/>
                </a:cubicBezTo>
                <a:cubicBezTo>
                  <a:pt x="835" y="43"/>
                  <a:pt x="706" y="50"/>
                  <a:pt x="740" y="42"/>
                </a:cubicBezTo>
                <a:cubicBezTo>
                  <a:pt x="783" y="52"/>
                  <a:pt x="970" y="42"/>
                  <a:pt x="999" y="53"/>
                </a:cubicBezTo>
                <a:cubicBezTo>
                  <a:pt x="1049" y="54"/>
                  <a:pt x="984" y="48"/>
                  <a:pt x="1034" y="48"/>
                </a:cubicBezTo>
                <a:lnTo>
                  <a:pt x="1048" y="51"/>
                </a:lnTo>
                <a:lnTo>
                  <a:pt x="1060" y="47"/>
                </a:lnTo>
                <a:cubicBezTo>
                  <a:pt x="1093" y="48"/>
                  <a:pt x="1110" y="52"/>
                  <a:pt x="1111" y="54"/>
                </a:cubicBezTo>
                <a:cubicBezTo>
                  <a:pt x="1103" y="54"/>
                  <a:pt x="1088" y="55"/>
                  <a:pt x="1080" y="55"/>
                </a:cubicBezTo>
                <a:cubicBezTo>
                  <a:pt x="1122" y="59"/>
                  <a:pt x="1200" y="54"/>
                  <a:pt x="1215" y="55"/>
                </a:cubicBezTo>
                <a:lnTo>
                  <a:pt x="1166" y="53"/>
                </a:lnTo>
                <a:cubicBezTo>
                  <a:pt x="1303" y="50"/>
                  <a:pt x="1470" y="55"/>
                  <a:pt x="1603" y="49"/>
                </a:cubicBezTo>
                <a:lnTo>
                  <a:pt x="1593" y="46"/>
                </a:lnTo>
                <a:cubicBezTo>
                  <a:pt x="1694" y="42"/>
                  <a:pt x="1674" y="49"/>
                  <a:pt x="1784" y="47"/>
                </a:cubicBezTo>
                <a:lnTo>
                  <a:pt x="1780" y="48"/>
                </a:lnTo>
                <a:cubicBezTo>
                  <a:pt x="1803" y="45"/>
                  <a:pt x="1832" y="44"/>
                  <a:pt x="1863" y="45"/>
                </a:cubicBezTo>
                <a:cubicBezTo>
                  <a:pt x="1835" y="47"/>
                  <a:pt x="1915" y="50"/>
                  <a:pt x="1879" y="53"/>
                </a:cubicBezTo>
                <a:cubicBezTo>
                  <a:pt x="1988" y="48"/>
                  <a:pt x="1933" y="49"/>
                  <a:pt x="2005" y="41"/>
                </a:cubicBezTo>
                <a:lnTo>
                  <a:pt x="2022" y="45"/>
                </a:lnTo>
                <a:cubicBezTo>
                  <a:pt x="2046" y="41"/>
                  <a:pt x="2048" y="40"/>
                  <a:pt x="2104" y="39"/>
                </a:cubicBezTo>
                <a:cubicBezTo>
                  <a:pt x="2058" y="42"/>
                  <a:pt x="2139" y="44"/>
                  <a:pt x="2088" y="49"/>
                </a:cubicBezTo>
                <a:cubicBezTo>
                  <a:pt x="2205" y="57"/>
                  <a:pt x="2261" y="41"/>
                  <a:pt x="2314" y="53"/>
                </a:cubicBezTo>
                <a:cubicBezTo>
                  <a:pt x="2368" y="42"/>
                  <a:pt x="2214" y="47"/>
                  <a:pt x="2244" y="45"/>
                </a:cubicBezTo>
                <a:cubicBezTo>
                  <a:pt x="2219" y="41"/>
                  <a:pt x="2288" y="37"/>
                  <a:pt x="2324" y="38"/>
                </a:cubicBezTo>
                <a:cubicBezTo>
                  <a:pt x="2361" y="38"/>
                  <a:pt x="2387" y="51"/>
                  <a:pt x="2481" y="51"/>
                </a:cubicBezTo>
                <a:cubicBezTo>
                  <a:pt x="2471" y="51"/>
                  <a:pt x="2471" y="52"/>
                  <a:pt x="2461" y="52"/>
                </a:cubicBezTo>
                <a:cubicBezTo>
                  <a:pt x="2496" y="55"/>
                  <a:pt x="2530" y="48"/>
                  <a:pt x="2573" y="53"/>
                </a:cubicBezTo>
                <a:cubicBezTo>
                  <a:pt x="2597" y="47"/>
                  <a:pt x="2628" y="53"/>
                  <a:pt x="2635" y="45"/>
                </a:cubicBezTo>
                <a:lnTo>
                  <a:pt x="2550" y="47"/>
                </a:lnTo>
                <a:cubicBezTo>
                  <a:pt x="2598" y="45"/>
                  <a:pt x="2644" y="36"/>
                  <a:pt x="2724" y="40"/>
                </a:cubicBezTo>
                <a:cubicBezTo>
                  <a:pt x="2718" y="42"/>
                  <a:pt x="2694" y="44"/>
                  <a:pt x="2677" y="45"/>
                </a:cubicBezTo>
                <a:cubicBezTo>
                  <a:pt x="2701" y="48"/>
                  <a:pt x="2722" y="44"/>
                  <a:pt x="2747" y="46"/>
                </a:cubicBezTo>
                <a:cubicBezTo>
                  <a:pt x="2740" y="54"/>
                  <a:pt x="2643" y="48"/>
                  <a:pt x="2591" y="54"/>
                </a:cubicBezTo>
                <a:cubicBezTo>
                  <a:pt x="2616" y="57"/>
                  <a:pt x="2689" y="48"/>
                  <a:pt x="2663" y="57"/>
                </a:cubicBezTo>
                <a:cubicBezTo>
                  <a:pt x="2700" y="46"/>
                  <a:pt x="2755" y="58"/>
                  <a:pt x="2818" y="50"/>
                </a:cubicBezTo>
                <a:lnTo>
                  <a:pt x="2814" y="55"/>
                </a:lnTo>
                <a:cubicBezTo>
                  <a:pt x="2824" y="54"/>
                  <a:pt x="2845" y="52"/>
                  <a:pt x="2863" y="52"/>
                </a:cubicBezTo>
                <a:lnTo>
                  <a:pt x="2830" y="58"/>
                </a:lnTo>
                <a:cubicBezTo>
                  <a:pt x="2881" y="53"/>
                  <a:pt x="2928" y="63"/>
                  <a:pt x="2977" y="60"/>
                </a:cubicBezTo>
                <a:cubicBezTo>
                  <a:pt x="2875" y="60"/>
                  <a:pt x="2954" y="54"/>
                  <a:pt x="2911" y="51"/>
                </a:cubicBezTo>
                <a:cubicBezTo>
                  <a:pt x="3038" y="45"/>
                  <a:pt x="2984" y="64"/>
                  <a:pt x="3126" y="62"/>
                </a:cubicBezTo>
                <a:cubicBezTo>
                  <a:pt x="3107" y="62"/>
                  <a:pt x="3054" y="58"/>
                  <a:pt x="3084" y="56"/>
                </a:cubicBezTo>
                <a:cubicBezTo>
                  <a:pt x="3111" y="57"/>
                  <a:pt x="3146" y="59"/>
                  <a:pt x="3163" y="62"/>
                </a:cubicBezTo>
                <a:cubicBezTo>
                  <a:pt x="3257" y="61"/>
                  <a:pt x="3149" y="57"/>
                  <a:pt x="3189" y="54"/>
                </a:cubicBezTo>
                <a:cubicBezTo>
                  <a:pt x="3221" y="60"/>
                  <a:pt x="3235" y="52"/>
                  <a:pt x="3276" y="50"/>
                </a:cubicBezTo>
                <a:lnTo>
                  <a:pt x="3276" y="55"/>
                </a:lnTo>
                <a:cubicBezTo>
                  <a:pt x="3384" y="58"/>
                  <a:pt x="3305" y="45"/>
                  <a:pt x="3401" y="49"/>
                </a:cubicBezTo>
                <a:lnTo>
                  <a:pt x="3361" y="55"/>
                </a:lnTo>
                <a:lnTo>
                  <a:pt x="3411" y="54"/>
                </a:lnTo>
                <a:lnTo>
                  <a:pt x="3400" y="59"/>
                </a:lnTo>
                <a:cubicBezTo>
                  <a:pt x="3455" y="55"/>
                  <a:pt x="3472" y="56"/>
                  <a:pt x="3526" y="58"/>
                </a:cubicBezTo>
                <a:cubicBezTo>
                  <a:pt x="3513" y="54"/>
                  <a:pt x="3533" y="49"/>
                  <a:pt x="3580" y="49"/>
                </a:cubicBezTo>
                <a:cubicBezTo>
                  <a:pt x="3613" y="52"/>
                  <a:pt x="3562" y="54"/>
                  <a:pt x="3630" y="53"/>
                </a:cubicBezTo>
                <a:cubicBezTo>
                  <a:pt x="3614" y="56"/>
                  <a:pt x="3598" y="60"/>
                  <a:pt x="3568" y="55"/>
                </a:cubicBezTo>
                <a:cubicBezTo>
                  <a:pt x="3565" y="57"/>
                  <a:pt x="3553" y="58"/>
                  <a:pt x="3550" y="60"/>
                </a:cubicBezTo>
                <a:cubicBezTo>
                  <a:pt x="3585" y="63"/>
                  <a:pt x="3638" y="61"/>
                  <a:pt x="3662" y="61"/>
                </a:cubicBezTo>
                <a:cubicBezTo>
                  <a:pt x="3653" y="61"/>
                  <a:pt x="3642" y="60"/>
                  <a:pt x="3636" y="60"/>
                </a:cubicBezTo>
                <a:lnTo>
                  <a:pt x="3734" y="53"/>
                </a:lnTo>
                <a:cubicBezTo>
                  <a:pt x="3749" y="55"/>
                  <a:pt x="3737" y="56"/>
                  <a:pt x="3725" y="58"/>
                </a:cubicBezTo>
                <a:cubicBezTo>
                  <a:pt x="3744" y="57"/>
                  <a:pt x="3758" y="55"/>
                  <a:pt x="3787" y="55"/>
                </a:cubicBezTo>
                <a:cubicBezTo>
                  <a:pt x="3780" y="59"/>
                  <a:pt x="3781" y="63"/>
                  <a:pt x="3740" y="65"/>
                </a:cubicBezTo>
                <a:lnTo>
                  <a:pt x="3833" y="60"/>
                </a:lnTo>
                <a:cubicBezTo>
                  <a:pt x="3839" y="62"/>
                  <a:pt x="3881" y="65"/>
                  <a:pt x="3869" y="67"/>
                </a:cubicBezTo>
                <a:cubicBezTo>
                  <a:pt x="3920" y="69"/>
                  <a:pt x="3995" y="59"/>
                  <a:pt x="4064" y="62"/>
                </a:cubicBezTo>
                <a:cubicBezTo>
                  <a:pt x="4067" y="62"/>
                  <a:pt x="4074" y="61"/>
                  <a:pt x="4089" y="60"/>
                </a:cubicBezTo>
                <a:cubicBezTo>
                  <a:pt x="4153" y="62"/>
                  <a:pt x="4210" y="67"/>
                  <a:pt x="4286" y="61"/>
                </a:cubicBezTo>
                <a:lnTo>
                  <a:pt x="4329" y="68"/>
                </a:lnTo>
                <a:cubicBezTo>
                  <a:pt x="4389" y="67"/>
                  <a:pt x="4271" y="59"/>
                  <a:pt x="4370" y="57"/>
                </a:cubicBezTo>
                <a:cubicBezTo>
                  <a:pt x="4440" y="55"/>
                  <a:pt x="4396" y="63"/>
                  <a:pt x="4421" y="65"/>
                </a:cubicBezTo>
                <a:cubicBezTo>
                  <a:pt x="4456" y="62"/>
                  <a:pt x="4517" y="54"/>
                  <a:pt x="4581" y="60"/>
                </a:cubicBezTo>
                <a:cubicBezTo>
                  <a:pt x="4560" y="62"/>
                  <a:pt x="4543" y="60"/>
                  <a:pt x="4523" y="61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sz="1800">
              <a:ln>
                <a:noFill/>
              </a:ln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FC6FBF-4CD8-DCF6-50EE-04BE6E873AC7}"/>
              </a:ext>
            </a:extLst>
          </p:cNvPr>
          <p:cNvSpPr txBox="1"/>
          <p:nvPr/>
        </p:nvSpPr>
        <p:spPr>
          <a:xfrm>
            <a:off x="371062" y="261468"/>
            <a:ext cx="33822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Cylinder Volume</a:t>
            </a:r>
          </a:p>
        </p:txBody>
      </p:sp>
      <p:sp>
        <p:nvSpPr>
          <p:cNvPr id="22" name="Cylinder 21">
            <a:extLst>
              <a:ext uri="{FF2B5EF4-FFF2-40B4-BE49-F238E27FC236}">
                <a16:creationId xmlns:a16="http://schemas.microsoft.com/office/drawing/2014/main" id="{33E2AE77-7E7C-369E-6C6A-321E4FD1AAE4}"/>
              </a:ext>
            </a:extLst>
          </p:cNvPr>
          <p:cNvSpPr/>
          <p:nvPr/>
        </p:nvSpPr>
        <p:spPr>
          <a:xfrm>
            <a:off x="805872" y="1277696"/>
            <a:ext cx="1219200" cy="3224981"/>
          </a:xfrm>
          <a:prstGeom prst="can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ylinder 22">
            <a:extLst>
              <a:ext uri="{FF2B5EF4-FFF2-40B4-BE49-F238E27FC236}">
                <a16:creationId xmlns:a16="http://schemas.microsoft.com/office/drawing/2014/main" id="{A156AC43-86F5-AB7E-192E-2193CAF7E32A}"/>
              </a:ext>
            </a:extLst>
          </p:cNvPr>
          <p:cNvSpPr/>
          <p:nvPr/>
        </p:nvSpPr>
        <p:spPr>
          <a:xfrm>
            <a:off x="802859" y="2860690"/>
            <a:ext cx="1219200" cy="291772"/>
          </a:xfrm>
          <a:prstGeom prst="can">
            <a:avLst>
              <a:gd name="adj" fmla="val 50000"/>
            </a:avLst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20855EE-805C-0CAF-35BB-9B2250885166}"/>
              </a:ext>
            </a:extLst>
          </p:cNvPr>
          <p:cNvCxnSpPr/>
          <p:nvPr/>
        </p:nvCxnSpPr>
        <p:spPr>
          <a:xfrm flipV="1">
            <a:off x="2349661" y="3113590"/>
            <a:ext cx="0" cy="1226916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997A6EE-DE92-7244-CF86-04ABF17F25A8}"/>
                  </a:ext>
                </a:extLst>
              </p:cNvPr>
              <p:cNvSpPr txBox="1"/>
              <p:nvPr/>
            </p:nvSpPr>
            <p:spPr>
              <a:xfrm>
                <a:off x="2062480" y="3444240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997A6EE-DE92-7244-CF86-04ABF17F2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2480" y="3444240"/>
                <a:ext cx="9144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B6823E52-0BCC-5F74-7045-9D39E0CC97A1}"/>
              </a:ext>
            </a:extLst>
          </p:cNvPr>
          <p:cNvGrpSpPr/>
          <p:nvPr/>
        </p:nvGrpSpPr>
        <p:grpSpPr>
          <a:xfrm>
            <a:off x="2176941" y="2747264"/>
            <a:ext cx="918811" cy="523220"/>
            <a:chOff x="2176941" y="2747264"/>
            <a:chExt cx="918811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51DF5EC5-88EA-9F20-4E04-67A9446E44D4}"/>
                    </a:ext>
                  </a:extLst>
                </p:cNvPr>
                <p:cNvSpPr txBox="1"/>
                <p:nvPr/>
              </p:nvSpPr>
              <p:spPr>
                <a:xfrm>
                  <a:off x="2181352" y="2747264"/>
                  <a:ext cx="9144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oMath>
                    </m:oMathPara>
                  </a14:m>
                  <a:endParaRPr lang="en-US" sz="28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51DF5EC5-88EA-9F20-4E04-67A9446E44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1352" y="2747264"/>
                  <a:ext cx="914400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0E5116E-004F-B5D9-13CA-F1D8BFAAFF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76941" y="2919915"/>
              <a:ext cx="0" cy="194760"/>
            </a:xfrm>
            <a:prstGeom prst="straightConnector1">
              <a:avLst/>
            </a:prstGeom>
            <a:ln w="19050">
              <a:solidFill>
                <a:schemeClr val="bg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D374A03-ABCD-D34C-92A9-6C18E2D776EC}"/>
                  </a:ext>
                </a:extLst>
              </p:cNvPr>
              <p:cNvSpPr/>
              <p:nvPr/>
            </p:nvSpPr>
            <p:spPr>
              <a:xfrm>
                <a:off x="2777989" y="1468788"/>
                <a:ext cx="107811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D374A03-ABCD-D34C-92A9-6C18E2D776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7989" y="1468788"/>
                <a:ext cx="107811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E1B4077-3A80-978F-5B74-CD0018BCEC32}"/>
                  </a:ext>
                </a:extLst>
              </p:cNvPr>
              <p:cNvSpPr txBox="1"/>
              <p:nvPr/>
            </p:nvSpPr>
            <p:spPr>
              <a:xfrm>
                <a:off x="3735585" y="1506666"/>
                <a:ext cx="120424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𝐴𝑟𝑒𝑎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E1B4077-3A80-978F-5B74-CD0018BCE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5585" y="1506666"/>
                <a:ext cx="1204240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B4EBFC0-B16D-376A-32C3-5BA74A3951A4}"/>
                  </a:ext>
                </a:extLst>
              </p:cNvPr>
              <p:cNvSpPr txBox="1"/>
              <p:nvPr/>
            </p:nvSpPr>
            <p:spPr>
              <a:xfrm>
                <a:off x="4895935" y="1514954"/>
                <a:ext cx="4918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B4EBFC0-B16D-376A-32C3-5BA74A395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5935" y="1514954"/>
                <a:ext cx="491801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6315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CBB6D65-5D38-D841-0A2B-2F1120111964}"/>
              </a:ext>
            </a:extLst>
          </p:cNvPr>
          <p:cNvSpPr/>
          <p:nvPr/>
        </p:nvSpPr>
        <p:spPr>
          <a:xfrm>
            <a:off x="284053" y="1109851"/>
            <a:ext cx="3195023" cy="307713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utoShape 2" descr="Solution: What is the integral of sin^5 x cos^3 xdx?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sz="2800">
              <a:solidFill>
                <a:schemeClr val="bg1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20355" y="1243435"/>
            <a:ext cx="2796540" cy="2796540"/>
            <a:chOff x="777240" y="2042160"/>
            <a:chExt cx="2796540" cy="2796540"/>
          </a:xfrm>
        </p:grpSpPr>
        <p:sp>
          <p:nvSpPr>
            <p:cNvPr id="6" name="Oval 5"/>
            <p:cNvSpPr/>
            <p:nvPr/>
          </p:nvSpPr>
          <p:spPr>
            <a:xfrm>
              <a:off x="777240" y="2042160"/>
              <a:ext cx="2796540" cy="2796540"/>
            </a:xfrm>
            <a:prstGeom prst="ellips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IN" sz="2800" dirty="0">
                <a:solidFill>
                  <a:schemeClr val="bg1"/>
                </a:solidFill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777240" y="3169920"/>
              <a:ext cx="2796540" cy="762000"/>
            </a:xfrm>
            <a:prstGeom prst="ellips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IN" sz="2800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2342499" y="1673400"/>
                <a:ext cx="65421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𝑑𝑟</m:t>
                      </m:r>
                    </m:oMath>
                  </m:oMathPara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2499" y="1673400"/>
                <a:ext cx="65421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5F78AD3B-600D-FE93-8D21-1E4F79011760}"/>
              </a:ext>
            </a:extLst>
          </p:cNvPr>
          <p:cNvGrpSpPr/>
          <p:nvPr/>
        </p:nvGrpSpPr>
        <p:grpSpPr>
          <a:xfrm>
            <a:off x="1065743" y="1785923"/>
            <a:ext cx="1680118" cy="1680118"/>
            <a:chOff x="777240" y="2042160"/>
            <a:chExt cx="2796540" cy="279654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0A0DBD4-80BD-60F1-49C6-79141DA37699}"/>
                </a:ext>
              </a:extLst>
            </p:cNvPr>
            <p:cNvSpPr/>
            <p:nvPr/>
          </p:nvSpPr>
          <p:spPr>
            <a:xfrm>
              <a:off x="777240" y="2042160"/>
              <a:ext cx="2796540" cy="2796540"/>
            </a:xfrm>
            <a:prstGeom prst="ellipse">
              <a:avLst/>
            </a:prstGeom>
            <a:noFill/>
            <a:ln w="57150" cap="flat" cmpd="sng" algn="ctr">
              <a:solidFill>
                <a:srgbClr val="92D05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IN" sz="2800" dirty="0">
                <a:solidFill>
                  <a:schemeClr val="bg1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2305D90-CC12-B540-56D5-57E34AE4CEC9}"/>
                </a:ext>
              </a:extLst>
            </p:cNvPr>
            <p:cNvSpPr/>
            <p:nvPr/>
          </p:nvSpPr>
          <p:spPr>
            <a:xfrm>
              <a:off x="777240" y="3169920"/>
              <a:ext cx="2796540" cy="762000"/>
            </a:xfrm>
            <a:prstGeom prst="ellipse">
              <a:avLst/>
            </a:prstGeom>
            <a:noFill/>
            <a:ln w="5715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IN" sz="2800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1936298" y="1944335"/>
                <a:ext cx="44582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298" y="1944335"/>
                <a:ext cx="44582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30780EA-FD50-6715-72A1-70FD704D2547}"/>
              </a:ext>
            </a:extLst>
          </p:cNvPr>
          <p:cNvCxnSpPr/>
          <p:nvPr/>
        </p:nvCxnSpPr>
        <p:spPr>
          <a:xfrm flipV="1">
            <a:off x="1905802" y="2002055"/>
            <a:ext cx="510139" cy="8078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7372523-6063-C164-7D8D-427034F6FFF0}"/>
                  </a:ext>
                </a:extLst>
              </p:cNvPr>
              <p:cNvSpPr/>
              <p:nvPr/>
            </p:nvSpPr>
            <p:spPr>
              <a:xfrm>
                <a:off x="3479029" y="1255428"/>
                <a:ext cx="107811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7372523-6063-C164-7D8D-427034F6FF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9029" y="1255428"/>
                <a:ext cx="107811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EDC36A0-B716-5643-63DA-E8DBB446D717}"/>
                  </a:ext>
                </a:extLst>
              </p:cNvPr>
              <p:cNvSpPr txBox="1"/>
              <p:nvPr/>
            </p:nvSpPr>
            <p:spPr>
              <a:xfrm>
                <a:off x="4360425" y="1278066"/>
                <a:ext cx="85760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l-GR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EDC36A0-B716-5643-63DA-E8DBB446D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0425" y="1278066"/>
                <a:ext cx="857606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893CE05-F419-7B6D-80ED-43DFDC6E7389}"/>
                  </a:ext>
                </a:extLst>
              </p:cNvPr>
              <p:cNvSpPr txBox="1"/>
              <p:nvPr/>
            </p:nvSpPr>
            <p:spPr>
              <a:xfrm>
                <a:off x="5101609" y="1301594"/>
                <a:ext cx="25487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893CE05-F419-7B6D-80ED-43DFDC6E7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1609" y="1301594"/>
                <a:ext cx="254878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DCAA053-FC18-8621-52E4-71232CAA757F}"/>
                  </a:ext>
                </a:extLst>
              </p:cNvPr>
              <p:cNvSpPr txBox="1"/>
              <p:nvPr/>
            </p:nvSpPr>
            <p:spPr>
              <a:xfrm>
                <a:off x="5383615" y="1301594"/>
                <a:ext cx="46955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𝑑𝑟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DCAA053-FC18-8621-52E4-71232CAA7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3615" y="1301594"/>
                <a:ext cx="469551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reeform 62">
            <a:extLst>
              <a:ext uri="{FF2B5EF4-FFF2-40B4-BE49-F238E27FC236}">
                <a16:creationId xmlns:a16="http://schemas.microsoft.com/office/drawing/2014/main" id="{64CBF51B-403F-6803-F814-68AB1C5CFBDC}"/>
              </a:ext>
            </a:extLst>
          </p:cNvPr>
          <p:cNvSpPr>
            <a:spLocks noEditPoints="1"/>
          </p:cNvSpPr>
          <p:nvPr/>
        </p:nvSpPr>
        <p:spPr bwMode="invGray">
          <a:xfrm>
            <a:off x="371062" y="799817"/>
            <a:ext cx="2046675" cy="180010"/>
          </a:xfrm>
          <a:custGeom>
            <a:avLst/>
            <a:gdLst>
              <a:gd name="T0" fmla="*/ 9555 w 10030"/>
              <a:gd name="T1" fmla="*/ 25 h 75"/>
              <a:gd name="T2" fmla="*/ 9488 w 10030"/>
              <a:gd name="T3" fmla="*/ 23 h 75"/>
              <a:gd name="T4" fmla="*/ 5258 w 10030"/>
              <a:gd name="T5" fmla="*/ 60 h 75"/>
              <a:gd name="T6" fmla="*/ 4572 w 10030"/>
              <a:gd name="T7" fmla="*/ 65 h 75"/>
              <a:gd name="T8" fmla="*/ 4884 w 10030"/>
              <a:gd name="T9" fmla="*/ 61 h 75"/>
              <a:gd name="T10" fmla="*/ 5092 w 10030"/>
              <a:gd name="T11" fmla="*/ 56 h 75"/>
              <a:gd name="T12" fmla="*/ 5260 w 10030"/>
              <a:gd name="T13" fmla="*/ 60 h 75"/>
              <a:gd name="T14" fmla="*/ 5560 w 10030"/>
              <a:gd name="T15" fmla="*/ 62 h 75"/>
              <a:gd name="T16" fmla="*/ 6006 w 10030"/>
              <a:gd name="T17" fmla="*/ 56 h 75"/>
              <a:gd name="T18" fmla="*/ 6308 w 10030"/>
              <a:gd name="T19" fmla="*/ 32 h 75"/>
              <a:gd name="T20" fmla="*/ 6269 w 10030"/>
              <a:gd name="T21" fmla="*/ 52 h 75"/>
              <a:gd name="T22" fmla="*/ 6665 w 10030"/>
              <a:gd name="T23" fmla="*/ 41 h 75"/>
              <a:gd name="T24" fmla="*/ 6806 w 10030"/>
              <a:gd name="T25" fmla="*/ 53 h 75"/>
              <a:gd name="T26" fmla="*/ 7204 w 10030"/>
              <a:gd name="T27" fmla="*/ 50 h 75"/>
              <a:gd name="T28" fmla="*/ 7485 w 10030"/>
              <a:gd name="T29" fmla="*/ 62 h 75"/>
              <a:gd name="T30" fmla="*/ 7667 w 10030"/>
              <a:gd name="T31" fmla="*/ 61 h 75"/>
              <a:gd name="T32" fmla="*/ 7919 w 10030"/>
              <a:gd name="T33" fmla="*/ 63 h 75"/>
              <a:gd name="T34" fmla="*/ 8179 w 10030"/>
              <a:gd name="T35" fmla="*/ 51 h 75"/>
              <a:gd name="T36" fmla="*/ 8401 w 10030"/>
              <a:gd name="T37" fmla="*/ 31 h 75"/>
              <a:gd name="T38" fmla="*/ 8692 w 10030"/>
              <a:gd name="T39" fmla="*/ 58 h 75"/>
              <a:gd name="T40" fmla="*/ 9084 w 10030"/>
              <a:gd name="T41" fmla="*/ 61 h 75"/>
              <a:gd name="T42" fmla="*/ 9498 w 10030"/>
              <a:gd name="T43" fmla="*/ 44 h 75"/>
              <a:gd name="T44" fmla="*/ 9670 w 10030"/>
              <a:gd name="T45" fmla="*/ 45 h 75"/>
              <a:gd name="T46" fmla="*/ 9877 w 10030"/>
              <a:gd name="T47" fmla="*/ 32 h 75"/>
              <a:gd name="T48" fmla="*/ 9735 w 10030"/>
              <a:gd name="T49" fmla="*/ 21 h 75"/>
              <a:gd name="T50" fmla="*/ 9636 w 10030"/>
              <a:gd name="T51" fmla="*/ 27 h 75"/>
              <a:gd name="T52" fmla="*/ 9290 w 10030"/>
              <a:gd name="T53" fmla="*/ 22 h 75"/>
              <a:gd name="T54" fmla="*/ 8498 w 10030"/>
              <a:gd name="T55" fmla="*/ 12 h 75"/>
              <a:gd name="T56" fmla="*/ 7899 w 10030"/>
              <a:gd name="T57" fmla="*/ 21 h 75"/>
              <a:gd name="T58" fmla="*/ 7774 w 10030"/>
              <a:gd name="T59" fmla="*/ 22 h 75"/>
              <a:gd name="T60" fmla="*/ 7493 w 10030"/>
              <a:gd name="T61" fmla="*/ 32 h 75"/>
              <a:gd name="T62" fmla="*/ 7190 w 10030"/>
              <a:gd name="T63" fmla="*/ 31 h 75"/>
              <a:gd name="T64" fmla="*/ 6418 w 10030"/>
              <a:gd name="T65" fmla="*/ 20 h 75"/>
              <a:gd name="T66" fmla="*/ 6248 w 10030"/>
              <a:gd name="T67" fmla="*/ 24 h 75"/>
              <a:gd name="T68" fmla="*/ 5823 w 10030"/>
              <a:gd name="T69" fmla="*/ 28 h 75"/>
              <a:gd name="T70" fmla="*/ 5422 w 10030"/>
              <a:gd name="T71" fmla="*/ 11 h 75"/>
              <a:gd name="T72" fmla="*/ 4925 w 10030"/>
              <a:gd name="T73" fmla="*/ 16 h 75"/>
              <a:gd name="T74" fmla="*/ 4310 w 10030"/>
              <a:gd name="T75" fmla="*/ 18 h 75"/>
              <a:gd name="T76" fmla="*/ 3439 w 10030"/>
              <a:gd name="T77" fmla="*/ 21 h 75"/>
              <a:gd name="T78" fmla="*/ 2740 w 10030"/>
              <a:gd name="T79" fmla="*/ 18 h 75"/>
              <a:gd name="T80" fmla="*/ 2597 w 10030"/>
              <a:gd name="T81" fmla="*/ 9 h 75"/>
              <a:gd name="T82" fmla="*/ 2367 w 10030"/>
              <a:gd name="T83" fmla="*/ 21 h 75"/>
              <a:gd name="T84" fmla="*/ 1566 w 10030"/>
              <a:gd name="T85" fmla="*/ 11 h 75"/>
              <a:gd name="T86" fmla="*/ 262 w 10030"/>
              <a:gd name="T87" fmla="*/ 7 h 75"/>
              <a:gd name="T88" fmla="*/ 104 w 10030"/>
              <a:gd name="T89" fmla="*/ 42 h 75"/>
              <a:gd name="T90" fmla="*/ 742 w 10030"/>
              <a:gd name="T91" fmla="*/ 47 h 75"/>
              <a:gd name="T92" fmla="*/ 1060 w 10030"/>
              <a:gd name="T93" fmla="*/ 47 h 75"/>
              <a:gd name="T94" fmla="*/ 1593 w 10030"/>
              <a:gd name="T95" fmla="*/ 46 h 75"/>
              <a:gd name="T96" fmla="*/ 2022 w 10030"/>
              <a:gd name="T97" fmla="*/ 45 h 75"/>
              <a:gd name="T98" fmla="*/ 2481 w 10030"/>
              <a:gd name="T99" fmla="*/ 51 h 75"/>
              <a:gd name="T100" fmla="*/ 2677 w 10030"/>
              <a:gd name="T101" fmla="*/ 45 h 75"/>
              <a:gd name="T102" fmla="*/ 2863 w 10030"/>
              <a:gd name="T103" fmla="*/ 52 h 75"/>
              <a:gd name="T104" fmla="*/ 3163 w 10030"/>
              <a:gd name="T105" fmla="*/ 62 h 75"/>
              <a:gd name="T106" fmla="*/ 3411 w 10030"/>
              <a:gd name="T107" fmla="*/ 54 h 75"/>
              <a:gd name="T108" fmla="*/ 3550 w 10030"/>
              <a:gd name="T109" fmla="*/ 60 h 75"/>
              <a:gd name="T110" fmla="*/ 3740 w 10030"/>
              <a:gd name="T111" fmla="*/ 65 h 75"/>
              <a:gd name="T112" fmla="*/ 4329 w 10030"/>
              <a:gd name="T113" fmla="*/ 68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0030" h="75">
                <a:moveTo>
                  <a:pt x="2469" y="12"/>
                </a:moveTo>
                <a:lnTo>
                  <a:pt x="2469" y="12"/>
                </a:lnTo>
                <a:lnTo>
                  <a:pt x="2482" y="13"/>
                </a:lnTo>
                <a:cubicBezTo>
                  <a:pt x="2453" y="15"/>
                  <a:pt x="2461" y="13"/>
                  <a:pt x="2469" y="12"/>
                </a:cubicBezTo>
                <a:close/>
                <a:moveTo>
                  <a:pt x="9555" y="25"/>
                </a:moveTo>
                <a:lnTo>
                  <a:pt x="9555" y="25"/>
                </a:lnTo>
                <a:cubicBezTo>
                  <a:pt x="9562" y="24"/>
                  <a:pt x="9561" y="23"/>
                  <a:pt x="9559" y="23"/>
                </a:cubicBezTo>
                <a:cubicBezTo>
                  <a:pt x="9554" y="24"/>
                  <a:pt x="9539" y="24"/>
                  <a:pt x="9522" y="24"/>
                </a:cubicBezTo>
                <a:cubicBezTo>
                  <a:pt x="9527" y="25"/>
                  <a:pt x="9536" y="26"/>
                  <a:pt x="9555" y="25"/>
                </a:cubicBezTo>
                <a:close/>
                <a:moveTo>
                  <a:pt x="9489" y="23"/>
                </a:moveTo>
                <a:lnTo>
                  <a:pt x="9489" y="23"/>
                </a:lnTo>
                <a:lnTo>
                  <a:pt x="9488" y="23"/>
                </a:lnTo>
                <a:cubicBezTo>
                  <a:pt x="9456" y="21"/>
                  <a:pt x="9467" y="22"/>
                  <a:pt x="9489" y="23"/>
                </a:cubicBezTo>
                <a:close/>
                <a:moveTo>
                  <a:pt x="6376" y="50"/>
                </a:moveTo>
                <a:lnTo>
                  <a:pt x="6376" y="50"/>
                </a:lnTo>
                <a:cubicBezTo>
                  <a:pt x="6365" y="52"/>
                  <a:pt x="6349" y="51"/>
                  <a:pt x="6330" y="49"/>
                </a:cubicBezTo>
                <a:cubicBezTo>
                  <a:pt x="6344" y="49"/>
                  <a:pt x="6359" y="49"/>
                  <a:pt x="6376" y="50"/>
                </a:cubicBezTo>
                <a:close/>
                <a:moveTo>
                  <a:pt x="5258" y="60"/>
                </a:moveTo>
                <a:lnTo>
                  <a:pt x="5258" y="60"/>
                </a:lnTo>
                <a:cubicBezTo>
                  <a:pt x="5244" y="61"/>
                  <a:pt x="5216" y="64"/>
                  <a:pt x="5205" y="61"/>
                </a:cubicBezTo>
                <a:cubicBezTo>
                  <a:pt x="5222" y="55"/>
                  <a:pt x="5234" y="58"/>
                  <a:pt x="5258" y="60"/>
                </a:cubicBezTo>
                <a:close/>
                <a:moveTo>
                  <a:pt x="4523" y="61"/>
                </a:moveTo>
                <a:lnTo>
                  <a:pt x="4523" y="61"/>
                </a:lnTo>
                <a:lnTo>
                  <a:pt x="4572" y="65"/>
                </a:lnTo>
                <a:cubicBezTo>
                  <a:pt x="4513" y="71"/>
                  <a:pt x="4470" y="69"/>
                  <a:pt x="4516" y="75"/>
                </a:cubicBezTo>
                <a:cubicBezTo>
                  <a:pt x="4523" y="61"/>
                  <a:pt x="4707" y="74"/>
                  <a:pt x="4714" y="60"/>
                </a:cubicBezTo>
                <a:lnTo>
                  <a:pt x="4747" y="63"/>
                </a:lnTo>
                <a:cubicBezTo>
                  <a:pt x="4737" y="63"/>
                  <a:pt x="4736" y="64"/>
                  <a:pt x="4727" y="64"/>
                </a:cubicBezTo>
                <a:cubicBezTo>
                  <a:pt x="4790" y="70"/>
                  <a:pt x="4774" y="54"/>
                  <a:pt x="4855" y="56"/>
                </a:cubicBezTo>
                <a:cubicBezTo>
                  <a:pt x="4883" y="57"/>
                  <a:pt x="4903" y="59"/>
                  <a:pt x="4884" y="61"/>
                </a:cubicBezTo>
                <a:lnTo>
                  <a:pt x="4947" y="57"/>
                </a:lnTo>
                <a:cubicBezTo>
                  <a:pt x="4965" y="58"/>
                  <a:pt x="4961" y="60"/>
                  <a:pt x="4942" y="60"/>
                </a:cubicBezTo>
                <a:lnTo>
                  <a:pt x="5039" y="59"/>
                </a:lnTo>
                <a:lnTo>
                  <a:pt x="5038" y="59"/>
                </a:lnTo>
                <a:cubicBezTo>
                  <a:pt x="5052" y="57"/>
                  <a:pt x="5083" y="54"/>
                  <a:pt x="5098" y="52"/>
                </a:cubicBezTo>
                <a:cubicBezTo>
                  <a:pt x="5122" y="54"/>
                  <a:pt x="5086" y="54"/>
                  <a:pt x="5092" y="56"/>
                </a:cubicBezTo>
                <a:lnTo>
                  <a:pt x="5145" y="52"/>
                </a:lnTo>
                <a:cubicBezTo>
                  <a:pt x="5167" y="56"/>
                  <a:pt x="5123" y="59"/>
                  <a:pt x="5086" y="59"/>
                </a:cubicBezTo>
                <a:cubicBezTo>
                  <a:pt x="5136" y="73"/>
                  <a:pt x="5130" y="55"/>
                  <a:pt x="5238" y="64"/>
                </a:cubicBezTo>
                <a:lnTo>
                  <a:pt x="5187" y="65"/>
                </a:lnTo>
                <a:cubicBezTo>
                  <a:pt x="5220" y="73"/>
                  <a:pt x="5259" y="70"/>
                  <a:pt x="5316" y="75"/>
                </a:cubicBezTo>
                <a:cubicBezTo>
                  <a:pt x="5302" y="73"/>
                  <a:pt x="5202" y="63"/>
                  <a:pt x="5260" y="60"/>
                </a:cubicBezTo>
                <a:cubicBezTo>
                  <a:pt x="5276" y="61"/>
                  <a:pt x="5298" y="61"/>
                  <a:pt x="5329" y="59"/>
                </a:cubicBezTo>
                <a:cubicBezTo>
                  <a:pt x="5329" y="63"/>
                  <a:pt x="5359" y="62"/>
                  <a:pt x="5398" y="62"/>
                </a:cubicBezTo>
                <a:lnTo>
                  <a:pt x="5395" y="69"/>
                </a:lnTo>
                <a:cubicBezTo>
                  <a:pt x="5436" y="67"/>
                  <a:pt x="5433" y="64"/>
                  <a:pt x="5457" y="61"/>
                </a:cubicBezTo>
                <a:cubicBezTo>
                  <a:pt x="5503" y="61"/>
                  <a:pt x="5513" y="66"/>
                  <a:pt x="5523" y="71"/>
                </a:cubicBezTo>
                <a:cubicBezTo>
                  <a:pt x="5597" y="72"/>
                  <a:pt x="5473" y="63"/>
                  <a:pt x="5560" y="62"/>
                </a:cubicBezTo>
                <a:cubicBezTo>
                  <a:pt x="5621" y="64"/>
                  <a:pt x="5664" y="62"/>
                  <a:pt x="5737" y="58"/>
                </a:cubicBezTo>
                <a:cubicBezTo>
                  <a:pt x="5780" y="60"/>
                  <a:pt x="5730" y="62"/>
                  <a:pt x="5745" y="64"/>
                </a:cubicBezTo>
                <a:lnTo>
                  <a:pt x="5783" y="59"/>
                </a:lnTo>
                <a:cubicBezTo>
                  <a:pt x="5792" y="59"/>
                  <a:pt x="5789" y="60"/>
                  <a:pt x="5788" y="61"/>
                </a:cubicBezTo>
                <a:cubicBezTo>
                  <a:pt x="5820" y="59"/>
                  <a:pt x="5790" y="55"/>
                  <a:pt x="5841" y="53"/>
                </a:cubicBezTo>
                <a:cubicBezTo>
                  <a:pt x="5854" y="46"/>
                  <a:pt x="5944" y="64"/>
                  <a:pt x="6006" y="56"/>
                </a:cubicBezTo>
                <a:cubicBezTo>
                  <a:pt x="6021" y="58"/>
                  <a:pt x="5999" y="60"/>
                  <a:pt x="6003" y="62"/>
                </a:cubicBezTo>
                <a:cubicBezTo>
                  <a:pt x="6089" y="57"/>
                  <a:pt x="6077" y="59"/>
                  <a:pt x="6147" y="52"/>
                </a:cubicBezTo>
                <a:lnTo>
                  <a:pt x="6206" y="56"/>
                </a:lnTo>
                <a:cubicBezTo>
                  <a:pt x="6163" y="51"/>
                  <a:pt x="6219" y="45"/>
                  <a:pt x="6268" y="41"/>
                </a:cubicBezTo>
                <a:cubicBezTo>
                  <a:pt x="6252" y="38"/>
                  <a:pt x="6239" y="36"/>
                  <a:pt x="6230" y="35"/>
                </a:cubicBezTo>
                <a:lnTo>
                  <a:pt x="6308" y="32"/>
                </a:lnTo>
                <a:cubicBezTo>
                  <a:pt x="6318" y="33"/>
                  <a:pt x="6310" y="35"/>
                  <a:pt x="6297" y="38"/>
                </a:cubicBezTo>
                <a:lnTo>
                  <a:pt x="6311" y="36"/>
                </a:lnTo>
                <a:cubicBezTo>
                  <a:pt x="6339" y="39"/>
                  <a:pt x="6325" y="43"/>
                  <a:pt x="6305" y="46"/>
                </a:cubicBezTo>
                <a:lnTo>
                  <a:pt x="6277" y="42"/>
                </a:lnTo>
                <a:cubicBezTo>
                  <a:pt x="6257" y="46"/>
                  <a:pt x="6239" y="50"/>
                  <a:pt x="6243" y="54"/>
                </a:cubicBezTo>
                <a:cubicBezTo>
                  <a:pt x="6248" y="53"/>
                  <a:pt x="6258" y="53"/>
                  <a:pt x="6269" y="52"/>
                </a:cubicBezTo>
                <a:cubicBezTo>
                  <a:pt x="6264" y="53"/>
                  <a:pt x="6261" y="54"/>
                  <a:pt x="6263" y="55"/>
                </a:cubicBezTo>
                <a:cubicBezTo>
                  <a:pt x="6266" y="56"/>
                  <a:pt x="6274" y="54"/>
                  <a:pt x="6287" y="53"/>
                </a:cubicBezTo>
                <a:lnTo>
                  <a:pt x="6304" y="60"/>
                </a:lnTo>
                <a:lnTo>
                  <a:pt x="6309" y="57"/>
                </a:lnTo>
                <a:lnTo>
                  <a:pt x="6411" y="62"/>
                </a:lnTo>
                <a:cubicBezTo>
                  <a:pt x="6485" y="55"/>
                  <a:pt x="6548" y="44"/>
                  <a:pt x="6665" y="41"/>
                </a:cubicBezTo>
                <a:cubicBezTo>
                  <a:pt x="6636" y="47"/>
                  <a:pt x="6659" y="50"/>
                  <a:pt x="6657" y="56"/>
                </a:cubicBezTo>
                <a:cubicBezTo>
                  <a:pt x="6625" y="50"/>
                  <a:pt x="6567" y="59"/>
                  <a:pt x="6507" y="58"/>
                </a:cubicBezTo>
                <a:cubicBezTo>
                  <a:pt x="6538" y="58"/>
                  <a:pt x="6531" y="61"/>
                  <a:pt x="6523" y="62"/>
                </a:cubicBezTo>
                <a:lnTo>
                  <a:pt x="6631" y="57"/>
                </a:lnTo>
                <a:cubicBezTo>
                  <a:pt x="6628" y="62"/>
                  <a:pt x="6654" y="60"/>
                  <a:pt x="6682" y="63"/>
                </a:cubicBezTo>
                <a:cubicBezTo>
                  <a:pt x="6660" y="52"/>
                  <a:pt x="6762" y="56"/>
                  <a:pt x="6806" y="53"/>
                </a:cubicBezTo>
                <a:cubicBezTo>
                  <a:pt x="6808" y="56"/>
                  <a:pt x="6798" y="60"/>
                  <a:pt x="6744" y="59"/>
                </a:cubicBezTo>
                <a:cubicBezTo>
                  <a:pt x="6803" y="67"/>
                  <a:pt x="6821" y="47"/>
                  <a:pt x="6879" y="54"/>
                </a:cubicBezTo>
                <a:cubicBezTo>
                  <a:pt x="6865" y="54"/>
                  <a:pt x="6858" y="53"/>
                  <a:pt x="6853" y="55"/>
                </a:cubicBezTo>
                <a:cubicBezTo>
                  <a:pt x="6884" y="52"/>
                  <a:pt x="6958" y="55"/>
                  <a:pt x="6941" y="58"/>
                </a:cubicBezTo>
                <a:lnTo>
                  <a:pt x="6928" y="58"/>
                </a:lnTo>
                <a:cubicBezTo>
                  <a:pt x="7014" y="59"/>
                  <a:pt x="7191" y="58"/>
                  <a:pt x="7204" y="50"/>
                </a:cubicBezTo>
                <a:cubicBezTo>
                  <a:pt x="7205" y="51"/>
                  <a:pt x="7193" y="60"/>
                  <a:pt x="7188" y="62"/>
                </a:cubicBezTo>
                <a:lnTo>
                  <a:pt x="7342" y="33"/>
                </a:lnTo>
                <a:cubicBezTo>
                  <a:pt x="7329" y="41"/>
                  <a:pt x="7381" y="58"/>
                  <a:pt x="7309" y="62"/>
                </a:cubicBezTo>
                <a:cubicBezTo>
                  <a:pt x="7330" y="63"/>
                  <a:pt x="7355" y="65"/>
                  <a:pt x="7399" y="62"/>
                </a:cubicBezTo>
                <a:cubicBezTo>
                  <a:pt x="7385" y="61"/>
                  <a:pt x="7364" y="51"/>
                  <a:pt x="7383" y="51"/>
                </a:cubicBezTo>
                <a:cubicBezTo>
                  <a:pt x="7436" y="59"/>
                  <a:pt x="7420" y="55"/>
                  <a:pt x="7485" y="62"/>
                </a:cubicBezTo>
                <a:cubicBezTo>
                  <a:pt x="7463" y="61"/>
                  <a:pt x="7487" y="49"/>
                  <a:pt x="7520" y="50"/>
                </a:cubicBezTo>
                <a:cubicBezTo>
                  <a:pt x="7515" y="51"/>
                  <a:pt x="7523" y="61"/>
                  <a:pt x="7511" y="62"/>
                </a:cubicBezTo>
                <a:lnTo>
                  <a:pt x="7594" y="51"/>
                </a:lnTo>
                <a:cubicBezTo>
                  <a:pt x="7573" y="53"/>
                  <a:pt x="7590" y="61"/>
                  <a:pt x="7609" y="64"/>
                </a:cubicBezTo>
                <a:cubicBezTo>
                  <a:pt x="7600" y="62"/>
                  <a:pt x="7680" y="64"/>
                  <a:pt x="7702" y="63"/>
                </a:cubicBezTo>
                <a:lnTo>
                  <a:pt x="7667" y="61"/>
                </a:lnTo>
                <a:cubicBezTo>
                  <a:pt x="7761" y="63"/>
                  <a:pt x="7760" y="45"/>
                  <a:pt x="7853" y="46"/>
                </a:cubicBezTo>
                <a:cubicBezTo>
                  <a:pt x="7842" y="48"/>
                  <a:pt x="7825" y="60"/>
                  <a:pt x="7872" y="62"/>
                </a:cubicBezTo>
                <a:cubicBezTo>
                  <a:pt x="7894" y="56"/>
                  <a:pt x="7968" y="34"/>
                  <a:pt x="8050" y="29"/>
                </a:cubicBezTo>
                <a:lnTo>
                  <a:pt x="8066" y="33"/>
                </a:lnTo>
                <a:lnTo>
                  <a:pt x="8129" y="29"/>
                </a:lnTo>
                <a:cubicBezTo>
                  <a:pt x="8090" y="38"/>
                  <a:pt x="7980" y="56"/>
                  <a:pt x="7919" y="63"/>
                </a:cubicBezTo>
                <a:cubicBezTo>
                  <a:pt x="7954" y="66"/>
                  <a:pt x="7929" y="67"/>
                  <a:pt x="7982" y="67"/>
                </a:cubicBezTo>
                <a:cubicBezTo>
                  <a:pt x="8000" y="70"/>
                  <a:pt x="7953" y="72"/>
                  <a:pt x="7938" y="72"/>
                </a:cubicBezTo>
                <a:lnTo>
                  <a:pt x="8060" y="74"/>
                </a:lnTo>
                <a:cubicBezTo>
                  <a:pt x="8054" y="67"/>
                  <a:pt x="8153" y="67"/>
                  <a:pt x="8149" y="62"/>
                </a:cubicBezTo>
                <a:lnTo>
                  <a:pt x="8016" y="68"/>
                </a:lnTo>
                <a:cubicBezTo>
                  <a:pt x="8011" y="62"/>
                  <a:pt x="8093" y="49"/>
                  <a:pt x="8179" y="51"/>
                </a:cubicBezTo>
                <a:cubicBezTo>
                  <a:pt x="8201" y="53"/>
                  <a:pt x="8163" y="63"/>
                  <a:pt x="8165" y="65"/>
                </a:cubicBezTo>
                <a:cubicBezTo>
                  <a:pt x="8176" y="63"/>
                  <a:pt x="8247" y="61"/>
                  <a:pt x="8255" y="62"/>
                </a:cubicBezTo>
                <a:lnTo>
                  <a:pt x="8218" y="66"/>
                </a:lnTo>
                <a:cubicBezTo>
                  <a:pt x="8266" y="69"/>
                  <a:pt x="8297" y="57"/>
                  <a:pt x="8355" y="64"/>
                </a:cubicBezTo>
                <a:cubicBezTo>
                  <a:pt x="8375" y="64"/>
                  <a:pt x="8414" y="73"/>
                  <a:pt x="8418" y="69"/>
                </a:cubicBezTo>
                <a:cubicBezTo>
                  <a:pt x="8385" y="61"/>
                  <a:pt x="8379" y="37"/>
                  <a:pt x="8401" y="31"/>
                </a:cubicBezTo>
                <a:cubicBezTo>
                  <a:pt x="8408" y="31"/>
                  <a:pt x="8505" y="38"/>
                  <a:pt x="8528" y="42"/>
                </a:cubicBezTo>
                <a:cubicBezTo>
                  <a:pt x="8561" y="48"/>
                  <a:pt x="8479" y="57"/>
                  <a:pt x="8507" y="62"/>
                </a:cubicBezTo>
                <a:cubicBezTo>
                  <a:pt x="8508" y="60"/>
                  <a:pt x="8526" y="58"/>
                  <a:pt x="8534" y="57"/>
                </a:cubicBezTo>
                <a:cubicBezTo>
                  <a:pt x="8555" y="59"/>
                  <a:pt x="8525" y="63"/>
                  <a:pt x="8571" y="62"/>
                </a:cubicBezTo>
                <a:cubicBezTo>
                  <a:pt x="8578" y="55"/>
                  <a:pt x="8664" y="63"/>
                  <a:pt x="8592" y="56"/>
                </a:cubicBezTo>
                <a:cubicBezTo>
                  <a:pt x="8637" y="55"/>
                  <a:pt x="8640" y="58"/>
                  <a:pt x="8692" y="58"/>
                </a:cubicBezTo>
                <a:cubicBezTo>
                  <a:pt x="8675" y="53"/>
                  <a:pt x="8739" y="43"/>
                  <a:pt x="8784" y="41"/>
                </a:cubicBezTo>
                <a:cubicBezTo>
                  <a:pt x="8781" y="42"/>
                  <a:pt x="8791" y="45"/>
                  <a:pt x="8796" y="46"/>
                </a:cubicBezTo>
                <a:cubicBezTo>
                  <a:pt x="8888" y="47"/>
                  <a:pt x="8937" y="50"/>
                  <a:pt x="9022" y="50"/>
                </a:cubicBezTo>
                <a:cubicBezTo>
                  <a:pt x="9030" y="52"/>
                  <a:pt x="9071" y="54"/>
                  <a:pt x="9054" y="57"/>
                </a:cubicBezTo>
                <a:cubicBezTo>
                  <a:pt x="9066" y="56"/>
                  <a:pt x="9077" y="53"/>
                  <a:pt x="9103" y="53"/>
                </a:cubicBezTo>
                <a:cubicBezTo>
                  <a:pt x="9154" y="59"/>
                  <a:pt x="9045" y="54"/>
                  <a:pt x="9084" y="61"/>
                </a:cubicBezTo>
                <a:cubicBezTo>
                  <a:pt x="9087" y="57"/>
                  <a:pt x="9152" y="56"/>
                  <a:pt x="9189" y="53"/>
                </a:cubicBezTo>
                <a:cubicBezTo>
                  <a:pt x="9178" y="47"/>
                  <a:pt x="9103" y="52"/>
                  <a:pt x="9065" y="54"/>
                </a:cubicBezTo>
                <a:cubicBezTo>
                  <a:pt x="9065" y="46"/>
                  <a:pt x="9130" y="37"/>
                  <a:pt x="9219" y="33"/>
                </a:cubicBezTo>
                <a:cubicBezTo>
                  <a:pt x="9290" y="31"/>
                  <a:pt x="9250" y="39"/>
                  <a:pt x="9262" y="38"/>
                </a:cubicBezTo>
                <a:cubicBezTo>
                  <a:pt x="9395" y="39"/>
                  <a:pt x="9376" y="23"/>
                  <a:pt x="9486" y="29"/>
                </a:cubicBezTo>
                <a:cubicBezTo>
                  <a:pt x="9530" y="35"/>
                  <a:pt x="9488" y="40"/>
                  <a:pt x="9498" y="44"/>
                </a:cubicBezTo>
                <a:cubicBezTo>
                  <a:pt x="9440" y="46"/>
                  <a:pt x="9409" y="40"/>
                  <a:pt x="9370" y="40"/>
                </a:cubicBezTo>
                <a:lnTo>
                  <a:pt x="9418" y="43"/>
                </a:lnTo>
                <a:cubicBezTo>
                  <a:pt x="9400" y="45"/>
                  <a:pt x="9361" y="46"/>
                  <a:pt x="9340" y="45"/>
                </a:cubicBezTo>
                <a:cubicBezTo>
                  <a:pt x="9377" y="50"/>
                  <a:pt x="9565" y="46"/>
                  <a:pt x="9668" y="51"/>
                </a:cubicBezTo>
                <a:cubicBezTo>
                  <a:pt x="9686" y="49"/>
                  <a:pt x="9718" y="47"/>
                  <a:pt x="9703" y="45"/>
                </a:cubicBezTo>
                <a:lnTo>
                  <a:pt x="9670" y="45"/>
                </a:lnTo>
                <a:cubicBezTo>
                  <a:pt x="9640" y="41"/>
                  <a:pt x="9732" y="39"/>
                  <a:pt x="9690" y="37"/>
                </a:cubicBezTo>
                <a:cubicBezTo>
                  <a:pt x="9734" y="34"/>
                  <a:pt x="9783" y="29"/>
                  <a:pt x="9844" y="32"/>
                </a:cubicBezTo>
                <a:lnTo>
                  <a:pt x="9856" y="38"/>
                </a:lnTo>
                <a:cubicBezTo>
                  <a:pt x="9854" y="36"/>
                  <a:pt x="9816" y="35"/>
                  <a:pt x="9798" y="36"/>
                </a:cubicBezTo>
                <a:cubicBezTo>
                  <a:pt x="9824" y="34"/>
                  <a:pt x="9892" y="45"/>
                  <a:pt x="9920" y="37"/>
                </a:cubicBezTo>
                <a:lnTo>
                  <a:pt x="9877" y="32"/>
                </a:lnTo>
                <a:cubicBezTo>
                  <a:pt x="9921" y="29"/>
                  <a:pt x="9975" y="23"/>
                  <a:pt x="10030" y="25"/>
                </a:cubicBezTo>
                <a:cubicBezTo>
                  <a:pt x="10005" y="19"/>
                  <a:pt x="10017" y="26"/>
                  <a:pt x="9979" y="18"/>
                </a:cubicBezTo>
                <a:cubicBezTo>
                  <a:pt x="10012" y="27"/>
                  <a:pt x="9839" y="18"/>
                  <a:pt x="9893" y="27"/>
                </a:cubicBezTo>
                <a:cubicBezTo>
                  <a:pt x="9854" y="19"/>
                  <a:pt x="9825" y="24"/>
                  <a:pt x="9773" y="16"/>
                </a:cubicBezTo>
                <a:cubicBezTo>
                  <a:pt x="9774" y="18"/>
                  <a:pt x="9791" y="20"/>
                  <a:pt x="9746" y="19"/>
                </a:cubicBezTo>
                <a:cubicBezTo>
                  <a:pt x="9743" y="20"/>
                  <a:pt x="9739" y="21"/>
                  <a:pt x="9735" y="21"/>
                </a:cubicBezTo>
                <a:lnTo>
                  <a:pt x="9732" y="21"/>
                </a:lnTo>
                <a:lnTo>
                  <a:pt x="9735" y="21"/>
                </a:lnTo>
                <a:cubicBezTo>
                  <a:pt x="9733" y="21"/>
                  <a:pt x="9733" y="22"/>
                  <a:pt x="9736" y="21"/>
                </a:cubicBezTo>
                <a:cubicBezTo>
                  <a:pt x="9747" y="22"/>
                  <a:pt x="9756" y="23"/>
                  <a:pt x="9759" y="24"/>
                </a:cubicBezTo>
                <a:cubicBezTo>
                  <a:pt x="9736" y="29"/>
                  <a:pt x="9664" y="29"/>
                  <a:pt x="9639" y="31"/>
                </a:cubicBezTo>
                <a:cubicBezTo>
                  <a:pt x="9612" y="30"/>
                  <a:pt x="9651" y="29"/>
                  <a:pt x="9636" y="27"/>
                </a:cubicBezTo>
                <a:lnTo>
                  <a:pt x="9599" y="30"/>
                </a:lnTo>
                <a:cubicBezTo>
                  <a:pt x="9596" y="26"/>
                  <a:pt x="9527" y="23"/>
                  <a:pt x="9591" y="20"/>
                </a:cubicBezTo>
                <a:lnTo>
                  <a:pt x="9534" y="20"/>
                </a:lnTo>
                <a:cubicBezTo>
                  <a:pt x="9500" y="17"/>
                  <a:pt x="9453" y="16"/>
                  <a:pt x="9425" y="18"/>
                </a:cubicBezTo>
                <a:cubicBezTo>
                  <a:pt x="9398" y="17"/>
                  <a:pt x="9356" y="23"/>
                  <a:pt x="9380" y="19"/>
                </a:cubicBezTo>
                <a:lnTo>
                  <a:pt x="9290" y="22"/>
                </a:lnTo>
                <a:lnTo>
                  <a:pt x="9289" y="21"/>
                </a:lnTo>
                <a:cubicBezTo>
                  <a:pt x="9200" y="20"/>
                  <a:pt x="9106" y="28"/>
                  <a:pt x="9004" y="20"/>
                </a:cubicBezTo>
                <a:cubicBezTo>
                  <a:pt x="8974" y="21"/>
                  <a:pt x="8944" y="22"/>
                  <a:pt x="8893" y="21"/>
                </a:cubicBezTo>
                <a:lnTo>
                  <a:pt x="8884" y="17"/>
                </a:lnTo>
                <a:cubicBezTo>
                  <a:pt x="8845" y="18"/>
                  <a:pt x="8768" y="13"/>
                  <a:pt x="8752" y="17"/>
                </a:cubicBezTo>
                <a:cubicBezTo>
                  <a:pt x="8710" y="7"/>
                  <a:pt x="8565" y="14"/>
                  <a:pt x="8498" y="12"/>
                </a:cubicBezTo>
                <a:lnTo>
                  <a:pt x="8495" y="17"/>
                </a:lnTo>
                <a:cubicBezTo>
                  <a:pt x="8449" y="17"/>
                  <a:pt x="8404" y="18"/>
                  <a:pt x="8346" y="20"/>
                </a:cubicBezTo>
                <a:lnTo>
                  <a:pt x="8350" y="25"/>
                </a:lnTo>
                <a:cubicBezTo>
                  <a:pt x="8300" y="28"/>
                  <a:pt x="8222" y="21"/>
                  <a:pt x="8143" y="22"/>
                </a:cubicBezTo>
                <a:cubicBezTo>
                  <a:pt x="8149" y="20"/>
                  <a:pt x="8169" y="20"/>
                  <a:pt x="8183" y="21"/>
                </a:cubicBezTo>
                <a:cubicBezTo>
                  <a:pt x="8089" y="11"/>
                  <a:pt x="7984" y="28"/>
                  <a:pt x="7899" y="21"/>
                </a:cubicBezTo>
                <a:cubicBezTo>
                  <a:pt x="7878" y="22"/>
                  <a:pt x="7862" y="22"/>
                  <a:pt x="7848" y="21"/>
                </a:cubicBezTo>
                <a:cubicBezTo>
                  <a:pt x="7850" y="21"/>
                  <a:pt x="7851" y="21"/>
                  <a:pt x="7853" y="20"/>
                </a:cubicBezTo>
                <a:lnTo>
                  <a:pt x="7844" y="20"/>
                </a:lnTo>
                <a:lnTo>
                  <a:pt x="7815" y="18"/>
                </a:lnTo>
                <a:cubicBezTo>
                  <a:pt x="7823" y="19"/>
                  <a:pt x="7832" y="20"/>
                  <a:pt x="7839" y="20"/>
                </a:cubicBezTo>
                <a:cubicBezTo>
                  <a:pt x="7823" y="20"/>
                  <a:pt x="7798" y="21"/>
                  <a:pt x="7774" y="22"/>
                </a:cubicBezTo>
                <a:lnTo>
                  <a:pt x="7763" y="17"/>
                </a:lnTo>
                <a:lnTo>
                  <a:pt x="7758" y="17"/>
                </a:lnTo>
                <a:cubicBezTo>
                  <a:pt x="7734" y="15"/>
                  <a:pt x="7739" y="19"/>
                  <a:pt x="7751" y="23"/>
                </a:cubicBezTo>
                <a:cubicBezTo>
                  <a:pt x="7739" y="24"/>
                  <a:pt x="7728" y="25"/>
                  <a:pt x="7719" y="26"/>
                </a:cubicBezTo>
                <a:cubicBezTo>
                  <a:pt x="7700" y="18"/>
                  <a:pt x="7655" y="29"/>
                  <a:pt x="7629" y="20"/>
                </a:cubicBezTo>
                <a:cubicBezTo>
                  <a:pt x="7612" y="24"/>
                  <a:pt x="7506" y="23"/>
                  <a:pt x="7493" y="32"/>
                </a:cubicBezTo>
                <a:cubicBezTo>
                  <a:pt x="7492" y="30"/>
                  <a:pt x="7485" y="30"/>
                  <a:pt x="7498" y="30"/>
                </a:cubicBezTo>
                <a:cubicBezTo>
                  <a:pt x="7471" y="29"/>
                  <a:pt x="7444" y="28"/>
                  <a:pt x="7420" y="30"/>
                </a:cubicBezTo>
                <a:lnTo>
                  <a:pt x="7408" y="24"/>
                </a:lnTo>
                <a:lnTo>
                  <a:pt x="7349" y="32"/>
                </a:lnTo>
                <a:cubicBezTo>
                  <a:pt x="7313" y="28"/>
                  <a:pt x="7298" y="26"/>
                  <a:pt x="7334" y="21"/>
                </a:cubicBezTo>
                <a:cubicBezTo>
                  <a:pt x="7247" y="28"/>
                  <a:pt x="7263" y="24"/>
                  <a:pt x="7190" y="31"/>
                </a:cubicBezTo>
                <a:lnTo>
                  <a:pt x="7194" y="27"/>
                </a:lnTo>
                <a:cubicBezTo>
                  <a:pt x="7167" y="27"/>
                  <a:pt x="7125" y="32"/>
                  <a:pt x="7109" y="29"/>
                </a:cubicBezTo>
                <a:cubicBezTo>
                  <a:pt x="7051" y="21"/>
                  <a:pt x="6819" y="27"/>
                  <a:pt x="6668" y="20"/>
                </a:cubicBezTo>
                <a:cubicBezTo>
                  <a:pt x="6697" y="32"/>
                  <a:pt x="6598" y="14"/>
                  <a:pt x="6592" y="24"/>
                </a:cubicBezTo>
                <a:cubicBezTo>
                  <a:pt x="6583" y="21"/>
                  <a:pt x="6562" y="19"/>
                  <a:pt x="6586" y="17"/>
                </a:cubicBezTo>
                <a:cubicBezTo>
                  <a:pt x="6509" y="19"/>
                  <a:pt x="6471" y="12"/>
                  <a:pt x="6418" y="20"/>
                </a:cubicBezTo>
                <a:cubicBezTo>
                  <a:pt x="6409" y="17"/>
                  <a:pt x="6434" y="16"/>
                  <a:pt x="6426" y="14"/>
                </a:cubicBezTo>
                <a:cubicBezTo>
                  <a:pt x="6420" y="14"/>
                  <a:pt x="6402" y="16"/>
                  <a:pt x="6394" y="15"/>
                </a:cubicBezTo>
                <a:cubicBezTo>
                  <a:pt x="6386" y="13"/>
                  <a:pt x="6405" y="12"/>
                  <a:pt x="6417" y="11"/>
                </a:cubicBezTo>
                <a:cubicBezTo>
                  <a:pt x="6339" y="11"/>
                  <a:pt x="6331" y="20"/>
                  <a:pt x="6325" y="28"/>
                </a:cubicBezTo>
                <a:cubicBezTo>
                  <a:pt x="6285" y="24"/>
                  <a:pt x="6265" y="25"/>
                  <a:pt x="6236" y="30"/>
                </a:cubicBezTo>
                <a:cubicBezTo>
                  <a:pt x="6223" y="27"/>
                  <a:pt x="6199" y="24"/>
                  <a:pt x="6248" y="24"/>
                </a:cubicBezTo>
                <a:cubicBezTo>
                  <a:pt x="6221" y="23"/>
                  <a:pt x="6080" y="19"/>
                  <a:pt x="6078" y="26"/>
                </a:cubicBezTo>
                <a:cubicBezTo>
                  <a:pt x="6069" y="24"/>
                  <a:pt x="6039" y="25"/>
                  <a:pt x="6032" y="26"/>
                </a:cubicBezTo>
                <a:cubicBezTo>
                  <a:pt x="5970" y="25"/>
                  <a:pt x="5965" y="25"/>
                  <a:pt x="5904" y="25"/>
                </a:cubicBezTo>
                <a:lnTo>
                  <a:pt x="5921" y="26"/>
                </a:lnTo>
                <a:cubicBezTo>
                  <a:pt x="5897" y="34"/>
                  <a:pt x="5871" y="28"/>
                  <a:pt x="5822" y="29"/>
                </a:cubicBezTo>
                <a:lnTo>
                  <a:pt x="5823" y="28"/>
                </a:lnTo>
                <a:cubicBezTo>
                  <a:pt x="5711" y="22"/>
                  <a:pt x="5775" y="31"/>
                  <a:pt x="5665" y="24"/>
                </a:cubicBezTo>
                <a:lnTo>
                  <a:pt x="5671" y="29"/>
                </a:lnTo>
                <a:cubicBezTo>
                  <a:pt x="5660" y="39"/>
                  <a:pt x="5573" y="22"/>
                  <a:pt x="5509" y="26"/>
                </a:cubicBezTo>
                <a:lnTo>
                  <a:pt x="5532" y="29"/>
                </a:lnTo>
                <a:cubicBezTo>
                  <a:pt x="5497" y="33"/>
                  <a:pt x="5434" y="15"/>
                  <a:pt x="5399" y="13"/>
                </a:cubicBezTo>
                <a:cubicBezTo>
                  <a:pt x="5391" y="12"/>
                  <a:pt x="5411" y="12"/>
                  <a:pt x="5422" y="11"/>
                </a:cubicBezTo>
                <a:cubicBezTo>
                  <a:pt x="5330" y="6"/>
                  <a:pt x="5410" y="17"/>
                  <a:pt x="5341" y="19"/>
                </a:cubicBezTo>
                <a:cubicBezTo>
                  <a:pt x="5328" y="15"/>
                  <a:pt x="5357" y="10"/>
                  <a:pt x="5311" y="9"/>
                </a:cubicBezTo>
                <a:cubicBezTo>
                  <a:pt x="5288" y="7"/>
                  <a:pt x="5177" y="20"/>
                  <a:pt x="5114" y="13"/>
                </a:cubicBezTo>
                <a:cubicBezTo>
                  <a:pt x="5128" y="16"/>
                  <a:pt x="5142" y="19"/>
                  <a:pt x="5110" y="21"/>
                </a:cubicBezTo>
                <a:cubicBezTo>
                  <a:pt x="5061" y="21"/>
                  <a:pt x="4978" y="10"/>
                  <a:pt x="4934" y="19"/>
                </a:cubicBezTo>
                <a:cubicBezTo>
                  <a:pt x="4928" y="18"/>
                  <a:pt x="4925" y="17"/>
                  <a:pt x="4925" y="16"/>
                </a:cubicBezTo>
                <a:cubicBezTo>
                  <a:pt x="4888" y="19"/>
                  <a:pt x="4804" y="20"/>
                  <a:pt x="4781" y="24"/>
                </a:cubicBezTo>
                <a:cubicBezTo>
                  <a:pt x="4747" y="8"/>
                  <a:pt x="4549" y="32"/>
                  <a:pt x="4550" y="16"/>
                </a:cubicBezTo>
                <a:lnTo>
                  <a:pt x="4435" y="17"/>
                </a:lnTo>
                <a:lnTo>
                  <a:pt x="4438" y="15"/>
                </a:lnTo>
                <a:cubicBezTo>
                  <a:pt x="4365" y="14"/>
                  <a:pt x="4339" y="18"/>
                  <a:pt x="4313" y="22"/>
                </a:cubicBezTo>
                <a:cubicBezTo>
                  <a:pt x="4296" y="20"/>
                  <a:pt x="4309" y="19"/>
                  <a:pt x="4310" y="18"/>
                </a:cubicBezTo>
                <a:cubicBezTo>
                  <a:pt x="4203" y="15"/>
                  <a:pt x="4192" y="15"/>
                  <a:pt x="4102" y="23"/>
                </a:cubicBezTo>
                <a:lnTo>
                  <a:pt x="4093" y="18"/>
                </a:lnTo>
                <a:cubicBezTo>
                  <a:pt x="4068" y="21"/>
                  <a:pt x="3938" y="10"/>
                  <a:pt x="3833" y="15"/>
                </a:cubicBezTo>
                <a:cubicBezTo>
                  <a:pt x="3834" y="15"/>
                  <a:pt x="3836" y="14"/>
                  <a:pt x="3844" y="13"/>
                </a:cubicBezTo>
                <a:cubicBezTo>
                  <a:pt x="3726" y="19"/>
                  <a:pt x="3561" y="0"/>
                  <a:pt x="3518" y="17"/>
                </a:cubicBezTo>
                <a:lnTo>
                  <a:pt x="3439" y="21"/>
                </a:lnTo>
                <a:cubicBezTo>
                  <a:pt x="3540" y="23"/>
                  <a:pt x="3424" y="29"/>
                  <a:pt x="3466" y="32"/>
                </a:cubicBezTo>
                <a:cubicBezTo>
                  <a:pt x="3426" y="33"/>
                  <a:pt x="3363" y="27"/>
                  <a:pt x="3412" y="26"/>
                </a:cubicBezTo>
                <a:lnTo>
                  <a:pt x="3420" y="27"/>
                </a:lnTo>
                <a:cubicBezTo>
                  <a:pt x="3438" y="17"/>
                  <a:pt x="3294" y="23"/>
                  <a:pt x="3297" y="16"/>
                </a:cubicBezTo>
                <a:cubicBezTo>
                  <a:pt x="3098" y="17"/>
                  <a:pt x="2904" y="11"/>
                  <a:pt x="2718" y="10"/>
                </a:cubicBezTo>
                <a:lnTo>
                  <a:pt x="2740" y="18"/>
                </a:lnTo>
                <a:lnTo>
                  <a:pt x="2675" y="17"/>
                </a:lnTo>
                <a:cubicBezTo>
                  <a:pt x="2658" y="15"/>
                  <a:pt x="2652" y="11"/>
                  <a:pt x="2698" y="12"/>
                </a:cubicBezTo>
                <a:cubicBezTo>
                  <a:pt x="2674" y="8"/>
                  <a:pt x="2620" y="15"/>
                  <a:pt x="2619" y="17"/>
                </a:cubicBezTo>
                <a:cubicBezTo>
                  <a:pt x="2528" y="14"/>
                  <a:pt x="2655" y="9"/>
                  <a:pt x="2627" y="9"/>
                </a:cubicBezTo>
                <a:lnTo>
                  <a:pt x="2589" y="9"/>
                </a:lnTo>
                <a:lnTo>
                  <a:pt x="2597" y="9"/>
                </a:lnTo>
                <a:cubicBezTo>
                  <a:pt x="2567" y="12"/>
                  <a:pt x="2564" y="15"/>
                  <a:pt x="2508" y="15"/>
                </a:cubicBezTo>
                <a:cubicBezTo>
                  <a:pt x="2473" y="13"/>
                  <a:pt x="2490" y="10"/>
                  <a:pt x="2476" y="10"/>
                </a:cubicBezTo>
                <a:cubicBezTo>
                  <a:pt x="2477" y="10"/>
                  <a:pt x="2472" y="9"/>
                  <a:pt x="2455" y="10"/>
                </a:cubicBezTo>
                <a:lnTo>
                  <a:pt x="2373" y="9"/>
                </a:lnTo>
                <a:lnTo>
                  <a:pt x="2406" y="15"/>
                </a:lnTo>
                <a:cubicBezTo>
                  <a:pt x="2370" y="18"/>
                  <a:pt x="2329" y="15"/>
                  <a:pt x="2367" y="21"/>
                </a:cubicBezTo>
                <a:cubicBezTo>
                  <a:pt x="2311" y="11"/>
                  <a:pt x="2062" y="17"/>
                  <a:pt x="2028" y="14"/>
                </a:cubicBezTo>
                <a:cubicBezTo>
                  <a:pt x="1977" y="18"/>
                  <a:pt x="1927" y="18"/>
                  <a:pt x="1864" y="17"/>
                </a:cubicBezTo>
                <a:cubicBezTo>
                  <a:pt x="1880" y="19"/>
                  <a:pt x="1889" y="25"/>
                  <a:pt x="1836" y="24"/>
                </a:cubicBezTo>
                <a:cubicBezTo>
                  <a:pt x="1855" y="11"/>
                  <a:pt x="1737" y="18"/>
                  <a:pt x="1694" y="9"/>
                </a:cubicBezTo>
                <a:cubicBezTo>
                  <a:pt x="1733" y="15"/>
                  <a:pt x="1542" y="10"/>
                  <a:pt x="1603" y="19"/>
                </a:cubicBezTo>
                <a:cubicBezTo>
                  <a:pt x="1558" y="18"/>
                  <a:pt x="1600" y="14"/>
                  <a:pt x="1566" y="11"/>
                </a:cubicBezTo>
                <a:cubicBezTo>
                  <a:pt x="1460" y="16"/>
                  <a:pt x="1331" y="8"/>
                  <a:pt x="1200" y="9"/>
                </a:cubicBezTo>
                <a:cubicBezTo>
                  <a:pt x="1198" y="11"/>
                  <a:pt x="1220" y="13"/>
                  <a:pt x="1192" y="16"/>
                </a:cubicBezTo>
                <a:lnTo>
                  <a:pt x="1122" y="8"/>
                </a:lnTo>
                <a:cubicBezTo>
                  <a:pt x="1096" y="9"/>
                  <a:pt x="1098" y="17"/>
                  <a:pt x="1051" y="11"/>
                </a:cubicBezTo>
                <a:cubicBezTo>
                  <a:pt x="1058" y="13"/>
                  <a:pt x="1068" y="15"/>
                  <a:pt x="1050" y="15"/>
                </a:cubicBezTo>
                <a:cubicBezTo>
                  <a:pt x="792" y="7"/>
                  <a:pt x="524" y="22"/>
                  <a:pt x="262" y="7"/>
                </a:cubicBezTo>
                <a:cubicBezTo>
                  <a:pt x="297" y="9"/>
                  <a:pt x="274" y="10"/>
                  <a:pt x="247" y="10"/>
                </a:cubicBezTo>
                <a:cubicBezTo>
                  <a:pt x="264" y="11"/>
                  <a:pt x="246" y="14"/>
                  <a:pt x="250" y="17"/>
                </a:cubicBezTo>
                <a:lnTo>
                  <a:pt x="140" y="10"/>
                </a:lnTo>
                <a:cubicBezTo>
                  <a:pt x="120" y="17"/>
                  <a:pt x="23" y="10"/>
                  <a:pt x="11" y="17"/>
                </a:cubicBezTo>
                <a:lnTo>
                  <a:pt x="46" y="15"/>
                </a:lnTo>
                <a:cubicBezTo>
                  <a:pt x="0" y="23"/>
                  <a:pt x="111" y="32"/>
                  <a:pt x="104" y="42"/>
                </a:cubicBezTo>
                <a:cubicBezTo>
                  <a:pt x="156" y="33"/>
                  <a:pt x="240" y="55"/>
                  <a:pt x="325" y="43"/>
                </a:cubicBezTo>
                <a:cubicBezTo>
                  <a:pt x="344" y="45"/>
                  <a:pt x="309" y="46"/>
                  <a:pt x="319" y="48"/>
                </a:cubicBezTo>
                <a:cubicBezTo>
                  <a:pt x="340" y="44"/>
                  <a:pt x="366" y="43"/>
                  <a:pt x="414" y="45"/>
                </a:cubicBezTo>
                <a:lnTo>
                  <a:pt x="409" y="46"/>
                </a:lnTo>
                <a:cubicBezTo>
                  <a:pt x="544" y="45"/>
                  <a:pt x="602" y="49"/>
                  <a:pt x="754" y="52"/>
                </a:cubicBezTo>
                <a:lnTo>
                  <a:pt x="742" y="47"/>
                </a:lnTo>
                <a:cubicBezTo>
                  <a:pt x="775" y="48"/>
                  <a:pt x="782" y="49"/>
                  <a:pt x="797" y="50"/>
                </a:cubicBezTo>
                <a:cubicBezTo>
                  <a:pt x="835" y="43"/>
                  <a:pt x="706" y="50"/>
                  <a:pt x="740" y="42"/>
                </a:cubicBezTo>
                <a:cubicBezTo>
                  <a:pt x="783" y="52"/>
                  <a:pt x="970" y="42"/>
                  <a:pt x="999" y="53"/>
                </a:cubicBezTo>
                <a:cubicBezTo>
                  <a:pt x="1049" y="54"/>
                  <a:pt x="984" y="48"/>
                  <a:pt x="1034" y="48"/>
                </a:cubicBezTo>
                <a:lnTo>
                  <a:pt x="1048" y="51"/>
                </a:lnTo>
                <a:lnTo>
                  <a:pt x="1060" y="47"/>
                </a:lnTo>
                <a:cubicBezTo>
                  <a:pt x="1093" y="48"/>
                  <a:pt x="1110" y="52"/>
                  <a:pt x="1111" y="54"/>
                </a:cubicBezTo>
                <a:cubicBezTo>
                  <a:pt x="1103" y="54"/>
                  <a:pt x="1088" y="55"/>
                  <a:pt x="1080" y="55"/>
                </a:cubicBezTo>
                <a:cubicBezTo>
                  <a:pt x="1122" y="59"/>
                  <a:pt x="1200" y="54"/>
                  <a:pt x="1215" y="55"/>
                </a:cubicBezTo>
                <a:lnTo>
                  <a:pt x="1166" y="53"/>
                </a:lnTo>
                <a:cubicBezTo>
                  <a:pt x="1303" y="50"/>
                  <a:pt x="1470" y="55"/>
                  <a:pt x="1603" y="49"/>
                </a:cubicBezTo>
                <a:lnTo>
                  <a:pt x="1593" y="46"/>
                </a:lnTo>
                <a:cubicBezTo>
                  <a:pt x="1694" y="42"/>
                  <a:pt x="1674" y="49"/>
                  <a:pt x="1784" y="47"/>
                </a:cubicBezTo>
                <a:lnTo>
                  <a:pt x="1780" y="48"/>
                </a:lnTo>
                <a:cubicBezTo>
                  <a:pt x="1803" y="45"/>
                  <a:pt x="1832" y="44"/>
                  <a:pt x="1863" y="45"/>
                </a:cubicBezTo>
                <a:cubicBezTo>
                  <a:pt x="1835" y="47"/>
                  <a:pt x="1915" y="50"/>
                  <a:pt x="1879" y="53"/>
                </a:cubicBezTo>
                <a:cubicBezTo>
                  <a:pt x="1988" y="48"/>
                  <a:pt x="1933" y="49"/>
                  <a:pt x="2005" y="41"/>
                </a:cubicBezTo>
                <a:lnTo>
                  <a:pt x="2022" y="45"/>
                </a:lnTo>
                <a:cubicBezTo>
                  <a:pt x="2046" y="41"/>
                  <a:pt x="2048" y="40"/>
                  <a:pt x="2104" y="39"/>
                </a:cubicBezTo>
                <a:cubicBezTo>
                  <a:pt x="2058" y="42"/>
                  <a:pt x="2139" y="44"/>
                  <a:pt x="2088" y="49"/>
                </a:cubicBezTo>
                <a:cubicBezTo>
                  <a:pt x="2205" y="57"/>
                  <a:pt x="2261" y="41"/>
                  <a:pt x="2314" y="53"/>
                </a:cubicBezTo>
                <a:cubicBezTo>
                  <a:pt x="2368" y="42"/>
                  <a:pt x="2214" y="47"/>
                  <a:pt x="2244" y="45"/>
                </a:cubicBezTo>
                <a:cubicBezTo>
                  <a:pt x="2219" y="41"/>
                  <a:pt x="2288" y="37"/>
                  <a:pt x="2324" y="38"/>
                </a:cubicBezTo>
                <a:cubicBezTo>
                  <a:pt x="2361" y="38"/>
                  <a:pt x="2387" y="51"/>
                  <a:pt x="2481" y="51"/>
                </a:cubicBezTo>
                <a:cubicBezTo>
                  <a:pt x="2471" y="51"/>
                  <a:pt x="2471" y="52"/>
                  <a:pt x="2461" y="52"/>
                </a:cubicBezTo>
                <a:cubicBezTo>
                  <a:pt x="2496" y="55"/>
                  <a:pt x="2530" y="48"/>
                  <a:pt x="2573" y="53"/>
                </a:cubicBezTo>
                <a:cubicBezTo>
                  <a:pt x="2597" y="47"/>
                  <a:pt x="2628" y="53"/>
                  <a:pt x="2635" y="45"/>
                </a:cubicBezTo>
                <a:lnTo>
                  <a:pt x="2550" y="47"/>
                </a:lnTo>
                <a:cubicBezTo>
                  <a:pt x="2598" y="45"/>
                  <a:pt x="2644" y="36"/>
                  <a:pt x="2724" y="40"/>
                </a:cubicBezTo>
                <a:cubicBezTo>
                  <a:pt x="2718" y="42"/>
                  <a:pt x="2694" y="44"/>
                  <a:pt x="2677" y="45"/>
                </a:cubicBezTo>
                <a:cubicBezTo>
                  <a:pt x="2701" y="48"/>
                  <a:pt x="2722" y="44"/>
                  <a:pt x="2747" y="46"/>
                </a:cubicBezTo>
                <a:cubicBezTo>
                  <a:pt x="2740" y="54"/>
                  <a:pt x="2643" y="48"/>
                  <a:pt x="2591" y="54"/>
                </a:cubicBezTo>
                <a:cubicBezTo>
                  <a:pt x="2616" y="57"/>
                  <a:pt x="2689" y="48"/>
                  <a:pt x="2663" y="57"/>
                </a:cubicBezTo>
                <a:cubicBezTo>
                  <a:pt x="2700" y="46"/>
                  <a:pt x="2755" y="58"/>
                  <a:pt x="2818" y="50"/>
                </a:cubicBezTo>
                <a:lnTo>
                  <a:pt x="2814" y="55"/>
                </a:lnTo>
                <a:cubicBezTo>
                  <a:pt x="2824" y="54"/>
                  <a:pt x="2845" y="52"/>
                  <a:pt x="2863" y="52"/>
                </a:cubicBezTo>
                <a:lnTo>
                  <a:pt x="2830" y="58"/>
                </a:lnTo>
                <a:cubicBezTo>
                  <a:pt x="2881" y="53"/>
                  <a:pt x="2928" y="63"/>
                  <a:pt x="2977" y="60"/>
                </a:cubicBezTo>
                <a:cubicBezTo>
                  <a:pt x="2875" y="60"/>
                  <a:pt x="2954" y="54"/>
                  <a:pt x="2911" y="51"/>
                </a:cubicBezTo>
                <a:cubicBezTo>
                  <a:pt x="3038" y="45"/>
                  <a:pt x="2984" y="64"/>
                  <a:pt x="3126" y="62"/>
                </a:cubicBezTo>
                <a:cubicBezTo>
                  <a:pt x="3107" y="62"/>
                  <a:pt x="3054" y="58"/>
                  <a:pt x="3084" y="56"/>
                </a:cubicBezTo>
                <a:cubicBezTo>
                  <a:pt x="3111" y="57"/>
                  <a:pt x="3146" y="59"/>
                  <a:pt x="3163" y="62"/>
                </a:cubicBezTo>
                <a:cubicBezTo>
                  <a:pt x="3257" y="61"/>
                  <a:pt x="3149" y="57"/>
                  <a:pt x="3189" y="54"/>
                </a:cubicBezTo>
                <a:cubicBezTo>
                  <a:pt x="3221" y="60"/>
                  <a:pt x="3235" y="52"/>
                  <a:pt x="3276" y="50"/>
                </a:cubicBezTo>
                <a:lnTo>
                  <a:pt x="3276" y="55"/>
                </a:lnTo>
                <a:cubicBezTo>
                  <a:pt x="3384" y="58"/>
                  <a:pt x="3305" y="45"/>
                  <a:pt x="3401" y="49"/>
                </a:cubicBezTo>
                <a:lnTo>
                  <a:pt x="3361" y="55"/>
                </a:lnTo>
                <a:lnTo>
                  <a:pt x="3411" y="54"/>
                </a:lnTo>
                <a:lnTo>
                  <a:pt x="3400" y="59"/>
                </a:lnTo>
                <a:cubicBezTo>
                  <a:pt x="3455" y="55"/>
                  <a:pt x="3472" y="56"/>
                  <a:pt x="3526" y="58"/>
                </a:cubicBezTo>
                <a:cubicBezTo>
                  <a:pt x="3513" y="54"/>
                  <a:pt x="3533" y="49"/>
                  <a:pt x="3580" y="49"/>
                </a:cubicBezTo>
                <a:cubicBezTo>
                  <a:pt x="3613" y="52"/>
                  <a:pt x="3562" y="54"/>
                  <a:pt x="3630" y="53"/>
                </a:cubicBezTo>
                <a:cubicBezTo>
                  <a:pt x="3614" y="56"/>
                  <a:pt x="3598" y="60"/>
                  <a:pt x="3568" y="55"/>
                </a:cubicBezTo>
                <a:cubicBezTo>
                  <a:pt x="3565" y="57"/>
                  <a:pt x="3553" y="58"/>
                  <a:pt x="3550" y="60"/>
                </a:cubicBezTo>
                <a:cubicBezTo>
                  <a:pt x="3585" y="63"/>
                  <a:pt x="3638" y="61"/>
                  <a:pt x="3662" y="61"/>
                </a:cubicBezTo>
                <a:cubicBezTo>
                  <a:pt x="3653" y="61"/>
                  <a:pt x="3642" y="60"/>
                  <a:pt x="3636" y="60"/>
                </a:cubicBezTo>
                <a:lnTo>
                  <a:pt x="3734" y="53"/>
                </a:lnTo>
                <a:cubicBezTo>
                  <a:pt x="3749" y="55"/>
                  <a:pt x="3737" y="56"/>
                  <a:pt x="3725" y="58"/>
                </a:cubicBezTo>
                <a:cubicBezTo>
                  <a:pt x="3744" y="57"/>
                  <a:pt x="3758" y="55"/>
                  <a:pt x="3787" y="55"/>
                </a:cubicBezTo>
                <a:cubicBezTo>
                  <a:pt x="3780" y="59"/>
                  <a:pt x="3781" y="63"/>
                  <a:pt x="3740" y="65"/>
                </a:cubicBezTo>
                <a:lnTo>
                  <a:pt x="3833" y="60"/>
                </a:lnTo>
                <a:cubicBezTo>
                  <a:pt x="3839" y="62"/>
                  <a:pt x="3881" y="65"/>
                  <a:pt x="3869" y="67"/>
                </a:cubicBezTo>
                <a:cubicBezTo>
                  <a:pt x="3920" y="69"/>
                  <a:pt x="3995" y="59"/>
                  <a:pt x="4064" y="62"/>
                </a:cubicBezTo>
                <a:cubicBezTo>
                  <a:pt x="4067" y="62"/>
                  <a:pt x="4074" y="61"/>
                  <a:pt x="4089" y="60"/>
                </a:cubicBezTo>
                <a:cubicBezTo>
                  <a:pt x="4153" y="62"/>
                  <a:pt x="4210" y="67"/>
                  <a:pt x="4286" y="61"/>
                </a:cubicBezTo>
                <a:lnTo>
                  <a:pt x="4329" y="68"/>
                </a:lnTo>
                <a:cubicBezTo>
                  <a:pt x="4389" y="67"/>
                  <a:pt x="4271" y="59"/>
                  <a:pt x="4370" y="57"/>
                </a:cubicBezTo>
                <a:cubicBezTo>
                  <a:pt x="4440" y="55"/>
                  <a:pt x="4396" y="63"/>
                  <a:pt x="4421" y="65"/>
                </a:cubicBezTo>
                <a:cubicBezTo>
                  <a:pt x="4456" y="62"/>
                  <a:pt x="4517" y="54"/>
                  <a:pt x="4581" y="60"/>
                </a:cubicBezTo>
                <a:cubicBezTo>
                  <a:pt x="4560" y="62"/>
                  <a:pt x="4543" y="60"/>
                  <a:pt x="4523" y="61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sz="1800">
              <a:ln>
                <a:noFill/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E623F5-161C-0CCC-D891-1CA39692B6B3}"/>
              </a:ext>
            </a:extLst>
          </p:cNvPr>
          <p:cNvSpPr txBox="1"/>
          <p:nvPr/>
        </p:nvSpPr>
        <p:spPr>
          <a:xfrm>
            <a:off x="371062" y="261468"/>
            <a:ext cx="30121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Sphere Volume</a:t>
            </a:r>
          </a:p>
        </p:txBody>
      </p:sp>
      <p:pic>
        <p:nvPicPr>
          <p:cNvPr id="3" name="Picture 2" descr="Fire Icon PNG Free Images with Transparent Background - (1,698 Free  Downloads)">
            <a:extLst>
              <a:ext uri="{FF2B5EF4-FFF2-40B4-BE49-F238E27FC236}">
                <a16:creationId xmlns:a16="http://schemas.microsoft.com/office/drawing/2014/main" id="{D1C8550D-1E95-F980-2DDE-F197D9778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3233" y="302091"/>
            <a:ext cx="366996" cy="48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Fire Icon PNG Free Images with Transparent Background - (1,698 Free  Downloads)">
            <a:extLst>
              <a:ext uri="{FF2B5EF4-FFF2-40B4-BE49-F238E27FC236}">
                <a16:creationId xmlns:a16="http://schemas.microsoft.com/office/drawing/2014/main" id="{8FC5EF9B-F52F-974D-C5C7-81E7EE3D2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587" y="306788"/>
            <a:ext cx="366996" cy="48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193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28" grpId="0"/>
      <p:bldP spid="34" grpId="0"/>
      <p:bldP spid="35" grpId="0"/>
      <p:bldP spid="36" grpId="0"/>
      <p:bldP spid="3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7906D-9D29-EF1C-2C22-33654DBF6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65D683-8427-53B0-F5DB-7EAAEC47502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317590" y="862849"/>
            <a:ext cx="5059596" cy="5101238"/>
          </a:xfrm>
          <a:prstGeom prst="rect">
            <a:avLst/>
          </a:prstGeom>
        </p:spPr>
      </p:pic>
      <p:sp>
        <p:nvSpPr>
          <p:cNvPr id="10" name="AutoShape 2" descr="Solution: What is the integral of sin^5 x cos^3 xdx?">
            <a:extLst>
              <a:ext uri="{FF2B5EF4-FFF2-40B4-BE49-F238E27FC236}">
                <a16:creationId xmlns:a16="http://schemas.microsoft.com/office/drawing/2014/main" id="{A42F4903-24E3-5B7D-65B0-88590215B4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-32144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4" name="Freeform 62">
            <a:extLst>
              <a:ext uri="{FF2B5EF4-FFF2-40B4-BE49-F238E27FC236}">
                <a16:creationId xmlns:a16="http://schemas.microsoft.com/office/drawing/2014/main" id="{15FFDC4F-3F68-F9DF-5BE4-D7CB84C23425}"/>
              </a:ext>
            </a:extLst>
          </p:cNvPr>
          <p:cNvSpPr>
            <a:spLocks noEditPoints="1"/>
          </p:cNvSpPr>
          <p:nvPr/>
        </p:nvSpPr>
        <p:spPr bwMode="invGray">
          <a:xfrm>
            <a:off x="215487" y="622838"/>
            <a:ext cx="2046675" cy="180010"/>
          </a:xfrm>
          <a:custGeom>
            <a:avLst/>
            <a:gdLst>
              <a:gd name="T0" fmla="*/ 9555 w 10030"/>
              <a:gd name="T1" fmla="*/ 25 h 75"/>
              <a:gd name="T2" fmla="*/ 9488 w 10030"/>
              <a:gd name="T3" fmla="*/ 23 h 75"/>
              <a:gd name="T4" fmla="*/ 5258 w 10030"/>
              <a:gd name="T5" fmla="*/ 60 h 75"/>
              <a:gd name="T6" fmla="*/ 4572 w 10030"/>
              <a:gd name="T7" fmla="*/ 65 h 75"/>
              <a:gd name="T8" fmla="*/ 4884 w 10030"/>
              <a:gd name="T9" fmla="*/ 61 h 75"/>
              <a:gd name="T10" fmla="*/ 5092 w 10030"/>
              <a:gd name="T11" fmla="*/ 56 h 75"/>
              <a:gd name="T12" fmla="*/ 5260 w 10030"/>
              <a:gd name="T13" fmla="*/ 60 h 75"/>
              <a:gd name="T14" fmla="*/ 5560 w 10030"/>
              <a:gd name="T15" fmla="*/ 62 h 75"/>
              <a:gd name="T16" fmla="*/ 6006 w 10030"/>
              <a:gd name="T17" fmla="*/ 56 h 75"/>
              <a:gd name="T18" fmla="*/ 6308 w 10030"/>
              <a:gd name="T19" fmla="*/ 32 h 75"/>
              <a:gd name="T20" fmla="*/ 6269 w 10030"/>
              <a:gd name="T21" fmla="*/ 52 h 75"/>
              <a:gd name="T22" fmla="*/ 6665 w 10030"/>
              <a:gd name="T23" fmla="*/ 41 h 75"/>
              <a:gd name="T24" fmla="*/ 6806 w 10030"/>
              <a:gd name="T25" fmla="*/ 53 h 75"/>
              <a:gd name="T26" fmla="*/ 7204 w 10030"/>
              <a:gd name="T27" fmla="*/ 50 h 75"/>
              <a:gd name="T28" fmla="*/ 7485 w 10030"/>
              <a:gd name="T29" fmla="*/ 62 h 75"/>
              <a:gd name="T30" fmla="*/ 7667 w 10030"/>
              <a:gd name="T31" fmla="*/ 61 h 75"/>
              <a:gd name="T32" fmla="*/ 7919 w 10030"/>
              <a:gd name="T33" fmla="*/ 63 h 75"/>
              <a:gd name="T34" fmla="*/ 8179 w 10030"/>
              <a:gd name="T35" fmla="*/ 51 h 75"/>
              <a:gd name="T36" fmla="*/ 8401 w 10030"/>
              <a:gd name="T37" fmla="*/ 31 h 75"/>
              <a:gd name="T38" fmla="*/ 8692 w 10030"/>
              <a:gd name="T39" fmla="*/ 58 h 75"/>
              <a:gd name="T40" fmla="*/ 9084 w 10030"/>
              <a:gd name="T41" fmla="*/ 61 h 75"/>
              <a:gd name="T42" fmla="*/ 9498 w 10030"/>
              <a:gd name="T43" fmla="*/ 44 h 75"/>
              <a:gd name="T44" fmla="*/ 9670 w 10030"/>
              <a:gd name="T45" fmla="*/ 45 h 75"/>
              <a:gd name="T46" fmla="*/ 9877 w 10030"/>
              <a:gd name="T47" fmla="*/ 32 h 75"/>
              <a:gd name="T48" fmla="*/ 9735 w 10030"/>
              <a:gd name="T49" fmla="*/ 21 h 75"/>
              <a:gd name="T50" fmla="*/ 9636 w 10030"/>
              <a:gd name="T51" fmla="*/ 27 h 75"/>
              <a:gd name="T52" fmla="*/ 9290 w 10030"/>
              <a:gd name="T53" fmla="*/ 22 h 75"/>
              <a:gd name="T54" fmla="*/ 8498 w 10030"/>
              <a:gd name="T55" fmla="*/ 12 h 75"/>
              <a:gd name="T56" fmla="*/ 7899 w 10030"/>
              <a:gd name="T57" fmla="*/ 21 h 75"/>
              <a:gd name="T58" fmla="*/ 7774 w 10030"/>
              <a:gd name="T59" fmla="*/ 22 h 75"/>
              <a:gd name="T60" fmla="*/ 7493 w 10030"/>
              <a:gd name="T61" fmla="*/ 32 h 75"/>
              <a:gd name="T62" fmla="*/ 7190 w 10030"/>
              <a:gd name="T63" fmla="*/ 31 h 75"/>
              <a:gd name="T64" fmla="*/ 6418 w 10030"/>
              <a:gd name="T65" fmla="*/ 20 h 75"/>
              <a:gd name="T66" fmla="*/ 6248 w 10030"/>
              <a:gd name="T67" fmla="*/ 24 h 75"/>
              <a:gd name="T68" fmla="*/ 5823 w 10030"/>
              <a:gd name="T69" fmla="*/ 28 h 75"/>
              <a:gd name="T70" fmla="*/ 5422 w 10030"/>
              <a:gd name="T71" fmla="*/ 11 h 75"/>
              <a:gd name="T72" fmla="*/ 4925 w 10030"/>
              <a:gd name="T73" fmla="*/ 16 h 75"/>
              <a:gd name="T74" fmla="*/ 4310 w 10030"/>
              <a:gd name="T75" fmla="*/ 18 h 75"/>
              <a:gd name="T76" fmla="*/ 3439 w 10030"/>
              <a:gd name="T77" fmla="*/ 21 h 75"/>
              <a:gd name="T78" fmla="*/ 2740 w 10030"/>
              <a:gd name="T79" fmla="*/ 18 h 75"/>
              <a:gd name="T80" fmla="*/ 2597 w 10030"/>
              <a:gd name="T81" fmla="*/ 9 h 75"/>
              <a:gd name="T82" fmla="*/ 2367 w 10030"/>
              <a:gd name="T83" fmla="*/ 21 h 75"/>
              <a:gd name="T84" fmla="*/ 1566 w 10030"/>
              <a:gd name="T85" fmla="*/ 11 h 75"/>
              <a:gd name="T86" fmla="*/ 262 w 10030"/>
              <a:gd name="T87" fmla="*/ 7 h 75"/>
              <a:gd name="T88" fmla="*/ 104 w 10030"/>
              <a:gd name="T89" fmla="*/ 42 h 75"/>
              <a:gd name="T90" fmla="*/ 742 w 10030"/>
              <a:gd name="T91" fmla="*/ 47 h 75"/>
              <a:gd name="T92" fmla="*/ 1060 w 10030"/>
              <a:gd name="T93" fmla="*/ 47 h 75"/>
              <a:gd name="T94" fmla="*/ 1593 w 10030"/>
              <a:gd name="T95" fmla="*/ 46 h 75"/>
              <a:gd name="T96" fmla="*/ 2022 w 10030"/>
              <a:gd name="T97" fmla="*/ 45 h 75"/>
              <a:gd name="T98" fmla="*/ 2481 w 10030"/>
              <a:gd name="T99" fmla="*/ 51 h 75"/>
              <a:gd name="T100" fmla="*/ 2677 w 10030"/>
              <a:gd name="T101" fmla="*/ 45 h 75"/>
              <a:gd name="T102" fmla="*/ 2863 w 10030"/>
              <a:gd name="T103" fmla="*/ 52 h 75"/>
              <a:gd name="T104" fmla="*/ 3163 w 10030"/>
              <a:gd name="T105" fmla="*/ 62 h 75"/>
              <a:gd name="T106" fmla="*/ 3411 w 10030"/>
              <a:gd name="T107" fmla="*/ 54 h 75"/>
              <a:gd name="T108" fmla="*/ 3550 w 10030"/>
              <a:gd name="T109" fmla="*/ 60 h 75"/>
              <a:gd name="T110" fmla="*/ 3740 w 10030"/>
              <a:gd name="T111" fmla="*/ 65 h 75"/>
              <a:gd name="T112" fmla="*/ 4329 w 10030"/>
              <a:gd name="T113" fmla="*/ 68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0030" h="75">
                <a:moveTo>
                  <a:pt x="2469" y="12"/>
                </a:moveTo>
                <a:lnTo>
                  <a:pt x="2469" y="12"/>
                </a:lnTo>
                <a:lnTo>
                  <a:pt x="2482" y="13"/>
                </a:lnTo>
                <a:cubicBezTo>
                  <a:pt x="2453" y="15"/>
                  <a:pt x="2461" y="13"/>
                  <a:pt x="2469" y="12"/>
                </a:cubicBezTo>
                <a:close/>
                <a:moveTo>
                  <a:pt x="9555" y="25"/>
                </a:moveTo>
                <a:lnTo>
                  <a:pt x="9555" y="25"/>
                </a:lnTo>
                <a:cubicBezTo>
                  <a:pt x="9562" y="24"/>
                  <a:pt x="9561" y="23"/>
                  <a:pt x="9559" y="23"/>
                </a:cubicBezTo>
                <a:cubicBezTo>
                  <a:pt x="9554" y="24"/>
                  <a:pt x="9539" y="24"/>
                  <a:pt x="9522" y="24"/>
                </a:cubicBezTo>
                <a:cubicBezTo>
                  <a:pt x="9527" y="25"/>
                  <a:pt x="9536" y="26"/>
                  <a:pt x="9555" y="25"/>
                </a:cubicBezTo>
                <a:close/>
                <a:moveTo>
                  <a:pt x="9489" y="23"/>
                </a:moveTo>
                <a:lnTo>
                  <a:pt x="9489" y="23"/>
                </a:lnTo>
                <a:lnTo>
                  <a:pt x="9488" y="23"/>
                </a:lnTo>
                <a:cubicBezTo>
                  <a:pt x="9456" y="21"/>
                  <a:pt x="9467" y="22"/>
                  <a:pt x="9489" y="23"/>
                </a:cubicBezTo>
                <a:close/>
                <a:moveTo>
                  <a:pt x="6376" y="50"/>
                </a:moveTo>
                <a:lnTo>
                  <a:pt x="6376" y="50"/>
                </a:lnTo>
                <a:cubicBezTo>
                  <a:pt x="6365" y="52"/>
                  <a:pt x="6349" y="51"/>
                  <a:pt x="6330" y="49"/>
                </a:cubicBezTo>
                <a:cubicBezTo>
                  <a:pt x="6344" y="49"/>
                  <a:pt x="6359" y="49"/>
                  <a:pt x="6376" y="50"/>
                </a:cubicBezTo>
                <a:close/>
                <a:moveTo>
                  <a:pt x="5258" y="60"/>
                </a:moveTo>
                <a:lnTo>
                  <a:pt x="5258" y="60"/>
                </a:lnTo>
                <a:cubicBezTo>
                  <a:pt x="5244" y="61"/>
                  <a:pt x="5216" y="64"/>
                  <a:pt x="5205" y="61"/>
                </a:cubicBezTo>
                <a:cubicBezTo>
                  <a:pt x="5222" y="55"/>
                  <a:pt x="5234" y="58"/>
                  <a:pt x="5258" y="60"/>
                </a:cubicBezTo>
                <a:close/>
                <a:moveTo>
                  <a:pt x="4523" y="61"/>
                </a:moveTo>
                <a:lnTo>
                  <a:pt x="4523" y="61"/>
                </a:lnTo>
                <a:lnTo>
                  <a:pt x="4572" y="65"/>
                </a:lnTo>
                <a:cubicBezTo>
                  <a:pt x="4513" y="71"/>
                  <a:pt x="4470" y="69"/>
                  <a:pt x="4516" y="75"/>
                </a:cubicBezTo>
                <a:cubicBezTo>
                  <a:pt x="4523" y="61"/>
                  <a:pt x="4707" y="74"/>
                  <a:pt x="4714" y="60"/>
                </a:cubicBezTo>
                <a:lnTo>
                  <a:pt x="4747" y="63"/>
                </a:lnTo>
                <a:cubicBezTo>
                  <a:pt x="4737" y="63"/>
                  <a:pt x="4736" y="64"/>
                  <a:pt x="4727" y="64"/>
                </a:cubicBezTo>
                <a:cubicBezTo>
                  <a:pt x="4790" y="70"/>
                  <a:pt x="4774" y="54"/>
                  <a:pt x="4855" y="56"/>
                </a:cubicBezTo>
                <a:cubicBezTo>
                  <a:pt x="4883" y="57"/>
                  <a:pt x="4903" y="59"/>
                  <a:pt x="4884" y="61"/>
                </a:cubicBezTo>
                <a:lnTo>
                  <a:pt x="4947" y="57"/>
                </a:lnTo>
                <a:cubicBezTo>
                  <a:pt x="4965" y="58"/>
                  <a:pt x="4961" y="60"/>
                  <a:pt x="4942" y="60"/>
                </a:cubicBezTo>
                <a:lnTo>
                  <a:pt x="5039" y="59"/>
                </a:lnTo>
                <a:lnTo>
                  <a:pt x="5038" y="59"/>
                </a:lnTo>
                <a:cubicBezTo>
                  <a:pt x="5052" y="57"/>
                  <a:pt x="5083" y="54"/>
                  <a:pt x="5098" y="52"/>
                </a:cubicBezTo>
                <a:cubicBezTo>
                  <a:pt x="5122" y="54"/>
                  <a:pt x="5086" y="54"/>
                  <a:pt x="5092" y="56"/>
                </a:cubicBezTo>
                <a:lnTo>
                  <a:pt x="5145" y="52"/>
                </a:lnTo>
                <a:cubicBezTo>
                  <a:pt x="5167" y="56"/>
                  <a:pt x="5123" y="59"/>
                  <a:pt x="5086" y="59"/>
                </a:cubicBezTo>
                <a:cubicBezTo>
                  <a:pt x="5136" y="73"/>
                  <a:pt x="5130" y="55"/>
                  <a:pt x="5238" y="64"/>
                </a:cubicBezTo>
                <a:lnTo>
                  <a:pt x="5187" y="65"/>
                </a:lnTo>
                <a:cubicBezTo>
                  <a:pt x="5220" y="73"/>
                  <a:pt x="5259" y="70"/>
                  <a:pt x="5316" y="75"/>
                </a:cubicBezTo>
                <a:cubicBezTo>
                  <a:pt x="5302" y="73"/>
                  <a:pt x="5202" y="63"/>
                  <a:pt x="5260" y="60"/>
                </a:cubicBezTo>
                <a:cubicBezTo>
                  <a:pt x="5276" y="61"/>
                  <a:pt x="5298" y="61"/>
                  <a:pt x="5329" y="59"/>
                </a:cubicBezTo>
                <a:cubicBezTo>
                  <a:pt x="5329" y="63"/>
                  <a:pt x="5359" y="62"/>
                  <a:pt x="5398" y="62"/>
                </a:cubicBezTo>
                <a:lnTo>
                  <a:pt x="5395" y="69"/>
                </a:lnTo>
                <a:cubicBezTo>
                  <a:pt x="5436" y="67"/>
                  <a:pt x="5433" y="64"/>
                  <a:pt x="5457" y="61"/>
                </a:cubicBezTo>
                <a:cubicBezTo>
                  <a:pt x="5503" y="61"/>
                  <a:pt x="5513" y="66"/>
                  <a:pt x="5523" y="71"/>
                </a:cubicBezTo>
                <a:cubicBezTo>
                  <a:pt x="5597" y="72"/>
                  <a:pt x="5473" y="63"/>
                  <a:pt x="5560" y="62"/>
                </a:cubicBezTo>
                <a:cubicBezTo>
                  <a:pt x="5621" y="64"/>
                  <a:pt x="5664" y="62"/>
                  <a:pt x="5737" y="58"/>
                </a:cubicBezTo>
                <a:cubicBezTo>
                  <a:pt x="5780" y="60"/>
                  <a:pt x="5730" y="62"/>
                  <a:pt x="5745" y="64"/>
                </a:cubicBezTo>
                <a:lnTo>
                  <a:pt x="5783" y="59"/>
                </a:lnTo>
                <a:cubicBezTo>
                  <a:pt x="5792" y="59"/>
                  <a:pt x="5789" y="60"/>
                  <a:pt x="5788" y="61"/>
                </a:cubicBezTo>
                <a:cubicBezTo>
                  <a:pt x="5820" y="59"/>
                  <a:pt x="5790" y="55"/>
                  <a:pt x="5841" y="53"/>
                </a:cubicBezTo>
                <a:cubicBezTo>
                  <a:pt x="5854" y="46"/>
                  <a:pt x="5944" y="64"/>
                  <a:pt x="6006" y="56"/>
                </a:cubicBezTo>
                <a:cubicBezTo>
                  <a:pt x="6021" y="58"/>
                  <a:pt x="5999" y="60"/>
                  <a:pt x="6003" y="62"/>
                </a:cubicBezTo>
                <a:cubicBezTo>
                  <a:pt x="6089" y="57"/>
                  <a:pt x="6077" y="59"/>
                  <a:pt x="6147" y="52"/>
                </a:cubicBezTo>
                <a:lnTo>
                  <a:pt x="6206" y="56"/>
                </a:lnTo>
                <a:cubicBezTo>
                  <a:pt x="6163" y="51"/>
                  <a:pt x="6219" y="45"/>
                  <a:pt x="6268" y="41"/>
                </a:cubicBezTo>
                <a:cubicBezTo>
                  <a:pt x="6252" y="38"/>
                  <a:pt x="6239" y="36"/>
                  <a:pt x="6230" y="35"/>
                </a:cubicBezTo>
                <a:lnTo>
                  <a:pt x="6308" y="32"/>
                </a:lnTo>
                <a:cubicBezTo>
                  <a:pt x="6318" y="33"/>
                  <a:pt x="6310" y="35"/>
                  <a:pt x="6297" y="38"/>
                </a:cubicBezTo>
                <a:lnTo>
                  <a:pt x="6311" y="36"/>
                </a:lnTo>
                <a:cubicBezTo>
                  <a:pt x="6339" y="39"/>
                  <a:pt x="6325" y="43"/>
                  <a:pt x="6305" y="46"/>
                </a:cubicBezTo>
                <a:lnTo>
                  <a:pt x="6277" y="42"/>
                </a:lnTo>
                <a:cubicBezTo>
                  <a:pt x="6257" y="46"/>
                  <a:pt x="6239" y="50"/>
                  <a:pt x="6243" y="54"/>
                </a:cubicBezTo>
                <a:cubicBezTo>
                  <a:pt x="6248" y="53"/>
                  <a:pt x="6258" y="53"/>
                  <a:pt x="6269" y="52"/>
                </a:cubicBezTo>
                <a:cubicBezTo>
                  <a:pt x="6264" y="53"/>
                  <a:pt x="6261" y="54"/>
                  <a:pt x="6263" y="55"/>
                </a:cubicBezTo>
                <a:cubicBezTo>
                  <a:pt x="6266" y="56"/>
                  <a:pt x="6274" y="54"/>
                  <a:pt x="6287" y="53"/>
                </a:cubicBezTo>
                <a:lnTo>
                  <a:pt x="6304" y="60"/>
                </a:lnTo>
                <a:lnTo>
                  <a:pt x="6309" y="57"/>
                </a:lnTo>
                <a:lnTo>
                  <a:pt x="6411" y="62"/>
                </a:lnTo>
                <a:cubicBezTo>
                  <a:pt x="6485" y="55"/>
                  <a:pt x="6548" y="44"/>
                  <a:pt x="6665" y="41"/>
                </a:cubicBezTo>
                <a:cubicBezTo>
                  <a:pt x="6636" y="47"/>
                  <a:pt x="6659" y="50"/>
                  <a:pt x="6657" y="56"/>
                </a:cubicBezTo>
                <a:cubicBezTo>
                  <a:pt x="6625" y="50"/>
                  <a:pt x="6567" y="59"/>
                  <a:pt x="6507" y="58"/>
                </a:cubicBezTo>
                <a:cubicBezTo>
                  <a:pt x="6538" y="58"/>
                  <a:pt x="6531" y="61"/>
                  <a:pt x="6523" y="62"/>
                </a:cubicBezTo>
                <a:lnTo>
                  <a:pt x="6631" y="57"/>
                </a:lnTo>
                <a:cubicBezTo>
                  <a:pt x="6628" y="62"/>
                  <a:pt x="6654" y="60"/>
                  <a:pt x="6682" y="63"/>
                </a:cubicBezTo>
                <a:cubicBezTo>
                  <a:pt x="6660" y="52"/>
                  <a:pt x="6762" y="56"/>
                  <a:pt x="6806" y="53"/>
                </a:cubicBezTo>
                <a:cubicBezTo>
                  <a:pt x="6808" y="56"/>
                  <a:pt x="6798" y="60"/>
                  <a:pt x="6744" y="59"/>
                </a:cubicBezTo>
                <a:cubicBezTo>
                  <a:pt x="6803" y="67"/>
                  <a:pt x="6821" y="47"/>
                  <a:pt x="6879" y="54"/>
                </a:cubicBezTo>
                <a:cubicBezTo>
                  <a:pt x="6865" y="54"/>
                  <a:pt x="6858" y="53"/>
                  <a:pt x="6853" y="55"/>
                </a:cubicBezTo>
                <a:cubicBezTo>
                  <a:pt x="6884" y="52"/>
                  <a:pt x="6958" y="55"/>
                  <a:pt x="6941" y="58"/>
                </a:cubicBezTo>
                <a:lnTo>
                  <a:pt x="6928" y="58"/>
                </a:lnTo>
                <a:cubicBezTo>
                  <a:pt x="7014" y="59"/>
                  <a:pt x="7191" y="58"/>
                  <a:pt x="7204" y="50"/>
                </a:cubicBezTo>
                <a:cubicBezTo>
                  <a:pt x="7205" y="51"/>
                  <a:pt x="7193" y="60"/>
                  <a:pt x="7188" y="62"/>
                </a:cubicBezTo>
                <a:lnTo>
                  <a:pt x="7342" y="33"/>
                </a:lnTo>
                <a:cubicBezTo>
                  <a:pt x="7329" y="41"/>
                  <a:pt x="7381" y="58"/>
                  <a:pt x="7309" y="62"/>
                </a:cubicBezTo>
                <a:cubicBezTo>
                  <a:pt x="7330" y="63"/>
                  <a:pt x="7355" y="65"/>
                  <a:pt x="7399" y="62"/>
                </a:cubicBezTo>
                <a:cubicBezTo>
                  <a:pt x="7385" y="61"/>
                  <a:pt x="7364" y="51"/>
                  <a:pt x="7383" y="51"/>
                </a:cubicBezTo>
                <a:cubicBezTo>
                  <a:pt x="7436" y="59"/>
                  <a:pt x="7420" y="55"/>
                  <a:pt x="7485" y="62"/>
                </a:cubicBezTo>
                <a:cubicBezTo>
                  <a:pt x="7463" y="61"/>
                  <a:pt x="7487" y="49"/>
                  <a:pt x="7520" y="50"/>
                </a:cubicBezTo>
                <a:cubicBezTo>
                  <a:pt x="7515" y="51"/>
                  <a:pt x="7523" y="61"/>
                  <a:pt x="7511" y="62"/>
                </a:cubicBezTo>
                <a:lnTo>
                  <a:pt x="7594" y="51"/>
                </a:lnTo>
                <a:cubicBezTo>
                  <a:pt x="7573" y="53"/>
                  <a:pt x="7590" y="61"/>
                  <a:pt x="7609" y="64"/>
                </a:cubicBezTo>
                <a:cubicBezTo>
                  <a:pt x="7600" y="62"/>
                  <a:pt x="7680" y="64"/>
                  <a:pt x="7702" y="63"/>
                </a:cubicBezTo>
                <a:lnTo>
                  <a:pt x="7667" y="61"/>
                </a:lnTo>
                <a:cubicBezTo>
                  <a:pt x="7761" y="63"/>
                  <a:pt x="7760" y="45"/>
                  <a:pt x="7853" y="46"/>
                </a:cubicBezTo>
                <a:cubicBezTo>
                  <a:pt x="7842" y="48"/>
                  <a:pt x="7825" y="60"/>
                  <a:pt x="7872" y="62"/>
                </a:cubicBezTo>
                <a:cubicBezTo>
                  <a:pt x="7894" y="56"/>
                  <a:pt x="7968" y="34"/>
                  <a:pt x="8050" y="29"/>
                </a:cubicBezTo>
                <a:lnTo>
                  <a:pt x="8066" y="33"/>
                </a:lnTo>
                <a:lnTo>
                  <a:pt x="8129" y="29"/>
                </a:lnTo>
                <a:cubicBezTo>
                  <a:pt x="8090" y="38"/>
                  <a:pt x="7980" y="56"/>
                  <a:pt x="7919" y="63"/>
                </a:cubicBezTo>
                <a:cubicBezTo>
                  <a:pt x="7954" y="66"/>
                  <a:pt x="7929" y="67"/>
                  <a:pt x="7982" y="67"/>
                </a:cubicBezTo>
                <a:cubicBezTo>
                  <a:pt x="8000" y="70"/>
                  <a:pt x="7953" y="72"/>
                  <a:pt x="7938" y="72"/>
                </a:cubicBezTo>
                <a:lnTo>
                  <a:pt x="8060" y="74"/>
                </a:lnTo>
                <a:cubicBezTo>
                  <a:pt x="8054" y="67"/>
                  <a:pt x="8153" y="67"/>
                  <a:pt x="8149" y="62"/>
                </a:cubicBezTo>
                <a:lnTo>
                  <a:pt x="8016" y="68"/>
                </a:lnTo>
                <a:cubicBezTo>
                  <a:pt x="8011" y="62"/>
                  <a:pt x="8093" y="49"/>
                  <a:pt x="8179" y="51"/>
                </a:cubicBezTo>
                <a:cubicBezTo>
                  <a:pt x="8201" y="53"/>
                  <a:pt x="8163" y="63"/>
                  <a:pt x="8165" y="65"/>
                </a:cubicBezTo>
                <a:cubicBezTo>
                  <a:pt x="8176" y="63"/>
                  <a:pt x="8247" y="61"/>
                  <a:pt x="8255" y="62"/>
                </a:cubicBezTo>
                <a:lnTo>
                  <a:pt x="8218" y="66"/>
                </a:lnTo>
                <a:cubicBezTo>
                  <a:pt x="8266" y="69"/>
                  <a:pt x="8297" y="57"/>
                  <a:pt x="8355" y="64"/>
                </a:cubicBezTo>
                <a:cubicBezTo>
                  <a:pt x="8375" y="64"/>
                  <a:pt x="8414" y="73"/>
                  <a:pt x="8418" y="69"/>
                </a:cubicBezTo>
                <a:cubicBezTo>
                  <a:pt x="8385" y="61"/>
                  <a:pt x="8379" y="37"/>
                  <a:pt x="8401" y="31"/>
                </a:cubicBezTo>
                <a:cubicBezTo>
                  <a:pt x="8408" y="31"/>
                  <a:pt x="8505" y="38"/>
                  <a:pt x="8528" y="42"/>
                </a:cubicBezTo>
                <a:cubicBezTo>
                  <a:pt x="8561" y="48"/>
                  <a:pt x="8479" y="57"/>
                  <a:pt x="8507" y="62"/>
                </a:cubicBezTo>
                <a:cubicBezTo>
                  <a:pt x="8508" y="60"/>
                  <a:pt x="8526" y="58"/>
                  <a:pt x="8534" y="57"/>
                </a:cubicBezTo>
                <a:cubicBezTo>
                  <a:pt x="8555" y="59"/>
                  <a:pt x="8525" y="63"/>
                  <a:pt x="8571" y="62"/>
                </a:cubicBezTo>
                <a:cubicBezTo>
                  <a:pt x="8578" y="55"/>
                  <a:pt x="8664" y="63"/>
                  <a:pt x="8592" y="56"/>
                </a:cubicBezTo>
                <a:cubicBezTo>
                  <a:pt x="8637" y="55"/>
                  <a:pt x="8640" y="58"/>
                  <a:pt x="8692" y="58"/>
                </a:cubicBezTo>
                <a:cubicBezTo>
                  <a:pt x="8675" y="53"/>
                  <a:pt x="8739" y="43"/>
                  <a:pt x="8784" y="41"/>
                </a:cubicBezTo>
                <a:cubicBezTo>
                  <a:pt x="8781" y="42"/>
                  <a:pt x="8791" y="45"/>
                  <a:pt x="8796" y="46"/>
                </a:cubicBezTo>
                <a:cubicBezTo>
                  <a:pt x="8888" y="47"/>
                  <a:pt x="8937" y="50"/>
                  <a:pt x="9022" y="50"/>
                </a:cubicBezTo>
                <a:cubicBezTo>
                  <a:pt x="9030" y="52"/>
                  <a:pt x="9071" y="54"/>
                  <a:pt x="9054" y="57"/>
                </a:cubicBezTo>
                <a:cubicBezTo>
                  <a:pt x="9066" y="56"/>
                  <a:pt x="9077" y="53"/>
                  <a:pt x="9103" y="53"/>
                </a:cubicBezTo>
                <a:cubicBezTo>
                  <a:pt x="9154" y="59"/>
                  <a:pt x="9045" y="54"/>
                  <a:pt x="9084" y="61"/>
                </a:cubicBezTo>
                <a:cubicBezTo>
                  <a:pt x="9087" y="57"/>
                  <a:pt x="9152" y="56"/>
                  <a:pt x="9189" y="53"/>
                </a:cubicBezTo>
                <a:cubicBezTo>
                  <a:pt x="9178" y="47"/>
                  <a:pt x="9103" y="52"/>
                  <a:pt x="9065" y="54"/>
                </a:cubicBezTo>
                <a:cubicBezTo>
                  <a:pt x="9065" y="46"/>
                  <a:pt x="9130" y="37"/>
                  <a:pt x="9219" y="33"/>
                </a:cubicBezTo>
                <a:cubicBezTo>
                  <a:pt x="9290" y="31"/>
                  <a:pt x="9250" y="39"/>
                  <a:pt x="9262" y="38"/>
                </a:cubicBezTo>
                <a:cubicBezTo>
                  <a:pt x="9395" y="39"/>
                  <a:pt x="9376" y="23"/>
                  <a:pt x="9486" y="29"/>
                </a:cubicBezTo>
                <a:cubicBezTo>
                  <a:pt x="9530" y="35"/>
                  <a:pt x="9488" y="40"/>
                  <a:pt x="9498" y="44"/>
                </a:cubicBezTo>
                <a:cubicBezTo>
                  <a:pt x="9440" y="46"/>
                  <a:pt x="9409" y="40"/>
                  <a:pt x="9370" y="40"/>
                </a:cubicBezTo>
                <a:lnTo>
                  <a:pt x="9418" y="43"/>
                </a:lnTo>
                <a:cubicBezTo>
                  <a:pt x="9400" y="45"/>
                  <a:pt x="9361" y="46"/>
                  <a:pt x="9340" y="45"/>
                </a:cubicBezTo>
                <a:cubicBezTo>
                  <a:pt x="9377" y="50"/>
                  <a:pt x="9565" y="46"/>
                  <a:pt x="9668" y="51"/>
                </a:cubicBezTo>
                <a:cubicBezTo>
                  <a:pt x="9686" y="49"/>
                  <a:pt x="9718" y="47"/>
                  <a:pt x="9703" y="45"/>
                </a:cubicBezTo>
                <a:lnTo>
                  <a:pt x="9670" y="45"/>
                </a:lnTo>
                <a:cubicBezTo>
                  <a:pt x="9640" y="41"/>
                  <a:pt x="9732" y="39"/>
                  <a:pt x="9690" y="37"/>
                </a:cubicBezTo>
                <a:cubicBezTo>
                  <a:pt x="9734" y="34"/>
                  <a:pt x="9783" y="29"/>
                  <a:pt x="9844" y="32"/>
                </a:cubicBezTo>
                <a:lnTo>
                  <a:pt x="9856" y="38"/>
                </a:lnTo>
                <a:cubicBezTo>
                  <a:pt x="9854" y="36"/>
                  <a:pt x="9816" y="35"/>
                  <a:pt x="9798" y="36"/>
                </a:cubicBezTo>
                <a:cubicBezTo>
                  <a:pt x="9824" y="34"/>
                  <a:pt x="9892" y="45"/>
                  <a:pt x="9920" y="37"/>
                </a:cubicBezTo>
                <a:lnTo>
                  <a:pt x="9877" y="32"/>
                </a:lnTo>
                <a:cubicBezTo>
                  <a:pt x="9921" y="29"/>
                  <a:pt x="9975" y="23"/>
                  <a:pt x="10030" y="25"/>
                </a:cubicBezTo>
                <a:cubicBezTo>
                  <a:pt x="10005" y="19"/>
                  <a:pt x="10017" y="26"/>
                  <a:pt x="9979" y="18"/>
                </a:cubicBezTo>
                <a:cubicBezTo>
                  <a:pt x="10012" y="27"/>
                  <a:pt x="9839" y="18"/>
                  <a:pt x="9893" y="27"/>
                </a:cubicBezTo>
                <a:cubicBezTo>
                  <a:pt x="9854" y="19"/>
                  <a:pt x="9825" y="24"/>
                  <a:pt x="9773" y="16"/>
                </a:cubicBezTo>
                <a:cubicBezTo>
                  <a:pt x="9774" y="18"/>
                  <a:pt x="9791" y="20"/>
                  <a:pt x="9746" y="19"/>
                </a:cubicBezTo>
                <a:cubicBezTo>
                  <a:pt x="9743" y="20"/>
                  <a:pt x="9739" y="21"/>
                  <a:pt x="9735" y="21"/>
                </a:cubicBezTo>
                <a:lnTo>
                  <a:pt x="9732" y="21"/>
                </a:lnTo>
                <a:lnTo>
                  <a:pt x="9735" y="21"/>
                </a:lnTo>
                <a:cubicBezTo>
                  <a:pt x="9733" y="21"/>
                  <a:pt x="9733" y="22"/>
                  <a:pt x="9736" y="21"/>
                </a:cubicBezTo>
                <a:cubicBezTo>
                  <a:pt x="9747" y="22"/>
                  <a:pt x="9756" y="23"/>
                  <a:pt x="9759" y="24"/>
                </a:cubicBezTo>
                <a:cubicBezTo>
                  <a:pt x="9736" y="29"/>
                  <a:pt x="9664" y="29"/>
                  <a:pt x="9639" y="31"/>
                </a:cubicBezTo>
                <a:cubicBezTo>
                  <a:pt x="9612" y="30"/>
                  <a:pt x="9651" y="29"/>
                  <a:pt x="9636" y="27"/>
                </a:cubicBezTo>
                <a:lnTo>
                  <a:pt x="9599" y="30"/>
                </a:lnTo>
                <a:cubicBezTo>
                  <a:pt x="9596" y="26"/>
                  <a:pt x="9527" y="23"/>
                  <a:pt x="9591" y="20"/>
                </a:cubicBezTo>
                <a:lnTo>
                  <a:pt x="9534" y="20"/>
                </a:lnTo>
                <a:cubicBezTo>
                  <a:pt x="9500" y="17"/>
                  <a:pt x="9453" y="16"/>
                  <a:pt x="9425" y="18"/>
                </a:cubicBezTo>
                <a:cubicBezTo>
                  <a:pt x="9398" y="17"/>
                  <a:pt x="9356" y="23"/>
                  <a:pt x="9380" y="19"/>
                </a:cubicBezTo>
                <a:lnTo>
                  <a:pt x="9290" y="22"/>
                </a:lnTo>
                <a:lnTo>
                  <a:pt x="9289" y="21"/>
                </a:lnTo>
                <a:cubicBezTo>
                  <a:pt x="9200" y="20"/>
                  <a:pt x="9106" y="28"/>
                  <a:pt x="9004" y="20"/>
                </a:cubicBezTo>
                <a:cubicBezTo>
                  <a:pt x="8974" y="21"/>
                  <a:pt x="8944" y="22"/>
                  <a:pt x="8893" y="21"/>
                </a:cubicBezTo>
                <a:lnTo>
                  <a:pt x="8884" y="17"/>
                </a:lnTo>
                <a:cubicBezTo>
                  <a:pt x="8845" y="18"/>
                  <a:pt x="8768" y="13"/>
                  <a:pt x="8752" y="17"/>
                </a:cubicBezTo>
                <a:cubicBezTo>
                  <a:pt x="8710" y="7"/>
                  <a:pt x="8565" y="14"/>
                  <a:pt x="8498" y="12"/>
                </a:cubicBezTo>
                <a:lnTo>
                  <a:pt x="8495" y="17"/>
                </a:lnTo>
                <a:cubicBezTo>
                  <a:pt x="8449" y="17"/>
                  <a:pt x="8404" y="18"/>
                  <a:pt x="8346" y="20"/>
                </a:cubicBezTo>
                <a:lnTo>
                  <a:pt x="8350" y="25"/>
                </a:lnTo>
                <a:cubicBezTo>
                  <a:pt x="8300" y="28"/>
                  <a:pt x="8222" y="21"/>
                  <a:pt x="8143" y="22"/>
                </a:cubicBezTo>
                <a:cubicBezTo>
                  <a:pt x="8149" y="20"/>
                  <a:pt x="8169" y="20"/>
                  <a:pt x="8183" y="21"/>
                </a:cubicBezTo>
                <a:cubicBezTo>
                  <a:pt x="8089" y="11"/>
                  <a:pt x="7984" y="28"/>
                  <a:pt x="7899" y="21"/>
                </a:cubicBezTo>
                <a:cubicBezTo>
                  <a:pt x="7878" y="22"/>
                  <a:pt x="7862" y="22"/>
                  <a:pt x="7848" y="21"/>
                </a:cubicBezTo>
                <a:cubicBezTo>
                  <a:pt x="7850" y="21"/>
                  <a:pt x="7851" y="21"/>
                  <a:pt x="7853" y="20"/>
                </a:cubicBezTo>
                <a:lnTo>
                  <a:pt x="7844" y="20"/>
                </a:lnTo>
                <a:lnTo>
                  <a:pt x="7815" y="18"/>
                </a:lnTo>
                <a:cubicBezTo>
                  <a:pt x="7823" y="19"/>
                  <a:pt x="7832" y="20"/>
                  <a:pt x="7839" y="20"/>
                </a:cubicBezTo>
                <a:cubicBezTo>
                  <a:pt x="7823" y="20"/>
                  <a:pt x="7798" y="21"/>
                  <a:pt x="7774" y="22"/>
                </a:cubicBezTo>
                <a:lnTo>
                  <a:pt x="7763" y="17"/>
                </a:lnTo>
                <a:lnTo>
                  <a:pt x="7758" y="17"/>
                </a:lnTo>
                <a:cubicBezTo>
                  <a:pt x="7734" y="15"/>
                  <a:pt x="7739" y="19"/>
                  <a:pt x="7751" y="23"/>
                </a:cubicBezTo>
                <a:cubicBezTo>
                  <a:pt x="7739" y="24"/>
                  <a:pt x="7728" y="25"/>
                  <a:pt x="7719" y="26"/>
                </a:cubicBezTo>
                <a:cubicBezTo>
                  <a:pt x="7700" y="18"/>
                  <a:pt x="7655" y="29"/>
                  <a:pt x="7629" y="20"/>
                </a:cubicBezTo>
                <a:cubicBezTo>
                  <a:pt x="7612" y="24"/>
                  <a:pt x="7506" y="23"/>
                  <a:pt x="7493" y="32"/>
                </a:cubicBezTo>
                <a:cubicBezTo>
                  <a:pt x="7492" y="30"/>
                  <a:pt x="7485" y="30"/>
                  <a:pt x="7498" y="30"/>
                </a:cubicBezTo>
                <a:cubicBezTo>
                  <a:pt x="7471" y="29"/>
                  <a:pt x="7444" y="28"/>
                  <a:pt x="7420" y="30"/>
                </a:cubicBezTo>
                <a:lnTo>
                  <a:pt x="7408" y="24"/>
                </a:lnTo>
                <a:lnTo>
                  <a:pt x="7349" y="32"/>
                </a:lnTo>
                <a:cubicBezTo>
                  <a:pt x="7313" y="28"/>
                  <a:pt x="7298" y="26"/>
                  <a:pt x="7334" y="21"/>
                </a:cubicBezTo>
                <a:cubicBezTo>
                  <a:pt x="7247" y="28"/>
                  <a:pt x="7263" y="24"/>
                  <a:pt x="7190" y="31"/>
                </a:cubicBezTo>
                <a:lnTo>
                  <a:pt x="7194" y="27"/>
                </a:lnTo>
                <a:cubicBezTo>
                  <a:pt x="7167" y="27"/>
                  <a:pt x="7125" y="32"/>
                  <a:pt x="7109" y="29"/>
                </a:cubicBezTo>
                <a:cubicBezTo>
                  <a:pt x="7051" y="21"/>
                  <a:pt x="6819" y="27"/>
                  <a:pt x="6668" y="20"/>
                </a:cubicBezTo>
                <a:cubicBezTo>
                  <a:pt x="6697" y="32"/>
                  <a:pt x="6598" y="14"/>
                  <a:pt x="6592" y="24"/>
                </a:cubicBezTo>
                <a:cubicBezTo>
                  <a:pt x="6583" y="21"/>
                  <a:pt x="6562" y="19"/>
                  <a:pt x="6586" y="17"/>
                </a:cubicBezTo>
                <a:cubicBezTo>
                  <a:pt x="6509" y="19"/>
                  <a:pt x="6471" y="12"/>
                  <a:pt x="6418" y="20"/>
                </a:cubicBezTo>
                <a:cubicBezTo>
                  <a:pt x="6409" y="17"/>
                  <a:pt x="6434" y="16"/>
                  <a:pt x="6426" y="14"/>
                </a:cubicBezTo>
                <a:cubicBezTo>
                  <a:pt x="6420" y="14"/>
                  <a:pt x="6402" y="16"/>
                  <a:pt x="6394" y="15"/>
                </a:cubicBezTo>
                <a:cubicBezTo>
                  <a:pt x="6386" y="13"/>
                  <a:pt x="6405" y="12"/>
                  <a:pt x="6417" y="11"/>
                </a:cubicBezTo>
                <a:cubicBezTo>
                  <a:pt x="6339" y="11"/>
                  <a:pt x="6331" y="20"/>
                  <a:pt x="6325" y="28"/>
                </a:cubicBezTo>
                <a:cubicBezTo>
                  <a:pt x="6285" y="24"/>
                  <a:pt x="6265" y="25"/>
                  <a:pt x="6236" y="30"/>
                </a:cubicBezTo>
                <a:cubicBezTo>
                  <a:pt x="6223" y="27"/>
                  <a:pt x="6199" y="24"/>
                  <a:pt x="6248" y="24"/>
                </a:cubicBezTo>
                <a:cubicBezTo>
                  <a:pt x="6221" y="23"/>
                  <a:pt x="6080" y="19"/>
                  <a:pt x="6078" y="26"/>
                </a:cubicBezTo>
                <a:cubicBezTo>
                  <a:pt x="6069" y="24"/>
                  <a:pt x="6039" y="25"/>
                  <a:pt x="6032" y="26"/>
                </a:cubicBezTo>
                <a:cubicBezTo>
                  <a:pt x="5970" y="25"/>
                  <a:pt x="5965" y="25"/>
                  <a:pt x="5904" y="25"/>
                </a:cubicBezTo>
                <a:lnTo>
                  <a:pt x="5921" y="26"/>
                </a:lnTo>
                <a:cubicBezTo>
                  <a:pt x="5897" y="34"/>
                  <a:pt x="5871" y="28"/>
                  <a:pt x="5822" y="29"/>
                </a:cubicBezTo>
                <a:lnTo>
                  <a:pt x="5823" y="28"/>
                </a:lnTo>
                <a:cubicBezTo>
                  <a:pt x="5711" y="22"/>
                  <a:pt x="5775" y="31"/>
                  <a:pt x="5665" y="24"/>
                </a:cubicBezTo>
                <a:lnTo>
                  <a:pt x="5671" y="29"/>
                </a:lnTo>
                <a:cubicBezTo>
                  <a:pt x="5660" y="39"/>
                  <a:pt x="5573" y="22"/>
                  <a:pt x="5509" y="26"/>
                </a:cubicBezTo>
                <a:lnTo>
                  <a:pt x="5532" y="29"/>
                </a:lnTo>
                <a:cubicBezTo>
                  <a:pt x="5497" y="33"/>
                  <a:pt x="5434" y="15"/>
                  <a:pt x="5399" y="13"/>
                </a:cubicBezTo>
                <a:cubicBezTo>
                  <a:pt x="5391" y="12"/>
                  <a:pt x="5411" y="12"/>
                  <a:pt x="5422" y="11"/>
                </a:cubicBezTo>
                <a:cubicBezTo>
                  <a:pt x="5330" y="6"/>
                  <a:pt x="5410" y="17"/>
                  <a:pt x="5341" y="19"/>
                </a:cubicBezTo>
                <a:cubicBezTo>
                  <a:pt x="5328" y="15"/>
                  <a:pt x="5357" y="10"/>
                  <a:pt x="5311" y="9"/>
                </a:cubicBezTo>
                <a:cubicBezTo>
                  <a:pt x="5288" y="7"/>
                  <a:pt x="5177" y="20"/>
                  <a:pt x="5114" y="13"/>
                </a:cubicBezTo>
                <a:cubicBezTo>
                  <a:pt x="5128" y="16"/>
                  <a:pt x="5142" y="19"/>
                  <a:pt x="5110" y="21"/>
                </a:cubicBezTo>
                <a:cubicBezTo>
                  <a:pt x="5061" y="21"/>
                  <a:pt x="4978" y="10"/>
                  <a:pt x="4934" y="19"/>
                </a:cubicBezTo>
                <a:cubicBezTo>
                  <a:pt x="4928" y="18"/>
                  <a:pt x="4925" y="17"/>
                  <a:pt x="4925" y="16"/>
                </a:cubicBezTo>
                <a:cubicBezTo>
                  <a:pt x="4888" y="19"/>
                  <a:pt x="4804" y="20"/>
                  <a:pt x="4781" y="24"/>
                </a:cubicBezTo>
                <a:cubicBezTo>
                  <a:pt x="4747" y="8"/>
                  <a:pt x="4549" y="32"/>
                  <a:pt x="4550" y="16"/>
                </a:cubicBezTo>
                <a:lnTo>
                  <a:pt x="4435" y="17"/>
                </a:lnTo>
                <a:lnTo>
                  <a:pt x="4438" y="15"/>
                </a:lnTo>
                <a:cubicBezTo>
                  <a:pt x="4365" y="14"/>
                  <a:pt x="4339" y="18"/>
                  <a:pt x="4313" y="22"/>
                </a:cubicBezTo>
                <a:cubicBezTo>
                  <a:pt x="4296" y="20"/>
                  <a:pt x="4309" y="19"/>
                  <a:pt x="4310" y="18"/>
                </a:cubicBezTo>
                <a:cubicBezTo>
                  <a:pt x="4203" y="15"/>
                  <a:pt x="4192" y="15"/>
                  <a:pt x="4102" y="23"/>
                </a:cubicBezTo>
                <a:lnTo>
                  <a:pt x="4093" y="18"/>
                </a:lnTo>
                <a:cubicBezTo>
                  <a:pt x="4068" y="21"/>
                  <a:pt x="3938" y="10"/>
                  <a:pt x="3833" y="15"/>
                </a:cubicBezTo>
                <a:cubicBezTo>
                  <a:pt x="3834" y="15"/>
                  <a:pt x="3836" y="14"/>
                  <a:pt x="3844" y="13"/>
                </a:cubicBezTo>
                <a:cubicBezTo>
                  <a:pt x="3726" y="19"/>
                  <a:pt x="3561" y="0"/>
                  <a:pt x="3518" y="17"/>
                </a:cubicBezTo>
                <a:lnTo>
                  <a:pt x="3439" y="21"/>
                </a:lnTo>
                <a:cubicBezTo>
                  <a:pt x="3540" y="23"/>
                  <a:pt x="3424" y="29"/>
                  <a:pt x="3466" y="32"/>
                </a:cubicBezTo>
                <a:cubicBezTo>
                  <a:pt x="3426" y="33"/>
                  <a:pt x="3363" y="27"/>
                  <a:pt x="3412" y="26"/>
                </a:cubicBezTo>
                <a:lnTo>
                  <a:pt x="3420" y="27"/>
                </a:lnTo>
                <a:cubicBezTo>
                  <a:pt x="3438" y="17"/>
                  <a:pt x="3294" y="23"/>
                  <a:pt x="3297" y="16"/>
                </a:cubicBezTo>
                <a:cubicBezTo>
                  <a:pt x="3098" y="17"/>
                  <a:pt x="2904" y="11"/>
                  <a:pt x="2718" y="10"/>
                </a:cubicBezTo>
                <a:lnTo>
                  <a:pt x="2740" y="18"/>
                </a:lnTo>
                <a:lnTo>
                  <a:pt x="2675" y="17"/>
                </a:lnTo>
                <a:cubicBezTo>
                  <a:pt x="2658" y="15"/>
                  <a:pt x="2652" y="11"/>
                  <a:pt x="2698" y="12"/>
                </a:cubicBezTo>
                <a:cubicBezTo>
                  <a:pt x="2674" y="8"/>
                  <a:pt x="2620" y="15"/>
                  <a:pt x="2619" y="17"/>
                </a:cubicBezTo>
                <a:cubicBezTo>
                  <a:pt x="2528" y="14"/>
                  <a:pt x="2655" y="9"/>
                  <a:pt x="2627" y="9"/>
                </a:cubicBezTo>
                <a:lnTo>
                  <a:pt x="2589" y="9"/>
                </a:lnTo>
                <a:lnTo>
                  <a:pt x="2597" y="9"/>
                </a:lnTo>
                <a:cubicBezTo>
                  <a:pt x="2567" y="12"/>
                  <a:pt x="2564" y="15"/>
                  <a:pt x="2508" y="15"/>
                </a:cubicBezTo>
                <a:cubicBezTo>
                  <a:pt x="2473" y="13"/>
                  <a:pt x="2490" y="10"/>
                  <a:pt x="2476" y="10"/>
                </a:cubicBezTo>
                <a:cubicBezTo>
                  <a:pt x="2477" y="10"/>
                  <a:pt x="2472" y="9"/>
                  <a:pt x="2455" y="10"/>
                </a:cubicBezTo>
                <a:lnTo>
                  <a:pt x="2373" y="9"/>
                </a:lnTo>
                <a:lnTo>
                  <a:pt x="2406" y="15"/>
                </a:lnTo>
                <a:cubicBezTo>
                  <a:pt x="2370" y="18"/>
                  <a:pt x="2329" y="15"/>
                  <a:pt x="2367" y="21"/>
                </a:cubicBezTo>
                <a:cubicBezTo>
                  <a:pt x="2311" y="11"/>
                  <a:pt x="2062" y="17"/>
                  <a:pt x="2028" y="14"/>
                </a:cubicBezTo>
                <a:cubicBezTo>
                  <a:pt x="1977" y="18"/>
                  <a:pt x="1927" y="18"/>
                  <a:pt x="1864" y="17"/>
                </a:cubicBezTo>
                <a:cubicBezTo>
                  <a:pt x="1880" y="19"/>
                  <a:pt x="1889" y="25"/>
                  <a:pt x="1836" y="24"/>
                </a:cubicBezTo>
                <a:cubicBezTo>
                  <a:pt x="1855" y="11"/>
                  <a:pt x="1737" y="18"/>
                  <a:pt x="1694" y="9"/>
                </a:cubicBezTo>
                <a:cubicBezTo>
                  <a:pt x="1733" y="15"/>
                  <a:pt x="1542" y="10"/>
                  <a:pt x="1603" y="19"/>
                </a:cubicBezTo>
                <a:cubicBezTo>
                  <a:pt x="1558" y="18"/>
                  <a:pt x="1600" y="14"/>
                  <a:pt x="1566" y="11"/>
                </a:cubicBezTo>
                <a:cubicBezTo>
                  <a:pt x="1460" y="16"/>
                  <a:pt x="1331" y="8"/>
                  <a:pt x="1200" y="9"/>
                </a:cubicBezTo>
                <a:cubicBezTo>
                  <a:pt x="1198" y="11"/>
                  <a:pt x="1220" y="13"/>
                  <a:pt x="1192" y="16"/>
                </a:cubicBezTo>
                <a:lnTo>
                  <a:pt x="1122" y="8"/>
                </a:lnTo>
                <a:cubicBezTo>
                  <a:pt x="1096" y="9"/>
                  <a:pt x="1098" y="17"/>
                  <a:pt x="1051" y="11"/>
                </a:cubicBezTo>
                <a:cubicBezTo>
                  <a:pt x="1058" y="13"/>
                  <a:pt x="1068" y="15"/>
                  <a:pt x="1050" y="15"/>
                </a:cubicBezTo>
                <a:cubicBezTo>
                  <a:pt x="792" y="7"/>
                  <a:pt x="524" y="22"/>
                  <a:pt x="262" y="7"/>
                </a:cubicBezTo>
                <a:cubicBezTo>
                  <a:pt x="297" y="9"/>
                  <a:pt x="274" y="10"/>
                  <a:pt x="247" y="10"/>
                </a:cubicBezTo>
                <a:cubicBezTo>
                  <a:pt x="264" y="11"/>
                  <a:pt x="246" y="14"/>
                  <a:pt x="250" y="17"/>
                </a:cubicBezTo>
                <a:lnTo>
                  <a:pt x="140" y="10"/>
                </a:lnTo>
                <a:cubicBezTo>
                  <a:pt x="120" y="17"/>
                  <a:pt x="23" y="10"/>
                  <a:pt x="11" y="17"/>
                </a:cubicBezTo>
                <a:lnTo>
                  <a:pt x="46" y="15"/>
                </a:lnTo>
                <a:cubicBezTo>
                  <a:pt x="0" y="23"/>
                  <a:pt x="111" y="32"/>
                  <a:pt x="104" y="42"/>
                </a:cubicBezTo>
                <a:cubicBezTo>
                  <a:pt x="156" y="33"/>
                  <a:pt x="240" y="55"/>
                  <a:pt x="325" y="43"/>
                </a:cubicBezTo>
                <a:cubicBezTo>
                  <a:pt x="344" y="45"/>
                  <a:pt x="309" y="46"/>
                  <a:pt x="319" y="48"/>
                </a:cubicBezTo>
                <a:cubicBezTo>
                  <a:pt x="340" y="44"/>
                  <a:pt x="366" y="43"/>
                  <a:pt x="414" y="45"/>
                </a:cubicBezTo>
                <a:lnTo>
                  <a:pt x="409" y="46"/>
                </a:lnTo>
                <a:cubicBezTo>
                  <a:pt x="544" y="45"/>
                  <a:pt x="602" y="49"/>
                  <a:pt x="754" y="52"/>
                </a:cubicBezTo>
                <a:lnTo>
                  <a:pt x="742" y="47"/>
                </a:lnTo>
                <a:cubicBezTo>
                  <a:pt x="775" y="48"/>
                  <a:pt x="782" y="49"/>
                  <a:pt x="797" y="50"/>
                </a:cubicBezTo>
                <a:cubicBezTo>
                  <a:pt x="835" y="43"/>
                  <a:pt x="706" y="50"/>
                  <a:pt x="740" y="42"/>
                </a:cubicBezTo>
                <a:cubicBezTo>
                  <a:pt x="783" y="52"/>
                  <a:pt x="970" y="42"/>
                  <a:pt x="999" y="53"/>
                </a:cubicBezTo>
                <a:cubicBezTo>
                  <a:pt x="1049" y="54"/>
                  <a:pt x="984" y="48"/>
                  <a:pt x="1034" y="48"/>
                </a:cubicBezTo>
                <a:lnTo>
                  <a:pt x="1048" y="51"/>
                </a:lnTo>
                <a:lnTo>
                  <a:pt x="1060" y="47"/>
                </a:lnTo>
                <a:cubicBezTo>
                  <a:pt x="1093" y="48"/>
                  <a:pt x="1110" y="52"/>
                  <a:pt x="1111" y="54"/>
                </a:cubicBezTo>
                <a:cubicBezTo>
                  <a:pt x="1103" y="54"/>
                  <a:pt x="1088" y="55"/>
                  <a:pt x="1080" y="55"/>
                </a:cubicBezTo>
                <a:cubicBezTo>
                  <a:pt x="1122" y="59"/>
                  <a:pt x="1200" y="54"/>
                  <a:pt x="1215" y="55"/>
                </a:cubicBezTo>
                <a:lnTo>
                  <a:pt x="1166" y="53"/>
                </a:lnTo>
                <a:cubicBezTo>
                  <a:pt x="1303" y="50"/>
                  <a:pt x="1470" y="55"/>
                  <a:pt x="1603" y="49"/>
                </a:cubicBezTo>
                <a:lnTo>
                  <a:pt x="1593" y="46"/>
                </a:lnTo>
                <a:cubicBezTo>
                  <a:pt x="1694" y="42"/>
                  <a:pt x="1674" y="49"/>
                  <a:pt x="1784" y="47"/>
                </a:cubicBezTo>
                <a:lnTo>
                  <a:pt x="1780" y="48"/>
                </a:lnTo>
                <a:cubicBezTo>
                  <a:pt x="1803" y="45"/>
                  <a:pt x="1832" y="44"/>
                  <a:pt x="1863" y="45"/>
                </a:cubicBezTo>
                <a:cubicBezTo>
                  <a:pt x="1835" y="47"/>
                  <a:pt x="1915" y="50"/>
                  <a:pt x="1879" y="53"/>
                </a:cubicBezTo>
                <a:cubicBezTo>
                  <a:pt x="1988" y="48"/>
                  <a:pt x="1933" y="49"/>
                  <a:pt x="2005" y="41"/>
                </a:cubicBezTo>
                <a:lnTo>
                  <a:pt x="2022" y="45"/>
                </a:lnTo>
                <a:cubicBezTo>
                  <a:pt x="2046" y="41"/>
                  <a:pt x="2048" y="40"/>
                  <a:pt x="2104" y="39"/>
                </a:cubicBezTo>
                <a:cubicBezTo>
                  <a:pt x="2058" y="42"/>
                  <a:pt x="2139" y="44"/>
                  <a:pt x="2088" y="49"/>
                </a:cubicBezTo>
                <a:cubicBezTo>
                  <a:pt x="2205" y="57"/>
                  <a:pt x="2261" y="41"/>
                  <a:pt x="2314" y="53"/>
                </a:cubicBezTo>
                <a:cubicBezTo>
                  <a:pt x="2368" y="42"/>
                  <a:pt x="2214" y="47"/>
                  <a:pt x="2244" y="45"/>
                </a:cubicBezTo>
                <a:cubicBezTo>
                  <a:pt x="2219" y="41"/>
                  <a:pt x="2288" y="37"/>
                  <a:pt x="2324" y="38"/>
                </a:cubicBezTo>
                <a:cubicBezTo>
                  <a:pt x="2361" y="38"/>
                  <a:pt x="2387" y="51"/>
                  <a:pt x="2481" y="51"/>
                </a:cubicBezTo>
                <a:cubicBezTo>
                  <a:pt x="2471" y="51"/>
                  <a:pt x="2471" y="52"/>
                  <a:pt x="2461" y="52"/>
                </a:cubicBezTo>
                <a:cubicBezTo>
                  <a:pt x="2496" y="55"/>
                  <a:pt x="2530" y="48"/>
                  <a:pt x="2573" y="53"/>
                </a:cubicBezTo>
                <a:cubicBezTo>
                  <a:pt x="2597" y="47"/>
                  <a:pt x="2628" y="53"/>
                  <a:pt x="2635" y="45"/>
                </a:cubicBezTo>
                <a:lnTo>
                  <a:pt x="2550" y="47"/>
                </a:lnTo>
                <a:cubicBezTo>
                  <a:pt x="2598" y="45"/>
                  <a:pt x="2644" y="36"/>
                  <a:pt x="2724" y="40"/>
                </a:cubicBezTo>
                <a:cubicBezTo>
                  <a:pt x="2718" y="42"/>
                  <a:pt x="2694" y="44"/>
                  <a:pt x="2677" y="45"/>
                </a:cubicBezTo>
                <a:cubicBezTo>
                  <a:pt x="2701" y="48"/>
                  <a:pt x="2722" y="44"/>
                  <a:pt x="2747" y="46"/>
                </a:cubicBezTo>
                <a:cubicBezTo>
                  <a:pt x="2740" y="54"/>
                  <a:pt x="2643" y="48"/>
                  <a:pt x="2591" y="54"/>
                </a:cubicBezTo>
                <a:cubicBezTo>
                  <a:pt x="2616" y="57"/>
                  <a:pt x="2689" y="48"/>
                  <a:pt x="2663" y="57"/>
                </a:cubicBezTo>
                <a:cubicBezTo>
                  <a:pt x="2700" y="46"/>
                  <a:pt x="2755" y="58"/>
                  <a:pt x="2818" y="50"/>
                </a:cubicBezTo>
                <a:lnTo>
                  <a:pt x="2814" y="55"/>
                </a:lnTo>
                <a:cubicBezTo>
                  <a:pt x="2824" y="54"/>
                  <a:pt x="2845" y="52"/>
                  <a:pt x="2863" y="52"/>
                </a:cubicBezTo>
                <a:lnTo>
                  <a:pt x="2830" y="58"/>
                </a:lnTo>
                <a:cubicBezTo>
                  <a:pt x="2881" y="53"/>
                  <a:pt x="2928" y="63"/>
                  <a:pt x="2977" y="60"/>
                </a:cubicBezTo>
                <a:cubicBezTo>
                  <a:pt x="2875" y="60"/>
                  <a:pt x="2954" y="54"/>
                  <a:pt x="2911" y="51"/>
                </a:cubicBezTo>
                <a:cubicBezTo>
                  <a:pt x="3038" y="45"/>
                  <a:pt x="2984" y="64"/>
                  <a:pt x="3126" y="62"/>
                </a:cubicBezTo>
                <a:cubicBezTo>
                  <a:pt x="3107" y="62"/>
                  <a:pt x="3054" y="58"/>
                  <a:pt x="3084" y="56"/>
                </a:cubicBezTo>
                <a:cubicBezTo>
                  <a:pt x="3111" y="57"/>
                  <a:pt x="3146" y="59"/>
                  <a:pt x="3163" y="62"/>
                </a:cubicBezTo>
                <a:cubicBezTo>
                  <a:pt x="3257" y="61"/>
                  <a:pt x="3149" y="57"/>
                  <a:pt x="3189" y="54"/>
                </a:cubicBezTo>
                <a:cubicBezTo>
                  <a:pt x="3221" y="60"/>
                  <a:pt x="3235" y="52"/>
                  <a:pt x="3276" y="50"/>
                </a:cubicBezTo>
                <a:lnTo>
                  <a:pt x="3276" y="55"/>
                </a:lnTo>
                <a:cubicBezTo>
                  <a:pt x="3384" y="58"/>
                  <a:pt x="3305" y="45"/>
                  <a:pt x="3401" y="49"/>
                </a:cubicBezTo>
                <a:lnTo>
                  <a:pt x="3361" y="55"/>
                </a:lnTo>
                <a:lnTo>
                  <a:pt x="3411" y="54"/>
                </a:lnTo>
                <a:lnTo>
                  <a:pt x="3400" y="59"/>
                </a:lnTo>
                <a:cubicBezTo>
                  <a:pt x="3455" y="55"/>
                  <a:pt x="3472" y="56"/>
                  <a:pt x="3526" y="58"/>
                </a:cubicBezTo>
                <a:cubicBezTo>
                  <a:pt x="3513" y="54"/>
                  <a:pt x="3533" y="49"/>
                  <a:pt x="3580" y="49"/>
                </a:cubicBezTo>
                <a:cubicBezTo>
                  <a:pt x="3613" y="52"/>
                  <a:pt x="3562" y="54"/>
                  <a:pt x="3630" y="53"/>
                </a:cubicBezTo>
                <a:cubicBezTo>
                  <a:pt x="3614" y="56"/>
                  <a:pt x="3598" y="60"/>
                  <a:pt x="3568" y="55"/>
                </a:cubicBezTo>
                <a:cubicBezTo>
                  <a:pt x="3565" y="57"/>
                  <a:pt x="3553" y="58"/>
                  <a:pt x="3550" y="60"/>
                </a:cubicBezTo>
                <a:cubicBezTo>
                  <a:pt x="3585" y="63"/>
                  <a:pt x="3638" y="61"/>
                  <a:pt x="3662" y="61"/>
                </a:cubicBezTo>
                <a:cubicBezTo>
                  <a:pt x="3653" y="61"/>
                  <a:pt x="3642" y="60"/>
                  <a:pt x="3636" y="60"/>
                </a:cubicBezTo>
                <a:lnTo>
                  <a:pt x="3734" y="53"/>
                </a:lnTo>
                <a:cubicBezTo>
                  <a:pt x="3749" y="55"/>
                  <a:pt x="3737" y="56"/>
                  <a:pt x="3725" y="58"/>
                </a:cubicBezTo>
                <a:cubicBezTo>
                  <a:pt x="3744" y="57"/>
                  <a:pt x="3758" y="55"/>
                  <a:pt x="3787" y="55"/>
                </a:cubicBezTo>
                <a:cubicBezTo>
                  <a:pt x="3780" y="59"/>
                  <a:pt x="3781" y="63"/>
                  <a:pt x="3740" y="65"/>
                </a:cubicBezTo>
                <a:lnTo>
                  <a:pt x="3833" y="60"/>
                </a:lnTo>
                <a:cubicBezTo>
                  <a:pt x="3839" y="62"/>
                  <a:pt x="3881" y="65"/>
                  <a:pt x="3869" y="67"/>
                </a:cubicBezTo>
                <a:cubicBezTo>
                  <a:pt x="3920" y="69"/>
                  <a:pt x="3995" y="59"/>
                  <a:pt x="4064" y="62"/>
                </a:cubicBezTo>
                <a:cubicBezTo>
                  <a:pt x="4067" y="62"/>
                  <a:pt x="4074" y="61"/>
                  <a:pt x="4089" y="60"/>
                </a:cubicBezTo>
                <a:cubicBezTo>
                  <a:pt x="4153" y="62"/>
                  <a:pt x="4210" y="67"/>
                  <a:pt x="4286" y="61"/>
                </a:cubicBezTo>
                <a:lnTo>
                  <a:pt x="4329" y="68"/>
                </a:lnTo>
                <a:cubicBezTo>
                  <a:pt x="4389" y="67"/>
                  <a:pt x="4271" y="59"/>
                  <a:pt x="4370" y="57"/>
                </a:cubicBezTo>
                <a:cubicBezTo>
                  <a:pt x="4440" y="55"/>
                  <a:pt x="4396" y="63"/>
                  <a:pt x="4421" y="65"/>
                </a:cubicBezTo>
                <a:cubicBezTo>
                  <a:pt x="4456" y="62"/>
                  <a:pt x="4517" y="54"/>
                  <a:pt x="4581" y="60"/>
                </a:cubicBezTo>
                <a:cubicBezTo>
                  <a:pt x="4560" y="62"/>
                  <a:pt x="4543" y="60"/>
                  <a:pt x="4523" y="61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sz="1800">
              <a:ln>
                <a:noFill/>
              </a:ln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C63D1C-6E41-89E2-3D96-21AA921577A7}"/>
              </a:ext>
            </a:extLst>
          </p:cNvPr>
          <p:cNvSpPr txBox="1"/>
          <p:nvPr/>
        </p:nvSpPr>
        <p:spPr>
          <a:xfrm>
            <a:off x="215487" y="84489"/>
            <a:ext cx="30121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Sphere Volume</a:t>
            </a:r>
          </a:p>
        </p:txBody>
      </p:sp>
      <p:pic>
        <p:nvPicPr>
          <p:cNvPr id="3" name="Picture 2" descr="Fire Icon PNG Free Images with Transparent Background - (1,698 Free  Downloads)">
            <a:extLst>
              <a:ext uri="{FF2B5EF4-FFF2-40B4-BE49-F238E27FC236}">
                <a16:creationId xmlns:a16="http://schemas.microsoft.com/office/drawing/2014/main" id="{D7C9DF1B-435A-4F7E-42F4-BF0C4B552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2417" y="116335"/>
            <a:ext cx="366996" cy="48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Fire Icon PNG Free Images with Transparent Background - (1,698 Free  Downloads)">
            <a:extLst>
              <a:ext uri="{FF2B5EF4-FFF2-40B4-BE49-F238E27FC236}">
                <a16:creationId xmlns:a16="http://schemas.microsoft.com/office/drawing/2014/main" id="{3A57ECE3-DB3E-D77E-D17B-1E9D3F16C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771" y="121032"/>
            <a:ext cx="366996" cy="48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8" name="3D Model 17">
                <a:extLst>
                  <a:ext uri="{FF2B5EF4-FFF2-40B4-BE49-F238E27FC236}">
                    <a16:creationId xmlns:a16="http://schemas.microsoft.com/office/drawing/2014/main" id="{1B63B801-8530-7653-8B2B-3E2B7D9E289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37501" y="1617340"/>
              <a:ext cx="4396907" cy="946706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396907" cy="946706"/>
                    </a:xfrm>
                    <a:prstGeom prst="rect">
                      <a:avLst/>
                    </a:prstGeom>
                  </am3d:spPr>
                  <am3d:camera>
                    <am3d:pos x="0" y="0" z="6658864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23306" d="1000000"/>
                    <am3d:preTrans dx="-2" dy="-8450327" dz="-2"/>
                    <am3d:scale>
                      <am3d:sx n="1000000" d="1000000"/>
                      <am3d:sy n="1000000" d="1000000"/>
                      <am3d:sz n="1000000" d="1000000"/>
                    </am3d:scale>
                    <am3d:rot ax="346410" ay="39765" az="4021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637646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8" name="3D Model 17">
                <a:extLst>
                  <a:ext uri="{FF2B5EF4-FFF2-40B4-BE49-F238E27FC236}">
                    <a16:creationId xmlns:a16="http://schemas.microsoft.com/office/drawing/2014/main" id="{1B63B801-8530-7653-8B2B-3E2B7D9E289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7501" y="1617340"/>
                <a:ext cx="4396907" cy="946706"/>
              </a:xfrm>
              <a:prstGeom prst="rect">
                <a:avLst/>
              </a:prstGeom>
            </p:spPr>
          </p:pic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0ADCE003-A55D-897A-76C9-351537767BF0}"/>
              </a:ext>
            </a:extLst>
          </p:cNvPr>
          <p:cNvSpPr/>
          <p:nvPr/>
        </p:nvSpPr>
        <p:spPr>
          <a:xfrm>
            <a:off x="825257" y="1819880"/>
            <a:ext cx="4001729" cy="329809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9512475-7ACD-2375-A3AF-1E2B51F3D00A}"/>
                  </a:ext>
                </a:extLst>
              </p:cNvPr>
              <p:cNvSpPr/>
              <p:nvPr/>
            </p:nvSpPr>
            <p:spPr>
              <a:xfrm>
                <a:off x="5998764" y="1384735"/>
                <a:ext cx="107811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A871A46-E51F-9B46-4999-4328564C58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8764" y="1384735"/>
                <a:ext cx="1078116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268195A-3606-E7EE-F8D7-E7EEBB186593}"/>
                  </a:ext>
                </a:extLst>
              </p:cNvPr>
              <p:cNvSpPr txBox="1"/>
              <p:nvPr/>
            </p:nvSpPr>
            <p:spPr>
              <a:xfrm>
                <a:off x="6946529" y="1443815"/>
                <a:ext cx="65883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7923452-2513-0467-737E-929EB50C6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6529" y="1443815"/>
                <a:ext cx="658835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9D07DD4-7264-C871-01A3-F7F98C05FB03}"/>
                  </a:ext>
                </a:extLst>
              </p:cNvPr>
              <p:cNvSpPr txBox="1"/>
              <p:nvPr/>
            </p:nvSpPr>
            <p:spPr>
              <a:xfrm>
                <a:off x="7563592" y="1430901"/>
                <a:ext cx="25487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4FC4406-9D25-FA34-4C91-A834CE32E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592" y="1430901"/>
                <a:ext cx="254878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DD4B32F-ACEA-169A-3AE6-E0F61BA9F410}"/>
                  </a:ext>
                </a:extLst>
              </p:cNvPr>
              <p:cNvSpPr txBox="1"/>
              <p:nvPr/>
            </p:nvSpPr>
            <p:spPr>
              <a:xfrm>
                <a:off x="7845598" y="1430901"/>
                <a:ext cx="49667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𝑑𝑦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DDFFC2B-5475-23F1-3196-882F80E83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5598" y="1430901"/>
                <a:ext cx="496674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394B57D7-1E96-775C-CF6B-B3D930169820}"/>
              </a:ext>
            </a:extLst>
          </p:cNvPr>
          <p:cNvCxnSpPr>
            <a:cxnSpLocks/>
          </p:cNvCxnSpPr>
          <p:nvPr/>
        </p:nvCxnSpPr>
        <p:spPr>
          <a:xfrm flipV="1">
            <a:off x="7477389" y="871669"/>
            <a:ext cx="368209" cy="513066"/>
          </a:xfrm>
          <a:prstGeom prst="curved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602F001-8996-D0BA-E953-0719437C7773}"/>
                  </a:ext>
                </a:extLst>
              </p:cNvPr>
              <p:cNvSpPr txBox="1"/>
              <p:nvPr/>
            </p:nvSpPr>
            <p:spPr>
              <a:xfrm>
                <a:off x="7845598" y="669264"/>
                <a:ext cx="100918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28F4C4-5F27-EFD4-1739-CCDF84417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5598" y="669264"/>
                <a:ext cx="1009187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2B2B76B5-BAF8-2853-2F21-B151275BBAEB}"/>
              </a:ext>
            </a:extLst>
          </p:cNvPr>
          <p:cNvCxnSpPr>
            <a:cxnSpLocks/>
          </p:cNvCxnSpPr>
          <p:nvPr/>
        </p:nvCxnSpPr>
        <p:spPr>
          <a:xfrm>
            <a:off x="8382596" y="1665659"/>
            <a:ext cx="564668" cy="721157"/>
          </a:xfrm>
          <a:prstGeom prst="bent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F3566D9-96FB-2952-FE8A-E6F43CD516D0}"/>
                  </a:ext>
                </a:extLst>
              </p:cNvPr>
              <p:cNvSpPr txBox="1"/>
              <p:nvPr/>
            </p:nvSpPr>
            <p:spPr>
              <a:xfrm>
                <a:off x="7686515" y="2492982"/>
                <a:ext cx="65575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DEE69AA-C262-4513-79D6-8EC3182FC4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6515" y="2492982"/>
                <a:ext cx="655757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09FF3D2-705E-9EE6-CE5C-05662E952AB5}"/>
                  </a:ext>
                </a:extLst>
              </p:cNvPr>
              <p:cNvSpPr txBox="1"/>
              <p:nvPr/>
            </p:nvSpPr>
            <p:spPr>
              <a:xfrm>
                <a:off x="8382596" y="2492982"/>
                <a:ext cx="104445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𝑅𝑐𝑜𝑠</m:t>
                      </m:r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E7908BC-71E6-DC53-5813-56FBFF9A5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596" y="2492982"/>
                <a:ext cx="1044453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4B7BA9D-A4F8-930D-4838-C80B0050102C}"/>
                  </a:ext>
                </a:extLst>
              </p:cNvPr>
              <p:cNvSpPr txBox="1"/>
              <p:nvPr/>
            </p:nvSpPr>
            <p:spPr>
              <a:xfrm>
                <a:off x="7553471" y="2996818"/>
                <a:ext cx="86414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𝑑𝑦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03CEABA-13E7-A496-F86A-1DB131904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3471" y="2996818"/>
                <a:ext cx="864147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0D48D09-A6B5-4B04-75E2-6DAD42301A2F}"/>
                  </a:ext>
                </a:extLst>
              </p:cNvPr>
              <p:cNvSpPr txBox="1"/>
              <p:nvPr/>
            </p:nvSpPr>
            <p:spPr>
              <a:xfrm>
                <a:off x="8326091" y="2996818"/>
                <a:ext cx="233897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BAB7C75-1F4F-615F-A2CF-C72E42E62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6091" y="2996818"/>
                <a:ext cx="2338974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>
            <a:cxnSpLocks/>
            <a:endCxn id="18" idx="2"/>
          </p:cNvCxnSpPr>
          <p:nvPr/>
        </p:nvCxnSpPr>
        <p:spPr>
          <a:xfrm flipV="1">
            <a:off x="2826121" y="2564046"/>
            <a:ext cx="9834" cy="1005947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2221344" y="2716794"/>
                <a:ext cx="4729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1344" y="2716794"/>
                <a:ext cx="472950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2794575" y="2086993"/>
                <a:ext cx="68134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𝑑𝑦</m:t>
                      </m:r>
                    </m:oMath>
                  </m:oMathPara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575" y="2086993"/>
                <a:ext cx="681340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7088B84-744F-04FC-4E4B-C7934187D40D}"/>
              </a:ext>
            </a:extLst>
          </p:cNvPr>
          <p:cNvCxnSpPr>
            <a:cxnSpLocks/>
          </p:cNvCxnSpPr>
          <p:nvPr/>
        </p:nvCxnSpPr>
        <p:spPr>
          <a:xfrm flipV="1">
            <a:off x="2826121" y="2343274"/>
            <a:ext cx="2177502" cy="1226719"/>
          </a:xfrm>
          <a:prstGeom prst="line">
            <a:avLst/>
          </a:prstGeom>
          <a:ln w="28575">
            <a:solidFill>
              <a:schemeClr val="bg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0E01F10-109A-C35D-D082-19CC9F708734}"/>
                  </a:ext>
                </a:extLst>
              </p:cNvPr>
              <p:cNvSpPr txBox="1"/>
              <p:nvPr/>
            </p:nvSpPr>
            <p:spPr>
              <a:xfrm>
                <a:off x="2864406" y="3024570"/>
                <a:ext cx="29424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0E01F10-109A-C35D-D082-19CC9F7087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406" y="3024570"/>
                <a:ext cx="294248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D819BED-42F1-2EA4-5ACB-B806739FC808}"/>
              </a:ext>
            </a:extLst>
          </p:cNvPr>
          <p:cNvCxnSpPr>
            <a:cxnSpLocks/>
            <a:stCxn id="18" idx="2"/>
          </p:cNvCxnSpPr>
          <p:nvPr/>
        </p:nvCxnSpPr>
        <p:spPr>
          <a:xfrm flipH="1" flipV="1">
            <a:off x="2833916" y="2179636"/>
            <a:ext cx="2039" cy="384410"/>
          </a:xfrm>
          <a:prstGeom prst="straightConnector1">
            <a:avLst/>
          </a:prstGeom>
          <a:ln w="28575">
            <a:solidFill>
              <a:schemeClr val="bg1"/>
            </a:solidFill>
            <a:headEnd type="triangle" w="med" len="med"/>
            <a:tailEnd type="triangle" w="med" len="med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3178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3" grpId="0"/>
      <p:bldP spid="15" grpId="0"/>
      <p:bldP spid="19" grpId="0"/>
      <p:bldP spid="20" grpId="0"/>
      <p:bldP spid="21" grpId="0"/>
      <p:bldP spid="22" grpId="0"/>
      <p:bldP spid="26" grpId="0"/>
      <p:bldP spid="27" grpId="0"/>
      <p:bldP spid="4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12958-F191-22A6-4521-3822302F7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2" descr="Solution: What is the integral of sin^5 x cos^3 xdx?">
            <a:extLst>
              <a:ext uri="{FF2B5EF4-FFF2-40B4-BE49-F238E27FC236}">
                <a16:creationId xmlns:a16="http://schemas.microsoft.com/office/drawing/2014/main" id="{4C97F3E1-E7E3-F595-B00B-3C4179680B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11" name="Freeform 62">
            <a:extLst>
              <a:ext uri="{FF2B5EF4-FFF2-40B4-BE49-F238E27FC236}">
                <a16:creationId xmlns:a16="http://schemas.microsoft.com/office/drawing/2014/main" id="{F12B905E-F4B3-235D-9761-82BD42392951}"/>
              </a:ext>
            </a:extLst>
          </p:cNvPr>
          <p:cNvSpPr>
            <a:spLocks noEditPoints="1"/>
          </p:cNvSpPr>
          <p:nvPr/>
        </p:nvSpPr>
        <p:spPr bwMode="invGray">
          <a:xfrm>
            <a:off x="371062" y="799817"/>
            <a:ext cx="2046675" cy="180010"/>
          </a:xfrm>
          <a:custGeom>
            <a:avLst/>
            <a:gdLst>
              <a:gd name="T0" fmla="*/ 9555 w 10030"/>
              <a:gd name="T1" fmla="*/ 25 h 75"/>
              <a:gd name="T2" fmla="*/ 9488 w 10030"/>
              <a:gd name="T3" fmla="*/ 23 h 75"/>
              <a:gd name="T4" fmla="*/ 5258 w 10030"/>
              <a:gd name="T5" fmla="*/ 60 h 75"/>
              <a:gd name="T6" fmla="*/ 4572 w 10030"/>
              <a:gd name="T7" fmla="*/ 65 h 75"/>
              <a:gd name="T8" fmla="*/ 4884 w 10030"/>
              <a:gd name="T9" fmla="*/ 61 h 75"/>
              <a:gd name="T10" fmla="*/ 5092 w 10030"/>
              <a:gd name="T11" fmla="*/ 56 h 75"/>
              <a:gd name="T12" fmla="*/ 5260 w 10030"/>
              <a:gd name="T13" fmla="*/ 60 h 75"/>
              <a:gd name="T14" fmla="*/ 5560 w 10030"/>
              <a:gd name="T15" fmla="*/ 62 h 75"/>
              <a:gd name="T16" fmla="*/ 6006 w 10030"/>
              <a:gd name="T17" fmla="*/ 56 h 75"/>
              <a:gd name="T18" fmla="*/ 6308 w 10030"/>
              <a:gd name="T19" fmla="*/ 32 h 75"/>
              <a:gd name="T20" fmla="*/ 6269 w 10030"/>
              <a:gd name="T21" fmla="*/ 52 h 75"/>
              <a:gd name="T22" fmla="*/ 6665 w 10030"/>
              <a:gd name="T23" fmla="*/ 41 h 75"/>
              <a:gd name="T24" fmla="*/ 6806 w 10030"/>
              <a:gd name="T25" fmla="*/ 53 h 75"/>
              <a:gd name="T26" fmla="*/ 7204 w 10030"/>
              <a:gd name="T27" fmla="*/ 50 h 75"/>
              <a:gd name="T28" fmla="*/ 7485 w 10030"/>
              <a:gd name="T29" fmla="*/ 62 h 75"/>
              <a:gd name="T30" fmla="*/ 7667 w 10030"/>
              <a:gd name="T31" fmla="*/ 61 h 75"/>
              <a:gd name="T32" fmla="*/ 7919 w 10030"/>
              <a:gd name="T33" fmla="*/ 63 h 75"/>
              <a:gd name="T34" fmla="*/ 8179 w 10030"/>
              <a:gd name="T35" fmla="*/ 51 h 75"/>
              <a:gd name="T36" fmla="*/ 8401 w 10030"/>
              <a:gd name="T37" fmla="*/ 31 h 75"/>
              <a:gd name="T38" fmla="*/ 8692 w 10030"/>
              <a:gd name="T39" fmla="*/ 58 h 75"/>
              <a:gd name="T40" fmla="*/ 9084 w 10030"/>
              <a:gd name="T41" fmla="*/ 61 h 75"/>
              <a:gd name="T42" fmla="*/ 9498 w 10030"/>
              <a:gd name="T43" fmla="*/ 44 h 75"/>
              <a:gd name="T44" fmla="*/ 9670 w 10030"/>
              <a:gd name="T45" fmla="*/ 45 h 75"/>
              <a:gd name="T46" fmla="*/ 9877 w 10030"/>
              <a:gd name="T47" fmla="*/ 32 h 75"/>
              <a:gd name="T48" fmla="*/ 9735 w 10030"/>
              <a:gd name="T49" fmla="*/ 21 h 75"/>
              <a:gd name="T50" fmla="*/ 9636 w 10030"/>
              <a:gd name="T51" fmla="*/ 27 h 75"/>
              <a:gd name="T52" fmla="*/ 9290 w 10030"/>
              <a:gd name="T53" fmla="*/ 22 h 75"/>
              <a:gd name="T54" fmla="*/ 8498 w 10030"/>
              <a:gd name="T55" fmla="*/ 12 h 75"/>
              <a:gd name="T56" fmla="*/ 7899 w 10030"/>
              <a:gd name="T57" fmla="*/ 21 h 75"/>
              <a:gd name="T58" fmla="*/ 7774 w 10030"/>
              <a:gd name="T59" fmla="*/ 22 h 75"/>
              <a:gd name="T60" fmla="*/ 7493 w 10030"/>
              <a:gd name="T61" fmla="*/ 32 h 75"/>
              <a:gd name="T62" fmla="*/ 7190 w 10030"/>
              <a:gd name="T63" fmla="*/ 31 h 75"/>
              <a:gd name="T64" fmla="*/ 6418 w 10030"/>
              <a:gd name="T65" fmla="*/ 20 h 75"/>
              <a:gd name="T66" fmla="*/ 6248 w 10030"/>
              <a:gd name="T67" fmla="*/ 24 h 75"/>
              <a:gd name="T68" fmla="*/ 5823 w 10030"/>
              <a:gd name="T69" fmla="*/ 28 h 75"/>
              <a:gd name="T70" fmla="*/ 5422 w 10030"/>
              <a:gd name="T71" fmla="*/ 11 h 75"/>
              <a:gd name="T72" fmla="*/ 4925 w 10030"/>
              <a:gd name="T73" fmla="*/ 16 h 75"/>
              <a:gd name="T74" fmla="*/ 4310 w 10030"/>
              <a:gd name="T75" fmla="*/ 18 h 75"/>
              <a:gd name="T76" fmla="*/ 3439 w 10030"/>
              <a:gd name="T77" fmla="*/ 21 h 75"/>
              <a:gd name="T78" fmla="*/ 2740 w 10030"/>
              <a:gd name="T79" fmla="*/ 18 h 75"/>
              <a:gd name="T80" fmla="*/ 2597 w 10030"/>
              <a:gd name="T81" fmla="*/ 9 h 75"/>
              <a:gd name="T82" fmla="*/ 2367 w 10030"/>
              <a:gd name="T83" fmla="*/ 21 h 75"/>
              <a:gd name="T84" fmla="*/ 1566 w 10030"/>
              <a:gd name="T85" fmla="*/ 11 h 75"/>
              <a:gd name="T86" fmla="*/ 262 w 10030"/>
              <a:gd name="T87" fmla="*/ 7 h 75"/>
              <a:gd name="T88" fmla="*/ 104 w 10030"/>
              <a:gd name="T89" fmla="*/ 42 h 75"/>
              <a:gd name="T90" fmla="*/ 742 w 10030"/>
              <a:gd name="T91" fmla="*/ 47 h 75"/>
              <a:gd name="T92" fmla="*/ 1060 w 10030"/>
              <a:gd name="T93" fmla="*/ 47 h 75"/>
              <a:gd name="T94" fmla="*/ 1593 w 10030"/>
              <a:gd name="T95" fmla="*/ 46 h 75"/>
              <a:gd name="T96" fmla="*/ 2022 w 10030"/>
              <a:gd name="T97" fmla="*/ 45 h 75"/>
              <a:gd name="T98" fmla="*/ 2481 w 10030"/>
              <a:gd name="T99" fmla="*/ 51 h 75"/>
              <a:gd name="T100" fmla="*/ 2677 w 10030"/>
              <a:gd name="T101" fmla="*/ 45 h 75"/>
              <a:gd name="T102" fmla="*/ 2863 w 10030"/>
              <a:gd name="T103" fmla="*/ 52 h 75"/>
              <a:gd name="T104" fmla="*/ 3163 w 10030"/>
              <a:gd name="T105" fmla="*/ 62 h 75"/>
              <a:gd name="T106" fmla="*/ 3411 w 10030"/>
              <a:gd name="T107" fmla="*/ 54 h 75"/>
              <a:gd name="T108" fmla="*/ 3550 w 10030"/>
              <a:gd name="T109" fmla="*/ 60 h 75"/>
              <a:gd name="T110" fmla="*/ 3740 w 10030"/>
              <a:gd name="T111" fmla="*/ 65 h 75"/>
              <a:gd name="T112" fmla="*/ 4329 w 10030"/>
              <a:gd name="T113" fmla="*/ 68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0030" h="75">
                <a:moveTo>
                  <a:pt x="2469" y="12"/>
                </a:moveTo>
                <a:lnTo>
                  <a:pt x="2469" y="12"/>
                </a:lnTo>
                <a:lnTo>
                  <a:pt x="2482" y="13"/>
                </a:lnTo>
                <a:cubicBezTo>
                  <a:pt x="2453" y="15"/>
                  <a:pt x="2461" y="13"/>
                  <a:pt x="2469" y="12"/>
                </a:cubicBezTo>
                <a:close/>
                <a:moveTo>
                  <a:pt x="9555" y="25"/>
                </a:moveTo>
                <a:lnTo>
                  <a:pt x="9555" y="25"/>
                </a:lnTo>
                <a:cubicBezTo>
                  <a:pt x="9562" y="24"/>
                  <a:pt x="9561" y="23"/>
                  <a:pt x="9559" y="23"/>
                </a:cubicBezTo>
                <a:cubicBezTo>
                  <a:pt x="9554" y="24"/>
                  <a:pt x="9539" y="24"/>
                  <a:pt x="9522" y="24"/>
                </a:cubicBezTo>
                <a:cubicBezTo>
                  <a:pt x="9527" y="25"/>
                  <a:pt x="9536" y="26"/>
                  <a:pt x="9555" y="25"/>
                </a:cubicBezTo>
                <a:close/>
                <a:moveTo>
                  <a:pt x="9489" y="23"/>
                </a:moveTo>
                <a:lnTo>
                  <a:pt x="9489" y="23"/>
                </a:lnTo>
                <a:lnTo>
                  <a:pt x="9488" y="23"/>
                </a:lnTo>
                <a:cubicBezTo>
                  <a:pt x="9456" y="21"/>
                  <a:pt x="9467" y="22"/>
                  <a:pt x="9489" y="23"/>
                </a:cubicBezTo>
                <a:close/>
                <a:moveTo>
                  <a:pt x="6376" y="50"/>
                </a:moveTo>
                <a:lnTo>
                  <a:pt x="6376" y="50"/>
                </a:lnTo>
                <a:cubicBezTo>
                  <a:pt x="6365" y="52"/>
                  <a:pt x="6349" y="51"/>
                  <a:pt x="6330" y="49"/>
                </a:cubicBezTo>
                <a:cubicBezTo>
                  <a:pt x="6344" y="49"/>
                  <a:pt x="6359" y="49"/>
                  <a:pt x="6376" y="50"/>
                </a:cubicBezTo>
                <a:close/>
                <a:moveTo>
                  <a:pt x="5258" y="60"/>
                </a:moveTo>
                <a:lnTo>
                  <a:pt x="5258" y="60"/>
                </a:lnTo>
                <a:cubicBezTo>
                  <a:pt x="5244" y="61"/>
                  <a:pt x="5216" y="64"/>
                  <a:pt x="5205" y="61"/>
                </a:cubicBezTo>
                <a:cubicBezTo>
                  <a:pt x="5222" y="55"/>
                  <a:pt x="5234" y="58"/>
                  <a:pt x="5258" y="60"/>
                </a:cubicBezTo>
                <a:close/>
                <a:moveTo>
                  <a:pt x="4523" y="61"/>
                </a:moveTo>
                <a:lnTo>
                  <a:pt x="4523" y="61"/>
                </a:lnTo>
                <a:lnTo>
                  <a:pt x="4572" y="65"/>
                </a:lnTo>
                <a:cubicBezTo>
                  <a:pt x="4513" y="71"/>
                  <a:pt x="4470" y="69"/>
                  <a:pt x="4516" y="75"/>
                </a:cubicBezTo>
                <a:cubicBezTo>
                  <a:pt x="4523" y="61"/>
                  <a:pt x="4707" y="74"/>
                  <a:pt x="4714" y="60"/>
                </a:cubicBezTo>
                <a:lnTo>
                  <a:pt x="4747" y="63"/>
                </a:lnTo>
                <a:cubicBezTo>
                  <a:pt x="4737" y="63"/>
                  <a:pt x="4736" y="64"/>
                  <a:pt x="4727" y="64"/>
                </a:cubicBezTo>
                <a:cubicBezTo>
                  <a:pt x="4790" y="70"/>
                  <a:pt x="4774" y="54"/>
                  <a:pt x="4855" y="56"/>
                </a:cubicBezTo>
                <a:cubicBezTo>
                  <a:pt x="4883" y="57"/>
                  <a:pt x="4903" y="59"/>
                  <a:pt x="4884" y="61"/>
                </a:cubicBezTo>
                <a:lnTo>
                  <a:pt x="4947" y="57"/>
                </a:lnTo>
                <a:cubicBezTo>
                  <a:pt x="4965" y="58"/>
                  <a:pt x="4961" y="60"/>
                  <a:pt x="4942" y="60"/>
                </a:cubicBezTo>
                <a:lnTo>
                  <a:pt x="5039" y="59"/>
                </a:lnTo>
                <a:lnTo>
                  <a:pt x="5038" y="59"/>
                </a:lnTo>
                <a:cubicBezTo>
                  <a:pt x="5052" y="57"/>
                  <a:pt x="5083" y="54"/>
                  <a:pt x="5098" y="52"/>
                </a:cubicBezTo>
                <a:cubicBezTo>
                  <a:pt x="5122" y="54"/>
                  <a:pt x="5086" y="54"/>
                  <a:pt x="5092" y="56"/>
                </a:cubicBezTo>
                <a:lnTo>
                  <a:pt x="5145" y="52"/>
                </a:lnTo>
                <a:cubicBezTo>
                  <a:pt x="5167" y="56"/>
                  <a:pt x="5123" y="59"/>
                  <a:pt x="5086" y="59"/>
                </a:cubicBezTo>
                <a:cubicBezTo>
                  <a:pt x="5136" y="73"/>
                  <a:pt x="5130" y="55"/>
                  <a:pt x="5238" y="64"/>
                </a:cubicBezTo>
                <a:lnTo>
                  <a:pt x="5187" y="65"/>
                </a:lnTo>
                <a:cubicBezTo>
                  <a:pt x="5220" y="73"/>
                  <a:pt x="5259" y="70"/>
                  <a:pt x="5316" y="75"/>
                </a:cubicBezTo>
                <a:cubicBezTo>
                  <a:pt x="5302" y="73"/>
                  <a:pt x="5202" y="63"/>
                  <a:pt x="5260" y="60"/>
                </a:cubicBezTo>
                <a:cubicBezTo>
                  <a:pt x="5276" y="61"/>
                  <a:pt x="5298" y="61"/>
                  <a:pt x="5329" y="59"/>
                </a:cubicBezTo>
                <a:cubicBezTo>
                  <a:pt x="5329" y="63"/>
                  <a:pt x="5359" y="62"/>
                  <a:pt x="5398" y="62"/>
                </a:cubicBezTo>
                <a:lnTo>
                  <a:pt x="5395" y="69"/>
                </a:lnTo>
                <a:cubicBezTo>
                  <a:pt x="5436" y="67"/>
                  <a:pt x="5433" y="64"/>
                  <a:pt x="5457" y="61"/>
                </a:cubicBezTo>
                <a:cubicBezTo>
                  <a:pt x="5503" y="61"/>
                  <a:pt x="5513" y="66"/>
                  <a:pt x="5523" y="71"/>
                </a:cubicBezTo>
                <a:cubicBezTo>
                  <a:pt x="5597" y="72"/>
                  <a:pt x="5473" y="63"/>
                  <a:pt x="5560" y="62"/>
                </a:cubicBezTo>
                <a:cubicBezTo>
                  <a:pt x="5621" y="64"/>
                  <a:pt x="5664" y="62"/>
                  <a:pt x="5737" y="58"/>
                </a:cubicBezTo>
                <a:cubicBezTo>
                  <a:pt x="5780" y="60"/>
                  <a:pt x="5730" y="62"/>
                  <a:pt x="5745" y="64"/>
                </a:cubicBezTo>
                <a:lnTo>
                  <a:pt x="5783" y="59"/>
                </a:lnTo>
                <a:cubicBezTo>
                  <a:pt x="5792" y="59"/>
                  <a:pt x="5789" y="60"/>
                  <a:pt x="5788" y="61"/>
                </a:cubicBezTo>
                <a:cubicBezTo>
                  <a:pt x="5820" y="59"/>
                  <a:pt x="5790" y="55"/>
                  <a:pt x="5841" y="53"/>
                </a:cubicBezTo>
                <a:cubicBezTo>
                  <a:pt x="5854" y="46"/>
                  <a:pt x="5944" y="64"/>
                  <a:pt x="6006" y="56"/>
                </a:cubicBezTo>
                <a:cubicBezTo>
                  <a:pt x="6021" y="58"/>
                  <a:pt x="5999" y="60"/>
                  <a:pt x="6003" y="62"/>
                </a:cubicBezTo>
                <a:cubicBezTo>
                  <a:pt x="6089" y="57"/>
                  <a:pt x="6077" y="59"/>
                  <a:pt x="6147" y="52"/>
                </a:cubicBezTo>
                <a:lnTo>
                  <a:pt x="6206" y="56"/>
                </a:lnTo>
                <a:cubicBezTo>
                  <a:pt x="6163" y="51"/>
                  <a:pt x="6219" y="45"/>
                  <a:pt x="6268" y="41"/>
                </a:cubicBezTo>
                <a:cubicBezTo>
                  <a:pt x="6252" y="38"/>
                  <a:pt x="6239" y="36"/>
                  <a:pt x="6230" y="35"/>
                </a:cubicBezTo>
                <a:lnTo>
                  <a:pt x="6308" y="32"/>
                </a:lnTo>
                <a:cubicBezTo>
                  <a:pt x="6318" y="33"/>
                  <a:pt x="6310" y="35"/>
                  <a:pt x="6297" y="38"/>
                </a:cubicBezTo>
                <a:lnTo>
                  <a:pt x="6311" y="36"/>
                </a:lnTo>
                <a:cubicBezTo>
                  <a:pt x="6339" y="39"/>
                  <a:pt x="6325" y="43"/>
                  <a:pt x="6305" y="46"/>
                </a:cubicBezTo>
                <a:lnTo>
                  <a:pt x="6277" y="42"/>
                </a:lnTo>
                <a:cubicBezTo>
                  <a:pt x="6257" y="46"/>
                  <a:pt x="6239" y="50"/>
                  <a:pt x="6243" y="54"/>
                </a:cubicBezTo>
                <a:cubicBezTo>
                  <a:pt x="6248" y="53"/>
                  <a:pt x="6258" y="53"/>
                  <a:pt x="6269" y="52"/>
                </a:cubicBezTo>
                <a:cubicBezTo>
                  <a:pt x="6264" y="53"/>
                  <a:pt x="6261" y="54"/>
                  <a:pt x="6263" y="55"/>
                </a:cubicBezTo>
                <a:cubicBezTo>
                  <a:pt x="6266" y="56"/>
                  <a:pt x="6274" y="54"/>
                  <a:pt x="6287" y="53"/>
                </a:cubicBezTo>
                <a:lnTo>
                  <a:pt x="6304" y="60"/>
                </a:lnTo>
                <a:lnTo>
                  <a:pt x="6309" y="57"/>
                </a:lnTo>
                <a:lnTo>
                  <a:pt x="6411" y="62"/>
                </a:lnTo>
                <a:cubicBezTo>
                  <a:pt x="6485" y="55"/>
                  <a:pt x="6548" y="44"/>
                  <a:pt x="6665" y="41"/>
                </a:cubicBezTo>
                <a:cubicBezTo>
                  <a:pt x="6636" y="47"/>
                  <a:pt x="6659" y="50"/>
                  <a:pt x="6657" y="56"/>
                </a:cubicBezTo>
                <a:cubicBezTo>
                  <a:pt x="6625" y="50"/>
                  <a:pt x="6567" y="59"/>
                  <a:pt x="6507" y="58"/>
                </a:cubicBezTo>
                <a:cubicBezTo>
                  <a:pt x="6538" y="58"/>
                  <a:pt x="6531" y="61"/>
                  <a:pt x="6523" y="62"/>
                </a:cubicBezTo>
                <a:lnTo>
                  <a:pt x="6631" y="57"/>
                </a:lnTo>
                <a:cubicBezTo>
                  <a:pt x="6628" y="62"/>
                  <a:pt x="6654" y="60"/>
                  <a:pt x="6682" y="63"/>
                </a:cubicBezTo>
                <a:cubicBezTo>
                  <a:pt x="6660" y="52"/>
                  <a:pt x="6762" y="56"/>
                  <a:pt x="6806" y="53"/>
                </a:cubicBezTo>
                <a:cubicBezTo>
                  <a:pt x="6808" y="56"/>
                  <a:pt x="6798" y="60"/>
                  <a:pt x="6744" y="59"/>
                </a:cubicBezTo>
                <a:cubicBezTo>
                  <a:pt x="6803" y="67"/>
                  <a:pt x="6821" y="47"/>
                  <a:pt x="6879" y="54"/>
                </a:cubicBezTo>
                <a:cubicBezTo>
                  <a:pt x="6865" y="54"/>
                  <a:pt x="6858" y="53"/>
                  <a:pt x="6853" y="55"/>
                </a:cubicBezTo>
                <a:cubicBezTo>
                  <a:pt x="6884" y="52"/>
                  <a:pt x="6958" y="55"/>
                  <a:pt x="6941" y="58"/>
                </a:cubicBezTo>
                <a:lnTo>
                  <a:pt x="6928" y="58"/>
                </a:lnTo>
                <a:cubicBezTo>
                  <a:pt x="7014" y="59"/>
                  <a:pt x="7191" y="58"/>
                  <a:pt x="7204" y="50"/>
                </a:cubicBezTo>
                <a:cubicBezTo>
                  <a:pt x="7205" y="51"/>
                  <a:pt x="7193" y="60"/>
                  <a:pt x="7188" y="62"/>
                </a:cubicBezTo>
                <a:lnTo>
                  <a:pt x="7342" y="33"/>
                </a:lnTo>
                <a:cubicBezTo>
                  <a:pt x="7329" y="41"/>
                  <a:pt x="7381" y="58"/>
                  <a:pt x="7309" y="62"/>
                </a:cubicBezTo>
                <a:cubicBezTo>
                  <a:pt x="7330" y="63"/>
                  <a:pt x="7355" y="65"/>
                  <a:pt x="7399" y="62"/>
                </a:cubicBezTo>
                <a:cubicBezTo>
                  <a:pt x="7385" y="61"/>
                  <a:pt x="7364" y="51"/>
                  <a:pt x="7383" y="51"/>
                </a:cubicBezTo>
                <a:cubicBezTo>
                  <a:pt x="7436" y="59"/>
                  <a:pt x="7420" y="55"/>
                  <a:pt x="7485" y="62"/>
                </a:cubicBezTo>
                <a:cubicBezTo>
                  <a:pt x="7463" y="61"/>
                  <a:pt x="7487" y="49"/>
                  <a:pt x="7520" y="50"/>
                </a:cubicBezTo>
                <a:cubicBezTo>
                  <a:pt x="7515" y="51"/>
                  <a:pt x="7523" y="61"/>
                  <a:pt x="7511" y="62"/>
                </a:cubicBezTo>
                <a:lnTo>
                  <a:pt x="7594" y="51"/>
                </a:lnTo>
                <a:cubicBezTo>
                  <a:pt x="7573" y="53"/>
                  <a:pt x="7590" y="61"/>
                  <a:pt x="7609" y="64"/>
                </a:cubicBezTo>
                <a:cubicBezTo>
                  <a:pt x="7600" y="62"/>
                  <a:pt x="7680" y="64"/>
                  <a:pt x="7702" y="63"/>
                </a:cubicBezTo>
                <a:lnTo>
                  <a:pt x="7667" y="61"/>
                </a:lnTo>
                <a:cubicBezTo>
                  <a:pt x="7761" y="63"/>
                  <a:pt x="7760" y="45"/>
                  <a:pt x="7853" y="46"/>
                </a:cubicBezTo>
                <a:cubicBezTo>
                  <a:pt x="7842" y="48"/>
                  <a:pt x="7825" y="60"/>
                  <a:pt x="7872" y="62"/>
                </a:cubicBezTo>
                <a:cubicBezTo>
                  <a:pt x="7894" y="56"/>
                  <a:pt x="7968" y="34"/>
                  <a:pt x="8050" y="29"/>
                </a:cubicBezTo>
                <a:lnTo>
                  <a:pt x="8066" y="33"/>
                </a:lnTo>
                <a:lnTo>
                  <a:pt x="8129" y="29"/>
                </a:lnTo>
                <a:cubicBezTo>
                  <a:pt x="8090" y="38"/>
                  <a:pt x="7980" y="56"/>
                  <a:pt x="7919" y="63"/>
                </a:cubicBezTo>
                <a:cubicBezTo>
                  <a:pt x="7954" y="66"/>
                  <a:pt x="7929" y="67"/>
                  <a:pt x="7982" y="67"/>
                </a:cubicBezTo>
                <a:cubicBezTo>
                  <a:pt x="8000" y="70"/>
                  <a:pt x="7953" y="72"/>
                  <a:pt x="7938" y="72"/>
                </a:cubicBezTo>
                <a:lnTo>
                  <a:pt x="8060" y="74"/>
                </a:lnTo>
                <a:cubicBezTo>
                  <a:pt x="8054" y="67"/>
                  <a:pt x="8153" y="67"/>
                  <a:pt x="8149" y="62"/>
                </a:cubicBezTo>
                <a:lnTo>
                  <a:pt x="8016" y="68"/>
                </a:lnTo>
                <a:cubicBezTo>
                  <a:pt x="8011" y="62"/>
                  <a:pt x="8093" y="49"/>
                  <a:pt x="8179" y="51"/>
                </a:cubicBezTo>
                <a:cubicBezTo>
                  <a:pt x="8201" y="53"/>
                  <a:pt x="8163" y="63"/>
                  <a:pt x="8165" y="65"/>
                </a:cubicBezTo>
                <a:cubicBezTo>
                  <a:pt x="8176" y="63"/>
                  <a:pt x="8247" y="61"/>
                  <a:pt x="8255" y="62"/>
                </a:cubicBezTo>
                <a:lnTo>
                  <a:pt x="8218" y="66"/>
                </a:lnTo>
                <a:cubicBezTo>
                  <a:pt x="8266" y="69"/>
                  <a:pt x="8297" y="57"/>
                  <a:pt x="8355" y="64"/>
                </a:cubicBezTo>
                <a:cubicBezTo>
                  <a:pt x="8375" y="64"/>
                  <a:pt x="8414" y="73"/>
                  <a:pt x="8418" y="69"/>
                </a:cubicBezTo>
                <a:cubicBezTo>
                  <a:pt x="8385" y="61"/>
                  <a:pt x="8379" y="37"/>
                  <a:pt x="8401" y="31"/>
                </a:cubicBezTo>
                <a:cubicBezTo>
                  <a:pt x="8408" y="31"/>
                  <a:pt x="8505" y="38"/>
                  <a:pt x="8528" y="42"/>
                </a:cubicBezTo>
                <a:cubicBezTo>
                  <a:pt x="8561" y="48"/>
                  <a:pt x="8479" y="57"/>
                  <a:pt x="8507" y="62"/>
                </a:cubicBezTo>
                <a:cubicBezTo>
                  <a:pt x="8508" y="60"/>
                  <a:pt x="8526" y="58"/>
                  <a:pt x="8534" y="57"/>
                </a:cubicBezTo>
                <a:cubicBezTo>
                  <a:pt x="8555" y="59"/>
                  <a:pt x="8525" y="63"/>
                  <a:pt x="8571" y="62"/>
                </a:cubicBezTo>
                <a:cubicBezTo>
                  <a:pt x="8578" y="55"/>
                  <a:pt x="8664" y="63"/>
                  <a:pt x="8592" y="56"/>
                </a:cubicBezTo>
                <a:cubicBezTo>
                  <a:pt x="8637" y="55"/>
                  <a:pt x="8640" y="58"/>
                  <a:pt x="8692" y="58"/>
                </a:cubicBezTo>
                <a:cubicBezTo>
                  <a:pt x="8675" y="53"/>
                  <a:pt x="8739" y="43"/>
                  <a:pt x="8784" y="41"/>
                </a:cubicBezTo>
                <a:cubicBezTo>
                  <a:pt x="8781" y="42"/>
                  <a:pt x="8791" y="45"/>
                  <a:pt x="8796" y="46"/>
                </a:cubicBezTo>
                <a:cubicBezTo>
                  <a:pt x="8888" y="47"/>
                  <a:pt x="8937" y="50"/>
                  <a:pt x="9022" y="50"/>
                </a:cubicBezTo>
                <a:cubicBezTo>
                  <a:pt x="9030" y="52"/>
                  <a:pt x="9071" y="54"/>
                  <a:pt x="9054" y="57"/>
                </a:cubicBezTo>
                <a:cubicBezTo>
                  <a:pt x="9066" y="56"/>
                  <a:pt x="9077" y="53"/>
                  <a:pt x="9103" y="53"/>
                </a:cubicBezTo>
                <a:cubicBezTo>
                  <a:pt x="9154" y="59"/>
                  <a:pt x="9045" y="54"/>
                  <a:pt x="9084" y="61"/>
                </a:cubicBezTo>
                <a:cubicBezTo>
                  <a:pt x="9087" y="57"/>
                  <a:pt x="9152" y="56"/>
                  <a:pt x="9189" y="53"/>
                </a:cubicBezTo>
                <a:cubicBezTo>
                  <a:pt x="9178" y="47"/>
                  <a:pt x="9103" y="52"/>
                  <a:pt x="9065" y="54"/>
                </a:cubicBezTo>
                <a:cubicBezTo>
                  <a:pt x="9065" y="46"/>
                  <a:pt x="9130" y="37"/>
                  <a:pt x="9219" y="33"/>
                </a:cubicBezTo>
                <a:cubicBezTo>
                  <a:pt x="9290" y="31"/>
                  <a:pt x="9250" y="39"/>
                  <a:pt x="9262" y="38"/>
                </a:cubicBezTo>
                <a:cubicBezTo>
                  <a:pt x="9395" y="39"/>
                  <a:pt x="9376" y="23"/>
                  <a:pt x="9486" y="29"/>
                </a:cubicBezTo>
                <a:cubicBezTo>
                  <a:pt x="9530" y="35"/>
                  <a:pt x="9488" y="40"/>
                  <a:pt x="9498" y="44"/>
                </a:cubicBezTo>
                <a:cubicBezTo>
                  <a:pt x="9440" y="46"/>
                  <a:pt x="9409" y="40"/>
                  <a:pt x="9370" y="40"/>
                </a:cubicBezTo>
                <a:lnTo>
                  <a:pt x="9418" y="43"/>
                </a:lnTo>
                <a:cubicBezTo>
                  <a:pt x="9400" y="45"/>
                  <a:pt x="9361" y="46"/>
                  <a:pt x="9340" y="45"/>
                </a:cubicBezTo>
                <a:cubicBezTo>
                  <a:pt x="9377" y="50"/>
                  <a:pt x="9565" y="46"/>
                  <a:pt x="9668" y="51"/>
                </a:cubicBezTo>
                <a:cubicBezTo>
                  <a:pt x="9686" y="49"/>
                  <a:pt x="9718" y="47"/>
                  <a:pt x="9703" y="45"/>
                </a:cubicBezTo>
                <a:lnTo>
                  <a:pt x="9670" y="45"/>
                </a:lnTo>
                <a:cubicBezTo>
                  <a:pt x="9640" y="41"/>
                  <a:pt x="9732" y="39"/>
                  <a:pt x="9690" y="37"/>
                </a:cubicBezTo>
                <a:cubicBezTo>
                  <a:pt x="9734" y="34"/>
                  <a:pt x="9783" y="29"/>
                  <a:pt x="9844" y="32"/>
                </a:cubicBezTo>
                <a:lnTo>
                  <a:pt x="9856" y="38"/>
                </a:lnTo>
                <a:cubicBezTo>
                  <a:pt x="9854" y="36"/>
                  <a:pt x="9816" y="35"/>
                  <a:pt x="9798" y="36"/>
                </a:cubicBezTo>
                <a:cubicBezTo>
                  <a:pt x="9824" y="34"/>
                  <a:pt x="9892" y="45"/>
                  <a:pt x="9920" y="37"/>
                </a:cubicBezTo>
                <a:lnTo>
                  <a:pt x="9877" y="32"/>
                </a:lnTo>
                <a:cubicBezTo>
                  <a:pt x="9921" y="29"/>
                  <a:pt x="9975" y="23"/>
                  <a:pt x="10030" y="25"/>
                </a:cubicBezTo>
                <a:cubicBezTo>
                  <a:pt x="10005" y="19"/>
                  <a:pt x="10017" y="26"/>
                  <a:pt x="9979" y="18"/>
                </a:cubicBezTo>
                <a:cubicBezTo>
                  <a:pt x="10012" y="27"/>
                  <a:pt x="9839" y="18"/>
                  <a:pt x="9893" y="27"/>
                </a:cubicBezTo>
                <a:cubicBezTo>
                  <a:pt x="9854" y="19"/>
                  <a:pt x="9825" y="24"/>
                  <a:pt x="9773" y="16"/>
                </a:cubicBezTo>
                <a:cubicBezTo>
                  <a:pt x="9774" y="18"/>
                  <a:pt x="9791" y="20"/>
                  <a:pt x="9746" y="19"/>
                </a:cubicBezTo>
                <a:cubicBezTo>
                  <a:pt x="9743" y="20"/>
                  <a:pt x="9739" y="21"/>
                  <a:pt x="9735" y="21"/>
                </a:cubicBezTo>
                <a:lnTo>
                  <a:pt x="9732" y="21"/>
                </a:lnTo>
                <a:lnTo>
                  <a:pt x="9735" y="21"/>
                </a:lnTo>
                <a:cubicBezTo>
                  <a:pt x="9733" y="21"/>
                  <a:pt x="9733" y="22"/>
                  <a:pt x="9736" y="21"/>
                </a:cubicBezTo>
                <a:cubicBezTo>
                  <a:pt x="9747" y="22"/>
                  <a:pt x="9756" y="23"/>
                  <a:pt x="9759" y="24"/>
                </a:cubicBezTo>
                <a:cubicBezTo>
                  <a:pt x="9736" y="29"/>
                  <a:pt x="9664" y="29"/>
                  <a:pt x="9639" y="31"/>
                </a:cubicBezTo>
                <a:cubicBezTo>
                  <a:pt x="9612" y="30"/>
                  <a:pt x="9651" y="29"/>
                  <a:pt x="9636" y="27"/>
                </a:cubicBezTo>
                <a:lnTo>
                  <a:pt x="9599" y="30"/>
                </a:lnTo>
                <a:cubicBezTo>
                  <a:pt x="9596" y="26"/>
                  <a:pt x="9527" y="23"/>
                  <a:pt x="9591" y="20"/>
                </a:cubicBezTo>
                <a:lnTo>
                  <a:pt x="9534" y="20"/>
                </a:lnTo>
                <a:cubicBezTo>
                  <a:pt x="9500" y="17"/>
                  <a:pt x="9453" y="16"/>
                  <a:pt x="9425" y="18"/>
                </a:cubicBezTo>
                <a:cubicBezTo>
                  <a:pt x="9398" y="17"/>
                  <a:pt x="9356" y="23"/>
                  <a:pt x="9380" y="19"/>
                </a:cubicBezTo>
                <a:lnTo>
                  <a:pt x="9290" y="22"/>
                </a:lnTo>
                <a:lnTo>
                  <a:pt x="9289" y="21"/>
                </a:lnTo>
                <a:cubicBezTo>
                  <a:pt x="9200" y="20"/>
                  <a:pt x="9106" y="28"/>
                  <a:pt x="9004" y="20"/>
                </a:cubicBezTo>
                <a:cubicBezTo>
                  <a:pt x="8974" y="21"/>
                  <a:pt x="8944" y="22"/>
                  <a:pt x="8893" y="21"/>
                </a:cubicBezTo>
                <a:lnTo>
                  <a:pt x="8884" y="17"/>
                </a:lnTo>
                <a:cubicBezTo>
                  <a:pt x="8845" y="18"/>
                  <a:pt x="8768" y="13"/>
                  <a:pt x="8752" y="17"/>
                </a:cubicBezTo>
                <a:cubicBezTo>
                  <a:pt x="8710" y="7"/>
                  <a:pt x="8565" y="14"/>
                  <a:pt x="8498" y="12"/>
                </a:cubicBezTo>
                <a:lnTo>
                  <a:pt x="8495" y="17"/>
                </a:lnTo>
                <a:cubicBezTo>
                  <a:pt x="8449" y="17"/>
                  <a:pt x="8404" y="18"/>
                  <a:pt x="8346" y="20"/>
                </a:cubicBezTo>
                <a:lnTo>
                  <a:pt x="8350" y="25"/>
                </a:lnTo>
                <a:cubicBezTo>
                  <a:pt x="8300" y="28"/>
                  <a:pt x="8222" y="21"/>
                  <a:pt x="8143" y="22"/>
                </a:cubicBezTo>
                <a:cubicBezTo>
                  <a:pt x="8149" y="20"/>
                  <a:pt x="8169" y="20"/>
                  <a:pt x="8183" y="21"/>
                </a:cubicBezTo>
                <a:cubicBezTo>
                  <a:pt x="8089" y="11"/>
                  <a:pt x="7984" y="28"/>
                  <a:pt x="7899" y="21"/>
                </a:cubicBezTo>
                <a:cubicBezTo>
                  <a:pt x="7878" y="22"/>
                  <a:pt x="7862" y="22"/>
                  <a:pt x="7848" y="21"/>
                </a:cubicBezTo>
                <a:cubicBezTo>
                  <a:pt x="7850" y="21"/>
                  <a:pt x="7851" y="21"/>
                  <a:pt x="7853" y="20"/>
                </a:cubicBezTo>
                <a:lnTo>
                  <a:pt x="7844" y="20"/>
                </a:lnTo>
                <a:lnTo>
                  <a:pt x="7815" y="18"/>
                </a:lnTo>
                <a:cubicBezTo>
                  <a:pt x="7823" y="19"/>
                  <a:pt x="7832" y="20"/>
                  <a:pt x="7839" y="20"/>
                </a:cubicBezTo>
                <a:cubicBezTo>
                  <a:pt x="7823" y="20"/>
                  <a:pt x="7798" y="21"/>
                  <a:pt x="7774" y="22"/>
                </a:cubicBezTo>
                <a:lnTo>
                  <a:pt x="7763" y="17"/>
                </a:lnTo>
                <a:lnTo>
                  <a:pt x="7758" y="17"/>
                </a:lnTo>
                <a:cubicBezTo>
                  <a:pt x="7734" y="15"/>
                  <a:pt x="7739" y="19"/>
                  <a:pt x="7751" y="23"/>
                </a:cubicBezTo>
                <a:cubicBezTo>
                  <a:pt x="7739" y="24"/>
                  <a:pt x="7728" y="25"/>
                  <a:pt x="7719" y="26"/>
                </a:cubicBezTo>
                <a:cubicBezTo>
                  <a:pt x="7700" y="18"/>
                  <a:pt x="7655" y="29"/>
                  <a:pt x="7629" y="20"/>
                </a:cubicBezTo>
                <a:cubicBezTo>
                  <a:pt x="7612" y="24"/>
                  <a:pt x="7506" y="23"/>
                  <a:pt x="7493" y="32"/>
                </a:cubicBezTo>
                <a:cubicBezTo>
                  <a:pt x="7492" y="30"/>
                  <a:pt x="7485" y="30"/>
                  <a:pt x="7498" y="30"/>
                </a:cubicBezTo>
                <a:cubicBezTo>
                  <a:pt x="7471" y="29"/>
                  <a:pt x="7444" y="28"/>
                  <a:pt x="7420" y="30"/>
                </a:cubicBezTo>
                <a:lnTo>
                  <a:pt x="7408" y="24"/>
                </a:lnTo>
                <a:lnTo>
                  <a:pt x="7349" y="32"/>
                </a:lnTo>
                <a:cubicBezTo>
                  <a:pt x="7313" y="28"/>
                  <a:pt x="7298" y="26"/>
                  <a:pt x="7334" y="21"/>
                </a:cubicBezTo>
                <a:cubicBezTo>
                  <a:pt x="7247" y="28"/>
                  <a:pt x="7263" y="24"/>
                  <a:pt x="7190" y="31"/>
                </a:cubicBezTo>
                <a:lnTo>
                  <a:pt x="7194" y="27"/>
                </a:lnTo>
                <a:cubicBezTo>
                  <a:pt x="7167" y="27"/>
                  <a:pt x="7125" y="32"/>
                  <a:pt x="7109" y="29"/>
                </a:cubicBezTo>
                <a:cubicBezTo>
                  <a:pt x="7051" y="21"/>
                  <a:pt x="6819" y="27"/>
                  <a:pt x="6668" y="20"/>
                </a:cubicBezTo>
                <a:cubicBezTo>
                  <a:pt x="6697" y="32"/>
                  <a:pt x="6598" y="14"/>
                  <a:pt x="6592" y="24"/>
                </a:cubicBezTo>
                <a:cubicBezTo>
                  <a:pt x="6583" y="21"/>
                  <a:pt x="6562" y="19"/>
                  <a:pt x="6586" y="17"/>
                </a:cubicBezTo>
                <a:cubicBezTo>
                  <a:pt x="6509" y="19"/>
                  <a:pt x="6471" y="12"/>
                  <a:pt x="6418" y="20"/>
                </a:cubicBezTo>
                <a:cubicBezTo>
                  <a:pt x="6409" y="17"/>
                  <a:pt x="6434" y="16"/>
                  <a:pt x="6426" y="14"/>
                </a:cubicBezTo>
                <a:cubicBezTo>
                  <a:pt x="6420" y="14"/>
                  <a:pt x="6402" y="16"/>
                  <a:pt x="6394" y="15"/>
                </a:cubicBezTo>
                <a:cubicBezTo>
                  <a:pt x="6386" y="13"/>
                  <a:pt x="6405" y="12"/>
                  <a:pt x="6417" y="11"/>
                </a:cubicBezTo>
                <a:cubicBezTo>
                  <a:pt x="6339" y="11"/>
                  <a:pt x="6331" y="20"/>
                  <a:pt x="6325" y="28"/>
                </a:cubicBezTo>
                <a:cubicBezTo>
                  <a:pt x="6285" y="24"/>
                  <a:pt x="6265" y="25"/>
                  <a:pt x="6236" y="30"/>
                </a:cubicBezTo>
                <a:cubicBezTo>
                  <a:pt x="6223" y="27"/>
                  <a:pt x="6199" y="24"/>
                  <a:pt x="6248" y="24"/>
                </a:cubicBezTo>
                <a:cubicBezTo>
                  <a:pt x="6221" y="23"/>
                  <a:pt x="6080" y="19"/>
                  <a:pt x="6078" y="26"/>
                </a:cubicBezTo>
                <a:cubicBezTo>
                  <a:pt x="6069" y="24"/>
                  <a:pt x="6039" y="25"/>
                  <a:pt x="6032" y="26"/>
                </a:cubicBezTo>
                <a:cubicBezTo>
                  <a:pt x="5970" y="25"/>
                  <a:pt x="5965" y="25"/>
                  <a:pt x="5904" y="25"/>
                </a:cubicBezTo>
                <a:lnTo>
                  <a:pt x="5921" y="26"/>
                </a:lnTo>
                <a:cubicBezTo>
                  <a:pt x="5897" y="34"/>
                  <a:pt x="5871" y="28"/>
                  <a:pt x="5822" y="29"/>
                </a:cubicBezTo>
                <a:lnTo>
                  <a:pt x="5823" y="28"/>
                </a:lnTo>
                <a:cubicBezTo>
                  <a:pt x="5711" y="22"/>
                  <a:pt x="5775" y="31"/>
                  <a:pt x="5665" y="24"/>
                </a:cubicBezTo>
                <a:lnTo>
                  <a:pt x="5671" y="29"/>
                </a:lnTo>
                <a:cubicBezTo>
                  <a:pt x="5660" y="39"/>
                  <a:pt x="5573" y="22"/>
                  <a:pt x="5509" y="26"/>
                </a:cubicBezTo>
                <a:lnTo>
                  <a:pt x="5532" y="29"/>
                </a:lnTo>
                <a:cubicBezTo>
                  <a:pt x="5497" y="33"/>
                  <a:pt x="5434" y="15"/>
                  <a:pt x="5399" y="13"/>
                </a:cubicBezTo>
                <a:cubicBezTo>
                  <a:pt x="5391" y="12"/>
                  <a:pt x="5411" y="12"/>
                  <a:pt x="5422" y="11"/>
                </a:cubicBezTo>
                <a:cubicBezTo>
                  <a:pt x="5330" y="6"/>
                  <a:pt x="5410" y="17"/>
                  <a:pt x="5341" y="19"/>
                </a:cubicBezTo>
                <a:cubicBezTo>
                  <a:pt x="5328" y="15"/>
                  <a:pt x="5357" y="10"/>
                  <a:pt x="5311" y="9"/>
                </a:cubicBezTo>
                <a:cubicBezTo>
                  <a:pt x="5288" y="7"/>
                  <a:pt x="5177" y="20"/>
                  <a:pt x="5114" y="13"/>
                </a:cubicBezTo>
                <a:cubicBezTo>
                  <a:pt x="5128" y="16"/>
                  <a:pt x="5142" y="19"/>
                  <a:pt x="5110" y="21"/>
                </a:cubicBezTo>
                <a:cubicBezTo>
                  <a:pt x="5061" y="21"/>
                  <a:pt x="4978" y="10"/>
                  <a:pt x="4934" y="19"/>
                </a:cubicBezTo>
                <a:cubicBezTo>
                  <a:pt x="4928" y="18"/>
                  <a:pt x="4925" y="17"/>
                  <a:pt x="4925" y="16"/>
                </a:cubicBezTo>
                <a:cubicBezTo>
                  <a:pt x="4888" y="19"/>
                  <a:pt x="4804" y="20"/>
                  <a:pt x="4781" y="24"/>
                </a:cubicBezTo>
                <a:cubicBezTo>
                  <a:pt x="4747" y="8"/>
                  <a:pt x="4549" y="32"/>
                  <a:pt x="4550" y="16"/>
                </a:cubicBezTo>
                <a:lnTo>
                  <a:pt x="4435" y="17"/>
                </a:lnTo>
                <a:lnTo>
                  <a:pt x="4438" y="15"/>
                </a:lnTo>
                <a:cubicBezTo>
                  <a:pt x="4365" y="14"/>
                  <a:pt x="4339" y="18"/>
                  <a:pt x="4313" y="22"/>
                </a:cubicBezTo>
                <a:cubicBezTo>
                  <a:pt x="4296" y="20"/>
                  <a:pt x="4309" y="19"/>
                  <a:pt x="4310" y="18"/>
                </a:cubicBezTo>
                <a:cubicBezTo>
                  <a:pt x="4203" y="15"/>
                  <a:pt x="4192" y="15"/>
                  <a:pt x="4102" y="23"/>
                </a:cubicBezTo>
                <a:lnTo>
                  <a:pt x="4093" y="18"/>
                </a:lnTo>
                <a:cubicBezTo>
                  <a:pt x="4068" y="21"/>
                  <a:pt x="3938" y="10"/>
                  <a:pt x="3833" y="15"/>
                </a:cubicBezTo>
                <a:cubicBezTo>
                  <a:pt x="3834" y="15"/>
                  <a:pt x="3836" y="14"/>
                  <a:pt x="3844" y="13"/>
                </a:cubicBezTo>
                <a:cubicBezTo>
                  <a:pt x="3726" y="19"/>
                  <a:pt x="3561" y="0"/>
                  <a:pt x="3518" y="17"/>
                </a:cubicBezTo>
                <a:lnTo>
                  <a:pt x="3439" y="21"/>
                </a:lnTo>
                <a:cubicBezTo>
                  <a:pt x="3540" y="23"/>
                  <a:pt x="3424" y="29"/>
                  <a:pt x="3466" y="32"/>
                </a:cubicBezTo>
                <a:cubicBezTo>
                  <a:pt x="3426" y="33"/>
                  <a:pt x="3363" y="27"/>
                  <a:pt x="3412" y="26"/>
                </a:cubicBezTo>
                <a:lnTo>
                  <a:pt x="3420" y="27"/>
                </a:lnTo>
                <a:cubicBezTo>
                  <a:pt x="3438" y="17"/>
                  <a:pt x="3294" y="23"/>
                  <a:pt x="3297" y="16"/>
                </a:cubicBezTo>
                <a:cubicBezTo>
                  <a:pt x="3098" y="17"/>
                  <a:pt x="2904" y="11"/>
                  <a:pt x="2718" y="10"/>
                </a:cubicBezTo>
                <a:lnTo>
                  <a:pt x="2740" y="18"/>
                </a:lnTo>
                <a:lnTo>
                  <a:pt x="2675" y="17"/>
                </a:lnTo>
                <a:cubicBezTo>
                  <a:pt x="2658" y="15"/>
                  <a:pt x="2652" y="11"/>
                  <a:pt x="2698" y="12"/>
                </a:cubicBezTo>
                <a:cubicBezTo>
                  <a:pt x="2674" y="8"/>
                  <a:pt x="2620" y="15"/>
                  <a:pt x="2619" y="17"/>
                </a:cubicBezTo>
                <a:cubicBezTo>
                  <a:pt x="2528" y="14"/>
                  <a:pt x="2655" y="9"/>
                  <a:pt x="2627" y="9"/>
                </a:cubicBezTo>
                <a:lnTo>
                  <a:pt x="2589" y="9"/>
                </a:lnTo>
                <a:lnTo>
                  <a:pt x="2597" y="9"/>
                </a:lnTo>
                <a:cubicBezTo>
                  <a:pt x="2567" y="12"/>
                  <a:pt x="2564" y="15"/>
                  <a:pt x="2508" y="15"/>
                </a:cubicBezTo>
                <a:cubicBezTo>
                  <a:pt x="2473" y="13"/>
                  <a:pt x="2490" y="10"/>
                  <a:pt x="2476" y="10"/>
                </a:cubicBezTo>
                <a:cubicBezTo>
                  <a:pt x="2477" y="10"/>
                  <a:pt x="2472" y="9"/>
                  <a:pt x="2455" y="10"/>
                </a:cubicBezTo>
                <a:lnTo>
                  <a:pt x="2373" y="9"/>
                </a:lnTo>
                <a:lnTo>
                  <a:pt x="2406" y="15"/>
                </a:lnTo>
                <a:cubicBezTo>
                  <a:pt x="2370" y="18"/>
                  <a:pt x="2329" y="15"/>
                  <a:pt x="2367" y="21"/>
                </a:cubicBezTo>
                <a:cubicBezTo>
                  <a:pt x="2311" y="11"/>
                  <a:pt x="2062" y="17"/>
                  <a:pt x="2028" y="14"/>
                </a:cubicBezTo>
                <a:cubicBezTo>
                  <a:pt x="1977" y="18"/>
                  <a:pt x="1927" y="18"/>
                  <a:pt x="1864" y="17"/>
                </a:cubicBezTo>
                <a:cubicBezTo>
                  <a:pt x="1880" y="19"/>
                  <a:pt x="1889" y="25"/>
                  <a:pt x="1836" y="24"/>
                </a:cubicBezTo>
                <a:cubicBezTo>
                  <a:pt x="1855" y="11"/>
                  <a:pt x="1737" y="18"/>
                  <a:pt x="1694" y="9"/>
                </a:cubicBezTo>
                <a:cubicBezTo>
                  <a:pt x="1733" y="15"/>
                  <a:pt x="1542" y="10"/>
                  <a:pt x="1603" y="19"/>
                </a:cubicBezTo>
                <a:cubicBezTo>
                  <a:pt x="1558" y="18"/>
                  <a:pt x="1600" y="14"/>
                  <a:pt x="1566" y="11"/>
                </a:cubicBezTo>
                <a:cubicBezTo>
                  <a:pt x="1460" y="16"/>
                  <a:pt x="1331" y="8"/>
                  <a:pt x="1200" y="9"/>
                </a:cubicBezTo>
                <a:cubicBezTo>
                  <a:pt x="1198" y="11"/>
                  <a:pt x="1220" y="13"/>
                  <a:pt x="1192" y="16"/>
                </a:cubicBezTo>
                <a:lnTo>
                  <a:pt x="1122" y="8"/>
                </a:lnTo>
                <a:cubicBezTo>
                  <a:pt x="1096" y="9"/>
                  <a:pt x="1098" y="17"/>
                  <a:pt x="1051" y="11"/>
                </a:cubicBezTo>
                <a:cubicBezTo>
                  <a:pt x="1058" y="13"/>
                  <a:pt x="1068" y="15"/>
                  <a:pt x="1050" y="15"/>
                </a:cubicBezTo>
                <a:cubicBezTo>
                  <a:pt x="792" y="7"/>
                  <a:pt x="524" y="22"/>
                  <a:pt x="262" y="7"/>
                </a:cubicBezTo>
                <a:cubicBezTo>
                  <a:pt x="297" y="9"/>
                  <a:pt x="274" y="10"/>
                  <a:pt x="247" y="10"/>
                </a:cubicBezTo>
                <a:cubicBezTo>
                  <a:pt x="264" y="11"/>
                  <a:pt x="246" y="14"/>
                  <a:pt x="250" y="17"/>
                </a:cubicBezTo>
                <a:lnTo>
                  <a:pt x="140" y="10"/>
                </a:lnTo>
                <a:cubicBezTo>
                  <a:pt x="120" y="17"/>
                  <a:pt x="23" y="10"/>
                  <a:pt x="11" y="17"/>
                </a:cubicBezTo>
                <a:lnTo>
                  <a:pt x="46" y="15"/>
                </a:lnTo>
                <a:cubicBezTo>
                  <a:pt x="0" y="23"/>
                  <a:pt x="111" y="32"/>
                  <a:pt x="104" y="42"/>
                </a:cubicBezTo>
                <a:cubicBezTo>
                  <a:pt x="156" y="33"/>
                  <a:pt x="240" y="55"/>
                  <a:pt x="325" y="43"/>
                </a:cubicBezTo>
                <a:cubicBezTo>
                  <a:pt x="344" y="45"/>
                  <a:pt x="309" y="46"/>
                  <a:pt x="319" y="48"/>
                </a:cubicBezTo>
                <a:cubicBezTo>
                  <a:pt x="340" y="44"/>
                  <a:pt x="366" y="43"/>
                  <a:pt x="414" y="45"/>
                </a:cubicBezTo>
                <a:lnTo>
                  <a:pt x="409" y="46"/>
                </a:lnTo>
                <a:cubicBezTo>
                  <a:pt x="544" y="45"/>
                  <a:pt x="602" y="49"/>
                  <a:pt x="754" y="52"/>
                </a:cubicBezTo>
                <a:lnTo>
                  <a:pt x="742" y="47"/>
                </a:lnTo>
                <a:cubicBezTo>
                  <a:pt x="775" y="48"/>
                  <a:pt x="782" y="49"/>
                  <a:pt x="797" y="50"/>
                </a:cubicBezTo>
                <a:cubicBezTo>
                  <a:pt x="835" y="43"/>
                  <a:pt x="706" y="50"/>
                  <a:pt x="740" y="42"/>
                </a:cubicBezTo>
                <a:cubicBezTo>
                  <a:pt x="783" y="52"/>
                  <a:pt x="970" y="42"/>
                  <a:pt x="999" y="53"/>
                </a:cubicBezTo>
                <a:cubicBezTo>
                  <a:pt x="1049" y="54"/>
                  <a:pt x="984" y="48"/>
                  <a:pt x="1034" y="48"/>
                </a:cubicBezTo>
                <a:lnTo>
                  <a:pt x="1048" y="51"/>
                </a:lnTo>
                <a:lnTo>
                  <a:pt x="1060" y="47"/>
                </a:lnTo>
                <a:cubicBezTo>
                  <a:pt x="1093" y="48"/>
                  <a:pt x="1110" y="52"/>
                  <a:pt x="1111" y="54"/>
                </a:cubicBezTo>
                <a:cubicBezTo>
                  <a:pt x="1103" y="54"/>
                  <a:pt x="1088" y="55"/>
                  <a:pt x="1080" y="55"/>
                </a:cubicBezTo>
                <a:cubicBezTo>
                  <a:pt x="1122" y="59"/>
                  <a:pt x="1200" y="54"/>
                  <a:pt x="1215" y="55"/>
                </a:cubicBezTo>
                <a:lnTo>
                  <a:pt x="1166" y="53"/>
                </a:lnTo>
                <a:cubicBezTo>
                  <a:pt x="1303" y="50"/>
                  <a:pt x="1470" y="55"/>
                  <a:pt x="1603" y="49"/>
                </a:cubicBezTo>
                <a:lnTo>
                  <a:pt x="1593" y="46"/>
                </a:lnTo>
                <a:cubicBezTo>
                  <a:pt x="1694" y="42"/>
                  <a:pt x="1674" y="49"/>
                  <a:pt x="1784" y="47"/>
                </a:cubicBezTo>
                <a:lnTo>
                  <a:pt x="1780" y="48"/>
                </a:lnTo>
                <a:cubicBezTo>
                  <a:pt x="1803" y="45"/>
                  <a:pt x="1832" y="44"/>
                  <a:pt x="1863" y="45"/>
                </a:cubicBezTo>
                <a:cubicBezTo>
                  <a:pt x="1835" y="47"/>
                  <a:pt x="1915" y="50"/>
                  <a:pt x="1879" y="53"/>
                </a:cubicBezTo>
                <a:cubicBezTo>
                  <a:pt x="1988" y="48"/>
                  <a:pt x="1933" y="49"/>
                  <a:pt x="2005" y="41"/>
                </a:cubicBezTo>
                <a:lnTo>
                  <a:pt x="2022" y="45"/>
                </a:lnTo>
                <a:cubicBezTo>
                  <a:pt x="2046" y="41"/>
                  <a:pt x="2048" y="40"/>
                  <a:pt x="2104" y="39"/>
                </a:cubicBezTo>
                <a:cubicBezTo>
                  <a:pt x="2058" y="42"/>
                  <a:pt x="2139" y="44"/>
                  <a:pt x="2088" y="49"/>
                </a:cubicBezTo>
                <a:cubicBezTo>
                  <a:pt x="2205" y="57"/>
                  <a:pt x="2261" y="41"/>
                  <a:pt x="2314" y="53"/>
                </a:cubicBezTo>
                <a:cubicBezTo>
                  <a:pt x="2368" y="42"/>
                  <a:pt x="2214" y="47"/>
                  <a:pt x="2244" y="45"/>
                </a:cubicBezTo>
                <a:cubicBezTo>
                  <a:pt x="2219" y="41"/>
                  <a:pt x="2288" y="37"/>
                  <a:pt x="2324" y="38"/>
                </a:cubicBezTo>
                <a:cubicBezTo>
                  <a:pt x="2361" y="38"/>
                  <a:pt x="2387" y="51"/>
                  <a:pt x="2481" y="51"/>
                </a:cubicBezTo>
                <a:cubicBezTo>
                  <a:pt x="2471" y="51"/>
                  <a:pt x="2471" y="52"/>
                  <a:pt x="2461" y="52"/>
                </a:cubicBezTo>
                <a:cubicBezTo>
                  <a:pt x="2496" y="55"/>
                  <a:pt x="2530" y="48"/>
                  <a:pt x="2573" y="53"/>
                </a:cubicBezTo>
                <a:cubicBezTo>
                  <a:pt x="2597" y="47"/>
                  <a:pt x="2628" y="53"/>
                  <a:pt x="2635" y="45"/>
                </a:cubicBezTo>
                <a:lnTo>
                  <a:pt x="2550" y="47"/>
                </a:lnTo>
                <a:cubicBezTo>
                  <a:pt x="2598" y="45"/>
                  <a:pt x="2644" y="36"/>
                  <a:pt x="2724" y="40"/>
                </a:cubicBezTo>
                <a:cubicBezTo>
                  <a:pt x="2718" y="42"/>
                  <a:pt x="2694" y="44"/>
                  <a:pt x="2677" y="45"/>
                </a:cubicBezTo>
                <a:cubicBezTo>
                  <a:pt x="2701" y="48"/>
                  <a:pt x="2722" y="44"/>
                  <a:pt x="2747" y="46"/>
                </a:cubicBezTo>
                <a:cubicBezTo>
                  <a:pt x="2740" y="54"/>
                  <a:pt x="2643" y="48"/>
                  <a:pt x="2591" y="54"/>
                </a:cubicBezTo>
                <a:cubicBezTo>
                  <a:pt x="2616" y="57"/>
                  <a:pt x="2689" y="48"/>
                  <a:pt x="2663" y="57"/>
                </a:cubicBezTo>
                <a:cubicBezTo>
                  <a:pt x="2700" y="46"/>
                  <a:pt x="2755" y="58"/>
                  <a:pt x="2818" y="50"/>
                </a:cubicBezTo>
                <a:lnTo>
                  <a:pt x="2814" y="55"/>
                </a:lnTo>
                <a:cubicBezTo>
                  <a:pt x="2824" y="54"/>
                  <a:pt x="2845" y="52"/>
                  <a:pt x="2863" y="52"/>
                </a:cubicBezTo>
                <a:lnTo>
                  <a:pt x="2830" y="58"/>
                </a:lnTo>
                <a:cubicBezTo>
                  <a:pt x="2881" y="53"/>
                  <a:pt x="2928" y="63"/>
                  <a:pt x="2977" y="60"/>
                </a:cubicBezTo>
                <a:cubicBezTo>
                  <a:pt x="2875" y="60"/>
                  <a:pt x="2954" y="54"/>
                  <a:pt x="2911" y="51"/>
                </a:cubicBezTo>
                <a:cubicBezTo>
                  <a:pt x="3038" y="45"/>
                  <a:pt x="2984" y="64"/>
                  <a:pt x="3126" y="62"/>
                </a:cubicBezTo>
                <a:cubicBezTo>
                  <a:pt x="3107" y="62"/>
                  <a:pt x="3054" y="58"/>
                  <a:pt x="3084" y="56"/>
                </a:cubicBezTo>
                <a:cubicBezTo>
                  <a:pt x="3111" y="57"/>
                  <a:pt x="3146" y="59"/>
                  <a:pt x="3163" y="62"/>
                </a:cubicBezTo>
                <a:cubicBezTo>
                  <a:pt x="3257" y="61"/>
                  <a:pt x="3149" y="57"/>
                  <a:pt x="3189" y="54"/>
                </a:cubicBezTo>
                <a:cubicBezTo>
                  <a:pt x="3221" y="60"/>
                  <a:pt x="3235" y="52"/>
                  <a:pt x="3276" y="50"/>
                </a:cubicBezTo>
                <a:lnTo>
                  <a:pt x="3276" y="55"/>
                </a:lnTo>
                <a:cubicBezTo>
                  <a:pt x="3384" y="58"/>
                  <a:pt x="3305" y="45"/>
                  <a:pt x="3401" y="49"/>
                </a:cubicBezTo>
                <a:lnTo>
                  <a:pt x="3361" y="55"/>
                </a:lnTo>
                <a:lnTo>
                  <a:pt x="3411" y="54"/>
                </a:lnTo>
                <a:lnTo>
                  <a:pt x="3400" y="59"/>
                </a:lnTo>
                <a:cubicBezTo>
                  <a:pt x="3455" y="55"/>
                  <a:pt x="3472" y="56"/>
                  <a:pt x="3526" y="58"/>
                </a:cubicBezTo>
                <a:cubicBezTo>
                  <a:pt x="3513" y="54"/>
                  <a:pt x="3533" y="49"/>
                  <a:pt x="3580" y="49"/>
                </a:cubicBezTo>
                <a:cubicBezTo>
                  <a:pt x="3613" y="52"/>
                  <a:pt x="3562" y="54"/>
                  <a:pt x="3630" y="53"/>
                </a:cubicBezTo>
                <a:cubicBezTo>
                  <a:pt x="3614" y="56"/>
                  <a:pt x="3598" y="60"/>
                  <a:pt x="3568" y="55"/>
                </a:cubicBezTo>
                <a:cubicBezTo>
                  <a:pt x="3565" y="57"/>
                  <a:pt x="3553" y="58"/>
                  <a:pt x="3550" y="60"/>
                </a:cubicBezTo>
                <a:cubicBezTo>
                  <a:pt x="3585" y="63"/>
                  <a:pt x="3638" y="61"/>
                  <a:pt x="3662" y="61"/>
                </a:cubicBezTo>
                <a:cubicBezTo>
                  <a:pt x="3653" y="61"/>
                  <a:pt x="3642" y="60"/>
                  <a:pt x="3636" y="60"/>
                </a:cubicBezTo>
                <a:lnTo>
                  <a:pt x="3734" y="53"/>
                </a:lnTo>
                <a:cubicBezTo>
                  <a:pt x="3749" y="55"/>
                  <a:pt x="3737" y="56"/>
                  <a:pt x="3725" y="58"/>
                </a:cubicBezTo>
                <a:cubicBezTo>
                  <a:pt x="3744" y="57"/>
                  <a:pt x="3758" y="55"/>
                  <a:pt x="3787" y="55"/>
                </a:cubicBezTo>
                <a:cubicBezTo>
                  <a:pt x="3780" y="59"/>
                  <a:pt x="3781" y="63"/>
                  <a:pt x="3740" y="65"/>
                </a:cubicBezTo>
                <a:lnTo>
                  <a:pt x="3833" y="60"/>
                </a:lnTo>
                <a:cubicBezTo>
                  <a:pt x="3839" y="62"/>
                  <a:pt x="3881" y="65"/>
                  <a:pt x="3869" y="67"/>
                </a:cubicBezTo>
                <a:cubicBezTo>
                  <a:pt x="3920" y="69"/>
                  <a:pt x="3995" y="59"/>
                  <a:pt x="4064" y="62"/>
                </a:cubicBezTo>
                <a:cubicBezTo>
                  <a:pt x="4067" y="62"/>
                  <a:pt x="4074" y="61"/>
                  <a:pt x="4089" y="60"/>
                </a:cubicBezTo>
                <a:cubicBezTo>
                  <a:pt x="4153" y="62"/>
                  <a:pt x="4210" y="67"/>
                  <a:pt x="4286" y="61"/>
                </a:cubicBezTo>
                <a:lnTo>
                  <a:pt x="4329" y="68"/>
                </a:lnTo>
                <a:cubicBezTo>
                  <a:pt x="4389" y="67"/>
                  <a:pt x="4271" y="59"/>
                  <a:pt x="4370" y="57"/>
                </a:cubicBezTo>
                <a:cubicBezTo>
                  <a:pt x="4440" y="55"/>
                  <a:pt x="4396" y="63"/>
                  <a:pt x="4421" y="65"/>
                </a:cubicBezTo>
                <a:cubicBezTo>
                  <a:pt x="4456" y="62"/>
                  <a:pt x="4517" y="54"/>
                  <a:pt x="4581" y="60"/>
                </a:cubicBezTo>
                <a:cubicBezTo>
                  <a:pt x="4560" y="62"/>
                  <a:pt x="4543" y="60"/>
                  <a:pt x="4523" y="61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sz="1800">
              <a:ln>
                <a:noFill/>
              </a:ln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58ADDD-BA59-81DE-F999-BB242B7404EE}"/>
              </a:ext>
            </a:extLst>
          </p:cNvPr>
          <p:cNvSpPr txBox="1"/>
          <p:nvPr/>
        </p:nvSpPr>
        <p:spPr>
          <a:xfrm>
            <a:off x="371062" y="261468"/>
            <a:ext cx="11179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Cone</a:t>
            </a:r>
          </a:p>
        </p:txBody>
      </p:sp>
      <p:pic>
        <p:nvPicPr>
          <p:cNvPr id="23" name="Picture 22" descr="Fire Icon PNG Free Images with Transparent Background - (1,698 Free  Downloads)">
            <a:extLst>
              <a:ext uri="{FF2B5EF4-FFF2-40B4-BE49-F238E27FC236}">
                <a16:creationId xmlns:a16="http://schemas.microsoft.com/office/drawing/2014/main" id="{FEA38032-FF03-96E4-8F73-7DB100652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7329" y="314533"/>
            <a:ext cx="366996" cy="48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 descr="Fire Icon PNG Free Images with Transparent Background - (1,698 Free  Downloads)">
            <a:extLst>
              <a:ext uri="{FF2B5EF4-FFF2-40B4-BE49-F238E27FC236}">
                <a16:creationId xmlns:a16="http://schemas.microsoft.com/office/drawing/2014/main" id="{2F5577F3-85BD-4152-0588-35095C089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683" y="319230"/>
            <a:ext cx="366996" cy="48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8" name="3D Model 27" descr="Light Gray Cone">
                <a:extLst>
                  <a:ext uri="{FF2B5EF4-FFF2-40B4-BE49-F238E27FC236}">
                    <a16:creationId xmlns:a16="http://schemas.microsoft.com/office/drawing/2014/main" id="{25A70513-031E-03B1-39CC-6DB99FF71F7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 rot="16200000">
              <a:off x="404365" y="1033636"/>
              <a:ext cx="3026266" cy="3635325"/>
            </p:xfrm>
            <a:graphic>
              <a:graphicData uri="http://schemas.microsoft.com/office/drawing/2017/model3d">
                <am3d:model3d r:embed="rId4">
                  <am3d:spPr>
                    <a:xfrm rot="16200000">
                      <a:off x="0" y="0"/>
                      <a:ext cx="3026266" cy="3635325"/>
                    </a:xfrm>
                    <a:prstGeom prst="rect">
                      <a:avLst/>
                    </a:prstGeom>
                  </am3d:spPr>
                  <am3d:camera>
                    <am3d:pos x="0" y="0" z="7987706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704480" d="1000000"/>
                    <am3d:preTrans dx="2" dy="-16922770" dz="-2"/>
                    <am3d:scale>
                      <am3d:sx n="1000000" d="1000000"/>
                      <am3d:sy n="1000000" d="1000000"/>
                      <am3d:sz n="1000000" d="1000000"/>
                    </am3d:scale>
                    <am3d:rot ax="71341" ay="-1322199" az="-2677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531023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8" name="3D Model 27" descr="Light Gray Cone">
                <a:extLst>
                  <a:ext uri="{FF2B5EF4-FFF2-40B4-BE49-F238E27FC236}">
                    <a16:creationId xmlns:a16="http://schemas.microsoft.com/office/drawing/2014/main" id="{25A70513-031E-03B1-39CC-6DB99FF71F7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16200000">
                <a:off x="404365" y="1033636"/>
                <a:ext cx="3026266" cy="36353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3" name="3D Model 32">
                <a:extLst>
                  <a:ext uri="{FF2B5EF4-FFF2-40B4-BE49-F238E27FC236}">
                    <a16:creationId xmlns:a16="http://schemas.microsoft.com/office/drawing/2014/main" id="{C79F5FB2-8816-7137-6190-0CC87E05D1E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 rot="16200000">
              <a:off x="1126290" y="2726682"/>
              <a:ext cx="1559266" cy="220866"/>
            </p:xfrm>
            <a:graphic>
              <a:graphicData uri="http://schemas.microsoft.com/office/drawing/2017/model3d">
                <am3d:model3d r:embed="rId6">
                  <am3d:spPr>
                    <a:xfrm rot="16200000">
                      <a:off x="0" y="0"/>
                      <a:ext cx="1559266" cy="220866"/>
                    </a:xfrm>
                    <a:prstGeom prst="rect">
                      <a:avLst/>
                    </a:prstGeom>
                  </am3d:spPr>
                  <am3d:camera>
                    <am3d:pos x="0" y="0" z="6664308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93453" d="1000000"/>
                    <am3d:preTrans dx="0" dy="-2855774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2950" ay="-631786" az="-6025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218897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3" name="3D Model 32">
                <a:extLst>
                  <a:ext uri="{FF2B5EF4-FFF2-40B4-BE49-F238E27FC236}">
                    <a16:creationId xmlns:a16="http://schemas.microsoft.com/office/drawing/2014/main" id="{C79F5FB2-8816-7137-6190-0CC87E05D1E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16200000">
                <a:off x="1126290" y="2726682"/>
                <a:ext cx="1559266" cy="220866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8003DC07-11A4-93B2-7E45-8BA761161B59}"/>
              </a:ext>
            </a:extLst>
          </p:cNvPr>
          <p:cNvGrpSpPr/>
          <p:nvPr/>
        </p:nvGrpSpPr>
        <p:grpSpPr>
          <a:xfrm>
            <a:off x="597639" y="2443480"/>
            <a:ext cx="1308284" cy="523220"/>
            <a:chOff x="597639" y="2443480"/>
            <a:chExt cx="1308284" cy="523220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D569580E-7346-CC89-4A45-88A0BFFBA922}"/>
                </a:ext>
              </a:extLst>
            </p:cNvPr>
            <p:cNvCxnSpPr>
              <a:cxnSpLocks/>
            </p:cNvCxnSpPr>
            <p:nvPr/>
          </p:nvCxnSpPr>
          <p:spPr>
            <a:xfrm>
              <a:off x="597639" y="2851298"/>
              <a:ext cx="1228331" cy="13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81C98C62-4930-FBD4-A90F-8C00992C0C92}"/>
                    </a:ext>
                  </a:extLst>
                </p:cNvPr>
                <p:cNvSpPr txBox="1"/>
                <p:nvPr/>
              </p:nvSpPr>
              <p:spPr>
                <a:xfrm>
                  <a:off x="991523" y="2443480"/>
                  <a:ext cx="9144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IN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81C98C62-4930-FBD4-A90F-8C00992C0C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523" y="2443480"/>
                  <a:ext cx="914400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3EFB3A2-C294-2257-8C32-FFA2E56754DD}"/>
              </a:ext>
            </a:extLst>
          </p:cNvPr>
          <p:cNvCxnSpPr/>
          <p:nvPr/>
        </p:nvCxnSpPr>
        <p:spPr>
          <a:xfrm>
            <a:off x="1826972" y="2854101"/>
            <a:ext cx="18288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7E8633-23E2-7893-C059-90BC52696093}"/>
                  </a:ext>
                </a:extLst>
              </p:cNvPr>
              <p:cNvSpPr txBox="1"/>
              <p:nvPr/>
            </p:nvSpPr>
            <p:spPr>
              <a:xfrm>
                <a:off x="1795490" y="3076280"/>
                <a:ext cx="4918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7E8633-23E2-7893-C059-90BC52696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490" y="3076280"/>
                <a:ext cx="491801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4B3C4226-74D8-F026-78CC-0A2F0E652536}"/>
              </a:ext>
            </a:extLst>
          </p:cNvPr>
          <p:cNvGrpSpPr/>
          <p:nvPr/>
        </p:nvGrpSpPr>
        <p:grpSpPr>
          <a:xfrm>
            <a:off x="1936076" y="2098040"/>
            <a:ext cx="384338" cy="739074"/>
            <a:chOff x="1936076" y="2098040"/>
            <a:chExt cx="384338" cy="7390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68417ED-2E66-73E0-0A9D-48E6C038A1E0}"/>
                    </a:ext>
                  </a:extLst>
                </p:cNvPr>
                <p:cNvSpPr txBox="1"/>
                <p:nvPr/>
              </p:nvSpPr>
              <p:spPr>
                <a:xfrm>
                  <a:off x="1936076" y="2157654"/>
                  <a:ext cx="38433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IN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68417ED-2E66-73E0-0A9D-48E6C038A1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6076" y="2157654"/>
                  <a:ext cx="384338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09F6CF0-8468-9987-C0DF-A583A4238C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9852" y="2098040"/>
              <a:ext cx="0" cy="73907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DE2967C-42BE-F3E4-8FFF-8D75C8807251}"/>
                  </a:ext>
                </a:extLst>
              </p:cNvPr>
              <p:cNvSpPr/>
              <p:nvPr/>
            </p:nvSpPr>
            <p:spPr>
              <a:xfrm>
                <a:off x="3839090" y="1526336"/>
                <a:ext cx="107811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DE2967C-42BE-F3E4-8FFF-8D75C8807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9090" y="1526336"/>
                <a:ext cx="1078116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8E42173-76DC-8A32-2795-E95EE8A1E921}"/>
                  </a:ext>
                </a:extLst>
              </p:cNvPr>
              <p:cNvSpPr txBox="1"/>
              <p:nvPr/>
            </p:nvSpPr>
            <p:spPr>
              <a:xfrm>
                <a:off x="4875386" y="1540770"/>
                <a:ext cx="65883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8E42173-76DC-8A32-2795-E95EE8A1E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5386" y="1540770"/>
                <a:ext cx="658835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CE25DD3-D4B3-AF13-11C8-14BC45F85DA0}"/>
                  </a:ext>
                </a:extLst>
              </p:cNvPr>
              <p:cNvSpPr txBox="1"/>
              <p:nvPr/>
            </p:nvSpPr>
            <p:spPr>
              <a:xfrm>
                <a:off x="5403918" y="1572502"/>
                <a:ext cx="25487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CE25DD3-D4B3-AF13-11C8-14BC45F85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918" y="1572502"/>
                <a:ext cx="254878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453D1F1-72A8-FB13-6ECF-D57732575E9D}"/>
                  </a:ext>
                </a:extLst>
              </p:cNvPr>
              <p:cNvSpPr txBox="1"/>
              <p:nvPr/>
            </p:nvSpPr>
            <p:spPr>
              <a:xfrm>
                <a:off x="5685924" y="1572502"/>
                <a:ext cx="4918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453D1F1-72A8-FB13-6ECF-D57732575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924" y="1572502"/>
                <a:ext cx="491801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26683528-E668-D17C-8B46-22F29EDF0280}"/>
              </a:ext>
            </a:extLst>
          </p:cNvPr>
          <p:cNvSpPr txBox="1"/>
          <p:nvPr/>
        </p:nvSpPr>
        <p:spPr>
          <a:xfrm>
            <a:off x="4863648" y="2249987"/>
            <a:ext cx="503426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Convert r and x into single variable</a:t>
            </a:r>
          </a:p>
        </p:txBody>
      </p:sp>
    </p:spTree>
    <p:extLst>
      <p:ext uri="{BB962C8B-B14F-4D97-AF65-F5344CB8AC3E}">
        <p14:creationId xmlns:p14="http://schemas.microsoft.com/office/powerpoint/2010/main" val="914136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6" grpId="0"/>
      <p:bldP spid="27" grpId="0"/>
      <p:bldP spid="29" grpId="0"/>
      <p:bldP spid="30" grpId="0"/>
      <p:bldP spid="31" grpId="0"/>
    </p:bld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8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8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C65060F-1094-41F3-95E3-03DA10677C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18F16D9-EB65-4F11-9CD9-58377B437CF8}">
  <ds:schemaRefs>
    <ds:schemaRef ds:uri="http://purl.org/dc/terms/"/>
    <ds:schemaRef ds:uri="http://schemas.microsoft.com/office/2006/documentManagement/types"/>
    <ds:schemaRef ds:uri="http://schemas.openxmlformats.org/package/2006/metadata/core-properties"/>
    <ds:schemaRef ds:uri="16c05727-aa75-4e4a-9b5f-8a80a1165891"/>
    <ds:schemaRef ds:uri="http://purl.org/dc/elements/1.1/"/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A09386F-CDB5-4CE9-AE70-AE4E53A633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Vidyapeeth_PPT_Template (2)</Template>
  <TotalTime>0</TotalTime>
  <Words>267</Words>
  <Application>Microsoft Office PowerPoint</Application>
  <PresentationFormat>Widescreen</PresentationFormat>
  <Paragraphs>121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Cambria</vt:lpstr>
      <vt:lpstr>Cambria Math</vt:lpstr>
      <vt:lpstr>Custom Design</vt:lpstr>
      <vt:lpstr>1_Custom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2021-05-20T11:59:18Z</dcterms:created>
  <dcterms:modified xsi:type="dcterms:W3CDTF">2026-04-30T17:39:33Z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